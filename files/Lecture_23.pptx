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597" r:id="rId2"/>
    <p:sldId id="599" r:id="rId3"/>
    <p:sldId id="613" r:id="rId4"/>
    <p:sldId id="615" r:id="rId5"/>
    <p:sldId id="600" r:id="rId6"/>
    <p:sldId id="616" r:id="rId7"/>
    <p:sldId id="617" r:id="rId8"/>
    <p:sldId id="601" r:id="rId9"/>
    <p:sldId id="602" r:id="rId10"/>
    <p:sldId id="618" r:id="rId11"/>
    <p:sldId id="603" r:id="rId12"/>
    <p:sldId id="619" r:id="rId13"/>
    <p:sldId id="605" r:id="rId14"/>
    <p:sldId id="620" r:id="rId15"/>
    <p:sldId id="606" r:id="rId16"/>
    <p:sldId id="621" r:id="rId17"/>
    <p:sldId id="609" r:id="rId18"/>
    <p:sldId id="610" r:id="rId19"/>
    <p:sldId id="612" r:id="rId20"/>
    <p:sldId id="611" r:id="rId21"/>
    <p:sldId id="607" r:id="rId22"/>
    <p:sldId id="60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B763C-8342-45DF-99CA-F62E488A2BAC}" v="97" dt="2026-09-30T10:09:56.523"/>
    <p1510:client id="{EF70EA42-1EA1-4210-B55E-0D42593D5AC9}" v="280" dt="2026-10-01T10:03:54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30T10:09:56.523" v="4529" actId="20577"/>
      <pc:docMkLst>
        <pc:docMk/>
      </pc:docMkLst>
      <pc:sldChg chg="delSp modSp add del mod modNotesTx">
        <pc:chgData name="Khobo, IL, Dr [ilkhobo@sun.ac.za]" userId="b519a442-dcea-4a28-9c45-7e29f1df5837" providerId="ADAL" clId="{8BC8A5CF-2DB3-45E9-BF57-F2ED810C291E}" dt="2026-09-30T10:09:56.523" v="4529" actId="20577"/>
        <pc:sldMkLst>
          <pc:docMk/>
          <pc:sldMk cId="2601401026" sldId="597"/>
        </pc:sldMkLst>
        <pc:spChg chg="del mod">
          <ac:chgData name="Khobo, IL, Dr [ilkhobo@sun.ac.za]" userId="b519a442-dcea-4a28-9c45-7e29f1df5837" providerId="ADAL" clId="{8BC8A5CF-2DB3-45E9-BF57-F2ED810C291E}" dt="2026-09-28T15:55:34.779" v="4304" actId="478"/>
          <ac:spMkLst>
            <pc:docMk/>
            <pc:sldMk cId="2601401026" sldId="597"/>
            <ac:spMk id="13" creationId="{20076924-44A7-AFA3-D2D3-FEB8DE4DD9A9}"/>
          </ac:spMkLst>
        </pc:spChg>
        <pc:spChg chg="del mod">
          <ac:chgData name="Khobo, IL, Dr [ilkhobo@sun.ac.za]" userId="b519a442-dcea-4a28-9c45-7e29f1df5837" providerId="ADAL" clId="{8BC8A5CF-2DB3-45E9-BF57-F2ED810C291E}" dt="2026-09-28T15:56:36.575" v="4412" actId="20577"/>
          <ac:spMkLst>
            <pc:docMk/>
            <pc:sldMk cId="2601401026" sldId="597"/>
            <ac:spMk id="17" creationId="{7EC74C40-289A-CA47-2A9E-CB243EF9FF06}"/>
          </ac:spMkLst>
        </pc:spChg>
        <pc:spChg chg="del">
          <ac:chgData name="Khobo, IL, Dr [ilkhobo@sun.ac.za]" userId="b519a442-dcea-4a28-9c45-7e29f1df5837" providerId="ADAL" clId="{8BC8A5CF-2DB3-45E9-BF57-F2ED810C291E}" dt="2026-09-28T15:55:34.779" v="4304" actId="478"/>
          <ac:spMkLst>
            <pc:docMk/>
            <pc:sldMk cId="2601401026" sldId="597"/>
            <ac:spMk id="19" creationId="{799DE2B1-C8C5-DEBE-B93A-8AC9B1EB7547}"/>
          </ac:spMkLst>
        </pc:spChg>
        <pc:spChg chg="mod">
          <ac:chgData name="Khobo, IL, Dr [ilkhobo@sun.ac.za]" userId="b519a442-dcea-4a28-9c45-7e29f1df5837" providerId="ADAL" clId="{8BC8A5CF-2DB3-45E9-BF57-F2ED810C291E}" dt="2026-09-28T15:57:04.597" v="4418" actId="20577"/>
          <ac:spMkLst>
            <pc:docMk/>
            <pc:sldMk cId="2601401026" sldId="597"/>
            <ac:spMk id="34" creationId="{593DD671-6E7B-06CE-9A2D-78AB0133EE61}"/>
          </ac:spMkLst>
        </pc:spChg>
        <pc:grpChg chg="del">
          <ac:chgData name="Khobo, IL, Dr [ilkhobo@sun.ac.za]" userId="b519a442-dcea-4a28-9c45-7e29f1df5837" providerId="ADAL" clId="{8BC8A5CF-2DB3-45E9-BF57-F2ED810C291E}" dt="2026-09-28T15:55:34.779" v="4304" actId="478"/>
          <ac:grpSpMkLst>
            <pc:docMk/>
            <pc:sldMk cId="2601401026" sldId="597"/>
            <ac:grpSpMk id="37" creationId="{E3594C48-601C-D5CE-431C-D921186F1323}"/>
          </ac:grpSpMkLst>
        </pc:grpChg>
        <pc:picChg chg="del mod">
          <ac:chgData name="Khobo, IL, Dr [ilkhobo@sun.ac.za]" userId="b519a442-dcea-4a28-9c45-7e29f1df5837" providerId="ADAL" clId="{8BC8A5CF-2DB3-45E9-BF57-F2ED810C291E}" dt="2026-09-28T15:55:34.779" v="4304" actId="478"/>
          <ac:picMkLst>
            <pc:docMk/>
            <pc:sldMk cId="2601401026" sldId="597"/>
            <ac:picMk id="4" creationId="{8E3F0134-2454-5477-8946-7D018BDF2F56}"/>
          </ac:picMkLst>
        </pc:picChg>
      </pc:sldChg>
      <pc:sldChg chg="modSp add mod modNotesTx">
        <pc:chgData name="Khobo, IL, Dr [ilkhobo@sun.ac.za]" userId="b519a442-dcea-4a28-9c45-7e29f1df5837" providerId="ADAL" clId="{8BC8A5CF-2DB3-45E9-BF57-F2ED810C291E}" dt="2026-09-30T06:01:04.762" v="4432" actId="20577"/>
        <pc:sldMkLst>
          <pc:docMk/>
          <pc:sldMk cId="4217422227" sldId="599"/>
        </pc:sldMkLst>
        <pc:spChg chg="mod">
          <ac:chgData name="Khobo, IL, Dr [ilkhobo@sun.ac.za]" userId="b519a442-dcea-4a28-9c45-7e29f1df5837" providerId="ADAL" clId="{8BC8A5CF-2DB3-45E9-BF57-F2ED810C291E}" dt="2026-09-28T15:57:14.315" v="4422" actId="20577"/>
          <ac:spMkLst>
            <pc:docMk/>
            <pc:sldMk cId="4217422227" sldId="599"/>
            <ac:spMk id="34" creationId="{03FEF9E1-FBFC-4B6A-7F48-8A9667834489}"/>
          </ac:spMkLst>
        </pc:sp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 sldOrd">
      <pc:chgData name="Khobo, IL, Dr [ilkhobo@sun.ac.za]" userId="b519a442-dcea-4a28-9c45-7e29f1df5837" providerId="ADAL" clId="{D25D1C45-A404-4E0F-8657-49BD4E4887CA}" dt="2026-10-01T10:05:45.747" v="3640" actId="478"/>
      <pc:docMkLst>
        <pc:docMk/>
      </pc:docMkLst>
      <pc:sldChg chg="addSp delSp modSp mod delAnim modNotesTx">
        <pc:chgData name="Khobo, IL, Dr [ilkhobo@sun.ac.za]" userId="b519a442-dcea-4a28-9c45-7e29f1df5837" providerId="ADAL" clId="{D25D1C45-A404-4E0F-8657-49BD4E4887CA}" dt="2026-10-01T10:05:40.690" v="3639" actId="478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  <pc:spChg chg="mod">
          <ac:chgData name="Khobo, IL, Dr [ilkhobo@sun.ac.za]" userId="b519a442-dcea-4a28-9c45-7e29f1df5837" providerId="ADAL" clId="{D25D1C45-A404-4E0F-8657-49BD4E4887CA}" dt="2026-09-29T12:09:06.744" v="3068" actId="20577"/>
          <ac:spMkLst>
            <pc:docMk/>
            <pc:sldMk cId="2601401026" sldId="597"/>
            <ac:spMk id="36" creationId="{FF6909DB-321F-0D3E-C4DE-934341ACBEE7}"/>
          </ac:spMkLst>
        </pc:spChg>
        <pc:picChg chg="add del mod">
          <ac:chgData name="Khobo, IL, Dr [ilkhobo@sun.ac.za]" userId="b519a442-dcea-4a28-9c45-7e29f1df5837" providerId="ADAL" clId="{D25D1C45-A404-4E0F-8657-49BD4E4887CA}" dt="2026-10-01T10:05:40.690" v="3639" actId="478"/>
          <ac:picMkLst>
            <pc:docMk/>
            <pc:sldMk cId="2601401026" sldId="597"/>
            <ac:picMk id="5" creationId="{F522415D-CD45-BC72-DC02-7E5FFAE38B07}"/>
          </ac:picMkLst>
        </pc:picChg>
      </pc:sldChg>
      <pc:sldChg chg="addSp delSp modSp mod delAnim modAnim">
        <pc:chgData name="Khobo, IL, Dr [ilkhobo@sun.ac.za]" userId="b519a442-dcea-4a28-9c45-7e29f1df5837" providerId="ADAL" clId="{D25D1C45-A404-4E0F-8657-49BD4E4887CA}" dt="2026-10-01T10:05:45.747" v="3640" actId="478"/>
        <pc:sldMkLst>
          <pc:docMk/>
          <pc:sldMk cId="4217422227" sldId="599"/>
        </pc:sldMkLst>
        <pc:spChg chg="add del mod">
          <ac:chgData name="Khobo, IL, Dr [ilkhobo@sun.ac.za]" userId="b519a442-dcea-4a28-9c45-7e29f1df5837" providerId="ADAL" clId="{D25D1C45-A404-4E0F-8657-49BD4E4887CA}" dt="2026-09-30T06:36:42.350" v="3357" actId="478"/>
          <ac:spMkLst>
            <pc:docMk/>
            <pc:sldMk cId="4217422227" sldId="599"/>
            <ac:spMk id="12" creationId="{523DFC3D-8852-CB8B-5C67-31DF241500F2}"/>
          </ac:spMkLst>
        </pc:spChg>
        <pc:spChg chg="add del mod">
          <ac:chgData name="Khobo, IL, Dr [ilkhobo@sun.ac.za]" userId="b519a442-dcea-4a28-9c45-7e29f1df5837" providerId="ADAL" clId="{D25D1C45-A404-4E0F-8657-49BD4E4887CA}" dt="2026-09-30T06:36:42.350" v="3357" actId="478"/>
          <ac:spMkLst>
            <pc:docMk/>
            <pc:sldMk cId="4217422227" sldId="599"/>
            <ac:spMk id="14" creationId="{227B093F-1E97-AE3F-626A-FC51F92489EA}"/>
          </ac:spMkLst>
        </pc:spChg>
        <pc:spChg chg="add del mod">
          <ac:chgData name="Khobo, IL, Dr [ilkhobo@sun.ac.za]" userId="b519a442-dcea-4a28-9c45-7e29f1df5837" providerId="ADAL" clId="{D25D1C45-A404-4E0F-8657-49BD4E4887CA}" dt="2026-09-30T06:37:41.242" v="3359" actId="478"/>
          <ac:spMkLst>
            <pc:docMk/>
            <pc:sldMk cId="4217422227" sldId="599"/>
            <ac:spMk id="16" creationId="{C422207A-E079-5685-28C8-025A2B01CC5E}"/>
          </ac:spMkLst>
        </pc:spChg>
        <pc:spChg chg="mod">
          <ac:chgData name="Khobo, IL, Dr [ilkhobo@sun.ac.za]" userId="b519a442-dcea-4a28-9c45-7e29f1df5837" providerId="ADAL" clId="{D25D1C45-A404-4E0F-8657-49BD4E4887CA}" dt="2026-09-29T07:17:21.486" v="2951" actId="20577"/>
          <ac:spMkLst>
            <pc:docMk/>
            <pc:sldMk cId="4217422227" sldId="599"/>
            <ac:spMk id="36" creationId="{429E743A-632E-9EB3-5D21-ECF5187657DD}"/>
          </ac:spMkLst>
        </pc:spChg>
        <pc:picChg chg="add del mod">
          <ac:chgData name="Khobo, IL, Dr [ilkhobo@sun.ac.za]" userId="b519a442-dcea-4a28-9c45-7e29f1df5837" providerId="ADAL" clId="{D25D1C45-A404-4E0F-8657-49BD4E4887CA}" dt="2026-10-01T10:05:45.747" v="3640" actId="478"/>
          <ac:picMkLst>
            <pc:docMk/>
            <pc:sldMk cId="4217422227" sldId="599"/>
            <ac:picMk id="3" creationId="{E3D510AA-FD9F-DA9A-90E7-C75012A2F2AF}"/>
          </ac:picMkLst>
        </pc:picChg>
        <pc:picChg chg="add del mod">
          <ac:chgData name="Khobo, IL, Dr [ilkhobo@sun.ac.za]" userId="b519a442-dcea-4a28-9c45-7e29f1df5837" providerId="ADAL" clId="{D25D1C45-A404-4E0F-8657-49BD4E4887CA}" dt="2026-09-30T06:36:35.696" v="3355" actId="478"/>
          <ac:picMkLst>
            <pc:docMk/>
            <pc:sldMk cId="4217422227" sldId="599"/>
            <ac:picMk id="6" creationId="{4BEB3EAE-1250-7031-1881-47BA5AC8C9C5}"/>
          </ac:picMkLst>
        </pc:picChg>
        <pc:picChg chg="add del mod">
          <ac:chgData name="Khobo, IL, Dr [ilkhobo@sun.ac.za]" userId="b519a442-dcea-4a28-9c45-7e29f1df5837" providerId="ADAL" clId="{D25D1C45-A404-4E0F-8657-49BD4E4887CA}" dt="2026-09-30T06:36:38.763" v="3356" actId="478"/>
          <ac:picMkLst>
            <pc:docMk/>
            <pc:sldMk cId="4217422227" sldId="599"/>
            <ac:picMk id="9" creationId="{7B73502C-7EFE-69E2-160A-DBBBDF39F1F0}"/>
          </ac:picMkLst>
        </pc:picChg>
        <pc:picChg chg="add mod">
          <ac:chgData name="Khobo, IL, Dr [ilkhobo@sun.ac.za]" userId="b519a442-dcea-4a28-9c45-7e29f1df5837" providerId="ADAL" clId="{D25D1C45-A404-4E0F-8657-49BD4E4887CA}" dt="2026-09-30T06:38:13.701" v="3363" actId="1076"/>
          <ac:picMkLst>
            <pc:docMk/>
            <pc:sldMk cId="4217422227" sldId="599"/>
            <ac:picMk id="18" creationId="{882CCD9F-565A-2E81-754B-E7EB06179766}"/>
          </ac:picMkLst>
        </pc:picChg>
        <pc:picChg chg="add mod">
          <ac:chgData name="Khobo, IL, Dr [ilkhobo@sun.ac.za]" userId="b519a442-dcea-4a28-9c45-7e29f1df5837" providerId="ADAL" clId="{D25D1C45-A404-4E0F-8657-49BD4E4887CA}" dt="2026-09-30T06:39:05.359" v="3368" actId="14100"/>
          <ac:picMkLst>
            <pc:docMk/>
            <pc:sldMk cId="4217422227" sldId="599"/>
            <ac:picMk id="21" creationId="{9EAA8856-4A1E-A2CD-ABCF-1B126285221F}"/>
          </ac:picMkLst>
        </pc:picChg>
        <pc:picChg chg="add mod">
          <ac:chgData name="Khobo, IL, Dr [ilkhobo@sun.ac.za]" userId="b519a442-dcea-4a28-9c45-7e29f1df5837" providerId="ADAL" clId="{D25D1C45-A404-4E0F-8657-49BD4E4887CA}" dt="2026-09-30T06:45:08.716" v="3372" actId="1076"/>
          <ac:picMkLst>
            <pc:docMk/>
            <pc:sldMk cId="4217422227" sldId="599"/>
            <ac:picMk id="26" creationId="{91FB5660-B802-7BAF-D428-3AA0CF7F4A4F}"/>
          </ac:picMkLst>
        </pc:picChg>
        <pc:cxnChg chg="add mod">
          <ac:chgData name="Khobo, IL, Dr [ilkhobo@sun.ac.za]" userId="b519a442-dcea-4a28-9c45-7e29f1df5837" providerId="ADAL" clId="{D25D1C45-A404-4E0F-8657-49BD4E4887CA}" dt="2026-09-30T06:39:40.640" v="3370" actId="14100"/>
          <ac:cxnSpMkLst>
            <pc:docMk/>
            <pc:sldMk cId="4217422227" sldId="599"/>
            <ac:cxnSpMk id="11" creationId="{3A20B7ED-0D6F-03FA-48B6-327EBBDADD9D}"/>
          </ac:cxnSpMkLst>
        </pc:cxnChg>
      </pc:sldChg>
      <pc:sldChg chg="addSp delSp modSp add mod delAnim">
        <pc:chgData name="Khobo, IL, Dr [ilkhobo@sun.ac.za]" userId="b519a442-dcea-4a28-9c45-7e29f1df5837" providerId="ADAL" clId="{D25D1C45-A404-4E0F-8657-49BD4E4887CA}" dt="2026-10-01T10:05:33.062" v="3638" actId="478"/>
        <pc:sldMkLst>
          <pc:docMk/>
          <pc:sldMk cId="2571462511" sldId="600"/>
        </pc:sldMkLst>
        <pc:spChg chg="add del">
          <ac:chgData name="Khobo, IL, Dr [ilkhobo@sun.ac.za]" userId="b519a442-dcea-4a28-9c45-7e29f1df5837" providerId="ADAL" clId="{D25D1C45-A404-4E0F-8657-49BD4E4887CA}" dt="2026-09-30T07:42:12.580" v="3479" actId="478"/>
          <ac:spMkLst>
            <pc:docMk/>
            <pc:sldMk cId="2571462511" sldId="600"/>
            <ac:spMk id="7" creationId="{F4126153-1659-42AC-A5E2-953E03377C4B}"/>
          </ac:spMkLst>
        </pc:spChg>
        <pc:spChg chg="mod">
          <ac:chgData name="Khobo, IL, Dr [ilkhobo@sun.ac.za]" userId="b519a442-dcea-4a28-9c45-7e29f1df5837" providerId="ADAL" clId="{D25D1C45-A404-4E0F-8657-49BD4E4887CA}" dt="2026-09-30T07:38:18.369" v="3474" actId="20577"/>
          <ac:spMkLst>
            <pc:docMk/>
            <pc:sldMk cId="2571462511" sldId="600"/>
            <ac:spMk id="36" creationId="{290E3EDF-5EA6-489E-40A9-E81B06B12288}"/>
          </ac:spMkLst>
        </pc:spChg>
        <pc:picChg chg="add del mod">
          <ac:chgData name="Khobo, IL, Dr [ilkhobo@sun.ac.za]" userId="b519a442-dcea-4a28-9c45-7e29f1df5837" providerId="ADAL" clId="{D25D1C45-A404-4E0F-8657-49BD4E4887CA}" dt="2026-10-01T10:05:33.062" v="3638" actId="478"/>
          <ac:picMkLst>
            <pc:docMk/>
            <pc:sldMk cId="2571462511" sldId="600"/>
            <ac:picMk id="3" creationId="{F73BA075-DB1B-8395-34F6-4FAFE897EA44}"/>
          </ac:picMkLst>
        </pc:picChg>
        <pc:picChg chg="add del mod">
          <ac:chgData name="Khobo, IL, Dr [ilkhobo@sun.ac.za]" userId="b519a442-dcea-4a28-9c45-7e29f1df5837" providerId="ADAL" clId="{D25D1C45-A404-4E0F-8657-49BD4E4887CA}" dt="2026-09-30T07:37:13.654" v="3449" actId="478"/>
          <ac:picMkLst>
            <pc:docMk/>
            <pc:sldMk cId="2571462511" sldId="600"/>
            <ac:picMk id="5" creationId="{C1209540-F7E4-BB00-40BC-F5E5F6066A27}"/>
          </ac:picMkLst>
        </pc:picChg>
        <pc:picChg chg="add mod">
          <ac:chgData name="Khobo, IL, Dr [ilkhobo@sun.ac.za]" userId="b519a442-dcea-4a28-9c45-7e29f1df5837" providerId="ADAL" clId="{D25D1C45-A404-4E0F-8657-49BD4E4887CA}" dt="2026-09-30T07:42:32.377" v="3482" actId="1076"/>
          <ac:picMkLst>
            <pc:docMk/>
            <pc:sldMk cId="2571462511" sldId="600"/>
            <ac:picMk id="9" creationId="{8701B18C-48DA-031C-32A5-E703B2520559}"/>
          </ac:picMkLst>
        </pc:picChg>
      </pc:sldChg>
      <pc:sldChg chg="addSp modSp add mod">
        <pc:chgData name="Khobo, IL, Dr [ilkhobo@sun.ac.za]" userId="b519a442-dcea-4a28-9c45-7e29f1df5837" providerId="ADAL" clId="{D25D1C45-A404-4E0F-8657-49BD4E4887CA}" dt="2026-09-29T12:08:03.062" v="3052" actId="14100"/>
        <pc:sldMkLst>
          <pc:docMk/>
          <pc:sldMk cId="712815195" sldId="601"/>
        </pc:sldMkLst>
        <pc:spChg chg="mod">
          <ac:chgData name="Khobo, IL, Dr [ilkhobo@sun.ac.za]" userId="b519a442-dcea-4a28-9c45-7e29f1df5837" providerId="ADAL" clId="{D25D1C45-A404-4E0F-8657-49BD4E4887CA}" dt="2026-09-29T12:04:45.999" v="3011" actId="20577"/>
          <ac:spMkLst>
            <pc:docMk/>
            <pc:sldMk cId="712815195" sldId="601"/>
            <ac:spMk id="36" creationId="{CAE448D2-A452-D5AD-AF59-86AC3EFE3B15}"/>
          </ac:spMkLst>
        </pc:spChg>
        <pc:picChg chg="add mod">
          <ac:chgData name="Khobo, IL, Dr [ilkhobo@sun.ac.za]" userId="b519a442-dcea-4a28-9c45-7e29f1df5837" providerId="ADAL" clId="{D25D1C45-A404-4E0F-8657-49BD4E4887CA}" dt="2026-09-29T12:08:03.062" v="3052" actId="14100"/>
          <ac:picMkLst>
            <pc:docMk/>
            <pc:sldMk cId="712815195" sldId="601"/>
            <ac:picMk id="3" creationId="{60CD4C05-26D1-4A44-36FE-52C5D61C4E53}"/>
          </ac:picMkLst>
        </pc:picChg>
        <pc:picChg chg="add mod">
          <ac:chgData name="Khobo, IL, Dr [ilkhobo@sun.ac.za]" userId="b519a442-dcea-4a28-9c45-7e29f1df5837" providerId="ADAL" clId="{D25D1C45-A404-4E0F-8657-49BD4E4887CA}" dt="2026-09-29T12:06:05.416" v="3021" actId="1076"/>
          <ac:picMkLst>
            <pc:docMk/>
            <pc:sldMk cId="712815195" sldId="601"/>
            <ac:picMk id="5" creationId="{006FFDC9-4FFB-C963-1BB6-886C7BCCD920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8:11:08.141" v="3533" actId="20577"/>
        <pc:sldMkLst>
          <pc:docMk/>
          <pc:sldMk cId="3579866829" sldId="602"/>
        </pc:sldMkLst>
        <pc:spChg chg="mod">
          <ac:chgData name="Khobo, IL, Dr [ilkhobo@sun.ac.za]" userId="b519a442-dcea-4a28-9c45-7e29f1df5837" providerId="ADAL" clId="{D25D1C45-A404-4E0F-8657-49BD4E4887CA}" dt="2026-09-30T08:11:08.141" v="3533" actId="20577"/>
          <ac:spMkLst>
            <pc:docMk/>
            <pc:sldMk cId="3579866829" sldId="602"/>
            <ac:spMk id="36" creationId="{DFCF201D-409B-C22B-B1D5-D7C0055E50EF}"/>
          </ac:spMkLst>
        </pc:spChg>
        <pc:picChg chg="add">
          <ac:chgData name="Khobo, IL, Dr [ilkhobo@sun.ac.za]" userId="b519a442-dcea-4a28-9c45-7e29f1df5837" providerId="ADAL" clId="{D25D1C45-A404-4E0F-8657-49BD4E4887CA}" dt="2026-09-29T12:10:04.048" v="3071" actId="22"/>
          <ac:picMkLst>
            <pc:docMk/>
            <pc:sldMk cId="3579866829" sldId="602"/>
            <ac:picMk id="4" creationId="{C17B588A-3BFE-344B-BE52-ABF19956D0D7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9T12:10:54.465" v="3111" actId="1076"/>
        <pc:sldMkLst>
          <pc:docMk/>
          <pc:sldMk cId="514733648" sldId="603"/>
        </pc:sldMkLst>
        <pc:picChg chg="add mod">
          <ac:chgData name="Khobo, IL, Dr [ilkhobo@sun.ac.za]" userId="b519a442-dcea-4a28-9c45-7e29f1df5837" providerId="ADAL" clId="{D25D1C45-A404-4E0F-8657-49BD4E4887CA}" dt="2026-09-29T12:10:54.465" v="3111" actId="1076"/>
          <ac:picMkLst>
            <pc:docMk/>
            <pc:sldMk cId="514733648" sldId="603"/>
            <ac:picMk id="3" creationId="{385D27E9-3C53-F5A3-449E-EF2CE182C605}"/>
          </ac:picMkLst>
        </pc:picChg>
      </pc:sldChg>
      <pc:sldChg chg="addSp delSp modSp add del mod">
        <pc:chgData name="Khobo, IL, Dr [ilkhobo@sun.ac.za]" userId="b519a442-dcea-4a28-9c45-7e29f1df5837" providerId="ADAL" clId="{D25D1C45-A404-4E0F-8657-49BD4E4887CA}" dt="2026-09-30T08:27:05.805" v="3567" actId="2696"/>
        <pc:sldMkLst>
          <pc:docMk/>
          <pc:sldMk cId="2772849124" sldId="604"/>
        </pc:sldMkLst>
      </pc:sldChg>
      <pc:sldChg chg="add">
        <pc:chgData name="Khobo, IL, Dr [ilkhobo@sun.ac.za]" userId="b519a442-dcea-4a28-9c45-7e29f1df5837" providerId="ADAL" clId="{D25D1C45-A404-4E0F-8657-49BD4E4887CA}" dt="2026-09-30T08:53:14.336" v="3612"/>
        <pc:sldMkLst>
          <pc:docMk/>
          <pc:sldMk cId="3261620816" sldId="605"/>
        </pc:sldMkLst>
      </pc:sldChg>
      <pc:sldChg chg="addSp delSp modSp add del mod ord modAnim">
        <pc:chgData name="Khobo, IL, Dr [ilkhobo@sun.ac.za]" userId="b519a442-dcea-4a28-9c45-7e29f1df5837" providerId="ADAL" clId="{D25D1C45-A404-4E0F-8657-49BD4E4887CA}" dt="2026-09-30T08:53:02.992" v="3611" actId="2696"/>
        <pc:sldMkLst>
          <pc:docMk/>
          <pc:sldMk cId="3914414832" sldId="605"/>
        </pc:sldMkLst>
        <pc:spChg chg="add mod">
          <ac:chgData name="Khobo, IL, Dr [ilkhobo@sun.ac.za]" userId="b519a442-dcea-4a28-9c45-7e29f1df5837" providerId="ADAL" clId="{D25D1C45-A404-4E0F-8657-49BD4E4887CA}" dt="2026-09-30T08:17:08.527" v="3558" actId="1582"/>
          <ac:spMkLst>
            <pc:docMk/>
            <pc:sldMk cId="3914414832" sldId="605"/>
            <ac:spMk id="5" creationId="{917E3792-4B56-C3DF-921E-49C1ECEC3927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30T08:37:07.508" v="3594" actId="1076"/>
        <pc:sldMkLst>
          <pc:docMk/>
          <pc:sldMk cId="1426052256" sldId="606"/>
        </pc:sldMkLst>
        <pc:spChg chg="add mod">
          <ac:chgData name="Khobo, IL, Dr [ilkhobo@sun.ac.za]" userId="b519a442-dcea-4a28-9c45-7e29f1df5837" providerId="ADAL" clId="{D25D1C45-A404-4E0F-8657-49BD4E4887CA}" dt="2026-09-30T08:37:07.508" v="3594" actId="1076"/>
          <ac:spMkLst>
            <pc:docMk/>
            <pc:sldMk cId="1426052256" sldId="606"/>
            <ac:spMk id="5" creationId="{E669C5E4-3844-A3DA-8847-425B01A6C162}"/>
          </ac:spMkLst>
        </pc:spChg>
        <pc:spChg chg="mod">
          <ac:chgData name="Khobo, IL, Dr [ilkhobo@sun.ac.za]" userId="b519a442-dcea-4a28-9c45-7e29f1df5837" providerId="ADAL" clId="{D25D1C45-A404-4E0F-8657-49BD4E4887CA}" dt="2026-09-29T12:13:42.906" v="3155" actId="20577"/>
          <ac:spMkLst>
            <pc:docMk/>
            <pc:sldMk cId="1426052256" sldId="606"/>
            <ac:spMk id="36" creationId="{57C591B5-5CE3-8F17-45B7-D92A77B41E64}"/>
          </ac:spMkLst>
        </pc:spChg>
        <pc:picChg chg="add del mod">
          <ac:chgData name="Khobo, IL, Dr [ilkhobo@sun.ac.za]" userId="b519a442-dcea-4a28-9c45-7e29f1df5837" providerId="ADAL" clId="{D25D1C45-A404-4E0F-8657-49BD4E4887CA}" dt="2026-09-30T08:36:00.771" v="3573" actId="478"/>
          <ac:picMkLst>
            <pc:docMk/>
            <pc:sldMk cId="1426052256" sldId="606"/>
            <ac:picMk id="4" creationId="{DAE93A85-0E64-B8A0-62AC-35975BE5C95E}"/>
          </ac:picMkLst>
        </pc:picChg>
      </pc:sldChg>
      <pc:sldChg chg="addSp modSp add mod">
        <pc:chgData name="Khobo, IL, Dr [ilkhobo@sun.ac.za]" userId="b519a442-dcea-4a28-9c45-7e29f1df5837" providerId="ADAL" clId="{D25D1C45-A404-4E0F-8657-49BD4E4887CA}" dt="2026-09-29T12:15:56.106" v="3158" actId="1076"/>
        <pc:sldMkLst>
          <pc:docMk/>
          <pc:sldMk cId="3891302275" sldId="607"/>
        </pc:sldMkLst>
        <pc:picChg chg="add mod">
          <ac:chgData name="Khobo, IL, Dr [ilkhobo@sun.ac.za]" userId="b519a442-dcea-4a28-9c45-7e29f1df5837" providerId="ADAL" clId="{D25D1C45-A404-4E0F-8657-49BD4E4887CA}" dt="2026-09-29T12:15:56.106" v="3158" actId="1076"/>
          <ac:picMkLst>
            <pc:docMk/>
            <pc:sldMk cId="3891302275" sldId="607"/>
            <ac:picMk id="3" creationId="{7D3B2B4A-D9E3-9943-57DB-7C0EBB10BFED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9T12:16:38.192" v="3170" actId="20577"/>
        <pc:sldMkLst>
          <pc:docMk/>
          <pc:sldMk cId="327554798" sldId="608"/>
        </pc:sldMkLst>
        <pc:spChg chg="mod">
          <ac:chgData name="Khobo, IL, Dr [ilkhobo@sun.ac.za]" userId="b519a442-dcea-4a28-9c45-7e29f1df5837" providerId="ADAL" clId="{D25D1C45-A404-4E0F-8657-49BD4E4887CA}" dt="2026-09-29T12:16:38.192" v="3170" actId="20577"/>
          <ac:spMkLst>
            <pc:docMk/>
            <pc:sldMk cId="327554798" sldId="608"/>
            <ac:spMk id="36" creationId="{AFD54C6F-01FD-8084-9400-507D8F6D9418}"/>
          </ac:spMkLst>
        </pc:spChg>
        <pc:picChg chg="add mod">
          <ac:chgData name="Khobo, IL, Dr [ilkhobo@sun.ac.za]" userId="b519a442-dcea-4a28-9c45-7e29f1df5837" providerId="ADAL" clId="{D25D1C45-A404-4E0F-8657-49BD4E4887CA}" dt="2026-09-29T12:16:29.427" v="3162" actId="1076"/>
          <ac:picMkLst>
            <pc:docMk/>
            <pc:sldMk cId="327554798" sldId="608"/>
            <ac:picMk id="4" creationId="{D36AA368-82CF-722F-F7BE-5C43E9B3765A}"/>
          </ac:picMkLst>
        </pc:picChg>
      </pc:sldChg>
      <pc:sldChg chg="addSp modSp add mod">
        <pc:chgData name="Khobo, IL, Dr [ilkhobo@sun.ac.za]" userId="b519a442-dcea-4a28-9c45-7e29f1df5837" providerId="ADAL" clId="{D25D1C45-A404-4E0F-8657-49BD4E4887CA}" dt="2026-09-29T12:36:25.735" v="3296" actId="1076"/>
        <pc:sldMkLst>
          <pc:docMk/>
          <pc:sldMk cId="2377331130" sldId="609"/>
        </pc:sldMkLst>
        <pc:spChg chg="mod">
          <ac:chgData name="Khobo, IL, Dr [ilkhobo@sun.ac.za]" userId="b519a442-dcea-4a28-9c45-7e29f1df5837" providerId="ADAL" clId="{D25D1C45-A404-4E0F-8657-49BD4E4887CA}" dt="2026-09-29T12:35:09.939" v="3290" actId="20577"/>
          <ac:spMkLst>
            <pc:docMk/>
            <pc:sldMk cId="2377331130" sldId="609"/>
            <ac:spMk id="36" creationId="{10CE1F93-6E5E-47A2-3DB2-F7E6A4E48272}"/>
          </ac:spMkLst>
        </pc:spChg>
        <pc:picChg chg="add mod">
          <ac:chgData name="Khobo, IL, Dr [ilkhobo@sun.ac.za]" userId="b519a442-dcea-4a28-9c45-7e29f1df5837" providerId="ADAL" clId="{D25D1C45-A404-4E0F-8657-49BD4E4887CA}" dt="2026-09-29T12:36:25.735" v="3296" actId="1076"/>
          <ac:picMkLst>
            <pc:docMk/>
            <pc:sldMk cId="2377331130" sldId="609"/>
            <ac:picMk id="3" creationId="{CA4418D5-087C-ECBD-B1A0-B7767452724B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9T12:31:40.066" v="3264" actId="1076"/>
        <pc:sldMkLst>
          <pc:docMk/>
          <pc:sldMk cId="1249845151" sldId="610"/>
        </pc:sldMkLst>
        <pc:spChg chg="mod">
          <ac:chgData name="Khobo, IL, Dr [ilkhobo@sun.ac.za]" userId="b519a442-dcea-4a28-9c45-7e29f1df5837" providerId="ADAL" clId="{D25D1C45-A404-4E0F-8657-49BD4E4887CA}" dt="2026-09-29T12:29:49.751" v="3254" actId="20577"/>
          <ac:spMkLst>
            <pc:docMk/>
            <pc:sldMk cId="1249845151" sldId="610"/>
            <ac:spMk id="36" creationId="{A88D4ADF-FAA5-15D7-113D-AC34763C0C44}"/>
          </ac:spMkLst>
        </pc:spChg>
        <pc:picChg chg="add mod">
          <ac:chgData name="Khobo, IL, Dr [ilkhobo@sun.ac.za]" userId="b519a442-dcea-4a28-9c45-7e29f1df5837" providerId="ADAL" clId="{D25D1C45-A404-4E0F-8657-49BD4E4887CA}" dt="2026-09-29T12:31:40.066" v="3264" actId="1076"/>
          <ac:picMkLst>
            <pc:docMk/>
            <pc:sldMk cId="1249845151" sldId="610"/>
            <ac:picMk id="7" creationId="{698AEFC1-57B3-8832-A4F5-D255771A5086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9T12:33:55.834" v="3274" actId="1076"/>
        <pc:sldMkLst>
          <pc:docMk/>
          <pc:sldMk cId="2599811585" sldId="611"/>
        </pc:sldMkLst>
        <pc:spChg chg="mod">
          <ac:chgData name="Khobo, IL, Dr [ilkhobo@sun.ac.za]" userId="b519a442-dcea-4a28-9c45-7e29f1df5837" providerId="ADAL" clId="{D25D1C45-A404-4E0F-8657-49BD4E4887CA}" dt="2026-09-29T12:28:10.490" v="3238" actId="20577"/>
          <ac:spMkLst>
            <pc:docMk/>
            <pc:sldMk cId="2599811585" sldId="611"/>
            <ac:spMk id="36" creationId="{9C0CB90A-5937-048C-19CB-8DEA8E9FFE65}"/>
          </ac:spMkLst>
        </pc:spChg>
        <pc:picChg chg="add mod">
          <ac:chgData name="Khobo, IL, Dr [ilkhobo@sun.ac.za]" userId="b519a442-dcea-4a28-9c45-7e29f1df5837" providerId="ADAL" clId="{D25D1C45-A404-4E0F-8657-49BD4E4887CA}" dt="2026-09-29T12:33:55.834" v="3274" actId="1076"/>
          <ac:picMkLst>
            <pc:docMk/>
            <pc:sldMk cId="2599811585" sldId="611"/>
            <ac:picMk id="3" creationId="{01B44A9A-6D7F-5D5A-F247-7F9513F99213}"/>
          </ac:picMkLst>
        </pc:picChg>
      </pc:sldChg>
      <pc:sldChg chg="modSp add mod">
        <pc:chgData name="Khobo, IL, Dr [ilkhobo@sun.ac.za]" userId="b519a442-dcea-4a28-9c45-7e29f1df5837" providerId="ADAL" clId="{D25D1C45-A404-4E0F-8657-49BD4E4887CA}" dt="2026-09-29T12:33:40.413" v="3272" actId="1076"/>
        <pc:sldMkLst>
          <pc:docMk/>
          <pc:sldMk cId="2247401499" sldId="612"/>
        </pc:sldMkLst>
        <pc:picChg chg="mod">
          <ac:chgData name="Khobo, IL, Dr [ilkhobo@sun.ac.za]" userId="b519a442-dcea-4a28-9c45-7e29f1df5837" providerId="ADAL" clId="{D25D1C45-A404-4E0F-8657-49BD4E4887CA}" dt="2026-09-29T12:33:40.413" v="3272" actId="1076"/>
          <ac:picMkLst>
            <pc:docMk/>
            <pc:sldMk cId="2247401499" sldId="612"/>
            <ac:picMk id="5" creationId="{543A5ADE-720C-BFB9-D762-0F9B4FBA741D}"/>
          </ac:picMkLst>
        </pc:picChg>
      </pc:sldChg>
      <pc:sldChg chg="addSp delSp modSp add mod modTransition delAnim">
        <pc:chgData name="Khobo, IL, Dr [ilkhobo@sun.ac.za]" userId="b519a442-dcea-4a28-9c45-7e29f1df5837" providerId="ADAL" clId="{D25D1C45-A404-4E0F-8657-49BD4E4887CA}" dt="2026-10-01T10:04:19.946" v="3636" actId="478"/>
        <pc:sldMkLst>
          <pc:docMk/>
          <pc:sldMk cId="3406675469" sldId="613"/>
        </pc:sldMkLst>
        <pc:spChg chg="mod">
          <ac:chgData name="Khobo, IL, Dr [ilkhobo@sun.ac.za]" userId="b519a442-dcea-4a28-9c45-7e29f1df5837" providerId="ADAL" clId="{D25D1C45-A404-4E0F-8657-49BD4E4887CA}" dt="2026-09-30T06:53:50.656" v="3402" actId="20577"/>
          <ac:spMkLst>
            <pc:docMk/>
            <pc:sldMk cId="3406675469" sldId="613"/>
            <ac:spMk id="36" creationId="{EB281BE5-9E9B-281B-5B9E-5C81C5650A07}"/>
          </ac:spMkLst>
        </pc:spChg>
        <pc:picChg chg="add mod">
          <ac:chgData name="Khobo, IL, Dr [ilkhobo@sun.ac.za]" userId="b519a442-dcea-4a28-9c45-7e29f1df5837" providerId="ADAL" clId="{D25D1C45-A404-4E0F-8657-49BD4E4887CA}" dt="2026-09-30T06:57:14.682" v="3406" actId="1076"/>
          <ac:picMkLst>
            <pc:docMk/>
            <pc:sldMk cId="3406675469" sldId="613"/>
            <ac:picMk id="3" creationId="{9E972B42-0947-3EBD-38E3-5482D16C12FC}"/>
          </ac:picMkLst>
        </pc:picChg>
        <pc:picChg chg="add del mod">
          <ac:chgData name="Khobo, IL, Dr [ilkhobo@sun.ac.za]" userId="b519a442-dcea-4a28-9c45-7e29f1df5837" providerId="ADAL" clId="{D25D1C45-A404-4E0F-8657-49BD4E4887CA}" dt="2026-10-01T10:04:19.946" v="3636" actId="478"/>
          <ac:picMkLst>
            <pc:docMk/>
            <pc:sldMk cId="3406675469" sldId="613"/>
            <ac:picMk id="4" creationId="{DFD220A2-161F-C3F0-4C80-CC5DB1F76262}"/>
          </ac:picMkLst>
        </pc:picChg>
        <pc:picChg chg="add mod">
          <ac:chgData name="Khobo, IL, Dr [ilkhobo@sun.ac.za]" userId="b519a442-dcea-4a28-9c45-7e29f1df5837" providerId="ADAL" clId="{D25D1C45-A404-4E0F-8657-49BD4E4887CA}" dt="2026-09-30T07:07:05.424" v="3415" actId="1076"/>
          <ac:picMkLst>
            <pc:docMk/>
            <pc:sldMk cId="3406675469" sldId="613"/>
            <ac:picMk id="5" creationId="{9D95A421-9CEF-FA0C-ED0A-93F5E5EA393A}"/>
          </ac:picMkLst>
        </pc:picChg>
        <pc:picChg chg="add del mod">
          <ac:chgData name="Khobo, IL, Dr [ilkhobo@sun.ac.za]" userId="b519a442-dcea-4a28-9c45-7e29f1df5837" providerId="ADAL" clId="{D25D1C45-A404-4E0F-8657-49BD4E4887CA}" dt="2026-09-30T07:06:59.586" v="3413" actId="478"/>
          <ac:picMkLst>
            <pc:docMk/>
            <pc:sldMk cId="3406675469" sldId="613"/>
            <ac:picMk id="7" creationId="{9DDBB356-A6B5-F366-BBBF-BD64A684F108}"/>
          </ac:picMkLst>
        </pc:picChg>
        <pc:picChg chg="add mod">
          <ac:chgData name="Khobo, IL, Dr [ilkhobo@sun.ac.za]" userId="b519a442-dcea-4a28-9c45-7e29f1df5837" providerId="ADAL" clId="{D25D1C45-A404-4E0F-8657-49BD4E4887CA}" dt="2026-09-30T07:22:02.237" v="3437" actId="1076"/>
          <ac:picMkLst>
            <pc:docMk/>
            <pc:sldMk cId="3406675469" sldId="613"/>
            <ac:picMk id="9" creationId="{A7A361F8-4B70-8553-C45D-CD27B53C7620}"/>
          </ac:picMkLst>
        </pc:picChg>
        <pc:picChg chg="del">
          <ac:chgData name="Khobo, IL, Dr [ilkhobo@sun.ac.za]" userId="b519a442-dcea-4a28-9c45-7e29f1df5837" providerId="ADAL" clId="{D25D1C45-A404-4E0F-8657-49BD4E4887CA}" dt="2026-09-30T06:51:19.362" v="3374" actId="478"/>
          <ac:picMkLst>
            <pc:docMk/>
            <pc:sldMk cId="3406675469" sldId="613"/>
            <ac:picMk id="18" creationId="{2C6A4527-3AF8-5C55-FB1A-A236CF39FE9D}"/>
          </ac:picMkLst>
        </pc:picChg>
        <pc:picChg chg="del">
          <ac:chgData name="Khobo, IL, Dr [ilkhobo@sun.ac.za]" userId="b519a442-dcea-4a28-9c45-7e29f1df5837" providerId="ADAL" clId="{D25D1C45-A404-4E0F-8657-49BD4E4887CA}" dt="2026-09-30T06:51:19.362" v="3374" actId="478"/>
          <ac:picMkLst>
            <pc:docMk/>
            <pc:sldMk cId="3406675469" sldId="613"/>
            <ac:picMk id="21" creationId="{AA4AB761-32AE-133F-95A0-027054C21B37}"/>
          </ac:picMkLst>
        </pc:picChg>
        <pc:picChg chg="del">
          <ac:chgData name="Khobo, IL, Dr [ilkhobo@sun.ac.za]" userId="b519a442-dcea-4a28-9c45-7e29f1df5837" providerId="ADAL" clId="{D25D1C45-A404-4E0F-8657-49BD4E4887CA}" dt="2026-09-30T06:51:19.362" v="3374" actId="478"/>
          <ac:picMkLst>
            <pc:docMk/>
            <pc:sldMk cId="3406675469" sldId="613"/>
            <ac:picMk id="26" creationId="{CBFB8A69-5EE3-5442-7E31-B97D093AAEA0}"/>
          </ac:picMkLst>
        </pc:picChg>
        <pc:cxnChg chg="del">
          <ac:chgData name="Khobo, IL, Dr [ilkhobo@sun.ac.za]" userId="b519a442-dcea-4a28-9c45-7e29f1df5837" providerId="ADAL" clId="{D25D1C45-A404-4E0F-8657-49BD4E4887CA}" dt="2026-09-30T06:51:19.362" v="3374" actId="478"/>
          <ac:cxnSpMkLst>
            <pc:docMk/>
            <pc:sldMk cId="3406675469" sldId="613"/>
            <ac:cxnSpMk id="11" creationId="{FE769DD9-C09F-D4E1-C131-B370ED20537D}"/>
          </ac:cxnSpMkLst>
        </pc:cxnChg>
      </pc:sldChg>
      <pc:sldChg chg="delSp new del mod">
        <pc:chgData name="Khobo, IL, Dr [ilkhobo@sun.ac.za]" userId="b519a442-dcea-4a28-9c45-7e29f1df5837" providerId="ADAL" clId="{D25D1C45-A404-4E0F-8657-49BD4E4887CA}" dt="2026-09-30T07:31:00.441" v="3445" actId="2696"/>
        <pc:sldMkLst>
          <pc:docMk/>
          <pc:sldMk cId="2983942110" sldId="614"/>
        </pc:sldMkLst>
        <pc:spChg chg="del">
          <ac:chgData name="Khobo, IL, Dr [ilkhobo@sun.ac.za]" userId="b519a442-dcea-4a28-9c45-7e29f1df5837" providerId="ADAL" clId="{D25D1C45-A404-4E0F-8657-49BD4E4887CA}" dt="2026-09-30T06:57:36.624" v="3409" actId="478"/>
          <ac:spMkLst>
            <pc:docMk/>
            <pc:sldMk cId="2983942110" sldId="614"/>
            <ac:spMk id="2" creationId="{3CF9E370-F0BD-199D-83CC-386E9168A1A4}"/>
          </ac:spMkLst>
        </pc:spChg>
        <pc:spChg chg="del">
          <ac:chgData name="Khobo, IL, Dr [ilkhobo@sun.ac.za]" userId="b519a442-dcea-4a28-9c45-7e29f1df5837" providerId="ADAL" clId="{D25D1C45-A404-4E0F-8657-49BD4E4887CA}" dt="2026-09-30T06:57:36.624" v="3409" actId="478"/>
          <ac:spMkLst>
            <pc:docMk/>
            <pc:sldMk cId="2983942110" sldId="614"/>
            <ac:spMk id="3" creationId="{89DE4CCD-D4EA-6232-29B9-67C9AF95C330}"/>
          </ac:spMkLst>
        </pc:spChg>
      </pc:sldChg>
      <pc:sldChg chg="addSp delSp modSp add mod modTransition delAnim modAnim">
        <pc:chgData name="Khobo, IL, Dr [ilkhobo@sun.ac.za]" userId="b519a442-dcea-4a28-9c45-7e29f1df5837" providerId="ADAL" clId="{D25D1C45-A404-4E0F-8657-49BD4E4887CA}" dt="2026-10-01T10:05:29.339" v="3637" actId="478"/>
        <pc:sldMkLst>
          <pc:docMk/>
          <pc:sldMk cId="3928510494" sldId="615"/>
        </pc:sldMkLst>
        <pc:grpChg chg="add mod">
          <ac:chgData name="Khobo, IL, Dr [ilkhobo@sun.ac.za]" userId="b519a442-dcea-4a28-9c45-7e29f1df5837" providerId="ADAL" clId="{D25D1C45-A404-4E0F-8657-49BD4E4887CA}" dt="2026-09-30T07:28:34.915" v="3440" actId="1076"/>
          <ac:grpSpMkLst>
            <pc:docMk/>
            <pc:sldMk cId="3928510494" sldId="615"/>
            <ac:grpSpMk id="18" creationId="{5E6820EF-FA74-7DE2-36ED-AA1784135429}"/>
          </ac:grpSpMkLst>
        </pc:grpChg>
        <pc:picChg chg="mod">
          <ac:chgData name="Khobo, IL, Dr [ilkhobo@sun.ac.za]" userId="b519a442-dcea-4a28-9c45-7e29f1df5837" providerId="ADAL" clId="{D25D1C45-A404-4E0F-8657-49BD4E4887CA}" dt="2026-09-30T07:28:27.759" v="3438" actId="1076"/>
          <ac:picMkLst>
            <pc:docMk/>
            <pc:sldMk cId="3928510494" sldId="615"/>
            <ac:picMk id="3" creationId="{922D9991-84A1-B958-F5B3-BF1547732B56}"/>
          </ac:picMkLst>
        </pc:picChg>
        <pc:picChg chg="add mod">
          <ac:chgData name="Khobo, IL, Dr [ilkhobo@sun.ac.za]" userId="b519a442-dcea-4a28-9c45-7e29f1df5837" providerId="ADAL" clId="{D25D1C45-A404-4E0F-8657-49BD4E4887CA}" dt="2026-09-30T07:21:23.827" v="3435" actId="164"/>
          <ac:picMkLst>
            <pc:docMk/>
            <pc:sldMk cId="3928510494" sldId="615"/>
            <ac:picMk id="4" creationId="{AC934685-9CBD-00CF-003A-A66FB7C235B6}"/>
          </ac:picMkLst>
        </pc:picChg>
        <pc:picChg chg="del">
          <ac:chgData name="Khobo, IL, Dr [ilkhobo@sun.ac.za]" userId="b519a442-dcea-4a28-9c45-7e29f1df5837" providerId="ADAL" clId="{D25D1C45-A404-4E0F-8657-49BD4E4887CA}" dt="2026-09-30T07:07:17.039" v="3417" actId="478"/>
          <ac:picMkLst>
            <pc:docMk/>
            <pc:sldMk cId="3928510494" sldId="615"/>
            <ac:picMk id="5" creationId="{6C857814-8935-3BA4-32B0-4FD0EB166678}"/>
          </ac:picMkLst>
        </pc:picChg>
        <pc:picChg chg="add del mod">
          <ac:chgData name="Khobo, IL, Dr [ilkhobo@sun.ac.za]" userId="b519a442-dcea-4a28-9c45-7e29f1df5837" providerId="ADAL" clId="{D25D1C45-A404-4E0F-8657-49BD4E4887CA}" dt="2026-10-01T10:05:29.339" v="3637" actId="478"/>
          <ac:picMkLst>
            <pc:docMk/>
            <pc:sldMk cId="3928510494" sldId="615"/>
            <ac:picMk id="5" creationId="{FF6554ED-2D2E-7D3B-6F60-9E61BC5CB646}"/>
          </ac:picMkLst>
        </pc:picChg>
        <pc:picChg chg="del">
          <ac:chgData name="Khobo, IL, Dr [ilkhobo@sun.ac.za]" userId="b519a442-dcea-4a28-9c45-7e29f1df5837" providerId="ADAL" clId="{D25D1C45-A404-4E0F-8657-49BD4E4887CA}" dt="2026-09-30T07:07:14.336" v="3416" actId="478"/>
          <ac:picMkLst>
            <pc:docMk/>
            <pc:sldMk cId="3928510494" sldId="615"/>
            <ac:picMk id="7" creationId="{00462D65-979C-2E90-96D7-B03527A690D5}"/>
          </ac:picMkLst>
        </pc:picChg>
        <pc:picChg chg="add mod">
          <ac:chgData name="Khobo, IL, Dr [ilkhobo@sun.ac.za]" userId="b519a442-dcea-4a28-9c45-7e29f1df5837" providerId="ADAL" clId="{D25D1C45-A404-4E0F-8657-49BD4E4887CA}" dt="2026-09-30T07:21:23.827" v="3435" actId="164"/>
          <ac:picMkLst>
            <pc:docMk/>
            <pc:sldMk cId="3928510494" sldId="615"/>
            <ac:picMk id="17" creationId="{F9B5C9C0-72E6-5128-3426-8BFAEE7A1669}"/>
          </ac:picMkLst>
        </pc:picChg>
        <pc:picChg chg="add mod modCrop">
          <ac:chgData name="Khobo, IL, Dr [ilkhobo@sun.ac.za]" userId="b519a442-dcea-4a28-9c45-7e29f1df5837" providerId="ADAL" clId="{D25D1C45-A404-4E0F-8657-49BD4E4887CA}" dt="2026-09-30T07:30:23.582" v="3443" actId="732"/>
          <ac:picMkLst>
            <pc:docMk/>
            <pc:sldMk cId="3928510494" sldId="615"/>
            <ac:picMk id="20" creationId="{5F1941C6-CAC8-4437-001D-9B9E5554AE43}"/>
          </ac:picMkLst>
        </pc:picChg>
        <pc:inkChg chg="add del">
          <ac:chgData name="Khobo, IL, Dr [ilkhobo@sun.ac.za]" userId="b519a442-dcea-4a28-9c45-7e29f1df5837" providerId="ADAL" clId="{D25D1C45-A404-4E0F-8657-49BD4E4887CA}" dt="2026-09-30T07:16:33.050" v="3422" actId="9405"/>
          <ac:inkMkLst>
            <pc:docMk/>
            <pc:sldMk cId="3928510494" sldId="615"/>
            <ac:inkMk id="6" creationId="{93801FFE-012B-3388-7DCA-C1338D6F250B}"/>
          </ac:inkMkLst>
        </pc:inkChg>
        <pc:inkChg chg="add del">
          <ac:chgData name="Khobo, IL, Dr [ilkhobo@sun.ac.za]" userId="b519a442-dcea-4a28-9c45-7e29f1df5837" providerId="ADAL" clId="{D25D1C45-A404-4E0F-8657-49BD4E4887CA}" dt="2026-09-30T07:16:36.725" v="3424"/>
          <ac:inkMkLst>
            <pc:docMk/>
            <pc:sldMk cId="3928510494" sldId="615"/>
            <ac:inkMk id="8" creationId="{FFBD0E5F-A219-4B0C-B9D8-AF952F507654}"/>
          </ac:inkMkLst>
        </pc:inkChg>
        <pc:inkChg chg="add mod">
          <ac:chgData name="Khobo, IL, Dr [ilkhobo@sun.ac.za]" userId="b519a442-dcea-4a28-9c45-7e29f1df5837" providerId="ADAL" clId="{D25D1C45-A404-4E0F-8657-49BD4E4887CA}" dt="2026-09-30T07:16:37.780" v="3425"/>
          <ac:inkMkLst>
            <pc:docMk/>
            <pc:sldMk cId="3928510494" sldId="615"/>
            <ac:inkMk id="9" creationId="{4C7660C1-919D-D9F6-53A0-D567EA344B77}"/>
          </ac:inkMkLst>
        </pc:inkChg>
        <pc:inkChg chg="add del">
          <ac:chgData name="Khobo, IL, Dr [ilkhobo@sun.ac.za]" userId="b519a442-dcea-4a28-9c45-7e29f1df5837" providerId="ADAL" clId="{D25D1C45-A404-4E0F-8657-49BD4E4887CA}" dt="2026-09-30T07:16:44.661" v="3427"/>
          <ac:inkMkLst>
            <pc:docMk/>
            <pc:sldMk cId="3928510494" sldId="615"/>
            <ac:inkMk id="10" creationId="{902FB575-DA3A-6322-FD71-A9C3CE3322C0}"/>
          </ac:inkMkLst>
        </pc:inkChg>
        <pc:inkChg chg="add mod">
          <ac:chgData name="Khobo, IL, Dr [ilkhobo@sun.ac.za]" userId="b519a442-dcea-4a28-9c45-7e29f1df5837" providerId="ADAL" clId="{D25D1C45-A404-4E0F-8657-49BD4E4887CA}" dt="2026-09-30T07:16:45.560" v="3428"/>
          <ac:inkMkLst>
            <pc:docMk/>
            <pc:sldMk cId="3928510494" sldId="615"/>
            <ac:inkMk id="11" creationId="{A7A3F3C2-9ABB-4DAC-8277-8C3609D43710}"/>
          </ac:inkMkLst>
        </pc:inkChg>
        <pc:inkChg chg="add">
          <ac:chgData name="Khobo, IL, Dr [ilkhobo@sun.ac.za]" userId="b519a442-dcea-4a28-9c45-7e29f1df5837" providerId="ADAL" clId="{D25D1C45-A404-4E0F-8657-49BD4E4887CA}" dt="2026-09-30T07:16:53.132" v="3429" actId="9405"/>
          <ac:inkMkLst>
            <pc:docMk/>
            <pc:sldMk cId="3928510494" sldId="615"/>
            <ac:inkMk id="12" creationId="{7492DDF8-838E-0A61-2B70-C96792740B55}"/>
          </ac:inkMkLst>
        </pc:inkChg>
        <pc:inkChg chg="add del">
          <ac:chgData name="Khobo, IL, Dr [ilkhobo@sun.ac.za]" userId="b519a442-dcea-4a28-9c45-7e29f1df5837" providerId="ADAL" clId="{D25D1C45-A404-4E0F-8657-49BD4E4887CA}" dt="2026-09-30T07:16:54.694" v="3431"/>
          <ac:inkMkLst>
            <pc:docMk/>
            <pc:sldMk cId="3928510494" sldId="615"/>
            <ac:inkMk id="13" creationId="{8A2172A4-1A66-69FD-7B8D-14913441EADB}"/>
          </ac:inkMkLst>
        </pc:inkChg>
        <pc:inkChg chg="add">
          <ac:chgData name="Khobo, IL, Dr [ilkhobo@sun.ac.za]" userId="b519a442-dcea-4a28-9c45-7e29f1df5837" providerId="ADAL" clId="{D25D1C45-A404-4E0F-8657-49BD4E4887CA}" dt="2026-09-30T07:16:54.694" v="3431"/>
          <ac:inkMkLst>
            <pc:docMk/>
            <pc:sldMk cId="3928510494" sldId="615"/>
            <ac:inkMk id="14" creationId="{846A40B4-BC5B-C37E-A5C8-A72FED72A193}"/>
          </ac:inkMkLst>
        </pc:inkChg>
        <pc:inkChg chg="add">
          <ac:chgData name="Khobo, IL, Dr [ilkhobo@sun.ac.za]" userId="b519a442-dcea-4a28-9c45-7e29f1df5837" providerId="ADAL" clId="{D25D1C45-A404-4E0F-8657-49BD4E4887CA}" dt="2026-09-30T07:17:14.829" v="3432" actId="9405"/>
          <ac:inkMkLst>
            <pc:docMk/>
            <pc:sldMk cId="3928510494" sldId="615"/>
            <ac:inkMk id="15" creationId="{4F56A445-1002-EC5E-3003-073F3AAF2B42}"/>
          </ac:inkMkLst>
        </pc:inkChg>
      </pc:sldChg>
      <pc:sldChg chg="modSp add mod">
        <pc:chgData name="Khobo, IL, Dr [ilkhobo@sun.ac.za]" userId="b519a442-dcea-4a28-9c45-7e29f1df5837" providerId="ADAL" clId="{D25D1C45-A404-4E0F-8657-49BD4E4887CA}" dt="2026-09-30T07:38:34.148" v="3477" actId="20577"/>
        <pc:sldMkLst>
          <pc:docMk/>
          <pc:sldMk cId="2268985479" sldId="616"/>
        </pc:sldMkLst>
        <pc:spChg chg="mod">
          <ac:chgData name="Khobo, IL, Dr [ilkhobo@sun.ac.za]" userId="b519a442-dcea-4a28-9c45-7e29f1df5837" providerId="ADAL" clId="{D25D1C45-A404-4E0F-8657-49BD4E4887CA}" dt="2026-09-30T07:38:34.148" v="3477" actId="20577"/>
          <ac:spMkLst>
            <pc:docMk/>
            <pc:sldMk cId="2268985479" sldId="616"/>
            <ac:spMk id="36" creationId="{569D8F77-CFC7-6E11-16B5-5814A7AF8480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30T07:52:13.213" v="3486" actId="1076"/>
        <pc:sldMkLst>
          <pc:docMk/>
          <pc:sldMk cId="4046461084" sldId="617"/>
        </pc:sldMkLst>
        <pc:picChg chg="add mod">
          <ac:chgData name="Khobo, IL, Dr [ilkhobo@sun.ac.za]" userId="b519a442-dcea-4a28-9c45-7e29f1df5837" providerId="ADAL" clId="{D25D1C45-A404-4E0F-8657-49BD4E4887CA}" dt="2026-09-30T07:52:13.213" v="3486" actId="1076"/>
          <ac:picMkLst>
            <pc:docMk/>
            <pc:sldMk cId="4046461084" sldId="617"/>
            <ac:picMk id="3" creationId="{B894D89C-328E-93B8-DA69-FFCA05314D59}"/>
          </ac:picMkLst>
        </pc:picChg>
        <pc:picChg chg="del">
          <ac:chgData name="Khobo, IL, Dr [ilkhobo@sun.ac.za]" userId="b519a442-dcea-4a28-9c45-7e29f1df5837" providerId="ADAL" clId="{D25D1C45-A404-4E0F-8657-49BD4E4887CA}" dt="2026-09-30T07:45:11.668" v="3484" actId="478"/>
          <ac:picMkLst>
            <pc:docMk/>
            <pc:sldMk cId="4046461084" sldId="617"/>
            <ac:picMk id="5" creationId="{B6A50573-984D-943B-94C8-1E5F96E99C2A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8:00:37.216" v="3524" actId="1076"/>
        <pc:sldMkLst>
          <pc:docMk/>
          <pc:sldMk cId="1795296614" sldId="618"/>
        </pc:sldMkLst>
        <pc:spChg chg="add mod">
          <ac:chgData name="Khobo, IL, Dr [ilkhobo@sun.ac.za]" userId="b519a442-dcea-4a28-9c45-7e29f1df5837" providerId="ADAL" clId="{D25D1C45-A404-4E0F-8657-49BD4E4887CA}" dt="2026-09-30T07:57:46.990" v="3515" actId="1076"/>
          <ac:spMkLst>
            <pc:docMk/>
            <pc:sldMk cId="1795296614" sldId="618"/>
            <ac:spMk id="2" creationId="{762CD973-CA24-5CAA-00BC-BAFB0AE28948}"/>
          </ac:spMkLst>
        </pc:spChg>
        <pc:picChg chg="del">
          <ac:chgData name="Khobo, IL, Dr [ilkhobo@sun.ac.za]" userId="b519a442-dcea-4a28-9c45-7e29f1df5837" providerId="ADAL" clId="{D25D1C45-A404-4E0F-8657-49BD4E4887CA}" dt="2026-09-30T07:57:12.806" v="3488" actId="478"/>
          <ac:picMkLst>
            <pc:docMk/>
            <pc:sldMk cId="1795296614" sldId="618"/>
            <ac:picMk id="4" creationId="{64085E56-299B-4476-8B8C-DD7E46A27F1E}"/>
          </ac:picMkLst>
        </pc:picChg>
        <pc:picChg chg="add mod">
          <ac:chgData name="Khobo, IL, Dr [ilkhobo@sun.ac.za]" userId="b519a442-dcea-4a28-9c45-7e29f1df5837" providerId="ADAL" clId="{D25D1C45-A404-4E0F-8657-49BD4E4887CA}" dt="2026-09-30T08:00:25.887" v="3521" actId="1076"/>
          <ac:picMkLst>
            <pc:docMk/>
            <pc:sldMk cId="1795296614" sldId="618"/>
            <ac:picMk id="5" creationId="{3EEE5AC7-9112-848F-2C64-F6058F93C83A}"/>
          </ac:picMkLst>
        </pc:picChg>
        <pc:picChg chg="add mod">
          <ac:chgData name="Khobo, IL, Dr [ilkhobo@sun.ac.za]" userId="b519a442-dcea-4a28-9c45-7e29f1df5837" providerId="ADAL" clId="{D25D1C45-A404-4E0F-8657-49BD4E4887CA}" dt="2026-09-30T08:00:37.216" v="3524" actId="1076"/>
          <ac:picMkLst>
            <pc:docMk/>
            <pc:sldMk cId="1795296614" sldId="618"/>
            <ac:picMk id="7" creationId="{2C498D26-3AC5-4FB4-F723-1D9D337D937B}"/>
          </ac:picMkLst>
        </pc:picChg>
        <pc:picChg chg="add mod">
          <ac:chgData name="Khobo, IL, Dr [ilkhobo@sun.ac.za]" userId="b519a442-dcea-4a28-9c45-7e29f1df5837" providerId="ADAL" clId="{D25D1C45-A404-4E0F-8657-49BD4E4887CA}" dt="2026-09-30T08:00:31.811" v="3523" actId="1076"/>
          <ac:picMkLst>
            <pc:docMk/>
            <pc:sldMk cId="1795296614" sldId="618"/>
            <ac:picMk id="9" creationId="{B459F34D-E8BE-5936-3B1A-60922C4F1907}"/>
          </ac:picMkLst>
        </pc:picChg>
      </pc:sldChg>
      <pc:sldChg chg="addSp delSp modSp add del mod ord">
        <pc:chgData name="Khobo, IL, Dr [ilkhobo@sun.ac.za]" userId="b519a442-dcea-4a28-9c45-7e29f1df5837" providerId="ADAL" clId="{D25D1C45-A404-4E0F-8657-49BD4E4887CA}" dt="2026-09-30T09:03:55.229" v="3624" actId="21"/>
        <pc:sldMkLst>
          <pc:docMk/>
          <pc:sldMk cId="1827933129" sldId="619"/>
        </pc:sldMkLst>
        <pc:spChg chg="add del">
          <ac:chgData name="Khobo, IL, Dr [ilkhobo@sun.ac.za]" userId="b519a442-dcea-4a28-9c45-7e29f1df5837" providerId="ADAL" clId="{D25D1C45-A404-4E0F-8657-49BD4E4887CA}" dt="2026-09-30T08:44:53.737" v="3601" actId="478"/>
          <ac:spMkLst>
            <pc:docMk/>
            <pc:sldMk cId="1827933129" sldId="619"/>
            <ac:spMk id="11" creationId="{14D35DA1-67A3-7A58-EB60-3931F0827BFA}"/>
          </ac:spMkLst>
        </pc:spChg>
        <pc:spChg chg="mod">
          <ac:chgData name="Khobo, IL, Dr [ilkhobo@sun.ac.za]" userId="b519a442-dcea-4a28-9c45-7e29f1df5837" providerId="ADAL" clId="{D25D1C45-A404-4E0F-8657-49BD4E4887CA}" dt="2026-09-30T08:11:20.718" v="3535" actId="20577"/>
          <ac:spMkLst>
            <pc:docMk/>
            <pc:sldMk cId="1827933129" sldId="619"/>
            <ac:spMk id="36" creationId="{2F2CDE2D-E4C4-BC53-F851-79120AF3E4D6}"/>
          </ac:spMkLst>
        </pc:spChg>
        <pc:grpChg chg="add del mod">
          <ac:chgData name="Khobo, IL, Dr [ilkhobo@sun.ac.za]" userId="b519a442-dcea-4a28-9c45-7e29f1df5837" providerId="ADAL" clId="{D25D1C45-A404-4E0F-8657-49BD4E4887CA}" dt="2026-09-30T08:42:33.037" v="3598" actId="21"/>
          <ac:grpSpMkLst>
            <pc:docMk/>
            <pc:sldMk cId="1827933129" sldId="619"/>
            <ac:grpSpMk id="9" creationId="{B2EDC24E-8EDF-1D60-AA3D-BF2C0FA07183}"/>
          </ac:grpSpMkLst>
        </pc:grpChg>
        <pc:picChg chg="add del mod">
          <ac:chgData name="Khobo, IL, Dr [ilkhobo@sun.ac.za]" userId="b519a442-dcea-4a28-9c45-7e29f1df5837" providerId="ADAL" clId="{D25D1C45-A404-4E0F-8657-49BD4E4887CA}" dt="2026-09-30T08:13:59.031" v="3546" actId="478"/>
          <ac:picMkLst>
            <pc:docMk/>
            <pc:sldMk cId="1827933129" sldId="619"/>
            <ac:picMk id="3" creationId="{D7ACA2E9-9AE0-CC91-20B5-C58DB5A4F49A}"/>
          </ac:picMkLst>
        </pc:picChg>
        <pc:picChg chg="del">
          <ac:chgData name="Khobo, IL, Dr [ilkhobo@sun.ac.za]" userId="b519a442-dcea-4a28-9c45-7e29f1df5837" providerId="ADAL" clId="{D25D1C45-A404-4E0F-8657-49BD4E4887CA}" dt="2026-09-30T08:10:20.473" v="3531" actId="478"/>
          <ac:picMkLst>
            <pc:docMk/>
            <pc:sldMk cId="1827933129" sldId="619"/>
            <ac:picMk id="4" creationId="{C53EB7EA-C4A4-ACAB-B4FB-33C3D871431B}"/>
          </ac:picMkLst>
        </pc:picChg>
        <pc:picChg chg="add del mod topLvl">
          <ac:chgData name="Khobo, IL, Dr [ilkhobo@sun.ac.za]" userId="b519a442-dcea-4a28-9c45-7e29f1df5837" providerId="ADAL" clId="{D25D1C45-A404-4E0F-8657-49BD4E4887CA}" dt="2026-09-30T08:42:33.037" v="3598" actId="21"/>
          <ac:picMkLst>
            <pc:docMk/>
            <pc:sldMk cId="1827933129" sldId="619"/>
            <ac:picMk id="6" creationId="{99A1BAEA-F56E-D495-0235-DB0012FACB8B}"/>
          </ac:picMkLst>
        </pc:picChg>
        <pc:picChg chg="add mod topLvl">
          <ac:chgData name="Khobo, IL, Dr [ilkhobo@sun.ac.za]" userId="b519a442-dcea-4a28-9c45-7e29f1df5837" providerId="ADAL" clId="{D25D1C45-A404-4E0F-8657-49BD4E4887CA}" dt="2026-09-30T08:42:36.441" v="3599" actId="1076"/>
          <ac:picMkLst>
            <pc:docMk/>
            <pc:sldMk cId="1827933129" sldId="619"/>
            <ac:picMk id="8" creationId="{ABE73595-A3CD-1666-23C1-17E411582FAF}"/>
          </ac:picMkLst>
        </pc:picChg>
        <pc:picChg chg="add mod">
          <ac:chgData name="Khobo, IL, Dr [ilkhobo@sun.ac.za]" userId="b519a442-dcea-4a28-9c45-7e29f1df5837" providerId="ADAL" clId="{D25D1C45-A404-4E0F-8657-49BD4E4887CA}" dt="2026-09-30T08:48:32.811" v="3609" actId="1076"/>
          <ac:picMkLst>
            <pc:docMk/>
            <pc:sldMk cId="1827933129" sldId="619"/>
            <ac:picMk id="13" creationId="{F9D9B9C1-22D9-71E4-1E92-8B1A411AABFA}"/>
          </ac:picMkLst>
        </pc:picChg>
        <pc:picChg chg="add mod modCrop">
          <ac:chgData name="Khobo, IL, Dr [ilkhobo@sun.ac.za]" userId="b519a442-dcea-4a28-9c45-7e29f1df5837" providerId="ADAL" clId="{D25D1C45-A404-4E0F-8657-49BD4E4887CA}" dt="2026-09-30T09:01:44.842" v="3616" actId="1076"/>
          <ac:picMkLst>
            <pc:docMk/>
            <pc:sldMk cId="1827933129" sldId="619"/>
            <ac:picMk id="15" creationId="{359A514E-4A4A-CBC3-6100-014EB6952C1C}"/>
          </ac:picMkLst>
        </pc:picChg>
        <pc:picChg chg="add del mod">
          <ac:chgData name="Khobo, IL, Dr [ilkhobo@sun.ac.za]" userId="b519a442-dcea-4a28-9c45-7e29f1df5837" providerId="ADAL" clId="{D25D1C45-A404-4E0F-8657-49BD4E4887CA}" dt="2026-09-30T09:03:55.229" v="3624" actId="21"/>
          <ac:picMkLst>
            <pc:docMk/>
            <pc:sldMk cId="1827933129" sldId="619"/>
            <ac:picMk id="17" creationId="{F8DA5492-CE81-A1B2-0270-764955D61965}"/>
          </ac:picMkLst>
        </pc:picChg>
        <pc:picChg chg="add del mod">
          <ac:chgData name="Khobo, IL, Dr [ilkhobo@sun.ac.za]" userId="b519a442-dcea-4a28-9c45-7e29f1df5837" providerId="ADAL" clId="{D25D1C45-A404-4E0F-8657-49BD4E4887CA}" dt="2026-09-30T09:03:32.394" v="3621" actId="478"/>
          <ac:picMkLst>
            <pc:docMk/>
            <pc:sldMk cId="1827933129" sldId="619"/>
            <ac:picMk id="19" creationId="{07B305EA-BCFA-6FFF-B4E9-B4711558C86B}"/>
          </ac:picMkLst>
        </pc:picChg>
        <pc:picChg chg="add mod">
          <ac:chgData name="Khobo, IL, Dr [ilkhobo@sun.ac.za]" userId="b519a442-dcea-4a28-9c45-7e29f1df5837" providerId="ADAL" clId="{D25D1C45-A404-4E0F-8657-49BD4E4887CA}" dt="2026-09-30T09:03:52.200" v="3623" actId="1076"/>
          <ac:picMkLst>
            <pc:docMk/>
            <pc:sldMk cId="1827933129" sldId="619"/>
            <ac:picMk id="21" creationId="{96A71C93-46E8-549D-27D4-FD334FFAC40E}"/>
          </ac:picMkLst>
        </pc:picChg>
      </pc:sldChg>
      <pc:sldChg chg="delSp add del mod ord">
        <pc:chgData name="Khobo, IL, Dr [ilkhobo@sun.ac.za]" userId="b519a442-dcea-4a28-9c45-7e29f1df5837" providerId="ADAL" clId="{D25D1C45-A404-4E0F-8657-49BD4E4887CA}" dt="2026-09-30T08:08:38.736" v="3529" actId="2696"/>
        <pc:sldMkLst>
          <pc:docMk/>
          <pc:sldMk cId="3024524956" sldId="619"/>
        </pc:sldMkLst>
        <pc:picChg chg="del">
          <ac:chgData name="Khobo, IL, Dr [ilkhobo@sun.ac.za]" userId="b519a442-dcea-4a28-9c45-7e29f1df5837" providerId="ADAL" clId="{D25D1C45-A404-4E0F-8657-49BD4E4887CA}" dt="2026-09-30T08:07:35.478" v="3526" actId="478"/>
          <ac:picMkLst>
            <pc:docMk/>
            <pc:sldMk cId="3024524956" sldId="619"/>
            <ac:picMk id="4" creationId="{FD2700A5-16B6-8349-025F-82B4B617A44F}"/>
          </ac:picMkLst>
        </pc:picChg>
      </pc:sldChg>
      <pc:sldChg chg="add del">
        <pc:chgData name="Khobo, IL, Dr [ilkhobo@sun.ac.za]" userId="b519a442-dcea-4a28-9c45-7e29f1df5837" providerId="ADAL" clId="{D25D1C45-A404-4E0F-8657-49BD4E4887CA}" dt="2026-09-30T08:20:46.367" v="3564"/>
        <pc:sldMkLst>
          <pc:docMk/>
          <pc:sldMk cId="4067732915" sldId="619"/>
        </pc:sldMkLst>
      </pc:sldChg>
      <pc:sldChg chg="addSp modSp add mod ord">
        <pc:chgData name="Khobo, IL, Dr [ilkhobo@sun.ac.za]" userId="b519a442-dcea-4a28-9c45-7e29f1df5837" providerId="ADAL" clId="{D25D1C45-A404-4E0F-8657-49BD4E4887CA}" dt="2026-09-30T09:04:56.540" v="3634" actId="1076"/>
        <pc:sldMkLst>
          <pc:docMk/>
          <pc:sldMk cId="245471781" sldId="620"/>
        </pc:sldMkLst>
        <pc:picChg chg="add mod">
          <ac:chgData name="Khobo, IL, Dr [ilkhobo@sun.ac.za]" userId="b519a442-dcea-4a28-9c45-7e29f1df5837" providerId="ADAL" clId="{D25D1C45-A404-4E0F-8657-49BD4E4887CA}" dt="2026-09-30T09:04:44.799" v="3630" actId="1076"/>
          <ac:picMkLst>
            <pc:docMk/>
            <pc:sldMk cId="245471781" sldId="620"/>
            <ac:picMk id="3" creationId="{3BC5FC92-B4BC-4815-BD51-2A8584D19532}"/>
          </ac:picMkLst>
        </pc:picChg>
        <pc:picChg chg="mod">
          <ac:chgData name="Khobo, IL, Dr [ilkhobo@sun.ac.za]" userId="b519a442-dcea-4a28-9c45-7e29f1df5837" providerId="ADAL" clId="{D25D1C45-A404-4E0F-8657-49BD4E4887CA}" dt="2026-09-30T09:04:56.540" v="3634" actId="1076"/>
          <ac:picMkLst>
            <pc:docMk/>
            <pc:sldMk cId="245471781" sldId="620"/>
            <ac:picMk id="7" creationId="{DBCA8EB1-BB94-110A-DA71-2D194C0277FA}"/>
          </ac:picMkLst>
        </pc:picChg>
      </pc:sldChg>
      <pc:sldChg chg="add">
        <pc:chgData name="Khobo, IL, Dr [ilkhobo@sun.ac.za]" userId="b519a442-dcea-4a28-9c45-7e29f1df5837" providerId="ADAL" clId="{D25D1C45-A404-4E0F-8657-49BD4E4887CA}" dt="2026-09-30T08:35:57.979" v="3572" actId="2890"/>
        <pc:sldMkLst>
          <pc:docMk/>
          <pc:sldMk cId="1208352358" sldId="62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16:3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120 349 23892,'-120'-349'0,"120"1045"0,120-1043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16:44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0 24487,'-30'72'0,"53"-63"0,7-80 0,-53 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16:53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57 24575,'1'7'0,"0"0"0,0-1 0,1 1 0,-1-1 0,1 1 0,1-1 0,-1 0 0,1 1 0,6 7 0,-9-13 0,1 0 0,-1 1 0,1-1 0,-1 0 0,1 0 0,0 0 0,-1 0 0,1 0 0,0 0 0,0 0 0,0-1 0,0 1 0,0 0 0,0 0 0,0-1 0,0 1 0,0-1 0,0 1 0,0-1 0,0 1 0,1-1 0,-1 1 0,0-1 0,0 0 0,0 0 0,1 0 0,-1 0 0,0 0 0,0 0 0,1 0 0,-1 0 0,0 0 0,0 0 0,0-1 0,1 1 0,-1 0 0,0-1 0,0 1 0,0-1 0,0 0 0,0 1 0,0-1 0,0 0 0,0 1 0,0-1 0,0 0 0,0 0 0,0 0 0,-1 0 0,1 0 0,0 0 0,-1 0 0,1 0 0,-1 0 0,1 0 0,0-2 0,3-3 0,-1-1 0,1 1 0,-1-1 0,-1 0 0,1 0 0,-1 0 0,0 0 0,-1 0 0,1-11 0,-2 16 0,1 0 0,-2 0 0,1 0 0,0 0 0,0 1 0,0-1 0,-1 0 0,1 0 0,-1 0 0,0 0 0,0 0 0,1 0 0,-1 1 0,0-1 0,-1 0 0,1 1 0,0-1 0,0 1 0,-1-1 0,1 1 0,0 0 0,-1-1 0,0 1 0,1 0 0,-1 0 0,0 0 0,1 0 0,-1 0 0,0 1 0,0-1 0,0 0 0,0 1 0,0 0 0,0-1 0,0 1 0,0 0 0,1 0 0,-4 0 0,-5-1 0,1 1 0,-1 0 0,1 1 0,0 0 0,-19 5 0,27-6 0,-1 0 0,1 1 0,-1-1 0,1 1 0,-1-1 0,1 1 0,0 0 0,-1-1 0,1 1 0,0 0 0,0 0 0,-1 0 0,1 0 0,0 0 0,0 0 0,0 0 0,0 1 0,0-1 0,1 0 0,-1 1 0,0-1 0,1 0 0,-1 1 0,0-1 0,1 1 0,0-1 0,-1 1 0,1-1 0,0 1 0,0-1 0,0 1 0,0-1 0,0 1 0,0-1 0,0 1 0,0-1 0,1 1 0,-1-1 0,1 1 0,-1-1 0,1 1 0,-1-1 0,1 0 0,1 3 0,24 40 0,-21-39 0,-1 1 0,0 0 0,-1 0 0,0 0 0,0 0 0,0 1 0,-1-1 0,1 1 0,-2 0 0,1-1 0,-1 1 0,1 10 0,-1-5 0,0 1 0,2-1 0,-1 1 0,1-1 0,1 0 0,0 0 0,1 0 0,0-1 0,1 1 0,0-1 0,9 11 0,-15-22 0,0 0 0,0 0 0,0 0 0,0 0 0,0-1 0,0 1 0,0 0 0,0 0 0,0 0 0,0 0 0,0 0 0,0 0 0,0 0 0,0 0 0,0 0 0,0-1 0,0 1 0,0 0 0,0 0 0,0 0 0,0 0 0,0 0 0,0 0 0,0 0 0,0 0 0,0 0 0,0 0 0,0 0 0,1 0 0,-1-1 0,0 1 0,0 0 0,0 0 0,0 0 0,0 0 0,0 0 0,0 0 0,0 0 0,0 0 0,0 0 0,0 0 0,1 0 0,-1 0 0,0 0 0,0 0 0,0 0 0,0 0 0,0 0 0,0 0 0,0 0 0,0 0 0,-3-18 0,-8-21 0,1 10-273,-2 1 0,-1 0 0,0 1 0,-19-27 0,25 46-6553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16:54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133 285 23931,'0'-285'0,"-133"285"0,266 285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17:14.8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24575,'0'3'0,"0"4"0,0 4 0,0 3 0,0 2 0,0 1 0,0 1 0,0 1 0,0-1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Admin:</a:t>
            </a:r>
          </a:p>
          <a:p>
            <a:r>
              <a:rPr lang="en-ZA"/>
              <a:t>Group learning sessions are still ongoing, Monday 5pm to 7pm in M2002.</a:t>
            </a:r>
          </a:p>
          <a:p>
            <a:endParaRPr lang="en-ZA"/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8C3-0141-1D8E-D8BA-BC5B77A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DC4B-10C4-935E-50FD-18AA7E188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04EBD-F14B-E8A2-E096-298B711D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3126-7D9B-6373-A34E-C13D98CF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97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74C9-05DD-EC2F-DEC6-F8306CFE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17162-0DDA-FEA7-C984-A0426E423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1B48-9E4D-2240-FEB1-353390644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C122-175A-74DB-A0EA-C689E14D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902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8BFE-DF77-F865-317D-B02427BC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535E0-46FC-F6CA-E127-C5B0C1143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81CC3-F543-F41B-637E-BF6A16866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39AFC-7113-E6B5-39BF-671860227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60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77A2-888D-D084-B353-2EC28419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898FC-F985-0B6A-4F45-1D9BAB90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9DA5B-4A4E-E76E-2DA7-518CA780D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85231-C394-AC4F-4049-653AAF3D4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7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3B597-3AB2-3234-4CEF-F3670A35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A6CEC-FD97-71A2-8482-5DD3B6043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0EB3E-B81E-8CEC-F7A0-2226370A3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C33E7-CD3B-C732-A089-D716CB603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126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6E51-59DB-BB68-A6F9-2CCB9682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50A05-C85D-7566-E00B-A53D159AD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776F-C9F9-216C-0109-881D70779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B4F4F-CC74-914D-D3F6-FD783B9DB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298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4093-2E04-4F00-957A-82B8D7C4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4B02D-F6B5-7CD7-65C5-A780815E8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A201F-5FB0-8C8D-D78C-595351C3F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90187-591F-B3B0-0A03-34AB103C6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079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275E-7A90-59BF-4445-F6D67BD7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3EAF0-ECC3-5D1E-815E-2B7815ECF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5B7F4-5728-18CE-AB99-D57089E37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93A13-4505-4DA6-663D-32637E0CB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1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0DC2-9F47-83B1-C505-3994071F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0F18C-B203-0FBC-6593-DF3E5231F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76A6C-099B-F9FF-1BF5-8FF853A4B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BB259-4497-9FBB-1735-808F593BE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750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5E37-7A48-A495-7748-4019CE47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D2AEF-83E5-95E0-7D29-750FC4F06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B6B78-CAF8-D9BF-E505-2FC7734B4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542A4-6CF3-7488-FB93-B5A3D53F1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004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7E07-4861-818D-9721-D7022556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B7029-B84B-393B-AE4D-B161B899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60DED-63AB-C75D-78FB-4DCC35FD7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8FA0F-7DD5-5FC9-6C5B-E82E39DDA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339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69A8-EDE2-BDF3-1DF9-4FF33296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0D0CB-4A97-BA39-0C79-8931FC91A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4C890-FF59-C888-3A03-9DED03411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26FEA-CB05-E5DF-7D7D-CDEA4F461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646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C406-FD56-86C3-AEE7-DC0117F1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49EEC-C8B5-F335-01F0-58C77D582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EF854-8D62-BAF2-A534-AD47629A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3C966-C3B1-9407-A52F-5550FF86E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597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4189-191F-DC17-3C42-64A4F7F9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EF932-19B3-73B2-85AB-534A17D58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CA3BD-C5CB-516D-5A7A-2F39A3064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0D152-19BF-D67B-4DC0-D0A30466C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971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499F-546A-CCE3-5C34-2F2749DA5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83422-F9BD-B5C6-031F-F7272F1FC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2E2D3-DE0B-801E-8451-4B1B48351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43CB3-02B4-7686-FDC8-4952046BB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418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A55D-FC4F-4DC5-7284-BF87A82D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C574E-7375-D77F-5B8E-3B891FA58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25712-92F8-CA1B-75EA-6A036AFBA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613F9-F1D0-2919-F1A2-8C4C3FE27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33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FCC3-569B-E1C8-E442-84B9EBD5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DC225-8A8A-FBF4-4128-AD10AE8E9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39199-76D8-13B3-67D2-2DF6085C6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24B1-8DC5-95B5-E2AC-CEB942B8E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375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D9C6-7B82-DD2A-3218-9B43660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4476A-494F-1E7B-91AE-0C6C14B92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DE7A9-33D6-2627-2A5F-40C9F2A9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39B56-9B14-2247-E24A-2711C2B3D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256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C59EC-FFC6-7291-B432-CDC5ABFC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8ED45-76F9-A9F6-9FF6-5B55AF322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7F86D-A978-72F6-A793-1FDE43142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CAC8-6E6D-45DE-C50A-9D782B971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669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4F7E-2A89-713D-2FA0-296E1A9D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D7D8A-F196-0285-4268-664FD6313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3FF52-0C57-14AC-11B7-A81753224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62E31-8290-420F-31C0-72F16DED3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006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D702-3D31-71EE-9940-41CEBFE2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642FA-8ED8-A84C-AAF1-2B0375DF0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5B768-9EFE-DB4F-9ACF-9A388EB7D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279AB-EDFA-65BE-937C-01D0ACF8A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96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2.png"/><Relationship Id="rId18" Type="http://schemas.openxmlformats.org/officeDocument/2006/relationships/image" Target="../media/image1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12" Type="http://schemas.openxmlformats.org/officeDocument/2006/relationships/customXml" Target="../ink/ink4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customXml" Target="../ink/ink1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customXml" Target="../ink/ink3.xml"/><Relationship Id="rId4" Type="http://schemas.openxmlformats.org/officeDocument/2006/relationships/image" Target="../media/image1.jpeg"/><Relationship Id="rId9" Type="http://schemas.openxmlformats.org/officeDocument/2006/relationships/image" Target="../media/image10.png"/><Relationship Id="rId1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10. </a:t>
            </a:r>
            <a:r>
              <a:rPr lang="en-ZA" sz="8800">
                <a:solidFill>
                  <a:prstClr val="black"/>
                </a:solidFill>
                <a:latin typeface="LM Roman 12" panose="00000500000000000000" pitchFamily="50" charset="0"/>
              </a:rPr>
              <a:t>Structures</a:t>
            </a:r>
            <a:endParaRPr kumimoji="0" lang="en-ZA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23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Array of structures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	    Malloc and structures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    Example: card shuffling and dealing simulation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56221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30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10: 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 advTm="6377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5D0-5AC8-B825-0E17-2ED1D3BE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1644-2C68-6654-8F0A-184FF1A119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42DAD1-556A-FA8E-9CC4-0B6997C379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EA2319-0841-C4C0-1968-66099B0DD5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92169-A53D-E18F-925C-E4299266DDE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0DA4B42-331A-AD23-98AF-6EC59A81F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FEF9E1-FBFC-4B6A-7F48-8A966783448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E743A-632E-9EB3-5D21-ECF5187657D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20B7ED-0D6F-03FA-48B6-327EBBDADD9D}"/>
              </a:ext>
            </a:extLst>
          </p:cNvPr>
          <p:cNvCxnSpPr>
            <a:cxnSpLocks/>
          </p:cNvCxnSpPr>
          <p:nvPr/>
        </p:nvCxnSpPr>
        <p:spPr>
          <a:xfrm>
            <a:off x="6404403" y="995958"/>
            <a:ext cx="47197" cy="36306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82CCD9F-565A-2E81-754B-E7EB06179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1" y="1293277"/>
            <a:ext cx="4661062" cy="33333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AA8856-4A1E-A2CD-ABCF-1B1262852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256" y="1469454"/>
            <a:ext cx="4601067" cy="31571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FB5660-B802-7BAF-D428-3AA0CF7F4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730" y="5005520"/>
            <a:ext cx="6617040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22227"/>
      </p:ext>
    </p:extLst>
  </p:cSld>
  <p:clrMapOvr>
    <a:masterClrMapping/>
  </p:clrMapOvr>
  <p:transition spd="slow" advTm="1248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5DED-C7CA-B78C-2322-1D83B98F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8A46368-D966-B9F4-D588-27242A44C99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E3083F-4956-99C0-CD66-480CF720D6F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7C0B75-C3AB-25DE-CAD0-62CDC8DBA6F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08A05F-48D3-90D8-C39A-8938694A28C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ADECF2F-3CAD-2209-51E1-6C63DF285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C5A10F-BEFC-1322-96CC-2A7B8A48D1D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281BE5-9E9B-281B-5B9E-5C81C5650A0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 of structures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E972B42-0947-3EBD-38E3-5482D16C1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377" y="1045905"/>
            <a:ext cx="3816546" cy="1816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95A421-9CEF-FA0C-ED0A-93F5E5EA3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022" y="3130550"/>
            <a:ext cx="7626742" cy="149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A361F8-4B70-8553-C45D-CD27B53C7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101" y="4340219"/>
            <a:ext cx="5721644" cy="23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75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3"/>
    </mc:Choice>
    <mc:Fallback>
      <p:transition spd="slow" advTm="8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7D37-297A-77F6-29F3-042BCF24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951B5B9-DC14-5450-F559-6745B93B2D4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BBD04CC-941B-4269-463A-DFF3411299F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0E0E1B1-6252-8374-6BCC-E2889E46D2B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4B2FF8-92B7-1002-0610-1ADA1C6C4C7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54F2AD2-902C-766C-52D1-2F9258E9E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28D84E-ED96-2C2E-19A2-51B47180CB5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154B807-1941-E76F-4C4C-279C6E9A277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 of structures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22D9991-84A1-B958-F5B3-BF1547732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377" y="1007363"/>
            <a:ext cx="3816546" cy="18161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7660C1-919D-D9F6-53A0-D567EA344B77}"/>
                  </a:ext>
                </a:extLst>
              </p14:cNvPr>
              <p14:cNvContentPartPr/>
              <p14:nvPr/>
            </p14:nvContentPartPr>
            <p14:xfrm rot="-1204691">
              <a:off x="5900897" y="3850021"/>
              <a:ext cx="43906" cy="251278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7660C1-919D-D9F6-53A0-D567EA344B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-1204691">
                <a:off x="5891826" y="3841008"/>
                <a:ext cx="61686" cy="268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A3F3C2-9ABB-4DAC-8277-8C3609D43710}"/>
                  </a:ext>
                </a:extLst>
              </p14:cNvPr>
              <p14:cNvContentPartPr/>
              <p14:nvPr/>
            </p14:nvContentPartPr>
            <p14:xfrm rot="149078">
              <a:off x="5900667" y="3955937"/>
              <a:ext cx="19166" cy="29366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A3F3C2-9ABB-4DAC-8277-8C3609D437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49078">
                <a:off x="5891794" y="3946984"/>
                <a:ext cx="36557" cy="46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92DDF8-838E-0A61-2B70-C96792740B55}"/>
                  </a:ext>
                </a:extLst>
              </p14:cNvPr>
              <p14:cNvContentPartPr/>
              <p14:nvPr/>
            </p14:nvContentPartPr>
            <p14:xfrm>
              <a:off x="5925910" y="3922740"/>
              <a:ext cx="55800" cy="127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92DDF8-838E-0A61-2B70-C96792740B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16910" y="3913740"/>
                <a:ext cx="734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46A40B4-BC5B-C37E-A5C8-A72FED72A193}"/>
                  </a:ext>
                </a:extLst>
              </p14:cNvPr>
              <p14:cNvContentPartPr/>
              <p14:nvPr/>
            </p14:nvContentPartPr>
            <p14:xfrm>
              <a:off x="5886310" y="3963780"/>
              <a:ext cx="48240" cy="102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46A40B4-BC5B-C37E-A5C8-A72FED72A19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77310" y="3954780"/>
                <a:ext cx="658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F56A445-1002-EC5E-3003-073F3AAF2B42}"/>
                  </a:ext>
                </a:extLst>
              </p14:cNvPr>
              <p14:cNvContentPartPr/>
              <p14:nvPr/>
            </p14:nvContentPartPr>
            <p14:xfrm>
              <a:off x="5917990" y="3943260"/>
              <a:ext cx="360" cy="51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F56A445-1002-EC5E-3003-073F3AAF2B4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81990" y="3907512"/>
                <a:ext cx="72000" cy="122259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E6820EF-FA74-7DE2-36ED-AA1784135429}"/>
              </a:ext>
            </a:extLst>
          </p:cNvPr>
          <p:cNvGrpSpPr/>
          <p:nvPr/>
        </p:nvGrpSpPr>
        <p:grpSpPr>
          <a:xfrm>
            <a:off x="3708245" y="2965254"/>
            <a:ext cx="7258423" cy="3810196"/>
            <a:chOff x="3617971" y="3047804"/>
            <a:chExt cx="7258423" cy="38101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934685-9CBD-00CF-003A-A66FB7C23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617971" y="3047804"/>
              <a:ext cx="7258423" cy="38101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9B5C9C0-72E6-5128-3426-8BFAEE7A1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09878" y="5641969"/>
              <a:ext cx="5721644" cy="234962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F1941C6-CAC8-4437-001D-9B9E5554AE4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9149"/>
          <a:stretch>
            <a:fillRect/>
          </a:stretch>
        </p:blipFill>
        <p:spPr>
          <a:xfrm>
            <a:off x="7616923" y="6203916"/>
            <a:ext cx="4575077" cy="6540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8510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9"/>
    </mc:Choice>
    <mc:Fallback>
      <p:transition spd="slow" advTm="7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3C4D-F681-4299-B758-72F73C61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AEDC1DF-F432-3A9E-A14A-1C2B985DAB7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DC4A91-110E-6350-58D5-292FCFD5C90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6FD68F-70F6-3330-EE3D-F1691690BF6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F830EF-6C24-D355-18C1-F68978BF84D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B62946F-4E8F-A8DF-FFC8-3C37F3599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66B87D-43B9-7F86-E49B-9B92F8C56DC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0E3EDF-5EA6-489E-40A9-E81B06B1228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 I: Periodic Table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01B18C-48DA-031C-32A5-E703B2520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50" y="990600"/>
            <a:ext cx="86868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62511"/>
      </p:ext>
    </p:extLst>
  </p:cSld>
  <p:clrMapOvr>
    <a:masterClrMapping/>
  </p:clrMapOvr>
  <p:transition spd="slow" advTm="2103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BDD0-FD8E-E705-EC03-1DE73710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F70F84F-35E0-1BD6-7AA9-334B425B5EB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18093A-B65F-D2DC-03EB-07233D54A42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81A52D-240D-6A27-B263-2F360DEE084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2075AE-3BF4-6EE2-D801-CAC6BB2023B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DE3BB5C-0292-1277-63CF-F8F3A95E2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B90206-0799-E70D-2EE1-6E489C2360B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9D8F77-CFC7-6E11-16B5-5814A7AF848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 I: Periodic Table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6955D5-5323-9876-E597-DF92E42B9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440" y="1045905"/>
            <a:ext cx="6712295" cy="57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854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C6EF-B460-4909-1301-5225A1F1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1B33844-193B-4403-09D3-A8D87F48F12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B12AD0-B936-CD4F-3DEA-18C0EB4BFF2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AA58FA-DD89-A4E6-6199-A2A9E05DE9A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217985-1313-9E93-FD93-2E1A9C82DD4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A648708-D7C6-502D-9B3E-42DA5DF4BA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E8BBFF-24ED-682C-6F24-FA4FCF6C8FD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1E5202-916D-689B-DE3D-82281A3985E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 I: Periodic Table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894D89C-328E-93B8-DA69-FFCA05314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378" y="1108611"/>
            <a:ext cx="5721644" cy="53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6108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FF77-D509-5379-C4DE-85F6FB43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725145C-1128-9012-C1B2-E322ED0FEBC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B92413-4DC2-3464-F775-A4B9FB7948B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3B8FFC-5D01-D23D-27C2-C10B919B05F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EDCAA3-FBED-C670-3EC1-1156F436602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C70749E-FB56-9DDA-5D8F-1ABBA7479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8CD4CF-8346-F851-C614-D267FF5E7B1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AE448D2-A452-D5AD-AF59-86AC3EFE3B1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Malloc() and Structures I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0CD4C05-26D1-4A44-36FE-52C5D61C4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927279"/>
            <a:ext cx="9646323" cy="577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FFDC9-4FFB-C963-1BB6-886C7BCCD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483" y="1778000"/>
            <a:ext cx="9546745" cy="415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1519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7992-3537-73DC-AB43-9904FFAC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62FB59C-BC92-C75C-9E3D-0331C82B06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C58B38B-C375-5244-891B-5078699D58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D07038-09AC-E628-8747-BEB8E5D43A5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F0203AF-11AA-F6AD-996D-7DDA3233704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CABAABE-88F0-9B6F-3982-7E47E4DDA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4AFF48-D5E5-8306-9791-E5E1C00FEBD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FCF201D-409B-C22B-B1D5-D7C0055E50EF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 2: Card Shuffling and Dealing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7B588A-3BFE-344B-BE52-ABF19956D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153" y="2844770"/>
            <a:ext cx="9601693" cy="11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6682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944D-FB27-F9F5-FAC9-9F9511E1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F37569E-355C-3B44-9D61-4E439F3EA2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74A43DC-12D9-DC54-5195-CD21BE8C8CC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4EB3C3-3052-55DE-3274-507FE0B7A8D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6AA25B-4128-56A0-660F-137B1A22136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CC34B8B-1C68-DB9B-3F86-DDF29B3E9F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EB3C07-1F79-59E1-7DC1-15B3C278BB2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42C18B-8A2D-2AC6-AD13-C8A2D29EF213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Card Shuffling and Dealing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2CD973-CA24-5CAA-00BC-BAFB0AE28948}"/>
              </a:ext>
            </a:extLst>
          </p:cNvPr>
          <p:cNvSpPr txBox="1"/>
          <p:nvPr/>
        </p:nvSpPr>
        <p:spPr>
          <a:xfrm>
            <a:off x="4438650" y="944642"/>
            <a:ext cx="248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LM Roman 12" panose="00000500000000000000" pitchFamily="50" charset="0"/>
              </a:rPr>
              <a:t>LECTURE 21 RECAP</a:t>
            </a:r>
            <a:endParaRPr lang="en-ZA">
              <a:latin typeface="LM Roman 12" panose="00000500000000000000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E5AC7-9112-848F-2C64-F6058F93C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8" y="1245641"/>
            <a:ext cx="6064562" cy="2749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98D26-3AC5-4FB4-F723-1D9D337D9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989" y="4033434"/>
            <a:ext cx="6058211" cy="2762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59F34D-E8BE-5936-3B1A-60922C4F1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283743"/>
            <a:ext cx="6064562" cy="27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966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827A-E82A-08EC-A699-211DEF87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08B782-B9B1-1EA4-25CD-599964C1CD6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974FBE-9A12-092C-9BF1-4E79C5155B5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35B4AD-240C-BC0C-EE80-2B82AA8F1BA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D84FFA-FCEC-1A16-005F-41AEBEBDFF3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B088CA8-D431-3F9C-9BCA-7C5A5D3B9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7E4550-06E6-A4FC-4E14-53018ED4B80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C6E012E-3AB3-C1E5-D6B2-327B9D9D9FEE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Card Shuffling and Dealing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5D27E9-3C53-F5A3-449E-EF2CE182C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997" y="983948"/>
            <a:ext cx="9188922" cy="587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3364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6BFA-84E6-A1F8-05A2-01BF62EA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8D1A649-A2B7-4F39-889F-42429CF0B80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897668-D953-D596-94E3-289C656133C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603D0B-1703-DE9B-74C2-3F6D4B9F79A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8369F2-A4D5-7894-62ED-929EB6BA0D4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969B99D-F59C-FEFE-D68C-FCDF929BF0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3C56CA-2E12-242B-907C-89E7E21F81A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2CDE2D-E4C4-BC53-F851-79120AF3E4D6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 2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BE73595-A3CD-1666-23C1-17E411582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553" y="1001455"/>
            <a:ext cx="6674193" cy="17971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D9B9C1-22D9-71E4-1E92-8B1A411AA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6553" y="3013085"/>
            <a:ext cx="4153113" cy="704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9A514E-4A4A-CBC3-6100-014EB6952C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9533"/>
          <a:stretch>
            <a:fillRect/>
          </a:stretch>
        </p:blipFill>
        <p:spPr>
          <a:xfrm>
            <a:off x="2614940" y="3995905"/>
            <a:ext cx="7578926" cy="2268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A71C93-46E8-549D-27D4-FD334FFAC4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6553" y="4354375"/>
            <a:ext cx="3587934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3312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099C-9F33-5690-9DD8-A613C8BE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E50236A-6CAF-94A4-8115-D8B9A98CB5A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199CCC-27E7-B87A-64F0-629169D34EC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0C4F9E-5AF4-61A6-6C89-0F8DA674C1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9F075-F15C-E591-80D0-A6E61EB5489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1F93E76-BB04-8B20-8A03-72AB776F1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1848F8-7732-97E5-79AA-FC55E335ED9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15546D0-C0E3-19D2-A2CE-1A6242C72A61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Pseudocode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BEF989E-9D90-BBFC-B9AE-4BB1D422E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424" y="1243805"/>
            <a:ext cx="9455636" cy="54295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7E3792-4B56-C3DF-921E-49C1ECEC3927}"/>
              </a:ext>
            </a:extLst>
          </p:cNvPr>
          <p:cNvSpPr/>
          <p:nvPr/>
        </p:nvSpPr>
        <p:spPr>
          <a:xfrm>
            <a:off x="1952236" y="1243805"/>
            <a:ext cx="9757164" cy="272494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16208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CCEA-DD62-F5D7-D240-0D8E32F3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98BF7F4-F312-1304-FD36-073614B656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B2AAFB1-BAA6-D2CE-E272-C9E45724389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93C6AB-112A-E78F-1D06-9C90ECB06FA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537DAD-7224-02F8-41AF-454F7E7B51B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F2F2DB0-F6C6-0407-B116-49161DD7D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631829-4BDD-91B5-AE83-70FBBE8B958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059304-C4A1-4B13-194B-F7298B14E892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Functions (</a:t>
              </a:r>
              <a:r>
                <a:rPr kumimoji="0" lang="en-ZA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fillDeck</a:t>
              </a: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BCA8EB1-BB94-110A-DA71-2D194C027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102" y="3842068"/>
            <a:ext cx="7578926" cy="301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C5FC92-B4BC-4815-BD51-2A8584D19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537" y="1099066"/>
            <a:ext cx="7578926" cy="216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178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0778-2385-5E55-8064-0F8A0AA3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20C5CDA-AC02-0C3C-4630-125BB1BFEE0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8ACC82-20A3-FCA8-DE1A-7BEC7106440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3D740F-2640-4F92-DE87-9E9765DA39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407E91-1A70-6D58-4539-2E01281E94D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9A61535-02E7-FDA3-CCD0-7E575A85FE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208FFE5-4E34-C11D-8C97-8D8136F1986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C591B5-5CE3-8F17-45B7-D92A77B41E64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 code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669C5E4-3844-A3DA-8847-425B01A6C162}"/>
              </a:ext>
            </a:extLst>
          </p:cNvPr>
          <p:cNvSpPr txBox="1"/>
          <p:nvPr/>
        </p:nvSpPr>
        <p:spPr>
          <a:xfrm>
            <a:off x="4624030" y="3143250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LM Roman 12" panose="00000500000000000000" pitchFamily="50" charset="0"/>
              </a:rPr>
              <a:t>COMPLETE C CODE</a:t>
            </a:r>
            <a:endParaRPr lang="en-ZA"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05225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9290-2D7F-4988-F17D-778CD3C6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08A4DE9-FA17-0FA2-387F-FC7EF46DF90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94884F8-A3BF-3980-3808-53233CCDBBC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52EC94-EACE-1BCC-D6BF-88C9DB16C6B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EC170E-B6C1-D713-946D-0C9A86D0CF9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EF8146D-6A01-0A08-F4D2-B6C658018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8E6F2AC-0C9C-134B-C7C6-CDAA7A1AC75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5C2E1D0-8FAC-F2AA-693D-1584525FDBEB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 code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118271D-7E28-D5BB-4A2B-C6BB3AF2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40" y="1213665"/>
            <a:ext cx="11280207" cy="521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5235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3148-88E8-CD62-5198-5381D032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E30D0BE-AE58-275F-0CA4-E3620286EE6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29568A0-22C6-3B82-9FEA-AB5908ECFF6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841733-CFD7-BDBD-B273-AEB348059D8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266B39-A0CA-ADFA-B29C-3AFBAEBD71F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EB6CBD7-7144-E9A2-1DBC-85A6E5C1F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C960E5-0A68-7D94-85EF-C8380B3131A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0CE1F93-6E5E-47A2-3DB2-F7E6A4E48272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 code (main function)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4418D5-087C-ECBD-B1A0-B77674527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193" y="1022065"/>
            <a:ext cx="10138807" cy="56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3113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8AE7-29C5-F8C7-A195-2155EE53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A3F2B32-7752-6054-E760-AE402E8AEA5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096770D-F393-B19D-B253-62EE33F5FDF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B58A4B-5966-D0DE-6D4C-FCEFFC2A68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92C2EB-DEE0-51A4-597C-DBEB5F16FB9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83200C9-BFD9-9EC4-C541-2617A16B00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94E145-8C86-0064-EBC9-7F76A49BBBC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8D4ADF-FAA5-15D7-113D-AC34763C0C44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Functions (</a:t>
              </a:r>
              <a:r>
                <a:rPr kumimoji="0" lang="en-ZA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fillDeck</a:t>
              </a: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8AEFC1-57B3-8832-A4F5-D255771A5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3" y="1430307"/>
            <a:ext cx="11852374" cy="471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4515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48B9-3BF6-568E-7618-D9D096C1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DF8DB2A-ACAD-1DB9-8366-9EC423B6F03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A6D41D2-3FB4-D031-115C-2A88172908D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92D33A-3B9D-D957-6FDB-5A63369ABE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915469-56D3-6FB6-4507-1E26EB2D6B2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606D83-904A-780D-96B7-FAB1F97A7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873161-83D8-B04E-0641-6FBE8873E65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530611B-BFB9-96AA-98F7-4B57E0BBC969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Functions (shuffle)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43A5ADE-720C-BFB9-D762-0F9B4FBA7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87" y="1099066"/>
            <a:ext cx="11431487" cy="554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0149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3DBD-FBF7-83EB-B212-492DF6AA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51C2D2-B039-ED09-8E96-32622D300CF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289FA0-40D9-B8F4-42EE-FB5A9BFEE71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3C9030-986F-72C8-0105-D0D383EAC31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BA8D1E3-6483-9C16-7B6E-260725827AF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A9BF61E-1AA6-AAF9-D3B1-DA357642E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4AEDDC-066F-4089-9D6C-939B86B8EC3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C0CB90A-5937-048C-19CB-8DEA8E9FFE65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Functions (Deal)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1B44A9A-6D7F-5D5A-F247-7F9513F99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43" y="1278037"/>
            <a:ext cx="11815057" cy="517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1158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71D0-E7E6-45AB-EEBF-B367995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99BF35-D7A0-EF4F-2E30-2D90E131886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C7DCC87-CFF5-F7F2-F0EB-2C578759341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BD1D90-A82C-C4C9-A256-FE8FA23ACDC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C889E3-B4CF-DF23-8CEB-81895AA1B94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3EA2EF6-4F59-518E-55C1-EA3EDB34A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22F7F0-7CD4-CDCA-04BB-B286BC86185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AF85B0-71AD-3D3D-1CB3-355C2F9E35E4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Example: C code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D3B2B4A-D9E3-9943-57DB-7C0EBB10B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615" y="1492150"/>
            <a:ext cx="9525490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0227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B8EE6-3B0E-4312-F4E4-DB1CB47C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01CF6A6-55BF-2F0E-CDC6-030BF350AE7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D7FF9A-9A05-69EE-EFF2-11CD3346336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30A289-CBC7-DA3A-255D-30D20709984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3DF473-70B6-DC4E-0444-AF442C4C347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A9E7F59-E127-E4CA-C453-213A60812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9F0254-95E3-CE5D-7678-E2909C31350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30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D54C6F-01FD-8084-9400-507D8F6D9418}"/>
                </a:ext>
              </a:extLst>
            </p:cNvPr>
            <p:cNvSpPr/>
            <p:nvPr/>
          </p:nvSpPr>
          <p:spPr>
            <a:xfrm>
              <a:off x="3708454" y="584240"/>
              <a:ext cx="434842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36AA368-82CF-722F-F7BE-5C43E9B37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313974"/>
            <a:ext cx="9887458" cy="42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4798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Widescreen</PresentationFormat>
  <Paragraphs>103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2026-10-01T10:05:47Z</dcterms:modified>
</cp:coreProperties>
</file>