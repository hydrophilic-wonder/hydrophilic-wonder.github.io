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577" r:id="rId2"/>
    <p:sldId id="579" r:id="rId3"/>
    <p:sldId id="578" r:id="rId4"/>
    <p:sldId id="580" r:id="rId5"/>
    <p:sldId id="581" r:id="rId6"/>
    <p:sldId id="582" r:id="rId7"/>
    <p:sldId id="583" r:id="rId8"/>
    <p:sldId id="584" r:id="rId9"/>
    <p:sldId id="585" r:id="rId10"/>
    <p:sldId id="586" r:id="rId11"/>
    <p:sldId id="589" r:id="rId12"/>
    <p:sldId id="591" r:id="rId13"/>
    <p:sldId id="590" r:id="rId14"/>
    <p:sldId id="592" r:id="rId15"/>
    <p:sldId id="593" r:id="rId16"/>
    <p:sldId id="594" r:id="rId17"/>
    <p:sldId id="596" r:id="rId18"/>
    <p:sldId id="59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02472-6562-4181-8597-F835BB5CDF8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AECF3-C478-49C3-8CF3-6299280F3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401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D300C-40B0-F483-BFF2-3532D0B6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FFF02-9AE2-6E67-2E55-5D08AAF60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153B2-C62E-11CF-8020-2CD44B1BE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935C2-57F9-E8CA-3458-50A867BEB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186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C085-558E-233B-5B89-707ACA58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24CE5-7141-9760-9D9E-3E334704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C43F2-79F7-560A-E531-74548D77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DEAC-4B38-1772-3454-12C78DA13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0701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816A-8169-DA2C-F7AF-84C4F20F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392AF-3AE1-5DE8-BB5E-4B51908D3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64AD4-C3D9-D77D-33A0-AB043E3E6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82A4D-B39B-E24E-4B83-73CA6FA5E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6750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0C11-70AC-F107-D570-253AF1DA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CBB72-4222-6A05-330F-0BCE128DF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E8089-C0CA-BFAD-12AA-5E7DCA959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FB17C-FCEF-5DA2-7EE8-35C5066B1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5495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5C452-6091-4EC2-669E-9AB681AF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3BF27-DE70-2D71-2316-DD84DC346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9CE11-C363-A448-0CB7-FAF3A5469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018F-8014-D7C1-4A77-FE6E54241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7759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229B-AAB0-9A90-E115-681B0289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B76E3-DCE5-24C0-31BB-CF3E3890F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9D558-4BEC-29BC-36EE-BAA2DFEF9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7F930-DBA7-362F-0533-5118EE153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6895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979F-DCB1-6261-3C57-17F508C9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417DF-3164-EF0B-7FD5-FDB9A9C4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B9581-5F6A-4B86-9697-8101C7864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7CA95-AAC5-F9CF-CE17-A474BF5E1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7351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E96AB-4A64-5673-D3BD-F46CED8B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09BB-F10E-275A-EC2D-517A9A890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D6EFF-49BC-F9D7-3252-2AB65DB18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0C3A8-79D5-B72F-C5A4-1FAC40453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7244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4189-5D33-873D-FED0-9C692D6A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95BC2-A408-C647-89C7-603BDE3BC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B92F8-8D92-1E3F-6E9B-E8EE8D303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9910E-5FC6-E638-8837-A1AF9EB33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05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BBE8-9E92-FFF9-324A-59CE0FB3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FEE61-6124-AABE-E638-CC5BB7E47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98605-38E2-27F1-2101-B58A20EA2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EDF7F-3D1B-7CDC-C85E-DA9EF621B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4659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B64A-7BDF-3EE0-EA37-90711AEC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E8BCD-74B7-9C7A-7111-DA4FFD2F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24F21-9B55-F510-8BAB-8DFEB6EF2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4337-7D14-732C-D38E-32D313C1A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5445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D1CE-3659-E38B-BDD8-CC6BD3C8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C0B95-144F-AD96-AFC6-9F6A525CA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BA91A-F87D-C0ED-8C5E-ECEF1B6F3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B2320-09B3-7F33-0386-EAA2527BC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1555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1DBE-D049-054C-99CD-6442180E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5B50B-3953-FFDC-C69B-B0288237C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C5D17-9287-4333-0B98-122517D83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40FFA-E6D0-E79A-C3E9-B0D999B46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7479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95FB-7143-9FE0-7033-C5A4BF92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1D709-6004-6A0C-DAB0-0011D8658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5CCA8-1666-1F09-4B7F-CC5F30036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CA41-B26A-E3D7-C001-330386745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7994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7AAC-106D-9BE2-CD26-DA455E4D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5A75A-78F5-4F6A-6A3C-4E5D9B5CA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5FED1-947F-0E7B-952E-A0C3C7CB2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66F2B-3D29-D33C-64FF-C0045699A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346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B763-1F61-7FEF-B04C-1788D02A6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B6963-417F-D78E-11C7-3AB3479E1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49804-6C0F-9999-9AD9-7F83D5E7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7764-79F5-426F-B15E-C9724891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0914C-55B9-0870-D617-8C8975DC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211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CD4C-792B-F584-C5D1-3493F419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E5F7-61BA-AFE7-C49F-C904B3CEF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90DB-0421-31BC-DE81-2DA7D1EE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AB690-974F-5056-09BA-10C02DA6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E2C43-4E34-05FC-9674-0B4B9C49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447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9AD7-40B9-653D-80E0-4EC70380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35CF6-CA50-8D1C-7364-AE267627C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53A09-7FAB-92AD-6341-D1DBC22A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65E3-9B04-8CE8-7FAC-267AEFEA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C1EAD-4E61-55BF-BA2A-AE3E863B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231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FF5A-EAED-C729-F7D8-3E0F46C6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1A08E-C20E-B3FF-A9CB-52A4A87F0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7231E-7186-85B6-F583-C1FE819C3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2C9C9-2B36-66EB-32B0-02472A39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A25B0-7691-B12E-E8B5-5B51771D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14534-767B-3A9C-8FBB-30E97053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398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1C9C-2EAA-7FD2-071C-868A7D1C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6EFA1-8678-7904-E607-D7EB678D2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E6D5B-3645-D3D0-D444-297E3586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0418B-A43E-19E9-94FB-6D32B716B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E310D-2B61-304D-8BAD-03F42EF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B07A5-BCF1-C109-D289-2764B8CB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B62E9-D7A2-6191-5E9C-2221143B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FAA12-2F3E-F7F7-A8AE-9125A71C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963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5536-9480-6830-C13E-91570646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50D60-9133-F5D4-1D4B-75015504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83179-F558-DFE4-F1C5-85DA7CBA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D5FB6-1D86-D04C-215A-1F2A93FC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772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5139B-4F91-30E1-DA31-817CB3CF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CE328-2FD4-1E02-72CE-98600597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8C441-B46C-5E1D-C4BD-B3B29956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578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F3D1-48F2-A2B9-9D70-157F7E5B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4244-F549-3D91-E9FB-07429F02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47B27-6AB3-5BA1-F4E0-D714CD2AA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5F15F-B086-182A-341D-3F0AB3AC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C9467-BE0C-3A2F-6D27-A642BCB0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72271-B3BB-0053-2AD6-931306CB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151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4BAB-7BDC-CBEB-E0FF-753B3A1F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0C291-E957-7EE0-365C-70DC26046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D8D25-5595-67C2-F710-B843CEAB7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B0737-E9C3-B9F2-1C2D-B81ACEA2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C4B2B-75EE-1204-F64E-005C0A0E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A41BF-A95D-2995-E2D6-775732AB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793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DCA4-F0F9-0F28-2B46-8853DBC2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34C0A-1508-61BC-8BFA-87BC42544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E426-91C0-3D52-B0F1-B26575AC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7E749-5CF9-77D8-9CA9-B58ACBC5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7B9D2-E993-9CCB-A753-2E1CB3D1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347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9ABCE-38A6-CAF5-C5BB-1AA04C101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3BFFE-1798-71F6-32BB-EE2DF7818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01AA-B27D-AEFE-C481-EE319427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F155D-C3D1-2D86-CC57-E470F2E8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9165C-63B8-04A9-1A5B-0EA0A43D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08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32AA7-2DE8-B562-9874-11A387D5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DFD66-11F3-E504-A349-4D5BE12D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EF5E-96E1-9F84-60C8-B2E168AB1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DBEE9-8263-4EB8-BAA6-CDF37D4934C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D8AE-3764-B06C-30B3-3B102DD32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6FEF-ECB9-2225-649A-1B767DECC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2C8CF-4E43-4D78-9C30-46AEDEA8F6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395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openxmlformats.org/officeDocument/2006/relationships/image" Target="../media/image30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310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30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36F0F-1E7E-804F-6648-5B8F7719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8032AC9-458D-E8BB-3452-5DE28CD2DF5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dirty="0">
                <a:latin typeface="LM Roman 12" panose="00000500000000000000" pitchFamily="50" charset="0"/>
              </a:rPr>
              <a:t>5</a:t>
            </a:r>
            <a:r>
              <a:rPr lang="en-ZA" sz="8800" b="0" i="0" u="none" strike="noStrike" baseline="0" dirty="0">
                <a:latin typeface="LM Roman 12" panose="00000500000000000000" pitchFamily="50" charset="0"/>
              </a:rPr>
              <a:t>. </a:t>
            </a:r>
            <a:r>
              <a:rPr lang="en-ZA" sz="8800" dirty="0">
                <a:latin typeface="LM Roman 12" panose="00000500000000000000" pitchFamily="50" charset="0"/>
              </a:rPr>
              <a:t>Functions IV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12| Recap (data types &amp; scope rules)</a:t>
            </a:r>
          </a:p>
          <a:p>
            <a:r>
              <a:rPr lang="en-US" dirty="0">
                <a:latin typeface="LM Roman 12" panose="00000500000000000000" pitchFamily="50" charset="0"/>
              </a:rPr>
              <a:t>	    Recursion</a:t>
            </a:r>
            <a:endParaRPr lang="en-US" sz="1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	    Example: Fibonacci sequence</a:t>
            </a:r>
          </a:p>
          <a:p>
            <a:r>
              <a:rPr lang="en-US" dirty="0">
                <a:latin typeface="LM Roman 12" panose="00000500000000000000" pitchFamily="50" charset="0"/>
              </a:rPr>
              <a:t>	    Recursion vs iteration</a:t>
            </a:r>
          </a:p>
          <a:p>
            <a:r>
              <a:rPr lang="en-US" dirty="0">
                <a:latin typeface="LM Roman 12" panose="00000500000000000000" pitchFamily="50" charset="0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6CBF0F-A54C-F187-B5CB-39A5D14CED63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BCFEF1-594F-5448-0FFA-F5B7A5329D5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C1E3BD9-FDCE-090B-CE27-944F8E544C1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1E3699-E29D-B012-152F-7283D5A9CED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C63925-E443-1D3B-ED83-0ED420F5E17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0CC307A-302A-C2E1-09ED-37440C9398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3BF568-2A5E-2674-B442-E1D32F18A06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1D477D-90BD-862A-2FE3-E33FE5DD95B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4D2B54-AF93-940D-F87B-22DC6B828CA2}"/>
              </a:ext>
            </a:extLst>
          </p:cNvPr>
          <p:cNvSpPr txBox="1"/>
          <p:nvPr/>
        </p:nvSpPr>
        <p:spPr>
          <a:xfrm>
            <a:off x="7980649" y="6304002"/>
            <a:ext cx="242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5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82D16-39C6-2810-48D6-0C15E9569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531" y="3073959"/>
            <a:ext cx="5103824" cy="32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837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C9301-4E71-D7FF-3E1F-66CC5705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1AE6618-BD67-68BB-878D-E53CD70C7F3B}"/>
              </a:ext>
            </a:extLst>
          </p:cNvPr>
          <p:cNvGrpSpPr/>
          <p:nvPr/>
        </p:nvGrpSpPr>
        <p:grpSpPr>
          <a:xfrm>
            <a:off x="853656" y="22287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B99939-BBBF-EF72-6A60-4362E28D086B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834EAF-8F7A-421D-94CF-BD6E5CBB744D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02A5BAC-F877-BA52-CCBE-53164479F2EC}"/>
              </a:ext>
            </a:extLst>
          </p:cNvPr>
          <p:cNvSpPr/>
          <p:nvPr/>
        </p:nvSpPr>
        <p:spPr>
          <a:xfrm>
            <a:off x="1090877" y="30179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01328D-3010-5AE3-1E6C-33F5ED45E6D6}"/>
              </a:ext>
            </a:extLst>
          </p:cNvPr>
          <p:cNvSpPr/>
          <p:nvPr/>
        </p:nvSpPr>
        <p:spPr>
          <a:xfrm>
            <a:off x="3732650" y="30179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D947E1-5313-8FC1-9D94-3FC0ABF45649}"/>
              </a:ext>
            </a:extLst>
          </p:cNvPr>
          <p:cNvSpPr/>
          <p:nvPr/>
        </p:nvSpPr>
        <p:spPr>
          <a:xfrm>
            <a:off x="6374423" y="30179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C219C8-A4D9-910E-A9FF-48435E6E4F56}"/>
              </a:ext>
            </a:extLst>
          </p:cNvPr>
          <p:cNvSpPr/>
          <p:nvPr/>
        </p:nvSpPr>
        <p:spPr>
          <a:xfrm>
            <a:off x="9016195" y="30179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9AF6F-35E6-5487-3A09-3C935D55029F}"/>
              </a:ext>
            </a:extLst>
          </p:cNvPr>
          <p:cNvSpPr txBox="1"/>
          <p:nvPr/>
        </p:nvSpPr>
        <p:spPr>
          <a:xfrm>
            <a:off x="1594215" y="48453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AD148-BCA2-6B0D-688A-139D072C3832}"/>
              </a:ext>
            </a:extLst>
          </p:cNvPr>
          <p:cNvSpPr txBox="1"/>
          <p:nvPr/>
        </p:nvSpPr>
        <p:spPr>
          <a:xfrm>
            <a:off x="3774262" y="48453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93A1B-9B61-CCB5-AA9D-8BC7C5D00BB9}"/>
              </a:ext>
            </a:extLst>
          </p:cNvPr>
          <p:cNvSpPr txBox="1"/>
          <p:nvPr/>
        </p:nvSpPr>
        <p:spPr>
          <a:xfrm>
            <a:off x="6601480" y="48453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9D301-E4D1-600D-A349-148B9B1790FF}"/>
              </a:ext>
            </a:extLst>
          </p:cNvPr>
          <p:cNvSpPr txBox="1"/>
          <p:nvPr/>
        </p:nvSpPr>
        <p:spPr>
          <a:xfrm>
            <a:off x="8892677" y="48453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E51A70-C522-AF3C-E12F-719402E020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684" y="3766887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137C5B-9D37-FAF0-6C6A-6E473CDEC0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9733" y="36455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E6F79F-EF6F-8F27-89E7-EEC263B847B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7773" y="38049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9DE6BD-F0AC-201D-BB28-7EBE1F02E57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7001" y="38352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0A85C1A-1A16-9CD7-B449-440AD097917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06DCF1F-3420-EE27-CA2E-58EEE6C4970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F38760-F35B-AA7C-B792-A36CD5E98D7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134E1A8-BA6A-C332-382A-50011182AA3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FAEEE2F5-0977-BC55-C2E2-E3B8270AD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27E888D-4E6E-6CCA-AAB6-12B4CEDC863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0005F7-514E-9907-7FC1-D0F8EF3A354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824621-F41F-0B47-24D3-5F2BD1A5F58E}"/>
              </a:ext>
            </a:extLst>
          </p:cNvPr>
          <p:cNvGrpSpPr/>
          <p:nvPr/>
        </p:nvGrpSpPr>
        <p:grpSpPr>
          <a:xfrm>
            <a:off x="853656" y="6273760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721AEA-874F-B24D-7DFE-DF31C45873D7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F0A1DA-4A28-0D5B-0C35-3500D3EAAEAA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1D7E9-3FEC-4255-972F-4A72CD92CC00}"/>
              </a:ext>
            </a:extLst>
          </p:cNvPr>
          <p:cNvSpPr/>
          <p:nvPr/>
        </p:nvSpPr>
        <p:spPr>
          <a:xfrm>
            <a:off x="4836981" y="6970602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A0C5C6-7961-68E9-A796-05E6A7959565}"/>
              </a:ext>
            </a:extLst>
          </p:cNvPr>
          <p:cNvSpPr txBox="1"/>
          <p:nvPr/>
        </p:nvSpPr>
        <p:spPr>
          <a:xfrm>
            <a:off x="5088649" y="882456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</p:spTree>
    <p:extLst>
      <p:ext uri="{BB962C8B-B14F-4D97-AF65-F5344CB8AC3E}">
        <p14:creationId xmlns:p14="http://schemas.microsoft.com/office/powerpoint/2010/main" val="42167443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1192-BFE9-F4D5-CC8E-07245316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A9D4CCB-867D-C83C-711E-B9357F652A03}"/>
              </a:ext>
            </a:extLst>
          </p:cNvPr>
          <p:cNvGrpSpPr/>
          <p:nvPr/>
        </p:nvGrpSpPr>
        <p:grpSpPr>
          <a:xfrm>
            <a:off x="12385256" y="2048055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A2BF0A-4BC0-11C4-E5B9-62FD06FC8404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04FFF9-B170-6F29-D59C-0F2D67317B65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1B4CA35-36A5-39DE-BEA9-F988FE8DEF0F}"/>
              </a:ext>
            </a:extLst>
          </p:cNvPr>
          <p:cNvSpPr/>
          <p:nvPr/>
        </p:nvSpPr>
        <p:spPr>
          <a:xfrm>
            <a:off x="12622477" y="283728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B581FA-EB55-42C8-BFEB-14F9178391F0}"/>
              </a:ext>
            </a:extLst>
          </p:cNvPr>
          <p:cNvSpPr/>
          <p:nvPr/>
        </p:nvSpPr>
        <p:spPr>
          <a:xfrm>
            <a:off x="15264250" y="283728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2EB3DB-0475-CEA1-40D4-1861408EB075}"/>
              </a:ext>
            </a:extLst>
          </p:cNvPr>
          <p:cNvSpPr/>
          <p:nvPr/>
        </p:nvSpPr>
        <p:spPr>
          <a:xfrm>
            <a:off x="17906023" y="283728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EF1C12-84F8-8C86-9CDB-7A9B191BB6B3}"/>
              </a:ext>
            </a:extLst>
          </p:cNvPr>
          <p:cNvSpPr/>
          <p:nvPr/>
        </p:nvSpPr>
        <p:spPr>
          <a:xfrm>
            <a:off x="20547795" y="2837283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3A5E8-AD99-CD23-7D9F-EDE3B350394D}"/>
              </a:ext>
            </a:extLst>
          </p:cNvPr>
          <p:cNvSpPr txBox="1"/>
          <p:nvPr/>
        </p:nvSpPr>
        <p:spPr>
          <a:xfrm>
            <a:off x="13125815" y="4664686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CA4A7-CD1A-90F3-CED9-8D67712AA132}"/>
              </a:ext>
            </a:extLst>
          </p:cNvPr>
          <p:cNvSpPr txBox="1"/>
          <p:nvPr/>
        </p:nvSpPr>
        <p:spPr>
          <a:xfrm>
            <a:off x="15305862" y="4664686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02EF5-1E63-7E58-B5B0-9783963A8F60}"/>
              </a:ext>
            </a:extLst>
          </p:cNvPr>
          <p:cNvSpPr txBox="1"/>
          <p:nvPr/>
        </p:nvSpPr>
        <p:spPr>
          <a:xfrm>
            <a:off x="18133080" y="4664686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F6212-1067-4890-6D5F-ECD305D437BC}"/>
              </a:ext>
            </a:extLst>
          </p:cNvPr>
          <p:cNvSpPr txBox="1"/>
          <p:nvPr/>
        </p:nvSpPr>
        <p:spPr>
          <a:xfrm>
            <a:off x="20424277" y="4664686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A198D7-3299-5DA2-636A-53CAA6206C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3284" y="3586224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E116C7-9E1E-2318-AA7B-0D334C01AC8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1333" y="3464908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DDF083-49A7-E3E2-C601-A29557A89AF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09373" y="3624327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649CFE-4455-6B2B-FC5C-330D10EA553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68601" y="3654591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C214B346-0D58-DA73-41D5-6FEDE210556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BF71816-65FC-9694-AA48-12148761C15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8D346D2-CBCD-C59C-F477-6CC18834D97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5C30CC-0D3E-6999-EBBC-EB60AB165A2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4FF2602-8424-159A-3989-A9E164709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AD35B8-21A6-E5A2-EE6F-9A2473793AC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0CF039-72AC-99E3-84E0-8EDFE5668B9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B562D0-8A92-B7E9-0C74-DBA394F45D90}"/>
              </a:ext>
            </a:extLst>
          </p:cNvPr>
          <p:cNvGrpSpPr/>
          <p:nvPr/>
        </p:nvGrpSpPr>
        <p:grpSpPr>
          <a:xfrm>
            <a:off x="878280" y="2108566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0716EB-AE92-4D60-1523-C70BCFD18B12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4C4605-435D-E7AA-EE9C-791C6953F2BB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4B48B4B-40CF-D9C5-DF89-02AE9799F408}"/>
              </a:ext>
            </a:extLst>
          </p:cNvPr>
          <p:cNvSpPr/>
          <p:nvPr/>
        </p:nvSpPr>
        <p:spPr>
          <a:xfrm>
            <a:off x="4861605" y="280540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B210E1-99A3-9A18-6511-8C39E228BFA6}"/>
              </a:ext>
            </a:extLst>
          </p:cNvPr>
          <p:cNvSpPr txBox="1"/>
          <p:nvPr/>
        </p:nvSpPr>
        <p:spPr>
          <a:xfrm>
            <a:off x="5113273" y="4770773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</p:spTree>
    <p:extLst>
      <p:ext uri="{BB962C8B-B14F-4D97-AF65-F5344CB8AC3E}">
        <p14:creationId xmlns:p14="http://schemas.microsoft.com/office/powerpoint/2010/main" val="2013570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F97C-F596-41A2-DB41-CE014232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3843587-09C8-F694-2191-5552B8CC6003}"/>
              </a:ext>
            </a:extLst>
          </p:cNvPr>
          <p:cNvGrpSpPr/>
          <p:nvPr/>
        </p:nvGrpSpPr>
        <p:grpSpPr>
          <a:xfrm>
            <a:off x="12385256" y="2048055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91FA5E-2A99-772A-623A-82C56A90E5CF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78F2E0-8054-C8E5-1433-5B1EA7421DFC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0FCAE0-9272-F78F-EA1F-9F03E4B89156}"/>
              </a:ext>
            </a:extLst>
          </p:cNvPr>
          <p:cNvSpPr/>
          <p:nvPr/>
        </p:nvSpPr>
        <p:spPr>
          <a:xfrm>
            <a:off x="12622477" y="283728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892156-35DE-80AF-504D-879F227C087B}"/>
              </a:ext>
            </a:extLst>
          </p:cNvPr>
          <p:cNvSpPr/>
          <p:nvPr/>
        </p:nvSpPr>
        <p:spPr>
          <a:xfrm>
            <a:off x="15264250" y="283728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CF9813-F9CA-BC88-1A70-1CC9C6B8C718}"/>
              </a:ext>
            </a:extLst>
          </p:cNvPr>
          <p:cNvSpPr/>
          <p:nvPr/>
        </p:nvSpPr>
        <p:spPr>
          <a:xfrm>
            <a:off x="17906023" y="283728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880FF0-BAE7-6EEE-90D8-93C711DA3986}"/>
              </a:ext>
            </a:extLst>
          </p:cNvPr>
          <p:cNvSpPr/>
          <p:nvPr/>
        </p:nvSpPr>
        <p:spPr>
          <a:xfrm>
            <a:off x="20547795" y="2837283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E4382-9836-2E38-89E1-C4A8E55FF121}"/>
              </a:ext>
            </a:extLst>
          </p:cNvPr>
          <p:cNvSpPr txBox="1"/>
          <p:nvPr/>
        </p:nvSpPr>
        <p:spPr>
          <a:xfrm>
            <a:off x="13125815" y="4664686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B4F1D-0BEA-6EF6-09BC-3EAB888F777B}"/>
              </a:ext>
            </a:extLst>
          </p:cNvPr>
          <p:cNvSpPr txBox="1"/>
          <p:nvPr/>
        </p:nvSpPr>
        <p:spPr>
          <a:xfrm>
            <a:off x="15305862" y="4664686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80EDF8-0710-B9C6-1446-205B28B79DC2}"/>
              </a:ext>
            </a:extLst>
          </p:cNvPr>
          <p:cNvSpPr txBox="1"/>
          <p:nvPr/>
        </p:nvSpPr>
        <p:spPr>
          <a:xfrm>
            <a:off x="18133080" y="4664686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8B468-A92B-6C3D-4639-48F44B5AD3A0}"/>
              </a:ext>
            </a:extLst>
          </p:cNvPr>
          <p:cNvSpPr txBox="1"/>
          <p:nvPr/>
        </p:nvSpPr>
        <p:spPr>
          <a:xfrm>
            <a:off x="20424277" y="4664686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C25978-BD84-193D-775E-F0127565D9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3284" y="3586224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73466-AE94-6F8A-B04D-66231074653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1333" y="3464908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8D77F23-CA80-DAE5-DB73-F1A17465679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09373" y="3624327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C77170A-9AEA-D6AF-9462-3D083FEF0B0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68601" y="3654591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696D6DA-4E76-3A6B-D573-DB01D0CC87F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05A330D-9920-5E61-9DEC-45603ED23FD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DBA31A-4790-5C09-5278-E3C125F8384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4783B6-88E3-217C-2D53-7D0C337A847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C92FAFD-3599-78B5-3C20-AE8DBD45F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81C3DDE-2473-CC40-6E32-8C8C58B4D58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9216F98-A138-DBF2-6C5F-E0FB0D9B339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DBA760-3BD8-8064-2E31-6FCB5EEEB2A2}"/>
              </a:ext>
            </a:extLst>
          </p:cNvPr>
          <p:cNvGrpSpPr/>
          <p:nvPr/>
        </p:nvGrpSpPr>
        <p:grpSpPr>
          <a:xfrm>
            <a:off x="878280" y="2108566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03FD4D-B51E-5B54-8D01-6B0EBE78D8D7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85A262-2D40-5FEC-B42E-740AE11605C2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5447BA4-6935-DB22-CF97-D23E12A965A2}"/>
              </a:ext>
            </a:extLst>
          </p:cNvPr>
          <p:cNvSpPr/>
          <p:nvPr/>
        </p:nvSpPr>
        <p:spPr>
          <a:xfrm>
            <a:off x="1352484" y="2805408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D843F-2200-9348-2EBF-D6B68AE36E9E}"/>
              </a:ext>
            </a:extLst>
          </p:cNvPr>
          <p:cNvSpPr txBox="1"/>
          <p:nvPr/>
        </p:nvSpPr>
        <p:spPr>
          <a:xfrm>
            <a:off x="1604152" y="4770773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B83EBC-2920-C351-1CC2-FCEB95FCDDEA}"/>
              </a:ext>
            </a:extLst>
          </p:cNvPr>
          <p:cNvGrpSpPr/>
          <p:nvPr/>
        </p:nvGrpSpPr>
        <p:grpSpPr>
          <a:xfrm>
            <a:off x="3734652" y="2789646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F28E2D-EAC6-803D-E8F0-8156A20EB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A7E67A-3715-AC1B-54D6-34B50D8357A8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CF0B6E0-82E3-B449-A1B9-1912AE8C4D92}"/>
              </a:ext>
            </a:extLst>
          </p:cNvPr>
          <p:cNvGrpSpPr/>
          <p:nvPr/>
        </p:nvGrpSpPr>
        <p:grpSpPr>
          <a:xfrm>
            <a:off x="3707979" y="2705372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B40B956-68BA-0FF6-D0AD-C6659CC7A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5BA16F-49FA-000C-A523-270AC8440BA2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9612CC8-0092-4079-9A04-E9E618C11467}"/>
              </a:ext>
            </a:extLst>
          </p:cNvPr>
          <p:cNvGrpSpPr/>
          <p:nvPr/>
        </p:nvGrpSpPr>
        <p:grpSpPr>
          <a:xfrm>
            <a:off x="3691136" y="2719407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069515A-C8F2-748C-A814-E020684D4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C51E56-6BFE-ECC1-43F3-192A0CC018AC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1930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7D33-1764-84A1-52B4-62F8C220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866FC99-3868-2AD6-3866-7967385EB5D3}"/>
              </a:ext>
            </a:extLst>
          </p:cNvPr>
          <p:cNvGrpSpPr/>
          <p:nvPr/>
        </p:nvGrpSpPr>
        <p:grpSpPr>
          <a:xfrm>
            <a:off x="939234" y="23415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95E7B18-EAF3-79FD-B13B-01C9AEABC16B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652039-898E-A4B4-DB9F-52DB07D9F396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B60F3D4-2E5E-9C5A-ABAD-4891640FFC6C}"/>
              </a:ext>
            </a:extLst>
          </p:cNvPr>
          <p:cNvSpPr/>
          <p:nvPr/>
        </p:nvSpPr>
        <p:spPr>
          <a:xfrm>
            <a:off x="1176455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1867A-C0EA-E227-3371-8E14621FF386}"/>
              </a:ext>
            </a:extLst>
          </p:cNvPr>
          <p:cNvSpPr/>
          <p:nvPr/>
        </p:nvSpPr>
        <p:spPr>
          <a:xfrm>
            <a:off x="3818228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9F1BFA-83CA-23EF-985F-B23776DD9BB5}"/>
              </a:ext>
            </a:extLst>
          </p:cNvPr>
          <p:cNvSpPr/>
          <p:nvPr/>
        </p:nvSpPr>
        <p:spPr>
          <a:xfrm>
            <a:off x="6460001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644619-01F5-F575-65E1-220B1E902CE3}"/>
              </a:ext>
            </a:extLst>
          </p:cNvPr>
          <p:cNvSpPr/>
          <p:nvPr/>
        </p:nvSpPr>
        <p:spPr>
          <a:xfrm>
            <a:off x="9101773" y="31307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9FB0C-B71C-E10E-FB23-67A53E780F2C}"/>
              </a:ext>
            </a:extLst>
          </p:cNvPr>
          <p:cNvSpPr txBox="1"/>
          <p:nvPr/>
        </p:nvSpPr>
        <p:spPr>
          <a:xfrm>
            <a:off x="1679793" y="49581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374C7-D956-C9C3-B10E-F114C72191D7}"/>
              </a:ext>
            </a:extLst>
          </p:cNvPr>
          <p:cNvSpPr txBox="1"/>
          <p:nvPr/>
        </p:nvSpPr>
        <p:spPr>
          <a:xfrm>
            <a:off x="3859840" y="49581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CA41E-DD1B-2517-A6B7-CC3FA669682D}"/>
              </a:ext>
            </a:extLst>
          </p:cNvPr>
          <p:cNvSpPr txBox="1"/>
          <p:nvPr/>
        </p:nvSpPr>
        <p:spPr>
          <a:xfrm>
            <a:off x="6687058" y="49581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AD1D27-39B3-D166-1E41-F5A43440A3DF}"/>
              </a:ext>
            </a:extLst>
          </p:cNvPr>
          <p:cNvSpPr txBox="1"/>
          <p:nvPr/>
        </p:nvSpPr>
        <p:spPr>
          <a:xfrm>
            <a:off x="8978255" y="49581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FE7ABB-D5D6-3815-52EB-A750CE6672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262" y="3879687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BE5AA0-BDC7-EC3C-A77B-D916703AA8F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311" y="37583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B63BBE-4B0E-D414-6710-1756C9EFC2A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3351" y="39177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3AB53A-E990-2B76-A53C-208C3929F2C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22579" y="39480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EDBE1D9-799F-641B-C6F6-83A2555A8C7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335E20E-94EE-8B4A-734C-03104C8AA09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823C74-C1EE-438C-7E97-E4504A7D497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596A22-7C65-A25D-F4D0-482950D21DB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D1004B87-82BC-AD63-11A5-C7B8C5493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EF74F1A-F511-BFCC-2370-23B4B76309C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C6ED5B-0598-94DC-EF9A-B4C861BF42E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BE47490-D02B-A892-4F94-F350D78AA1E9}"/>
              </a:ext>
            </a:extLst>
          </p:cNvPr>
          <p:cNvGrpSpPr/>
          <p:nvPr/>
        </p:nvGrpSpPr>
        <p:grpSpPr>
          <a:xfrm>
            <a:off x="-10881920" y="2413392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4E8D96-FE24-E23E-AC9F-6FE34CA1378A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0788E7-9DD1-D7FB-1157-5F373AAB8983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13CC6A25-B9F5-99AC-D4D5-55DD44AADBFB}"/>
              </a:ext>
            </a:extLst>
          </p:cNvPr>
          <p:cNvSpPr/>
          <p:nvPr/>
        </p:nvSpPr>
        <p:spPr>
          <a:xfrm>
            <a:off x="-10407716" y="311023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1FBFC0-84A3-C600-14AD-3F5A4ABBFFC6}"/>
              </a:ext>
            </a:extLst>
          </p:cNvPr>
          <p:cNvSpPr txBox="1"/>
          <p:nvPr/>
        </p:nvSpPr>
        <p:spPr>
          <a:xfrm>
            <a:off x="-10156048" y="507559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4FBD044-5EEC-2F66-49C1-949DC1D98A80}"/>
              </a:ext>
            </a:extLst>
          </p:cNvPr>
          <p:cNvGrpSpPr/>
          <p:nvPr/>
        </p:nvGrpSpPr>
        <p:grpSpPr>
          <a:xfrm>
            <a:off x="-8025548" y="3094472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8EA129-D74B-A80E-4B69-1A1422F18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D7D54D-DCDE-0158-7DDB-4564813672D5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257D3A9-D3E8-87DE-D65A-2BD1ECF6F94C}"/>
              </a:ext>
            </a:extLst>
          </p:cNvPr>
          <p:cNvGrpSpPr/>
          <p:nvPr/>
        </p:nvGrpSpPr>
        <p:grpSpPr>
          <a:xfrm>
            <a:off x="-8052221" y="3010198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626DA62-BB0D-85E6-A685-09E29DF92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411A52-A2A2-9A4F-7C53-AAE1D220174D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139215-6986-2F86-DC7A-A44B2D0AA1B9}"/>
              </a:ext>
            </a:extLst>
          </p:cNvPr>
          <p:cNvGrpSpPr/>
          <p:nvPr/>
        </p:nvGrpSpPr>
        <p:grpSpPr>
          <a:xfrm>
            <a:off x="-8069064" y="3024233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102967D-CBEF-2790-5467-04378E206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EBA7E87-1082-67DC-98D9-10572E7C3253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1276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F1AF-AC13-9EAB-1BAA-63E6C3BC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C57E3E5-AC89-3571-C492-E129615A8907}"/>
              </a:ext>
            </a:extLst>
          </p:cNvPr>
          <p:cNvGrpSpPr/>
          <p:nvPr/>
        </p:nvGrpSpPr>
        <p:grpSpPr>
          <a:xfrm>
            <a:off x="939234" y="23415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CCB602-5584-4F1E-A500-5FF2988E5E5C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FC7445-2A73-8D61-4107-EC1DE56ECCA0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FB12F4D-A29A-1B18-CAF5-8EFE9A480694}"/>
              </a:ext>
            </a:extLst>
          </p:cNvPr>
          <p:cNvSpPr/>
          <p:nvPr/>
        </p:nvSpPr>
        <p:spPr>
          <a:xfrm>
            <a:off x="1176455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C2D198-699F-D2E0-5C33-FB1CEE52B374}"/>
              </a:ext>
            </a:extLst>
          </p:cNvPr>
          <p:cNvSpPr/>
          <p:nvPr/>
        </p:nvSpPr>
        <p:spPr>
          <a:xfrm>
            <a:off x="3818228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57F8AB-71C5-F421-F84A-CB347E05CA4F}"/>
              </a:ext>
            </a:extLst>
          </p:cNvPr>
          <p:cNvSpPr/>
          <p:nvPr/>
        </p:nvSpPr>
        <p:spPr>
          <a:xfrm>
            <a:off x="6460001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1C4576-7F8E-F7E8-A7C5-F028B8AB2D3E}"/>
              </a:ext>
            </a:extLst>
          </p:cNvPr>
          <p:cNvSpPr/>
          <p:nvPr/>
        </p:nvSpPr>
        <p:spPr>
          <a:xfrm>
            <a:off x="9101773" y="31307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1782B-E96B-2C24-6DF1-66AB6E36409F}"/>
              </a:ext>
            </a:extLst>
          </p:cNvPr>
          <p:cNvSpPr txBox="1"/>
          <p:nvPr/>
        </p:nvSpPr>
        <p:spPr>
          <a:xfrm>
            <a:off x="1679793" y="49581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76B9C-78A1-3F16-0823-780F46A82A43}"/>
              </a:ext>
            </a:extLst>
          </p:cNvPr>
          <p:cNvSpPr txBox="1"/>
          <p:nvPr/>
        </p:nvSpPr>
        <p:spPr>
          <a:xfrm>
            <a:off x="3859840" y="49581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BDD78-2576-568E-F79F-FCE20747A5AB}"/>
              </a:ext>
            </a:extLst>
          </p:cNvPr>
          <p:cNvSpPr txBox="1"/>
          <p:nvPr/>
        </p:nvSpPr>
        <p:spPr>
          <a:xfrm>
            <a:off x="6687058" y="49581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4E6704-58DC-FFB5-A1CD-D89171303BB4}"/>
              </a:ext>
            </a:extLst>
          </p:cNvPr>
          <p:cNvSpPr txBox="1"/>
          <p:nvPr/>
        </p:nvSpPr>
        <p:spPr>
          <a:xfrm>
            <a:off x="8978255" y="49581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9375CD-C856-35E8-7BE1-9EEC258DB7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068" y="3317326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7FBDE3-034D-B368-1CB5-CC763B744C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311" y="37583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1C0E2A-BCB0-5432-5948-ECF4F6FFEC2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3351" y="39177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AF2EBA-CC33-4C45-D939-1F057579705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22579" y="39480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67C6EDA-22CD-5764-34B7-CF13BD74D88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891C80E-664E-375D-8DCF-CAF8AA56EAE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E32FF5-FBD7-12E7-394B-FC544C47DCC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08454B-8CA1-6390-2528-4BC2953D35C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576477B-B873-F35A-372C-869A2416A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DE8CDE-5654-9D96-D45C-D77C1A1516C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8602CE-5C2A-8BA5-7B15-F27E532E7ED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247BC6-0122-6472-EE9B-C6EA1BFDC039}"/>
              </a:ext>
            </a:extLst>
          </p:cNvPr>
          <p:cNvGrpSpPr/>
          <p:nvPr/>
        </p:nvGrpSpPr>
        <p:grpSpPr>
          <a:xfrm>
            <a:off x="-10881920" y="2413392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569583-C055-B396-BC5C-AB15D075EB78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D6D000-75EB-E924-0481-D86DC3B24025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A92362B-8EA0-3FEF-3E8B-9616F749C87F}"/>
              </a:ext>
            </a:extLst>
          </p:cNvPr>
          <p:cNvSpPr/>
          <p:nvPr/>
        </p:nvSpPr>
        <p:spPr>
          <a:xfrm>
            <a:off x="-10407716" y="311023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7A8368-0D01-BDD1-FDD8-99ED4847ED41}"/>
              </a:ext>
            </a:extLst>
          </p:cNvPr>
          <p:cNvSpPr txBox="1"/>
          <p:nvPr/>
        </p:nvSpPr>
        <p:spPr>
          <a:xfrm>
            <a:off x="-10156048" y="507559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491BE1-3ED3-76AB-3B86-F3EA88796D84}"/>
              </a:ext>
            </a:extLst>
          </p:cNvPr>
          <p:cNvGrpSpPr/>
          <p:nvPr/>
        </p:nvGrpSpPr>
        <p:grpSpPr>
          <a:xfrm>
            <a:off x="-8025548" y="3094472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97AC551-E346-145C-63BE-FAB0F2C52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F6C7D8-3875-F643-76B6-4377F1A856D8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29B558-C31A-8D94-7C16-006FD4209AD1}"/>
              </a:ext>
            </a:extLst>
          </p:cNvPr>
          <p:cNvGrpSpPr/>
          <p:nvPr/>
        </p:nvGrpSpPr>
        <p:grpSpPr>
          <a:xfrm>
            <a:off x="-8052221" y="3010198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5ED7D4-5E80-4D65-D442-656B01048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B192BD-5969-A756-5DAB-E2E0B24A5E2B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AB7C728-1CE3-2C18-24B8-ED4E150BF755}"/>
              </a:ext>
            </a:extLst>
          </p:cNvPr>
          <p:cNvGrpSpPr/>
          <p:nvPr/>
        </p:nvGrpSpPr>
        <p:grpSpPr>
          <a:xfrm>
            <a:off x="-8069064" y="3024233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8BE59A7-C891-2C8B-AB8E-48384E66F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F3EA4A6-35D2-525E-C39E-F5562F3C03F5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2D888B83-B8D4-9587-9A07-1105D7D6C2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8068" y="4205005"/>
            <a:ext cx="1653683" cy="3276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B8E045A-820A-303A-15F0-7A33602610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7745" y="4607529"/>
            <a:ext cx="1996613" cy="312447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6D16341D-7F87-B3FA-CCF5-DAA29B94BD32}"/>
              </a:ext>
            </a:extLst>
          </p:cNvPr>
          <p:cNvGrpSpPr/>
          <p:nvPr/>
        </p:nvGrpSpPr>
        <p:grpSpPr>
          <a:xfrm>
            <a:off x="980846" y="6910200"/>
            <a:ext cx="10501621" cy="3740950"/>
            <a:chOff x="3412067" y="2286000"/>
            <a:chExt cx="4318001" cy="309205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D2AA6A5-A0BA-842E-CE93-39F3FEFC7C84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BC320E4-4ED7-46D4-40E3-7098C895864E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Storage &amp; scope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A0083DC0-E7B9-572A-78EF-49374AA38A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2741" y="7645049"/>
            <a:ext cx="3899199" cy="290634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4C4EC9AB-EA03-BE7D-1508-809D780AB7E3}"/>
              </a:ext>
            </a:extLst>
          </p:cNvPr>
          <p:cNvSpPr txBox="1"/>
          <p:nvPr/>
        </p:nvSpPr>
        <p:spPr>
          <a:xfrm>
            <a:off x="2135320" y="9067932"/>
            <a:ext cx="144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variable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598A747-C90A-D624-10BE-30B4C75DD4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41140"/>
          <a:stretch>
            <a:fillRect/>
          </a:stretch>
        </p:blipFill>
        <p:spPr>
          <a:xfrm>
            <a:off x="1969717" y="8822361"/>
            <a:ext cx="2057578" cy="2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33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B5F8-2AC8-7728-436B-28A4332C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D451A8D-9BCF-B79C-D515-AC1A81A6AFDA}"/>
              </a:ext>
            </a:extLst>
          </p:cNvPr>
          <p:cNvGrpSpPr/>
          <p:nvPr/>
        </p:nvGrpSpPr>
        <p:grpSpPr>
          <a:xfrm>
            <a:off x="12192000" y="23415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3DD905-0364-0F8B-F1E2-8BF9C33D4E4F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17B3B6-D444-2BFE-154F-313D8D478F2D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2998FA9-60F6-94E4-E90F-EC20DE828690}"/>
              </a:ext>
            </a:extLst>
          </p:cNvPr>
          <p:cNvSpPr/>
          <p:nvPr/>
        </p:nvSpPr>
        <p:spPr>
          <a:xfrm>
            <a:off x="12429221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8D25F4-73B5-3744-6B42-B43E78246EE6}"/>
              </a:ext>
            </a:extLst>
          </p:cNvPr>
          <p:cNvSpPr/>
          <p:nvPr/>
        </p:nvSpPr>
        <p:spPr>
          <a:xfrm>
            <a:off x="15070994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A28F3C-E5EC-8BA3-9873-2FEAFB3D9E5A}"/>
              </a:ext>
            </a:extLst>
          </p:cNvPr>
          <p:cNvSpPr/>
          <p:nvPr/>
        </p:nvSpPr>
        <p:spPr>
          <a:xfrm>
            <a:off x="17712767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AEEC9F-FBFD-2319-93AD-7417ADEFF37F}"/>
              </a:ext>
            </a:extLst>
          </p:cNvPr>
          <p:cNvSpPr/>
          <p:nvPr/>
        </p:nvSpPr>
        <p:spPr>
          <a:xfrm>
            <a:off x="20354539" y="31307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DFFA1-19D9-4C0E-7C44-6B4EA83A8A06}"/>
              </a:ext>
            </a:extLst>
          </p:cNvPr>
          <p:cNvSpPr txBox="1"/>
          <p:nvPr/>
        </p:nvSpPr>
        <p:spPr>
          <a:xfrm>
            <a:off x="12932559" y="49581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1588E-39A2-40BC-43D1-4696D8D1FC14}"/>
              </a:ext>
            </a:extLst>
          </p:cNvPr>
          <p:cNvSpPr txBox="1"/>
          <p:nvPr/>
        </p:nvSpPr>
        <p:spPr>
          <a:xfrm>
            <a:off x="15112606" y="49581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99BB45-BE7C-4359-1E76-EBBD28987C0A}"/>
              </a:ext>
            </a:extLst>
          </p:cNvPr>
          <p:cNvSpPr txBox="1"/>
          <p:nvPr/>
        </p:nvSpPr>
        <p:spPr>
          <a:xfrm>
            <a:off x="17939824" y="49581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DBA79-3C28-4F55-86DA-2F9277C8E5D1}"/>
              </a:ext>
            </a:extLst>
          </p:cNvPr>
          <p:cNvSpPr txBox="1"/>
          <p:nvPr/>
        </p:nvSpPr>
        <p:spPr>
          <a:xfrm>
            <a:off x="20231021" y="49581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5457CF-C182-08CC-8996-DFE14A5B26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0834" y="3317326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78EA02-6C2F-18A1-1B20-AE836381AB6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8077" y="37583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93D16E-78D7-07C4-3F06-FF39FDAEE54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16117" y="39177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1A6E4FA-6C78-4893-C060-2CB18612AB8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75345" y="39480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AB937C9-D6C3-16D6-A411-AF6ABB8E3C0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F8C0E5E-B0A5-CF0D-5E7B-8EEC49CAEDF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5107E-2EED-EA62-5312-5E102EB6217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3D7306-F89D-558C-9AAF-40D4D42B327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C7A2EA3-E9FE-AC8A-7F83-4515A17F4A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ADD1D20-0C36-8C45-F7A3-874F4F06944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E64C53-0655-1766-D8A1-3CCAE9407CD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8AAB6C-D383-7715-4D59-FBAD6C902ED1}"/>
              </a:ext>
            </a:extLst>
          </p:cNvPr>
          <p:cNvGrpSpPr/>
          <p:nvPr/>
        </p:nvGrpSpPr>
        <p:grpSpPr>
          <a:xfrm>
            <a:off x="-10881920" y="2413392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CD5AE7-2597-ED73-DBBB-3D994E41B0B5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A8686B-136C-8C3F-C0D4-2E32D19E610F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11F5E612-D74B-0212-097E-27A361D3F6E8}"/>
              </a:ext>
            </a:extLst>
          </p:cNvPr>
          <p:cNvSpPr/>
          <p:nvPr/>
        </p:nvSpPr>
        <p:spPr>
          <a:xfrm>
            <a:off x="-10407716" y="311023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B29C0-D21E-5817-DF22-D7213967A820}"/>
              </a:ext>
            </a:extLst>
          </p:cNvPr>
          <p:cNvSpPr txBox="1"/>
          <p:nvPr/>
        </p:nvSpPr>
        <p:spPr>
          <a:xfrm>
            <a:off x="-10156048" y="507559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63A0DA0-8FE6-D83D-9D8F-D539B2E7004D}"/>
              </a:ext>
            </a:extLst>
          </p:cNvPr>
          <p:cNvGrpSpPr/>
          <p:nvPr/>
        </p:nvGrpSpPr>
        <p:grpSpPr>
          <a:xfrm>
            <a:off x="-8025548" y="3094472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AE1DC60-0D22-A082-3C38-5D1EE38AE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955FF0-5F5C-0909-7E9A-D474CA708AE3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AB387FF-FF9F-1D64-2671-2C8C75E414C3}"/>
              </a:ext>
            </a:extLst>
          </p:cNvPr>
          <p:cNvGrpSpPr/>
          <p:nvPr/>
        </p:nvGrpSpPr>
        <p:grpSpPr>
          <a:xfrm>
            <a:off x="-8052221" y="3010198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C3A9935-0EAF-5889-01BD-2D53129C7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11EB14-A2F0-1FDF-7C14-C3B738E0CDCB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E6329D2-E7A9-C9D3-BF03-D08CA4EB4894}"/>
              </a:ext>
            </a:extLst>
          </p:cNvPr>
          <p:cNvGrpSpPr/>
          <p:nvPr/>
        </p:nvGrpSpPr>
        <p:grpSpPr>
          <a:xfrm>
            <a:off x="-8069064" y="3024233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1AAB62B-D5C6-74B5-387F-DEF846912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AA5B0DA-23CD-833E-CA7C-B0D450C3F48A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A07CC61-9B69-00AB-ED0F-1D533E52AC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10834" y="4205005"/>
            <a:ext cx="1653683" cy="3276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EA1B94A-FA85-9E01-B337-4D6469D118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00511" y="4607529"/>
            <a:ext cx="1996613" cy="312447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095B9229-661F-96B2-4A9E-D677516BA2C8}"/>
              </a:ext>
            </a:extLst>
          </p:cNvPr>
          <p:cNvGrpSpPr/>
          <p:nvPr/>
        </p:nvGrpSpPr>
        <p:grpSpPr>
          <a:xfrm>
            <a:off x="666214" y="1887896"/>
            <a:ext cx="10501621" cy="3740950"/>
            <a:chOff x="3412067" y="2286000"/>
            <a:chExt cx="4318001" cy="309205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050C014-DD8F-B88A-4A72-CAA5430568C9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6663053-A793-D10E-2AEE-BC3680ED9645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Storage &amp; scope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92ED08A-F202-1617-D70D-631A3D1F3D7E}"/>
              </a:ext>
            </a:extLst>
          </p:cNvPr>
          <p:cNvSpPr txBox="1"/>
          <p:nvPr/>
        </p:nvSpPr>
        <p:spPr>
          <a:xfrm>
            <a:off x="1528735" y="4163361"/>
            <a:ext cx="144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variable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298C12F-56E3-0C89-428B-BC34501744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41140"/>
          <a:stretch>
            <a:fillRect/>
          </a:stretch>
        </p:blipFill>
        <p:spPr>
          <a:xfrm>
            <a:off x="1363132" y="3917790"/>
            <a:ext cx="2057578" cy="2063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72EEF3A-F698-F4C1-246F-B378763FCC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8109" y="2622745"/>
            <a:ext cx="3899199" cy="290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66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5D85-D1C4-9C65-9A18-C704CDAD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B9DAA6E-A013-D7D1-AEE8-D487F71687F2}"/>
              </a:ext>
            </a:extLst>
          </p:cNvPr>
          <p:cNvGrpSpPr/>
          <p:nvPr/>
        </p:nvGrpSpPr>
        <p:grpSpPr>
          <a:xfrm>
            <a:off x="12192000" y="23415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1CC05E-1F09-A415-42B8-6FD7095027B8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0EC1B7-E0D0-3C48-57FA-DDD4D00DAAB4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21A8703-8B18-E78D-648F-4F1D4473B4AC}"/>
              </a:ext>
            </a:extLst>
          </p:cNvPr>
          <p:cNvSpPr/>
          <p:nvPr/>
        </p:nvSpPr>
        <p:spPr>
          <a:xfrm>
            <a:off x="12429221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9614D2-7E06-1A4C-190D-98E974478745}"/>
              </a:ext>
            </a:extLst>
          </p:cNvPr>
          <p:cNvSpPr/>
          <p:nvPr/>
        </p:nvSpPr>
        <p:spPr>
          <a:xfrm>
            <a:off x="15070994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91CDF1-083F-87EA-4ADD-52497948F7B6}"/>
              </a:ext>
            </a:extLst>
          </p:cNvPr>
          <p:cNvSpPr/>
          <p:nvPr/>
        </p:nvSpPr>
        <p:spPr>
          <a:xfrm>
            <a:off x="17712767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5D753-933F-41B3-7E7C-2E096A27DE78}"/>
              </a:ext>
            </a:extLst>
          </p:cNvPr>
          <p:cNvSpPr/>
          <p:nvPr/>
        </p:nvSpPr>
        <p:spPr>
          <a:xfrm>
            <a:off x="20354539" y="31307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4BF06-EA92-545B-49F0-D156467BAA02}"/>
              </a:ext>
            </a:extLst>
          </p:cNvPr>
          <p:cNvSpPr txBox="1"/>
          <p:nvPr/>
        </p:nvSpPr>
        <p:spPr>
          <a:xfrm>
            <a:off x="12932559" y="49581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EBAA6-6084-7D8F-DA91-49244C27FF72}"/>
              </a:ext>
            </a:extLst>
          </p:cNvPr>
          <p:cNvSpPr txBox="1"/>
          <p:nvPr/>
        </p:nvSpPr>
        <p:spPr>
          <a:xfrm>
            <a:off x="15112606" y="49581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5BF82-F936-4F93-1555-C2118DA87099}"/>
              </a:ext>
            </a:extLst>
          </p:cNvPr>
          <p:cNvSpPr txBox="1"/>
          <p:nvPr/>
        </p:nvSpPr>
        <p:spPr>
          <a:xfrm>
            <a:off x="17939824" y="49581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BEFE6-C81C-FBA8-758A-812EF30AEABD}"/>
              </a:ext>
            </a:extLst>
          </p:cNvPr>
          <p:cNvSpPr txBox="1"/>
          <p:nvPr/>
        </p:nvSpPr>
        <p:spPr>
          <a:xfrm>
            <a:off x="20231021" y="49581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738147-8981-4EF4-93EC-895F579A4B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0834" y="3317326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6605F5-60EB-D527-65BA-9FE130E41A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8077" y="37583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D674ED-17E0-52DE-AC6D-7D89FD35203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16117" y="39177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5245FE-569E-D00A-A073-C8CA98A9204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75345" y="39480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CEB231E-7459-26B8-044D-5FD965A5DC0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5F38268-C1AD-9ABA-2D3D-E92F040E638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1B5CE0-5F74-9540-564D-636A6B294D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06734C-7A35-38A1-822F-DFE14B4D42E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3EEF449-8802-C30A-49F1-BE6C781469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3107EF-C78F-8ADA-468E-FBC876401BE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B2EB063-8C85-915E-19C0-22AFCEEDD13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936E1A3-657E-4140-F35E-41267313A2EA}"/>
              </a:ext>
            </a:extLst>
          </p:cNvPr>
          <p:cNvGrpSpPr/>
          <p:nvPr/>
        </p:nvGrpSpPr>
        <p:grpSpPr>
          <a:xfrm>
            <a:off x="-10881920" y="2413392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1BD20D-2F69-10C0-2A76-D2D9AA800AFE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9A9D6F-4145-9A5F-1032-730914459E04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FCA5590-4779-4231-3AF2-B1591C344373}"/>
              </a:ext>
            </a:extLst>
          </p:cNvPr>
          <p:cNvSpPr/>
          <p:nvPr/>
        </p:nvSpPr>
        <p:spPr>
          <a:xfrm>
            <a:off x="-10407716" y="311023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34E7C8-880B-AD8E-3E38-91753F3D59AB}"/>
              </a:ext>
            </a:extLst>
          </p:cNvPr>
          <p:cNvSpPr txBox="1"/>
          <p:nvPr/>
        </p:nvSpPr>
        <p:spPr>
          <a:xfrm>
            <a:off x="-10156048" y="507559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3633F3-7668-CE90-B765-857F1387A867}"/>
              </a:ext>
            </a:extLst>
          </p:cNvPr>
          <p:cNvGrpSpPr/>
          <p:nvPr/>
        </p:nvGrpSpPr>
        <p:grpSpPr>
          <a:xfrm>
            <a:off x="-8025548" y="3094472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4C164E-47EA-E943-AA71-D78F2E59E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B92A7F-7DAC-19F5-17C4-3422BB5B46BF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208F29-E25F-274E-712C-2D392D177859}"/>
              </a:ext>
            </a:extLst>
          </p:cNvPr>
          <p:cNvGrpSpPr/>
          <p:nvPr/>
        </p:nvGrpSpPr>
        <p:grpSpPr>
          <a:xfrm>
            <a:off x="-8052221" y="3010198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D2F489-1E1D-6028-C06D-B734345E4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B16E866-636B-72DD-0952-40E8DD3BFD99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BF99E1E-EBB9-7D72-0D83-3F0CF6C0BFEF}"/>
              </a:ext>
            </a:extLst>
          </p:cNvPr>
          <p:cNvGrpSpPr/>
          <p:nvPr/>
        </p:nvGrpSpPr>
        <p:grpSpPr>
          <a:xfrm>
            <a:off x="-8069064" y="3024233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E6C7D19-F72D-4159-E52E-BCE97A4D4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AF77289-D26F-3696-3448-2A5744FEDC90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F76084A-FCD9-6CEB-D2EB-306A97670A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10834" y="4205005"/>
            <a:ext cx="1653683" cy="3276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D7C0BFB-3431-4051-A9D2-8999A16E28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00511" y="4607529"/>
            <a:ext cx="1996613" cy="312447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DA4EE369-D81C-0331-DA8E-31F87723050E}"/>
              </a:ext>
            </a:extLst>
          </p:cNvPr>
          <p:cNvGrpSpPr/>
          <p:nvPr/>
        </p:nvGrpSpPr>
        <p:grpSpPr>
          <a:xfrm>
            <a:off x="666214" y="1887896"/>
            <a:ext cx="10501621" cy="3740950"/>
            <a:chOff x="3412067" y="2286000"/>
            <a:chExt cx="4318001" cy="309205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684FA9B-5A73-841D-A226-C595101F735B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2CAAD7A-8296-089C-1920-DDE48357B3C3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Storage &amp; scope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5EBABF72-D6D0-941A-7FD2-1E0CD178A3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8109" y="2622745"/>
            <a:ext cx="3899199" cy="290634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872FB86-4F87-0E9C-D809-32FDA69F5B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41140"/>
          <a:stretch>
            <a:fillRect/>
          </a:stretch>
        </p:blipFill>
        <p:spPr>
          <a:xfrm>
            <a:off x="4568635" y="3110234"/>
            <a:ext cx="2057578" cy="20633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25BB99D-EBB3-BAFD-4DB6-79EFA44204C2}"/>
              </a:ext>
            </a:extLst>
          </p:cNvPr>
          <p:cNvSpPr txBox="1"/>
          <p:nvPr/>
        </p:nvSpPr>
        <p:spPr>
          <a:xfrm>
            <a:off x="6190045" y="3010198"/>
            <a:ext cx="251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rgbClr val="0060A8"/>
                </a:solidFill>
                <a:latin typeface="LM Roman 12" panose="00000500000000000000" pitchFamily="50" charset="0"/>
              </a:rPr>
              <a:t>GLOBAL</a:t>
            </a:r>
            <a:r>
              <a:rPr lang="en-ZA" b="1" dirty="0">
                <a:latin typeface="LM Roman 12" panose="00000500000000000000" pitchFamily="50" charset="0"/>
              </a:rPr>
              <a:t> variable</a:t>
            </a:r>
          </a:p>
        </p:txBody>
      </p:sp>
    </p:spTree>
    <p:extLst>
      <p:ext uri="{BB962C8B-B14F-4D97-AF65-F5344CB8AC3E}">
        <p14:creationId xmlns:p14="http://schemas.microsoft.com/office/powerpoint/2010/main" val="3885987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D2C2-67D0-F2B8-5162-1C2B45B5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D181E95-42CC-515E-D363-84A67459E7CE}"/>
              </a:ext>
            </a:extLst>
          </p:cNvPr>
          <p:cNvGrpSpPr/>
          <p:nvPr/>
        </p:nvGrpSpPr>
        <p:grpSpPr>
          <a:xfrm>
            <a:off x="12192000" y="23415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FADEA6-FCC9-C62E-62AE-09D1309853EC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A824AB-F804-E8F4-CEEE-C5B7642ADD38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C3828-CC75-E9E8-3562-DF93D4307345}"/>
              </a:ext>
            </a:extLst>
          </p:cNvPr>
          <p:cNvSpPr/>
          <p:nvPr/>
        </p:nvSpPr>
        <p:spPr>
          <a:xfrm>
            <a:off x="12429221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296FC3-F565-E5F4-3FA0-0BB12593B5D3}"/>
              </a:ext>
            </a:extLst>
          </p:cNvPr>
          <p:cNvSpPr/>
          <p:nvPr/>
        </p:nvSpPr>
        <p:spPr>
          <a:xfrm>
            <a:off x="15070994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4524EF-6738-4A1F-6546-04E487F8F005}"/>
              </a:ext>
            </a:extLst>
          </p:cNvPr>
          <p:cNvSpPr/>
          <p:nvPr/>
        </p:nvSpPr>
        <p:spPr>
          <a:xfrm>
            <a:off x="17712767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DD75D0-1CAE-FFA1-41BD-EF3547838E9F}"/>
              </a:ext>
            </a:extLst>
          </p:cNvPr>
          <p:cNvSpPr/>
          <p:nvPr/>
        </p:nvSpPr>
        <p:spPr>
          <a:xfrm>
            <a:off x="20354539" y="31307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B69A9-F8CA-ECF4-3363-44673A6CE324}"/>
              </a:ext>
            </a:extLst>
          </p:cNvPr>
          <p:cNvSpPr txBox="1"/>
          <p:nvPr/>
        </p:nvSpPr>
        <p:spPr>
          <a:xfrm>
            <a:off x="12932559" y="49581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0619A-2B50-5D8B-677E-59A1E16F5DB5}"/>
              </a:ext>
            </a:extLst>
          </p:cNvPr>
          <p:cNvSpPr txBox="1"/>
          <p:nvPr/>
        </p:nvSpPr>
        <p:spPr>
          <a:xfrm>
            <a:off x="15112606" y="49581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D6D39D-AD76-9150-3B19-9A3073850D28}"/>
              </a:ext>
            </a:extLst>
          </p:cNvPr>
          <p:cNvSpPr txBox="1"/>
          <p:nvPr/>
        </p:nvSpPr>
        <p:spPr>
          <a:xfrm>
            <a:off x="17939824" y="49581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15703-C2A2-789B-F839-61EA8073BD78}"/>
              </a:ext>
            </a:extLst>
          </p:cNvPr>
          <p:cNvSpPr txBox="1"/>
          <p:nvPr/>
        </p:nvSpPr>
        <p:spPr>
          <a:xfrm>
            <a:off x="20231021" y="49581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314510-25FE-6CCB-0DC0-7C5B24394C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0834" y="3317326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4B379F-23AC-6600-E50F-072A6E490F4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8077" y="37583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3179A3-0A19-C71D-9CEC-9CB327E5707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16117" y="39177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357F62-638E-F41E-1CA9-CAF05A399F9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75345" y="39480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4EB0363-FA1A-CA67-D838-5339AD84FE3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E125AB4-8359-C4E2-FB2D-8FF1F9EC4FA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5ABFF3-9ECC-4ACB-CC8D-E20CD26295F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3667BCA-F7B3-DB71-599F-AC9AC1FF762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3F8419CE-B294-7E78-7079-2BC54065E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7395FA-180E-01FA-C250-31E49AD8DAB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CCCB9A-ED36-C317-091D-55E9E19DCA2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8AF7129-0B1C-12EC-FBBC-3114FB6DD3CD}"/>
              </a:ext>
            </a:extLst>
          </p:cNvPr>
          <p:cNvGrpSpPr/>
          <p:nvPr/>
        </p:nvGrpSpPr>
        <p:grpSpPr>
          <a:xfrm>
            <a:off x="-10881920" y="2413392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C22C3C-7415-7BF6-0BB5-4BBB25CB1E69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0BC05A-F693-D153-449E-F0128855FEAA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EB3FDCB-146F-1903-A500-DCA6CFEB31FE}"/>
              </a:ext>
            </a:extLst>
          </p:cNvPr>
          <p:cNvSpPr/>
          <p:nvPr/>
        </p:nvSpPr>
        <p:spPr>
          <a:xfrm>
            <a:off x="-10407716" y="311023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3304B9-7C23-AAD0-0453-40800A5DD59E}"/>
              </a:ext>
            </a:extLst>
          </p:cNvPr>
          <p:cNvSpPr txBox="1"/>
          <p:nvPr/>
        </p:nvSpPr>
        <p:spPr>
          <a:xfrm>
            <a:off x="-10156048" y="507559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7BBB9D8-426C-CAB5-0F4B-042ACBA256C0}"/>
              </a:ext>
            </a:extLst>
          </p:cNvPr>
          <p:cNvGrpSpPr/>
          <p:nvPr/>
        </p:nvGrpSpPr>
        <p:grpSpPr>
          <a:xfrm>
            <a:off x="-8025548" y="3094472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F5AED1F-1DDD-018E-CBC5-02EBB26C7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CDB2A0-10B7-8931-7740-8BAD1C232471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2E867C-BD83-29F1-EDC3-E2D24BAC82D5}"/>
              </a:ext>
            </a:extLst>
          </p:cNvPr>
          <p:cNvGrpSpPr/>
          <p:nvPr/>
        </p:nvGrpSpPr>
        <p:grpSpPr>
          <a:xfrm>
            <a:off x="-8052221" y="3010198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973650-71F8-843C-CB05-75540FBD1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A9DDE1-072E-0404-69DA-4AA8D70E3A59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E89E6DC-21BA-3CA4-A8C2-5975E86D3ED7}"/>
              </a:ext>
            </a:extLst>
          </p:cNvPr>
          <p:cNvGrpSpPr/>
          <p:nvPr/>
        </p:nvGrpSpPr>
        <p:grpSpPr>
          <a:xfrm>
            <a:off x="-8069064" y="3024233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0FB0699-2DE4-9E42-A1D7-D12B6A973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D2E9479-7002-5852-BEE5-1B6997D83B7F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5200409B-C556-BC57-B493-7AEEDACEB8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10834" y="4205005"/>
            <a:ext cx="1653683" cy="3276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A378247-0BA9-8C13-587B-B23459EDAA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00511" y="4607529"/>
            <a:ext cx="1996613" cy="312447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704568E8-787C-01D7-952D-C57F05FDFBEA}"/>
              </a:ext>
            </a:extLst>
          </p:cNvPr>
          <p:cNvGrpSpPr/>
          <p:nvPr/>
        </p:nvGrpSpPr>
        <p:grpSpPr>
          <a:xfrm>
            <a:off x="666214" y="1887896"/>
            <a:ext cx="10501621" cy="3740950"/>
            <a:chOff x="3412067" y="2286000"/>
            <a:chExt cx="4318001" cy="309205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B010F08-D398-6236-B557-637A04EC0090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C3D0F63-97FF-A7A1-919F-8544FA5E6AC0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Storage &amp; scope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CABA11B1-F02C-5D94-E994-F6CBFF5488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8109" y="2622745"/>
            <a:ext cx="3899199" cy="290634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EEB411D-66A5-9DAD-C530-3A65F150D2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41140"/>
          <a:stretch>
            <a:fillRect/>
          </a:stretch>
        </p:blipFill>
        <p:spPr>
          <a:xfrm>
            <a:off x="4951328" y="3529036"/>
            <a:ext cx="2057578" cy="20633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B0A9769-F769-6378-B2EC-867A8CD14232}"/>
              </a:ext>
            </a:extLst>
          </p:cNvPr>
          <p:cNvSpPr txBox="1"/>
          <p:nvPr/>
        </p:nvSpPr>
        <p:spPr>
          <a:xfrm>
            <a:off x="6572738" y="3429000"/>
            <a:ext cx="251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rgbClr val="0060A8"/>
                </a:solidFill>
                <a:latin typeface="LM Roman 12" panose="00000500000000000000" pitchFamily="50" charset="0"/>
              </a:rPr>
              <a:t>LOCAL</a:t>
            </a:r>
            <a:r>
              <a:rPr lang="en-ZA" b="1" dirty="0">
                <a:latin typeface="LM Roman 12" panose="00000500000000000000" pitchFamily="50" charset="0"/>
              </a:rPr>
              <a:t> variable</a:t>
            </a:r>
          </a:p>
        </p:txBody>
      </p:sp>
    </p:spTree>
    <p:extLst>
      <p:ext uri="{BB962C8B-B14F-4D97-AF65-F5344CB8AC3E}">
        <p14:creationId xmlns:p14="http://schemas.microsoft.com/office/powerpoint/2010/main" val="654615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46A1-26F0-2318-9F56-52F0496F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DE8D-111C-E537-1918-23A040A51E47}"/>
              </a:ext>
            </a:extLst>
          </p:cNvPr>
          <p:cNvGrpSpPr/>
          <p:nvPr/>
        </p:nvGrpSpPr>
        <p:grpSpPr>
          <a:xfrm>
            <a:off x="12192000" y="2341518"/>
            <a:ext cx="10501621" cy="3092050"/>
            <a:chOff x="3412067" y="2286000"/>
            <a:chExt cx="4318001" cy="30920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1748EB-8FA1-9284-163C-7450CAFC3F31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9A6D9D-22FD-5E8B-0182-342784EEB7F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C’s built-in (primitive) data types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82EFC20-37C4-9C39-79E8-3A4EBAE87272}"/>
              </a:ext>
            </a:extLst>
          </p:cNvPr>
          <p:cNvSpPr/>
          <p:nvPr/>
        </p:nvSpPr>
        <p:spPr>
          <a:xfrm>
            <a:off x="12429221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B69DF6-61EE-7FA0-A0B8-1EC475E0D10B}"/>
              </a:ext>
            </a:extLst>
          </p:cNvPr>
          <p:cNvSpPr/>
          <p:nvPr/>
        </p:nvSpPr>
        <p:spPr>
          <a:xfrm>
            <a:off x="15070994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char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CB5BD-20D0-07E1-0596-54C19A85B7B6}"/>
              </a:ext>
            </a:extLst>
          </p:cNvPr>
          <p:cNvSpPr/>
          <p:nvPr/>
        </p:nvSpPr>
        <p:spPr>
          <a:xfrm>
            <a:off x="17712767" y="3130747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float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35A241-FF66-A5B1-9A14-C6B9501981A4}"/>
              </a:ext>
            </a:extLst>
          </p:cNvPr>
          <p:cNvSpPr/>
          <p:nvPr/>
        </p:nvSpPr>
        <p:spPr>
          <a:xfrm>
            <a:off x="20354539" y="3130746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rgbClr val="00467A"/>
                </a:solidFill>
              </a:rPr>
              <a:t>double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0489C-B827-EB24-31BC-27118FAC2BA2}"/>
              </a:ext>
            </a:extLst>
          </p:cNvPr>
          <p:cNvSpPr txBox="1"/>
          <p:nvPr/>
        </p:nvSpPr>
        <p:spPr>
          <a:xfrm>
            <a:off x="12932559" y="4958149"/>
            <a:ext cx="99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615F0-94E8-C3C0-7300-4A48593D88A8}"/>
              </a:ext>
            </a:extLst>
          </p:cNvPr>
          <p:cNvSpPr txBox="1"/>
          <p:nvPr/>
        </p:nvSpPr>
        <p:spPr>
          <a:xfrm>
            <a:off x="15112606" y="4958149"/>
            <a:ext cx="21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Characters/strings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8D2CE-43A1-911B-36A4-C98F968A58E9}"/>
              </a:ext>
            </a:extLst>
          </p:cNvPr>
          <p:cNvSpPr txBox="1"/>
          <p:nvPr/>
        </p:nvSpPr>
        <p:spPr>
          <a:xfrm>
            <a:off x="17939824" y="4958149"/>
            <a:ext cx="168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Floating-point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67019-EC9A-FF77-AAD0-DA52DF680D30}"/>
              </a:ext>
            </a:extLst>
          </p:cNvPr>
          <p:cNvSpPr txBox="1"/>
          <p:nvPr/>
        </p:nvSpPr>
        <p:spPr>
          <a:xfrm>
            <a:off x="20231021" y="4958149"/>
            <a:ext cx="25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Double floating-point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721F1F-4267-CF28-8644-87D4248C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0834" y="3317326"/>
            <a:ext cx="2057578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B16893-EE66-4E25-5F22-354D40755D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8077" y="3758371"/>
            <a:ext cx="1981372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4EC71B-58F6-994E-DDDF-7790ACC9841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16117" y="3917790"/>
            <a:ext cx="2156647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8B9490-950C-379F-1989-9E2D8B321B0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75345" y="3948054"/>
            <a:ext cx="2263336" cy="3048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BA07DF3-A5EC-2BFD-97F7-B40B1F1BD51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9B7F66A-02E1-4B58-0D57-881E3F877A1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E924B7-6039-8881-E7BC-8B8029C5D28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C3362DE-6E37-8DC3-8CE5-93021EBB661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D840E488-B4B0-76B5-F235-95818D56AF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402767-6088-6433-1857-B7988FD4672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5BF4CE4-6D7A-57D0-E165-3477F92E206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D15E522-E4F0-FEC7-0E43-F8375663E32A}"/>
              </a:ext>
            </a:extLst>
          </p:cNvPr>
          <p:cNvGrpSpPr/>
          <p:nvPr/>
        </p:nvGrpSpPr>
        <p:grpSpPr>
          <a:xfrm>
            <a:off x="-10881920" y="2413392"/>
            <a:ext cx="10675358" cy="3092050"/>
            <a:chOff x="3412067" y="2286000"/>
            <a:chExt cx="4318001" cy="30920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408FB2-5670-7630-E4FB-71A78697689C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3E49EA-CC7F-C6B8-31C0-22681538B357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data types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EFCADCA-5CC2-1B24-D240-3169A4C9D358}"/>
              </a:ext>
            </a:extLst>
          </p:cNvPr>
          <p:cNvSpPr/>
          <p:nvPr/>
        </p:nvSpPr>
        <p:spPr>
          <a:xfrm>
            <a:off x="-10407716" y="3110234"/>
            <a:ext cx="2139191" cy="18539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>
                <a:solidFill>
                  <a:srgbClr val="00467A"/>
                </a:solidFill>
              </a:rPr>
              <a:t>enum</a:t>
            </a:r>
            <a:endParaRPr lang="en-ZA" dirty="0">
              <a:solidFill>
                <a:srgbClr val="00467A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79643C-C09E-4B6F-76FB-D7F4BEE6F288}"/>
              </a:ext>
            </a:extLst>
          </p:cNvPr>
          <p:cNvSpPr txBox="1"/>
          <p:nvPr/>
        </p:nvSpPr>
        <p:spPr>
          <a:xfrm>
            <a:off x="-10156048" y="5075599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enumerations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A02453E-DD9E-09CB-83DE-0B53952CC6C1}"/>
              </a:ext>
            </a:extLst>
          </p:cNvPr>
          <p:cNvGrpSpPr/>
          <p:nvPr/>
        </p:nvGrpSpPr>
        <p:grpSpPr>
          <a:xfrm>
            <a:off x="-8025548" y="3094472"/>
            <a:ext cx="7448328" cy="2034716"/>
            <a:chOff x="3734652" y="2789646"/>
            <a:chExt cx="7448328" cy="20347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C768229-9AD5-75C0-987C-BD297FC42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4652" y="2789646"/>
              <a:ext cx="7399661" cy="203471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B0897C7-02AA-9403-102E-71AA450F1709}"/>
                </a:ext>
              </a:extLst>
            </p:cNvPr>
            <p:cNvSpPr txBox="1"/>
            <p:nvPr/>
          </p:nvSpPr>
          <p:spPr>
            <a:xfrm>
              <a:off x="10567427" y="286957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114099-3A4E-1F26-7B7E-A9E329E59465}"/>
              </a:ext>
            </a:extLst>
          </p:cNvPr>
          <p:cNvGrpSpPr/>
          <p:nvPr/>
        </p:nvGrpSpPr>
        <p:grpSpPr>
          <a:xfrm>
            <a:off x="-8052221" y="3010198"/>
            <a:ext cx="7534366" cy="2423370"/>
            <a:chOff x="2665717" y="2890038"/>
            <a:chExt cx="7534366" cy="24233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B414DC9-E3DD-0853-B20D-543AC8255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717" y="2890038"/>
              <a:ext cx="7453006" cy="24233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05D82B-28CF-4DFC-2DC5-A30798544DCE}"/>
                </a:ext>
              </a:extLst>
            </p:cNvPr>
            <p:cNvSpPr txBox="1"/>
            <p:nvPr/>
          </p:nvSpPr>
          <p:spPr>
            <a:xfrm>
              <a:off x="9584530" y="3193466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095B1FE-BD9C-3E61-2CF2-5E7B9C70AA3B}"/>
              </a:ext>
            </a:extLst>
          </p:cNvPr>
          <p:cNvGrpSpPr/>
          <p:nvPr/>
        </p:nvGrpSpPr>
        <p:grpSpPr>
          <a:xfrm>
            <a:off x="-8069064" y="3024233"/>
            <a:ext cx="7506709" cy="2434733"/>
            <a:chOff x="3181667" y="3732391"/>
            <a:chExt cx="7506709" cy="24347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291FE59-1EC1-39C3-6047-E2909C0D4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1551"/>
            <a:stretch>
              <a:fillRect/>
            </a:stretch>
          </p:blipFill>
          <p:spPr>
            <a:xfrm>
              <a:off x="3181667" y="3732391"/>
              <a:ext cx="7506709" cy="243473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885B9F-D284-3905-D4E2-E12762FBFE96}"/>
                </a:ext>
              </a:extLst>
            </p:cNvPr>
            <p:cNvSpPr txBox="1"/>
            <p:nvPr/>
          </p:nvSpPr>
          <p:spPr>
            <a:xfrm>
              <a:off x="10041115" y="4019334"/>
              <a:ext cx="615553" cy="181556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sz="2800" b="1" dirty="0">
                  <a:latin typeface="LM Roman 12" panose="00000500000000000000" pitchFamily="50" charset="0"/>
                </a:rPr>
                <a:t>Example 3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68DCB8D5-79EB-5DD3-ECF2-8781F33588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10834" y="4205005"/>
            <a:ext cx="1653683" cy="3276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95D14CD-4E97-193E-3A91-517B242532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00511" y="4607529"/>
            <a:ext cx="1996613" cy="312447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8E952F6C-AC9A-01CB-67BE-69905CB52F45}"/>
              </a:ext>
            </a:extLst>
          </p:cNvPr>
          <p:cNvGrpSpPr/>
          <p:nvPr/>
        </p:nvGrpSpPr>
        <p:grpSpPr>
          <a:xfrm>
            <a:off x="666214" y="1887896"/>
            <a:ext cx="10501621" cy="3740950"/>
            <a:chOff x="3412067" y="2286000"/>
            <a:chExt cx="4318001" cy="309205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0920751-C4AA-41DF-C1AC-3667C761CE86}"/>
                </a:ext>
              </a:extLst>
            </p:cNvPr>
            <p:cNvSpPr/>
            <p:nvPr/>
          </p:nvSpPr>
          <p:spPr>
            <a:xfrm>
              <a:off x="3412067" y="2286000"/>
              <a:ext cx="4318001" cy="30920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C1E362-DF9F-2231-E8E5-D6844026F2FF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Storage &amp; scope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8272361F-61C9-E741-8DED-81AB43FD0D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8109" y="2622745"/>
            <a:ext cx="3899199" cy="290634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F89CA41-EA7E-1F1A-0316-849EE14B74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41140"/>
          <a:stretch>
            <a:fillRect/>
          </a:stretch>
        </p:blipFill>
        <p:spPr>
          <a:xfrm>
            <a:off x="4937534" y="4900083"/>
            <a:ext cx="2057578" cy="20633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78D5FB2-4EAB-2A21-870E-28D9A480A912}"/>
              </a:ext>
            </a:extLst>
          </p:cNvPr>
          <p:cNvSpPr txBox="1"/>
          <p:nvPr/>
        </p:nvSpPr>
        <p:spPr>
          <a:xfrm>
            <a:off x="6558944" y="4800047"/>
            <a:ext cx="251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rgbClr val="0060A8"/>
                </a:solidFill>
                <a:latin typeface="LM Roman 12" panose="00000500000000000000" pitchFamily="50" charset="0"/>
              </a:rPr>
              <a:t>LOCAL</a:t>
            </a:r>
            <a:r>
              <a:rPr lang="en-ZA" b="1" dirty="0">
                <a:latin typeface="LM Roman 12" panose="00000500000000000000" pitchFamily="50" charset="0"/>
              </a:rPr>
              <a:t>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13259-A0CE-C28D-2175-9D20D017247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11688" b="6497"/>
          <a:stretch>
            <a:fillRect/>
          </a:stretch>
        </p:blipFill>
        <p:spPr>
          <a:xfrm>
            <a:off x="4822611" y="4924868"/>
            <a:ext cx="1736333" cy="1567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5DF7C4C-D842-32C7-A1EE-8A6655426E23}"/>
              </a:ext>
            </a:extLst>
          </p:cNvPr>
          <p:cNvSpPr txBox="1"/>
          <p:nvPr/>
        </p:nvSpPr>
        <p:spPr>
          <a:xfrm>
            <a:off x="4794637" y="4818582"/>
            <a:ext cx="58023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55391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D635-A846-1D42-ACFD-764F42C4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4499D4C-FC41-8D15-4F9E-2468F389E30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FB344B1-A943-8EA2-F639-8EB96611BB0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993FA9-4254-D80D-3B40-9AFFB6F34C3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279F6C-6D6E-9F20-8D6A-881C173C604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68EDF70D-3253-42F4-E28F-DAA9EA801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543B7B8-46A8-4FD8-6EE2-2CAADD31898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590C5D6-2138-4093-96BE-E0C2A15D655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Recursion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F8226F64-7076-4AE4-A5ED-066BB4D16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547" y="914400"/>
            <a:ext cx="4060478" cy="584891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CAB8E20-9621-3E0F-E3A7-48A0F859EA20}"/>
              </a:ext>
            </a:extLst>
          </p:cNvPr>
          <p:cNvSpPr txBox="1"/>
          <p:nvPr/>
        </p:nvSpPr>
        <p:spPr>
          <a:xfrm rot="16200000">
            <a:off x="-29725" y="3322493"/>
            <a:ext cx="289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Sample code (Practical 4)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9248041-02A7-5378-146A-09543DEFF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322" y="2057178"/>
            <a:ext cx="5654530" cy="92210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3ED19AD-1F38-0826-C22E-B2AC0040BF72}"/>
              </a:ext>
            </a:extLst>
          </p:cNvPr>
          <p:cNvGrpSpPr/>
          <p:nvPr/>
        </p:nvGrpSpPr>
        <p:grpSpPr>
          <a:xfrm>
            <a:off x="6402519" y="3174400"/>
            <a:ext cx="4298137" cy="2954257"/>
            <a:chOff x="3412067" y="2286000"/>
            <a:chExt cx="4318001" cy="329700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40823B0-30BF-F084-5D05-BB71F87BCB5C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Recursion is when a function calls itself, either directly or indirectly through another function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8F5A79-BEAE-926D-17B7-E6184C8A7DD1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 dirty="0">
                  <a:latin typeface="LM Roman 12" panose="00000500000000000000" pitchFamily="50" charset="0"/>
                </a:rPr>
                <a:t>recursion</a:t>
              </a:r>
              <a:endParaRPr lang="en-ZA" dirty="0">
                <a:latin typeface="LM Roman 12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99263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909AD-38D1-9407-2F26-5B7C50B5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06AC402-672C-C803-29FB-5686B7B9312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A661479-F296-5707-A9F8-35026DEF687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A68BD1-988F-23BF-E51D-B72E23E23EE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6A1AF0-F4D3-034A-CAC2-FC70C4C3C08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6DE1310-B430-D693-4C5D-493DFD0DF3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12A6014-6B08-EC44-8488-FC57245D33C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A8468A5-36EE-96F0-E1B4-16099B8BDBC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Recursion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63C02151-9079-6383-10A0-E4F863584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73" y="1492091"/>
            <a:ext cx="6477022" cy="105622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52E3847-C05B-5F25-547D-B706F1456E79}"/>
              </a:ext>
            </a:extLst>
          </p:cNvPr>
          <p:cNvGrpSpPr/>
          <p:nvPr/>
        </p:nvGrpSpPr>
        <p:grpSpPr>
          <a:xfrm>
            <a:off x="241205" y="2183800"/>
            <a:ext cx="4298137" cy="2954257"/>
            <a:chOff x="3412067" y="2286000"/>
            <a:chExt cx="4318001" cy="329700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DA8D05A-4E98-8151-81E3-C7E6CDCA0EE4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Recursion is when a function calls itself, either directly or indirectly through another function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6F7A694-24A7-44CD-2FDC-84A395E0E372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 dirty="0">
                  <a:latin typeface="LM Roman 12" panose="00000500000000000000" pitchFamily="50" charset="0"/>
                </a:rPr>
                <a:t>recursion</a:t>
              </a:r>
              <a:endParaRPr lang="en-ZA" dirty="0">
                <a:latin typeface="LM Roman 12" panose="00000500000000000000" pitchFamily="50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6622A8-D628-9876-EB55-E31B7139E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773" y="2773583"/>
            <a:ext cx="6477022" cy="2538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E21C1-9844-A08F-8B84-55514E2E1C9A}"/>
              </a:ext>
            </a:extLst>
          </p:cNvPr>
          <p:cNvSpPr txBox="1"/>
          <p:nvPr/>
        </p:nvSpPr>
        <p:spPr>
          <a:xfrm>
            <a:off x="3548743" y="5904428"/>
            <a:ext cx="5840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EXAMPLES OF RECURSIVE PROBLEM SOLVING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743D4-BBAE-D21A-F911-4BDAD2BC9055}"/>
              </a:ext>
            </a:extLst>
          </p:cNvPr>
          <p:cNvSpPr txBox="1"/>
          <p:nvPr/>
        </p:nvSpPr>
        <p:spPr>
          <a:xfrm>
            <a:off x="121460" y="6488668"/>
            <a:ext cx="4417881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Finding the smallest Russian doll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8AC35E69-C799-A323-31E3-023F28E88E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7498" y="6865960"/>
              <a:ext cx="3048000" cy="1714500"/>
            </p:xfrm>
            <a:graphic>
              <a:graphicData uri="http://schemas.microsoft.com/office/powerpoint/2016/slidezoom">
                <pslz:sldZm>
                  <pslz:sldZmObj sldId="590" cId="2090051134">
                    <pslz:zmPr id="{5A467FCF-F13E-4B0B-9B8A-8A6C01D5D9BF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8AC35E69-C799-A323-31E3-023F28E88E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7498" y="6865960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15B0C0A-F184-6EC8-DF1D-B5FEB34F3386}"/>
              </a:ext>
            </a:extLst>
          </p:cNvPr>
          <p:cNvSpPr txBox="1"/>
          <p:nvPr/>
        </p:nvSpPr>
        <p:spPr>
          <a:xfrm>
            <a:off x="4606378" y="6488668"/>
            <a:ext cx="4417881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factorials n! = n(n-1)!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4ED9F1EE-BCB2-2066-91C7-A44F86A5C27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64183" y="6865960"/>
              <a:ext cx="3048000" cy="1714500"/>
            </p:xfrm>
            <a:graphic>
              <a:graphicData uri="http://schemas.microsoft.com/office/powerpoint/2016/slidezoom">
                <pslz:sldZm>
                  <pslz:sldZmObj sldId="592" cId="2447947835">
                    <pslz:zmPr id="{F16065D3-E958-4FE3-BB4C-913F51CA6401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4ED9F1EE-BCB2-2066-91C7-A44F86A5C2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4183" y="6865960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B9F780D-6D2E-9D11-407B-5E653454DB77}"/>
              </a:ext>
            </a:extLst>
          </p:cNvPr>
          <p:cNvSpPr txBox="1"/>
          <p:nvPr/>
        </p:nvSpPr>
        <p:spPr>
          <a:xfrm>
            <a:off x="9178379" y="6488668"/>
            <a:ext cx="3013622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Fibonacci sequence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6ABC16AE-2ADB-10BE-D66B-8BE419A77E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091296" y="6592950"/>
              <a:ext cx="3048000" cy="1714500"/>
            </p:xfrm>
            <a:graphic>
              <a:graphicData uri="http://schemas.microsoft.com/office/powerpoint/2016/slidezoom">
                <pslz:sldZm>
                  <pslz:sldZmObj sldId="593" cId="440183713">
                    <pslz:zmPr id="{3D6F9E4C-E45E-468D-A645-E2A1731967EB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extLst>
                  <a:ext uri="{FF2B5EF4-FFF2-40B4-BE49-F238E27FC236}">
                    <a16:creationId xmlns:a16="http://schemas.microsoft.com/office/drawing/2014/main" id="{6ABC16AE-2ADB-10BE-D66B-8BE419A77E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91296" y="6592950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504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tryoshka Doll by Gal Shir #Design Popular #Dribbble #shots | Wizard of oz  gif wallpaper, Nodders">
            <a:extLst>
              <a:ext uri="{FF2B5EF4-FFF2-40B4-BE49-F238E27FC236}">
                <a16:creationId xmlns:a16="http://schemas.microsoft.com/office/drawing/2014/main" id="{FBC3AF0D-C9BF-CCDF-DE0A-1918D35B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629" y="-1126672"/>
            <a:ext cx="12703629" cy="952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5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05A266-C6B3-0B3E-1D10-5E421D5A0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14" y="71959"/>
            <a:ext cx="10879435" cy="67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47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bonacci Numbers and Golden Ratio (solutions, examples, videos)">
            <a:extLst>
              <a:ext uri="{FF2B5EF4-FFF2-40B4-BE49-F238E27FC236}">
                <a16:creationId xmlns:a16="http://schemas.microsoft.com/office/drawing/2014/main" id="{3E53DC08-D439-59BE-95E3-ABB2CED3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" y="1252478"/>
            <a:ext cx="5748111" cy="5102601"/>
          </a:xfrm>
          <a:prstGeom prst="rect">
            <a:avLst/>
          </a:prstGeom>
        </p:spPr>
      </p:pic>
      <p:pic>
        <p:nvPicPr>
          <p:cNvPr id="8" name="Picture 7" descr="Building the Fibonacci Series with Recursive Logic | by Thota Yaminisri |  Medium">
            <a:extLst>
              <a:ext uri="{FF2B5EF4-FFF2-40B4-BE49-F238E27FC236}">
                <a16:creationId xmlns:a16="http://schemas.microsoft.com/office/drawing/2014/main" id="{590A65EF-E088-11C3-C5BD-0C727E4717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58"/>
          <a:stretch>
            <a:fillRect/>
          </a:stretch>
        </p:blipFill>
        <p:spPr>
          <a:xfrm>
            <a:off x="5927342" y="1252478"/>
            <a:ext cx="6274345" cy="510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83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C3948-E177-A039-455F-C2D76983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9DEE757-7B68-4D31-C3B1-6ADA637A0ED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1D1FFDE-B491-4B0F-3A02-7CB4E0A4761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A3A274-4AC7-BC55-7028-02AC0F8048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D15F27-8530-E2E7-D9A9-616C0D54270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59D39BF-96B4-1663-0F63-077C8A942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47DA8D-BD5F-9DC5-243D-9F3B5957C4E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14ADC4C-257E-5F54-1D7E-CE6B4251CEC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1: factorials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9A1B73-2794-2707-B068-B6D0D2B092B8}"/>
              </a:ext>
            </a:extLst>
          </p:cNvPr>
          <p:cNvGrpSpPr/>
          <p:nvPr/>
        </p:nvGrpSpPr>
        <p:grpSpPr>
          <a:xfrm>
            <a:off x="241205" y="2183800"/>
            <a:ext cx="4298137" cy="2954257"/>
            <a:chOff x="3412067" y="2286000"/>
            <a:chExt cx="4318001" cy="329700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5C0A15-1703-967C-D1E2-38195468C1D5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Recursion is when a function calls itself, either directly or indirectly through another function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286B2CE-18A4-044B-4BDF-71244020AFC3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 dirty="0">
                  <a:latin typeface="LM Roman 12" panose="00000500000000000000" pitchFamily="50" charset="0"/>
                </a:rPr>
                <a:t>recursion</a:t>
              </a:r>
              <a:endParaRPr lang="en-ZA" dirty="0">
                <a:latin typeface="LM Roman 12" panose="00000500000000000000" pitchFamily="50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0DD3ACB-B04D-9909-FEBF-E5984005BD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90" b="43872"/>
          <a:stretch>
            <a:fillRect/>
          </a:stretch>
        </p:blipFill>
        <p:spPr>
          <a:xfrm>
            <a:off x="4555220" y="3558540"/>
            <a:ext cx="7395575" cy="12954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B06CC-4332-EB60-9A0A-D78E3B00F8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129"/>
          <a:stretch>
            <a:fillRect/>
          </a:stretch>
        </p:blipFill>
        <p:spPr>
          <a:xfrm>
            <a:off x="4571098" y="2619503"/>
            <a:ext cx="7395575" cy="103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96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A2FA-0918-8D56-33C8-0DEA1364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6A97016-03D7-5620-E723-7115621D7ED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856A0EA-5A6D-6870-714A-EFBB7DCD69E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040652-A140-29C8-8D3C-75AD8E8B08F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ECC32D-54B6-A2B3-27C3-C28D2A956D3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F7F21A6A-5600-254A-C274-298AF1B55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69B8DA-6D94-AFA5-8E59-B17D7B28037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DEC8D05-6733-D9CF-9A9C-475938FE02C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2: Fibonacci sequence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6BCCB6D-94CE-D878-AF62-7FD100BA66CD}"/>
              </a:ext>
            </a:extLst>
          </p:cNvPr>
          <p:cNvGrpSpPr/>
          <p:nvPr/>
        </p:nvGrpSpPr>
        <p:grpSpPr>
          <a:xfrm>
            <a:off x="241205" y="2183800"/>
            <a:ext cx="4298137" cy="2954257"/>
            <a:chOff x="3412067" y="2286000"/>
            <a:chExt cx="4318001" cy="329700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7CB994E-67D9-C516-4DC5-822982127304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Recursion is when a function calls itself, either directly or indirectly through another function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47A7D52-A95A-DC57-E3F0-752B867A5B7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 dirty="0">
                  <a:latin typeface="LM Roman 12" panose="00000500000000000000" pitchFamily="50" charset="0"/>
                </a:rPr>
                <a:t>recursion</a:t>
              </a:r>
              <a:endParaRPr lang="en-ZA" dirty="0">
                <a:latin typeface="LM Roman 12" panose="00000500000000000000" pitchFamily="50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0EAC14D-8BA8-C995-D0B7-DBE2E7905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887" y="3133614"/>
            <a:ext cx="7479113" cy="282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B402E-7BB0-8E86-1443-B94F59E8A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87" y="1995538"/>
            <a:ext cx="7479113" cy="9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31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29AB-990A-71DC-1522-4AE61818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05191C4-4F9D-9E33-5004-0311A51E498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B999C0C-6534-C8BD-EDA4-41015C14D15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AAA888B-D6EA-402D-A6C7-007CF9677AC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1E19BC-0BDD-8319-6576-A3EDCE92F06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FB8CAEF-65C0-0B3B-B8B9-5A90D7130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DBDC4E-6EED-109E-F23A-DD3E8FF3A75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17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2778FA-97B1-E17A-3F81-087EBDB343D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Recursion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EFD1CB-20BF-A1A1-3689-8EEA3A0E4C57}"/>
              </a:ext>
            </a:extLst>
          </p:cNvPr>
          <p:cNvGrpSpPr/>
          <p:nvPr/>
        </p:nvGrpSpPr>
        <p:grpSpPr>
          <a:xfrm>
            <a:off x="241205" y="2183800"/>
            <a:ext cx="4298137" cy="2954257"/>
            <a:chOff x="3412067" y="2286000"/>
            <a:chExt cx="4318001" cy="329700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38E9D6F-8B68-0506-6BCB-8E0CB4EEB56C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Recursion is when a function calls itself, either directly or indirectly through another function</a:t>
              </a:r>
              <a:endParaRPr lang="en-ZA" sz="2000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BFCC8EC-2005-21A9-17BB-FE6F7EDD7AD2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 dirty="0">
                  <a:latin typeface="LM Roman 12" panose="00000500000000000000" pitchFamily="50" charset="0"/>
                </a:rPr>
                <a:t>recursion</a:t>
              </a:r>
              <a:endParaRPr lang="en-ZA" dirty="0">
                <a:latin typeface="LM Roman 12" panose="00000500000000000000" pitchFamily="50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9A06330-0B60-1479-C69A-FDC449DEB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398" y="2923904"/>
            <a:ext cx="7110397" cy="17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35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222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2026-08-23T20:13:05Z</dcterms:created>
  <dcterms:modified xsi:type="dcterms:W3CDTF">2026-08-23T20:13:32Z</dcterms:modified>
</cp:coreProperties>
</file>