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597" r:id="rId2"/>
    <p:sldId id="610" r:id="rId3"/>
    <p:sldId id="61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59638-6B04-4E3F-A215-54F7CF0B1BE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7C80E-F9E6-4C5F-A659-AB06FD89A188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91294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D383-9F30-7F88-BD61-47F2BFE2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B729-C356-F1ED-4A68-5F571B6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6E9E0-55EF-83D2-E7BC-B83616923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ZA" dirty="0"/>
              <a:t>Welcome to lecture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69AB1F-4700-36D7-8D2E-F4808B0E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94D90-D1D3-263E-C6A8-7E1DA4842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0943E-DA53-CF8F-815D-9923F9541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A5682-B017-2518-AC0E-2E603A100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3A075-F215-ED3F-B383-D261B2531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26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303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7E90D-34AF-BD84-EB64-18C8E0B407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D205C-A44C-1C0B-2230-1460BDABD6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0C85B-BF76-5870-2775-CAC10EAD3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2C387-8FE9-5C98-B008-19550936C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649EA-7C51-D885-9E14-836617342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69861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8D38-BB2E-322E-065F-AB7BC0617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512EA-DAC4-D481-DC24-D34547A0A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1BB7A-B8B5-7E53-1C12-13356B7CD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D9D30-E71D-44A5-250B-3EFC5446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39406-09BE-FD2D-0BC1-FDB6FE491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85002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30739-0DDB-C256-009B-EDD6EB1D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684F7-AEEB-591B-4930-E43B035F5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5E41C-D604-BA2A-FBC8-1C8E856A4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0A00B-6201-B6E9-43B0-4076C2779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B95F8-1776-4B13-E920-C24902EA3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89539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B452-328B-2386-5B13-491022F1C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41A06-04AB-097C-7BE0-663AF46A4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683CE-B78C-B9C6-FFA4-824ED3BF23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6DB0A-04EB-4AFE-280A-7EC98E166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6F300A-E0B3-E4F2-B0E0-11464C12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8C321-CCE4-AA37-01F9-23FC613D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34237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51439-7840-219C-4E56-F02C2E9E3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D14D6-E077-FAE9-D633-9EEBCDD88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084FD-F970-C683-7164-F0486C63C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AC81C1-558F-DEB0-F4B6-6FFF15F455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4CDF5A-904E-67D8-CFED-4E0B844899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1587EA-E273-06B5-2F31-30E9B538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9CED3-EE93-9A8C-D8A3-8A716AC4B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9C301-0BEC-569B-009F-9B86E4E7F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61878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58B7-5C44-7B5E-5B9A-207B253F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01E05D-F125-B49E-9FED-7C6895A0A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74C7A-C1D7-EDC4-BA5E-6FBD7D0C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7A0470-6173-A70E-943A-4075D368F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77325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AF0265-11B9-FDC2-B9AF-1FE0DC02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497651-E3C5-3766-CBAD-BD5FA6231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8CA26-439A-0AA7-5CDE-D544BA704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44386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A3592-78E1-7357-8E9C-EB7A3B5DF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AF85-1AE9-F163-528B-5ABEFE565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09B9A1-71E3-2BA6-6D28-9F956F0CA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19A93-BD2E-F0B7-CD58-8BDA79C9E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1AF90-1384-0E5E-3FF1-F457C7D4B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CEE92-28D9-E25F-5DD6-E41397E0D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48302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06BD-2465-89E8-EAD0-D384FB51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9A3257-8E84-0B48-B19B-718788A3DB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20F000-440F-61A3-DED4-F0F7A33AC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0F65C-E1F4-EC1B-799A-74FD15CBC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49FF1A-0BE8-0824-857F-31F69BAD4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3A383-0E82-1E27-56F5-D48737DF9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64695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2AAD6-1102-F37F-A5E6-7A3DDFDC8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1B3F36-0A82-7A9A-B60F-6A4E9AA33F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C162-B30A-41BD-0528-2367AB2DB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FD498-6A3F-0BC0-CDF5-AF29A53D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D6E5E-4F4B-93E3-BDFC-14C6DE24E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8964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D02140-90AB-AF3D-8AC4-BA220E907D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4D84C6-42F0-7065-018D-AFCF3F154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B23E6-791E-EC4F-EA2E-562C3CE7B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7D7C2-93BA-A92B-3A2C-6D381155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4F120-F5D7-BD00-02E9-918A43AF1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335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E0FD85-7A2D-A79D-8176-661F74A5C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9ED1E-843E-4594-AB2D-48F7CC0E6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CC5ED-C550-0C0F-66C9-C4E6382A3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A8272-51F7-4892-8746-9ED96CBD4A2A}" type="datetimeFigureOut">
              <a:rPr lang="en-ZA" smtClean="0"/>
              <a:t>2026/08/20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F3CC7-3B9E-AF67-5A9A-16DAEB12EA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14EB-4297-0F0B-3255-E6061591A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35BFE-AC06-4014-AF8E-D970F5D8635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70632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lkhobo@sun.ac.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4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5248-0A11-1014-9595-284654579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EC74C40-289A-CA47-2A9E-CB243EF9FF06}"/>
              </a:ext>
            </a:extLst>
          </p:cNvPr>
          <p:cNvSpPr txBox="1"/>
          <p:nvPr/>
        </p:nvSpPr>
        <p:spPr>
          <a:xfrm>
            <a:off x="322513" y="1882740"/>
            <a:ext cx="1133277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6. Arrays II</a:t>
            </a:r>
            <a:endParaRPr kumimoji="0" lang="en-ZA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Lecture 14| Using character arrays to Store &amp; manipulate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	  	strings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Passing strings to functions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Searching arrays: linear and binary search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DE2B1-C8C5-DEBE-B93A-8AC9B1EB7547}"/>
              </a:ext>
            </a:extLst>
          </p:cNvPr>
          <p:cNvSpPr txBox="1"/>
          <p:nvPr/>
        </p:nvSpPr>
        <p:spPr>
          <a:xfrm>
            <a:off x="406459" y="480836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Isaac Khobo, PhD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  <a:hlinkClick r:id="rId3"/>
              </a:rPr>
              <a:t>ilkhobo@sun.ac.za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) 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594C48-601C-D5CE-431C-D921186F132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B5681A8-2EBE-6A64-9DDA-1BE624E59B7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078CB2-B273-986D-CD04-FAC5C419FB3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7D41F6-C4F6-42E9-1E60-17867AA4F1C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DB167F92-740E-6BA7-27A0-DB69BBAD4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93DD671-6E7B-06CE-9A2D-78AB0133EE61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 dirty="0">
                    <a:solidFill>
                      <a:prstClr val="white"/>
                    </a:solidFill>
                    <a:latin typeface="Aptos" panose="02110004020202020204"/>
                  </a:rPr>
                  <a:t>21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F6909DB-321F-0D3E-C4DE-934341ACBEE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PROGRAMMING IN 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076924-44A7-AFA3-D2D3-FEB8DE4DD9A9}"/>
              </a:ext>
            </a:extLst>
          </p:cNvPr>
          <p:cNvSpPr txBox="1"/>
          <p:nvPr/>
        </p:nvSpPr>
        <p:spPr>
          <a:xfrm>
            <a:off x="7980649" y="6304002"/>
            <a:ext cx="2175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1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Chapters 6: Arrays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D839E-86FA-C032-F937-C78BFE4E0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987" y="2841912"/>
            <a:ext cx="5464013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0102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166AD-BDCF-629C-D652-781980D69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75196452-7D4E-6BEB-1CE6-84B21DCB056E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75E420C-D2E4-D58F-E760-FBE9E794646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3FC197-1DF5-0E9C-933C-4ABAA09C527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544A47-7D9E-6F33-59D6-520B870BB6E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39" name="Picture 38" descr="Stellenbosch_University_new_logo_slogan_for-web-02 | SMF News">
                <a:extLst>
                  <a:ext uri="{FF2B5EF4-FFF2-40B4-BE49-F238E27FC236}">
                    <a16:creationId xmlns:a16="http://schemas.microsoft.com/office/drawing/2014/main" id="{E4357194-3C4C-2F0E-840E-8D6BB74081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457925-36D3-E199-3DA7-8147B47E3E8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2825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 19 August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CAFEA60-268B-5E00-A1D6-DAAF289430CF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Array: examples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BED0057-04E4-769F-E8C0-994EB28F9D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180" y="914400"/>
            <a:ext cx="9206294" cy="1836296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Slide Zoom 5">
                <a:extLst>
                  <a:ext uri="{FF2B5EF4-FFF2-40B4-BE49-F238E27FC236}">
                    <a16:creationId xmlns:a16="http://schemas.microsoft.com/office/drawing/2014/main" id="{BF917E6C-F01F-2E10-831A-44F99614FC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330912" y="2585021"/>
              <a:ext cx="7439701" cy="4184832"/>
            </p:xfrm>
            <a:graphic>
              <a:graphicData uri="http://schemas.microsoft.com/office/powerpoint/2016/slidezoom">
                <pslz:sldZm>
                  <pslz:sldZmObj sldId="611" cId="292365743">
                    <pslz:zmPr id="{64BF498B-52DF-4401-8453-150BAF98C647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439701" cy="4184832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Slide Zoom 5">
                <a:extLst>
                  <a:ext uri="{FF2B5EF4-FFF2-40B4-BE49-F238E27FC236}">
                    <a16:creationId xmlns:a16="http://schemas.microsoft.com/office/drawing/2014/main" id="{BF917E6C-F01F-2E10-831A-44F99614FC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30912" y="2585021"/>
                <a:ext cx="7439701" cy="418483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6188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9BAA69-A061-56F1-7AF8-049DA37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9" y="117512"/>
            <a:ext cx="7515490" cy="67404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9E97CB-B910-AD6F-92A1-3AD269B1A5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307"/>
          <a:stretch>
            <a:fillRect/>
          </a:stretch>
        </p:blipFill>
        <p:spPr>
          <a:xfrm>
            <a:off x="7509352" y="1578428"/>
            <a:ext cx="4606149" cy="3080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65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88</Words>
  <Application>Microsoft Office PowerPoint</Application>
  <PresentationFormat>Widescreen</PresentationFormat>
  <Paragraphs>19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Bradley Hand ITC</vt:lpstr>
      <vt:lpstr>LM Roman 12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Khobo</dc:creator>
  <cp:lastModifiedBy>Isaac Khobo</cp:lastModifiedBy>
  <cp:revision>1</cp:revision>
  <dcterms:created xsi:type="dcterms:W3CDTF">2026-08-20T17:34:50Z</dcterms:created>
  <dcterms:modified xsi:type="dcterms:W3CDTF">2026-08-20T17:39:19Z</dcterms:modified>
</cp:coreProperties>
</file>