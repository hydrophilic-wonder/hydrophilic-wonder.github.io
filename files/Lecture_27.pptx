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597" r:id="rId2"/>
    <p:sldId id="598" r:id="rId3"/>
    <p:sldId id="629" r:id="rId4"/>
    <p:sldId id="599" r:id="rId5"/>
    <p:sldId id="630" r:id="rId6"/>
    <p:sldId id="632" r:id="rId7"/>
    <p:sldId id="634" r:id="rId8"/>
    <p:sldId id="624" r:id="rId9"/>
    <p:sldId id="640" r:id="rId10"/>
    <p:sldId id="637" r:id="rId11"/>
    <p:sldId id="638" r:id="rId12"/>
    <p:sldId id="639" r:id="rId13"/>
    <p:sldId id="635" r:id="rId14"/>
    <p:sldId id="643" r:id="rId15"/>
    <p:sldId id="644" r:id="rId16"/>
    <p:sldId id="641" r:id="rId17"/>
    <p:sldId id="642" r:id="rId18"/>
    <p:sldId id="645" r:id="rId19"/>
    <p:sldId id="646" r:id="rId20"/>
    <p:sldId id="647" r:id="rId21"/>
    <p:sldId id="648" r:id="rId22"/>
    <p:sldId id="649" r:id="rId23"/>
    <p:sldId id="650" r:id="rId24"/>
    <p:sldId id="651" r:id="rId25"/>
    <p:sldId id="652" r:id="rId26"/>
    <p:sldId id="653" r:id="rId27"/>
    <p:sldId id="654" r:id="rId28"/>
    <p:sldId id="633" r:id="rId29"/>
    <p:sldId id="655" r:id="rId30"/>
    <p:sldId id="627" r:id="rId31"/>
    <p:sldId id="626" r:id="rId32"/>
    <p:sldId id="60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7CB49-19B4-45DD-92FC-20A18EA77EAD}" v="109" dt="2026-10-09T05:43:58.078"/>
    <p1510:client id="{A927E5E9-E531-473E-B9A5-65DF49921D69}" v="13" dt="2026-10-08T18:06:38.8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obo, IL, Dr [ilkhobo@sun.ac.za]" userId="b519a442-dcea-4a28-9c45-7e29f1df5837" providerId="ADAL" clId="{8BC8A5CF-2DB3-45E9-BF57-F2ED810C291E}"/>
    <pc:docChg chg="undo redo custSel addSld delSld modSld sldOrd">
      <pc:chgData name="Khobo, IL, Dr [ilkhobo@sun.ac.za]" userId="b519a442-dcea-4a28-9c45-7e29f1df5837" providerId="ADAL" clId="{8BC8A5CF-2DB3-45E9-BF57-F2ED810C291E}" dt="2026-10-08T18:10:41.954" v="7445" actId="1076"/>
      <pc:docMkLst>
        <pc:docMk/>
      </pc:docMkLst>
      <pc:sldChg chg="modSp mod modNotesTx">
        <pc:chgData name="Khobo, IL, Dr [ilkhobo@sun.ac.za]" userId="b519a442-dcea-4a28-9c45-7e29f1df5837" providerId="ADAL" clId="{8BC8A5CF-2DB3-45E9-BF57-F2ED810C291E}" dt="2026-10-06T17:53:05.536" v="6263" actId="207"/>
        <pc:sldMkLst>
          <pc:docMk/>
          <pc:sldMk cId="2601401026" sldId="597"/>
        </pc:sldMkLst>
        <pc:spChg chg="mod">
          <ac:chgData name="Khobo, IL, Dr [ilkhobo@sun.ac.za]" userId="b519a442-dcea-4a28-9c45-7e29f1df5837" providerId="ADAL" clId="{8BC8A5CF-2DB3-45E9-BF57-F2ED810C291E}" dt="2026-09-15T10:02:44.178" v="55" actId="1076"/>
          <ac:spMkLst>
            <pc:docMk/>
            <pc:sldMk cId="2601401026" sldId="597"/>
            <ac:spMk id="13" creationId="{20076924-44A7-AFA3-D2D3-FEB8DE4DD9A9}"/>
          </ac:spMkLst>
        </pc:spChg>
        <pc:spChg chg="mod">
          <ac:chgData name="Khobo, IL, Dr [ilkhobo@sun.ac.za]" userId="b519a442-dcea-4a28-9c45-7e29f1df5837" providerId="ADAL" clId="{8BC8A5CF-2DB3-45E9-BF57-F2ED810C291E}" dt="2026-10-06T17:53:05.536" v="6263" actId="207"/>
          <ac:spMkLst>
            <pc:docMk/>
            <pc:sldMk cId="2601401026" sldId="597"/>
            <ac:spMk id="17" creationId="{7EC74C40-289A-CA47-2A9E-CB243EF9FF06}"/>
          </ac:spMkLst>
        </pc:spChg>
        <pc:spChg chg="mod">
          <ac:chgData name="Khobo, IL, Dr [ilkhobo@sun.ac.za]" userId="b519a442-dcea-4a28-9c45-7e29f1df5837" providerId="ADAL" clId="{8BC8A5CF-2DB3-45E9-BF57-F2ED810C291E}" dt="2026-10-06T17:40:04.564" v="5855" actId="20577"/>
          <ac:spMkLst>
            <pc:docMk/>
            <pc:sldMk cId="2601401026" sldId="597"/>
            <ac:spMk id="34" creationId="{593DD671-6E7B-06CE-9A2D-78AB0133EE61}"/>
          </ac:spMkLst>
        </pc:spChg>
      </pc:sldChg>
      <pc:sldChg chg="addSp delSp modSp mod addAnim delAnim modAnim">
        <pc:chgData name="Khobo, IL, Dr [ilkhobo@sun.ac.za]" userId="b519a442-dcea-4a28-9c45-7e29f1df5837" providerId="ADAL" clId="{8BC8A5CF-2DB3-45E9-BF57-F2ED810C291E}" dt="2026-10-06T21:41:42.300" v="7100" actId="1076"/>
        <pc:sldMkLst>
          <pc:docMk/>
          <pc:sldMk cId="4217422227" sldId="599"/>
        </pc:sldMkLst>
        <pc:spChg chg="add mod">
          <ac:chgData name="Khobo, IL, Dr [ilkhobo@sun.ac.za]" userId="b519a442-dcea-4a28-9c45-7e29f1df5837" providerId="ADAL" clId="{8BC8A5CF-2DB3-45E9-BF57-F2ED810C291E}" dt="2026-10-04T15:13:14.997" v="5182" actId="20577"/>
          <ac:spMkLst>
            <pc:docMk/>
            <pc:sldMk cId="4217422227" sldId="599"/>
            <ac:spMk id="11" creationId="{4EE47463-724A-9191-841D-6F59B5883160}"/>
          </ac:spMkLst>
        </pc:spChg>
        <pc:spChg chg="mod">
          <ac:chgData name="Khobo, IL, Dr [ilkhobo@sun.ac.za]" userId="b519a442-dcea-4a28-9c45-7e29f1df5837" providerId="ADAL" clId="{8BC8A5CF-2DB3-45E9-BF57-F2ED810C291E}" dt="2026-10-01T20:16:26.975" v="4410"/>
          <ac:spMkLst>
            <pc:docMk/>
            <pc:sldMk cId="4217422227" sldId="599"/>
            <ac:spMk id="28" creationId="{50EA2319-0841-C4C0-1968-66099B0DD561}"/>
          </ac:spMkLst>
        </pc:spChg>
        <pc:spChg chg="mod">
          <ac:chgData name="Khobo, IL, Dr [ilkhobo@sun.ac.za]" userId="b519a442-dcea-4a28-9c45-7e29f1df5837" providerId="ADAL" clId="{8BC8A5CF-2DB3-45E9-BF57-F2ED810C291E}" dt="2026-10-01T20:16:26.975" v="4410"/>
          <ac:spMkLst>
            <pc:docMk/>
            <pc:sldMk cId="4217422227" sldId="599"/>
            <ac:spMk id="30" creationId="{BBD92169-A53D-E18F-925C-E4299266DDEC}"/>
          </ac:spMkLst>
        </pc:spChg>
        <pc:spChg chg="mod">
          <ac:chgData name="Khobo, IL, Dr [ilkhobo@sun.ac.za]" userId="b519a442-dcea-4a28-9c45-7e29f1df5837" providerId="ADAL" clId="{8BC8A5CF-2DB3-45E9-BF57-F2ED810C291E}" dt="2026-10-06T17:41:20.759" v="5980" actId="20577"/>
          <ac:spMkLst>
            <pc:docMk/>
            <pc:sldMk cId="4217422227" sldId="599"/>
            <ac:spMk id="34" creationId="{03FEF9E1-FBFC-4B6A-7F48-8A9667834489}"/>
          </ac:spMkLst>
        </pc:spChg>
        <pc:spChg chg="mod">
          <ac:chgData name="Khobo, IL, Dr [ilkhobo@sun.ac.za]" userId="b519a442-dcea-4a28-9c45-7e29f1df5837" providerId="ADAL" clId="{8BC8A5CF-2DB3-45E9-BF57-F2ED810C291E}" dt="2026-10-06T18:52:13.324" v="6291" actId="20577"/>
          <ac:spMkLst>
            <pc:docMk/>
            <pc:sldMk cId="4217422227" sldId="599"/>
            <ac:spMk id="36" creationId="{429E743A-632E-9EB3-5D21-ECF5187657DD}"/>
          </ac:spMkLst>
        </pc:spChg>
        <pc:grpChg chg="mod">
          <ac:chgData name="Khobo, IL, Dr [ilkhobo@sun.ac.za]" userId="b519a442-dcea-4a28-9c45-7e29f1df5837" providerId="ADAL" clId="{8BC8A5CF-2DB3-45E9-BF57-F2ED810C291E}" dt="2026-10-01T20:16:26.975" v="4410"/>
          <ac:grpSpMkLst>
            <pc:docMk/>
            <pc:sldMk cId="4217422227" sldId="599"/>
            <ac:grpSpMk id="35" creationId="{5C42DAD1-556A-FA8E-9CC4-0B6997C379C3}"/>
          </ac:grpSpMkLst>
        </pc:grpChg>
        <pc:grpChg chg="mod">
          <ac:chgData name="Khobo, IL, Dr [ilkhobo@sun.ac.za]" userId="b519a442-dcea-4a28-9c45-7e29f1df5837" providerId="ADAL" clId="{8BC8A5CF-2DB3-45E9-BF57-F2ED810C291E}" dt="2026-10-01T20:16:26.975" v="4410"/>
          <ac:grpSpMkLst>
            <pc:docMk/>
            <pc:sldMk cId="4217422227" sldId="599"/>
            <ac:grpSpMk id="37" creationId="{1AAF1644-2C68-6654-8F0A-184FF1A11925}"/>
          </ac:grpSpMkLst>
        </pc:grpChg>
        <pc:picChg chg="mod">
          <ac:chgData name="Khobo, IL, Dr [ilkhobo@sun.ac.za]" userId="b519a442-dcea-4a28-9c45-7e29f1df5837" providerId="ADAL" clId="{8BC8A5CF-2DB3-45E9-BF57-F2ED810C291E}" dt="2026-10-01T20:16:26.975" v="4410"/>
          <ac:picMkLst>
            <pc:docMk/>
            <pc:sldMk cId="4217422227" sldId="599"/>
            <ac:picMk id="24" creationId="{80DA4B42-331A-AD23-98AF-6EC59A81FE6A}"/>
          </ac:picMkLst>
        </pc:picChg>
      </pc:sldChg>
      <pc:sldChg chg="addSp delSp modSp mod">
        <pc:chgData name="Khobo, IL, Dr [ilkhobo@sun.ac.za]" userId="b519a442-dcea-4a28-9c45-7e29f1df5837" providerId="ADAL" clId="{8BC8A5CF-2DB3-45E9-BF57-F2ED810C291E}" dt="2026-10-06T17:42:24.241" v="5991" actId="22"/>
        <pc:sldMkLst>
          <pc:docMk/>
          <pc:sldMk cId="338082082" sldId="609"/>
        </pc:sldMkLst>
        <pc:spChg chg="mod">
          <ac:chgData name="Khobo, IL, Dr [ilkhobo@sun.ac.za]" userId="b519a442-dcea-4a28-9c45-7e29f1df5837" providerId="ADAL" clId="{8BC8A5CF-2DB3-45E9-BF57-F2ED810C291E}" dt="2026-10-01T20:17:50.837" v="4424"/>
          <ac:spMkLst>
            <pc:docMk/>
            <pc:sldMk cId="338082082" sldId="609"/>
            <ac:spMk id="28" creationId="{431794E6-39B0-77BC-44D9-E8CE60CBBD30}"/>
          </ac:spMkLst>
        </pc:spChg>
        <pc:spChg chg="mod">
          <ac:chgData name="Khobo, IL, Dr [ilkhobo@sun.ac.za]" userId="b519a442-dcea-4a28-9c45-7e29f1df5837" providerId="ADAL" clId="{8BC8A5CF-2DB3-45E9-BF57-F2ED810C291E}" dt="2026-10-01T20:17:50.837" v="4424"/>
          <ac:spMkLst>
            <pc:docMk/>
            <pc:sldMk cId="338082082" sldId="609"/>
            <ac:spMk id="30" creationId="{BA0B0B3F-2013-3D29-8717-26133D80F40E}"/>
          </ac:spMkLst>
        </pc:spChg>
        <pc:spChg chg="mod">
          <ac:chgData name="Khobo, IL, Dr [ilkhobo@sun.ac.za]" userId="b519a442-dcea-4a28-9c45-7e29f1df5837" providerId="ADAL" clId="{8BC8A5CF-2DB3-45E9-BF57-F2ED810C291E}" dt="2026-10-06T17:42:07.438" v="5989" actId="20577"/>
          <ac:spMkLst>
            <pc:docMk/>
            <pc:sldMk cId="338082082" sldId="609"/>
            <ac:spMk id="34" creationId="{F1E50580-54BF-5667-527F-E6168B0C7A2F}"/>
          </ac:spMkLst>
        </pc:spChg>
        <pc:spChg chg="mod">
          <ac:chgData name="Khobo, IL, Dr [ilkhobo@sun.ac.za]" userId="b519a442-dcea-4a28-9c45-7e29f1df5837" providerId="ADAL" clId="{8BC8A5CF-2DB3-45E9-BF57-F2ED810C291E}" dt="2026-10-04T13:42:39.793" v="5128" actId="20577"/>
          <ac:spMkLst>
            <pc:docMk/>
            <pc:sldMk cId="338082082" sldId="609"/>
            <ac:spMk id="36" creationId="{9BF15938-D2FF-3104-FE0A-AD538A4A67F6}"/>
          </ac:spMkLst>
        </pc:spChg>
        <pc:grpChg chg="mod">
          <ac:chgData name="Khobo, IL, Dr [ilkhobo@sun.ac.za]" userId="b519a442-dcea-4a28-9c45-7e29f1df5837" providerId="ADAL" clId="{8BC8A5CF-2DB3-45E9-BF57-F2ED810C291E}" dt="2026-10-01T20:17:50.837" v="4424"/>
          <ac:grpSpMkLst>
            <pc:docMk/>
            <pc:sldMk cId="338082082" sldId="609"/>
            <ac:grpSpMk id="35" creationId="{152F0199-B4EA-2CFC-0C4C-DD09C9119D02}"/>
          </ac:grpSpMkLst>
        </pc:grpChg>
        <pc:grpChg chg="mod">
          <ac:chgData name="Khobo, IL, Dr [ilkhobo@sun.ac.za]" userId="b519a442-dcea-4a28-9c45-7e29f1df5837" providerId="ADAL" clId="{8BC8A5CF-2DB3-45E9-BF57-F2ED810C291E}" dt="2026-10-01T20:17:50.837" v="4424"/>
          <ac:grpSpMkLst>
            <pc:docMk/>
            <pc:sldMk cId="338082082" sldId="609"/>
            <ac:grpSpMk id="37" creationId="{BEC73604-5FD7-BFC5-D35B-DD75FBDED9FA}"/>
          </ac:grpSpMkLst>
        </pc:grpChg>
        <pc:picChg chg="mod">
          <ac:chgData name="Khobo, IL, Dr [ilkhobo@sun.ac.za]" userId="b519a442-dcea-4a28-9c45-7e29f1df5837" providerId="ADAL" clId="{8BC8A5CF-2DB3-45E9-BF57-F2ED810C291E}" dt="2026-10-01T20:17:50.837" v="4424"/>
          <ac:picMkLst>
            <pc:docMk/>
            <pc:sldMk cId="338082082" sldId="609"/>
            <ac:picMk id="24" creationId="{4EF60769-267A-7EB3-45A5-D69B7FF2D4C8}"/>
          </ac:picMkLst>
        </pc:picChg>
      </pc:sldChg>
      <pc:sldChg chg="addSp delSp modSp add mod modNotesTx">
        <pc:chgData name="Khobo, IL, Dr [ilkhobo@sun.ac.za]" userId="b519a442-dcea-4a28-9c45-7e29f1df5837" providerId="ADAL" clId="{8BC8A5CF-2DB3-45E9-BF57-F2ED810C291E}" dt="2026-10-06T17:41:52.397" v="5985" actId="20577"/>
        <pc:sldMkLst>
          <pc:docMk/>
          <pc:sldMk cId="1764112044" sldId="624"/>
        </pc:sldMkLst>
        <pc:spChg chg="mod">
          <ac:chgData name="Khobo, IL, Dr [ilkhobo@sun.ac.za]" userId="b519a442-dcea-4a28-9c45-7e29f1df5837" providerId="ADAL" clId="{8BC8A5CF-2DB3-45E9-BF57-F2ED810C291E}" dt="2026-10-06T17:41:52.397" v="5985" actId="20577"/>
          <ac:spMkLst>
            <pc:docMk/>
            <pc:sldMk cId="1764112044" sldId="624"/>
            <ac:spMk id="34" creationId="{246FF158-21D9-9E41-881F-B5860FECB105}"/>
          </ac:spMkLst>
        </pc:spChg>
        <pc:spChg chg="mod">
          <ac:chgData name="Khobo, IL, Dr [ilkhobo@sun.ac.za]" userId="b519a442-dcea-4a28-9c45-7e29f1df5837" providerId="ADAL" clId="{8BC8A5CF-2DB3-45E9-BF57-F2ED810C291E}" dt="2026-10-05T05:30:53.898" v="5677" actId="20577"/>
          <ac:spMkLst>
            <pc:docMk/>
            <pc:sldMk cId="1764112044" sldId="624"/>
            <ac:spMk id="36" creationId="{6FDBFBF2-838A-7D63-82DA-A6CBAC9DA78A}"/>
          </ac:spMkLst>
        </pc:spChg>
      </pc:sldChg>
      <pc:sldChg chg="addSp delSp modSp add mod">
        <pc:chgData name="Khobo, IL, Dr [ilkhobo@sun.ac.za]" userId="b519a442-dcea-4a28-9c45-7e29f1df5837" providerId="ADAL" clId="{8BC8A5CF-2DB3-45E9-BF57-F2ED810C291E}" dt="2026-10-06T17:42:54.110" v="5996" actId="14100"/>
        <pc:sldMkLst>
          <pc:docMk/>
          <pc:sldMk cId="4109929451" sldId="626"/>
        </pc:sldMkLst>
        <pc:spChg chg="mod">
          <ac:chgData name="Khobo, IL, Dr [ilkhobo@sun.ac.za]" userId="b519a442-dcea-4a28-9c45-7e29f1df5837" providerId="ADAL" clId="{8BC8A5CF-2DB3-45E9-BF57-F2ED810C291E}" dt="2026-10-06T17:42:02.110" v="5987" actId="20577"/>
          <ac:spMkLst>
            <pc:docMk/>
            <pc:sldMk cId="4109929451" sldId="626"/>
            <ac:spMk id="34" creationId="{DBFF1010-ADFA-6395-0608-846BDF0AEA54}"/>
          </ac:spMkLst>
        </pc:spChg>
      </pc:sldChg>
      <pc:sldChg chg="addSp delSp new mod">
        <pc:chgData name="Khobo, IL, Dr [ilkhobo@sun.ac.za]" userId="b519a442-dcea-4a28-9c45-7e29f1df5837" providerId="ADAL" clId="{8BC8A5CF-2DB3-45E9-BF57-F2ED810C291E}" dt="2026-10-05T05:31:16.507" v="5688" actId="22"/>
        <pc:sldMkLst>
          <pc:docMk/>
          <pc:sldMk cId="342749209" sldId="627"/>
        </pc:sldMkLst>
        <pc:picChg chg="add">
          <ac:chgData name="Khobo, IL, Dr [ilkhobo@sun.ac.za]" userId="b519a442-dcea-4a28-9c45-7e29f1df5837" providerId="ADAL" clId="{8BC8A5CF-2DB3-45E9-BF57-F2ED810C291E}" dt="2026-10-05T05:31:16.507" v="5688" actId="22"/>
          <ac:picMkLst>
            <pc:docMk/>
            <pc:sldMk cId="342749209" sldId="627"/>
            <ac:picMk id="5" creationId="{D1A2B06B-3608-53A6-298E-A41FACD8222B}"/>
          </ac:picMkLst>
        </pc:picChg>
      </pc:sldChg>
      <pc:sldChg chg="addSp delSp modSp mod">
        <pc:chgData name="Khobo, IL, Dr [ilkhobo@sun.ac.za]" userId="b519a442-dcea-4a28-9c45-7e29f1df5837" providerId="ADAL" clId="{8BC8A5CF-2DB3-45E9-BF57-F2ED810C291E}" dt="2026-10-08T18:10:41.954" v="7445" actId="1076"/>
        <pc:sldMkLst>
          <pc:docMk/>
          <pc:sldMk cId="1471106690" sldId="633"/>
        </pc:sldMkLst>
        <pc:spChg chg="mod">
          <ac:chgData name="Khobo, IL, Dr [ilkhobo@sun.ac.za]" userId="b519a442-dcea-4a28-9c45-7e29f1df5837" providerId="ADAL" clId="{8BC8A5CF-2DB3-45E9-BF57-F2ED810C291E}" dt="2026-10-08T18:10:30.513" v="7440" actId="20577"/>
          <ac:spMkLst>
            <pc:docMk/>
            <pc:sldMk cId="1471106690" sldId="633"/>
            <ac:spMk id="36" creationId="{06B7E6A7-B08C-1B08-8D7D-445C7141F20F}"/>
          </ac:spMkLst>
        </pc:spChg>
        <pc:graphicFrameChg chg="del">
          <ac:chgData name="Khobo, IL, Dr [ilkhobo@sun.ac.za]" userId="b519a442-dcea-4a28-9c45-7e29f1df5837" providerId="ADAL" clId="{8BC8A5CF-2DB3-45E9-BF57-F2ED810C291E}" dt="2026-10-08T18:10:19.518" v="7418" actId="478"/>
          <ac:graphicFrameMkLst>
            <pc:docMk/>
            <pc:sldMk cId="1471106690" sldId="633"/>
            <ac:graphicFrameMk id="6" creationId="{C4E8D497-1F3C-98B5-54D5-EAFB966DD3D6}"/>
          </ac:graphicFrameMkLst>
        </pc:graphicFrameChg>
        <pc:picChg chg="add mod">
          <ac:chgData name="Khobo, IL, Dr [ilkhobo@sun.ac.za]" userId="b519a442-dcea-4a28-9c45-7e29f1df5837" providerId="ADAL" clId="{8BC8A5CF-2DB3-45E9-BF57-F2ED810C291E}" dt="2026-10-08T18:10:41.954" v="7445" actId="1076"/>
          <ac:picMkLst>
            <pc:docMk/>
            <pc:sldMk cId="1471106690" sldId="633"/>
            <ac:picMk id="3" creationId="{70A09231-D93A-F9C1-BA4C-E08DD6277E51}"/>
          </ac:picMkLst>
        </pc:picChg>
      </pc:sldChg>
      <pc:sldChg chg="addSp delSp modSp mod modNotesTx">
        <pc:chgData name="Khobo, IL, Dr [ilkhobo@sun.ac.za]" userId="b519a442-dcea-4a28-9c45-7e29f1df5837" providerId="ADAL" clId="{8BC8A5CF-2DB3-45E9-BF57-F2ED810C291E}" dt="2026-10-08T17:19:26.313" v="7119" actId="20577"/>
        <pc:sldMkLst>
          <pc:docMk/>
          <pc:sldMk cId="2987383170" sldId="641"/>
        </pc:sldMkLst>
        <pc:spChg chg="add mod">
          <ac:chgData name="Khobo, IL, Dr [ilkhobo@sun.ac.za]" userId="b519a442-dcea-4a28-9c45-7e29f1df5837" providerId="ADAL" clId="{8BC8A5CF-2DB3-45E9-BF57-F2ED810C291E}" dt="2026-10-08T17:05:45.262" v="7109" actId="13822"/>
          <ac:spMkLst>
            <pc:docMk/>
            <pc:sldMk cId="2987383170" sldId="641"/>
            <ac:spMk id="4" creationId="{F47DC5B7-D91E-ACFF-9325-6E6957982ECF}"/>
          </ac:spMkLst>
        </pc:spChg>
        <pc:grpChg chg="del">
          <ac:chgData name="Khobo, IL, Dr [ilkhobo@sun.ac.za]" userId="b519a442-dcea-4a28-9c45-7e29f1df5837" providerId="ADAL" clId="{8BC8A5CF-2DB3-45E9-BF57-F2ED810C291E}" dt="2026-10-08T17:04:01.223" v="7101" actId="478"/>
          <ac:grpSpMkLst>
            <pc:docMk/>
            <pc:sldMk cId="2987383170" sldId="641"/>
            <ac:grpSpMk id="37" creationId="{84B82396-18F7-1142-F969-8B89EA483794}"/>
          </ac:grpSpMkLst>
        </pc:grpChg>
        <pc:picChg chg="add mod">
          <ac:chgData name="Khobo, IL, Dr [ilkhobo@sun.ac.za]" userId="b519a442-dcea-4a28-9c45-7e29f1df5837" providerId="ADAL" clId="{8BC8A5CF-2DB3-45E9-BF57-F2ED810C291E}" dt="2026-10-08T17:05:15.866" v="7107" actId="14100"/>
          <ac:picMkLst>
            <pc:docMk/>
            <pc:sldMk cId="2987383170" sldId="641"/>
            <ac:picMk id="3" creationId="{048F5CFC-CEB9-E449-0FB7-83299B4E5DB6}"/>
          </ac:picMkLst>
        </pc:picChg>
        <pc:picChg chg="add mod">
          <ac:chgData name="Khobo, IL, Dr [ilkhobo@sun.ac.za]" userId="b519a442-dcea-4a28-9c45-7e29f1df5837" providerId="ADAL" clId="{8BC8A5CF-2DB3-45E9-BF57-F2ED810C291E}" dt="2026-10-08T17:05:51.866" v="7111" actId="1076"/>
          <ac:picMkLst>
            <pc:docMk/>
            <pc:sldMk cId="2987383170" sldId="641"/>
            <ac:picMk id="6" creationId="{C997391F-F205-6C69-5976-F73DB0B8FAED}"/>
          </ac:picMkLst>
        </pc:picChg>
      </pc:sldChg>
      <pc:sldChg chg="addSp modSp mod">
        <pc:chgData name="Khobo, IL, Dr [ilkhobo@sun.ac.za]" userId="b519a442-dcea-4a28-9c45-7e29f1df5837" providerId="ADAL" clId="{8BC8A5CF-2DB3-45E9-BF57-F2ED810C291E}" dt="2026-10-08T17:24:09.531" v="7159" actId="1076"/>
        <pc:sldMkLst>
          <pc:docMk/>
          <pc:sldMk cId="2755936628" sldId="642"/>
        </pc:sldMkLst>
        <pc:spChg chg="mod">
          <ac:chgData name="Khobo, IL, Dr [ilkhobo@sun.ac.za]" userId="b519a442-dcea-4a28-9c45-7e29f1df5837" providerId="ADAL" clId="{8BC8A5CF-2DB3-45E9-BF57-F2ED810C291E}" dt="2026-10-08T17:20:23.306" v="7131" actId="20577"/>
          <ac:spMkLst>
            <pc:docMk/>
            <pc:sldMk cId="2755936628" sldId="642"/>
            <ac:spMk id="36" creationId="{4BAA9DF5-9CD1-091F-E7B0-FE889F4762D8}"/>
          </ac:spMkLst>
        </pc:spChg>
        <pc:picChg chg="add mod">
          <ac:chgData name="Khobo, IL, Dr [ilkhobo@sun.ac.za]" userId="b519a442-dcea-4a28-9c45-7e29f1df5837" providerId="ADAL" clId="{8BC8A5CF-2DB3-45E9-BF57-F2ED810C291E}" dt="2026-10-08T17:20:41.146" v="7138" actId="1076"/>
          <ac:picMkLst>
            <pc:docMk/>
            <pc:sldMk cId="2755936628" sldId="642"/>
            <ac:picMk id="3" creationId="{250525DE-0F7A-2065-41F5-F8C459C13837}"/>
          </ac:picMkLst>
        </pc:picChg>
        <pc:picChg chg="add mod">
          <ac:chgData name="Khobo, IL, Dr [ilkhobo@sun.ac.za]" userId="b519a442-dcea-4a28-9c45-7e29f1df5837" providerId="ADAL" clId="{8BC8A5CF-2DB3-45E9-BF57-F2ED810C291E}" dt="2026-10-08T17:22:33.648" v="7150" actId="1076"/>
          <ac:picMkLst>
            <pc:docMk/>
            <pc:sldMk cId="2755936628" sldId="642"/>
            <ac:picMk id="5" creationId="{791C66D9-3FDE-4B73-73C5-53C1A683CD0A}"/>
          </ac:picMkLst>
        </pc:picChg>
        <pc:picChg chg="add mod">
          <ac:chgData name="Khobo, IL, Dr [ilkhobo@sun.ac.za]" userId="b519a442-dcea-4a28-9c45-7e29f1df5837" providerId="ADAL" clId="{8BC8A5CF-2DB3-45E9-BF57-F2ED810C291E}" dt="2026-10-08T17:24:09.531" v="7159" actId="1076"/>
          <ac:picMkLst>
            <pc:docMk/>
            <pc:sldMk cId="2755936628" sldId="642"/>
            <ac:picMk id="7" creationId="{730B0059-E136-73DC-6614-9DA257F71035}"/>
          </ac:picMkLst>
        </pc:picChg>
      </pc:sldChg>
      <pc:sldChg chg="addSp modSp mod">
        <pc:chgData name="Khobo, IL, Dr [ilkhobo@sun.ac.za]" userId="b519a442-dcea-4a28-9c45-7e29f1df5837" providerId="ADAL" clId="{8BC8A5CF-2DB3-45E9-BF57-F2ED810C291E}" dt="2026-10-08T17:06:15.707" v="7116" actId="27116"/>
        <pc:sldMkLst>
          <pc:docMk/>
          <pc:sldMk cId="2322575932" sldId="644"/>
        </pc:sldMkLst>
        <pc:graphicFrameChg chg="add mod modGraphic">
          <ac:chgData name="Khobo, IL, Dr [ilkhobo@sun.ac.za]" userId="b519a442-dcea-4a28-9c45-7e29f1df5837" providerId="ADAL" clId="{8BC8A5CF-2DB3-45E9-BF57-F2ED810C291E}" dt="2026-10-08T17:06:15.707" v="7116" actId="27116"/>
          <ac:graphicFrameMkLst>
            <pc:docMk/>
            <pc:sldMk cId="2322575932" sldId="644"/>
            <ac:graphicFrameMk id="3" creationId="{B5E2F455-B940-229E-AB1E-B6C900664708}"/>
          </ac:graphicFrameMkLst>
        </pc:graphicFrameChg>
      </pc:sldChg>
      <pc:sldChg chg="add del">
        <pc:chgData name="Khobo, IL, Dr [ilkhobo@sun.ac.za]" userId="b519a442-dcea-4a28-9c45-7e29f1df5837" providerId="ADAL" clId="{8BC8A5CF-2DB3-45E9-BF57-F2ED810C291E}" dt="2026-10-08T17:22:02.177" v="7142" actId="2890"/>
        <pc:sldMkLst>
          <pc:docMk/>
          <pc:sldMk cId="444859465" sldId="645"/>
        </pc:sldMkLst>
      </pc:sldChg>
      <pc:sldChg chg="modSp add mod modTransition">
        <pc:chgData name="Khobo, IL, Dr [ilkhobo@sun.ac.za]" userId="b519a442-dcea-4a28-9c45-7e29f1df5837" providerId="ADAL" clId="{8BC8A5CF-2DB3-45E9-BF57-F2ED810C291E}" dt="2026-10-08T17:25:23.115" v="7170"/>
        <pc:sldMkLst>
          <pc:docMk/>
          <pc:sldMk cId="1234866952" sldId="645"/>
        </pc:sldMkLst>
        <pc:picChg chg="mod">
          <ac:chgData name="Khobo, IL, Dr [ilkhobo@sun.ac.za]" userId="b519a442-dcea-4a28-9c45-7e29f1df5837" providerId="ADAL" clId="{8BC8A5CF-2DB3-45E9-BF57-F2ED810C291E}" dt="2026-10-08T17:24:22.223" v="7161" actId="1076"/>
          <ac:picMkLst>
            <pc:docMk/>
            <pc:sldMk cId="1234866952" sldId="645"/>
            <ac:picMk id="3" creationId="{11CA14E1-C8E7-BEAC-A777-26B6AADF2FCB}"/>
          </ac:picMkLst>
        </pc:picChg>
        <pc:picChg chg="mod">
          <ac:chgData name="Khobo, IL, Dr [ilkhobo@sun.ac.za]" userId="b519a442-dcea-4a28-9c45-7e29f1df5837" providerId="ADAL" clId="{8BC8A5CF-2DB3-45E9-BF57-F2ED810C291E}" dt="2026-10-08T17:24:22.223" v="7161" actId="1076"/>
          <ac:picMkLst>
            <pc:docMk/>
            <pc:sldMk cId="1234866952" sldId="645"/>
            <ac:picMk id="5" creationId="{4B5EE04B-47BF-B08E-BAF5-94C6B82BD722}"/>
          </ac:picMkLst>
        </pc:picChg>
      </pc:sldChg>
      <pc:sldChg chg="modSp add del mod">
        <pc:chgData name="Khobo, IL, Dr [ilkhobo@sun.ac.za]" userId="b519a442-dcea-4a28-9c45-7e29f1df5837" providerId="ADAL" clId="{8BC8A5CF-2DB3-45E9-BF57-F2ED810C291E}" dt="2026-10-08T17:22:55.351" v="7154" actId="2890"/>
        <pc:sldMkLst>
          <pc:docMk/>
          <pc:sldMk cId="2972697584" sldId="645"/>
        </pc:sldMkLst>
        <pc:picChg chg="mod">
          <ac:chgData name="Khobo, IL, Dr [ilkhobo@sun.ac.za]" userId="b519a442-dcea-4a28-9c45-7e29f1df5837" providerId="ADAL" clId="{8BC8A5CF-2DB3-45E9-BF57-F2ED810C291E}" dt="2026-10-08T17:22:54.649" v="7153" actId="1076"/>
          <ac:picMkLst>
            <pc:docMk/>
            <pc:sldMk cId="2972697584" sldId="645"/>
            <ac:picMk id="3" creationId="{F40F7635-9424-8F9B-AE7F-F35CB3D5C5A2}"/>
          </ac:picMkLst>
        </pc:picChg>
        <pc:picChg chg="mod">
          <ac:chgData name="Khobo, IL, Dr [ilkhobo@sun.ac.za]" userId="b519a442-dcea-4a28-9c45-7e29f1df5837" providerId="ADAL" clId="{8BC8A5CF-2DB3-45E9-BF57-F2ED810C291E}" dt="2026-10-08T17:22:54.649" v="7153" actId="1076"/>
          <ac:picMkLst>
            <pc:docMk/>
            <pc:sldMk cId="2972697584" sldId="645"/>
            <ac:picMk id="5" creationId="{623D31F0-FD78-047D-1E9D-D7387E9FD1DC}"/>
          </ac:picMkLst>
        </pc:picChg>
      </pc:sldChg>
      <pc:sldChg chg="addSp modSp add mod modTransition">
        <pc:chgData name="Khobo, IL, Dr [ilkhobo@sun.ac.za]" userId="b519a442-dcea-4a28-9c45-7e29f1df5837" providerId="ADAL" clId="{8BC8A5CF-2DB3-45E9-BF57-F2ED810C291E}" dt="2026-10-08T17:31:29.086" v="7193" actId="1076"/>
        <pc:sldMkLst>
          <pc:docMk/>
          <pc:sldMk cId="1056688368" sldId="646"/>
        </pc:sldMkLst>
        <pc:picChg chg="add mod">
          <ac:chgData name="Khobo, IL, Dr [ilkhobo@sun.ac.za]" userId="b519a442-dcea-4a28-9c45-7e29f1df5837" providerId="ADAL" clId="{8BC8A5CF-2DB3-45E9-BF57-F2ED810C291E}" dt="2026-10-08T17:31:29.086" v="7193" actId="1076"/>
          <ac:picMkLst>
            <pc:docMk/>
            <pc:sldMk cId="1056688368" sldId="646"/>
            <ac:picMk id="4" creationId="{F1ED32B8-B669-D35A-2022-C75377E3AF2E}"/>
          </ac:picMkLst>
        </pc:picChg>
        <pc:picChg chg="mod ord">
          <ac:chgData name="Khobo, IL, Dr [ilkhobo@sun.ac.za]" userId="b519a442-dcea-4a28-9c45-7e29f1df5837" providerId="ADAL" clId="{8BC8A5CF-2DB3-45E9-BF57-F2ED810C291E}" dt="2026-10-08T17:29:58.345" v="7176" actId="14100"/>
          <ac:picMkLst>
            <pc:docMk/>
            <pc:sldMk cId="1056688368" sldId="646"/>
            <ac:picMk id="5" creationId="{B9E6F3C3-DDEF-BC86-6E11-91BCC0082DDD}"/>
          </ac:picMkLst>
        </pc:picChg>
        <pc:picChg chg="mod">
          <ac:chgData name="Khobo, IL, Dr [ilkhobo@sun.ac.za]" userId="b519a442-dcea-4a28-9c45-7e29f1df5837" providerId="ADAL" clId="{8BC8A5CF-2DB3-45E9-BF57-F2ED810C291E}" dt="2026-10-08T17:30:05.469" v="7178" actId="1076"/>
          <ac:picMkLst>
            <pc:docMk/>
            <pc:sldMk cId="1056688368" sldId="646"/>
            <ac:picMk id="7" creationId="{488F4B62-D65C-72E1-2AD3-379C7FB83690}"/>
          </ac:picMkLst>
        </pc:picChg>
      </pc:sldChg>
      <pc:sldChg chg="delSp add del mod">
        <pc:chgData name="Khobo, IL, Dr [ilkhobo@sun.ac.za]" userId="b519a442-dcea-4a28-9c45-7e29f1df5837" providerId="ADAL" clId="{8BC8A5CF-2DB3-45E9-BF57-F2ED810C291E}" dt="2026-10-08T17:30:17.977" v="7179" actId="2696"/>
        <pc:sldMkLst>
          <pc:docMk/>
          <pc:sldMk cId="1054021035" sldId="647"/>
        </pc:sldMkLst>
        <pc:picChg chg="del">
          <ac:chgData name="Khobo, IL, Dr [ilkhobo@sun.ac.za]" userId="b519a442-dcea-4a28-9c45-7e29f1df5837" providerId="ADAL" clId="{8BC8A5CF-2DB3-45E9-BF57-F2ED810C291E}" dt="2026-10-08T17:27:36.176" v="7172" actId="478"/>
          <ac:picMkLst>
            <pc:docMk/>
            <pc:sldMk cId="1054021035" sldId="647"/>
            <ac:picMk id="7" creationId="{D5492326-91CE-C919-3DD1-0D806F5DB8F5}"/>
          </ac:picMkLst>
        </pc:picChg>
      </pc:sldChg>
      <pc:sldChg chg="modSp add mod">
        <pc:chgData name="Khobo, IL, Dr [ilkhobo@sun.ac.za]" userId="b519a442-dcea-4a28-9c45-7e29f1df5837" providerId="ADAL" clId="{8BC8A5CF-2DB3-45E9-BF57-F2ED810C291E}" dt="2026-10-08T17:31:57.379" v="7198" actId="1076"/>
        <pc:sldMkLst>
          <pc:docMk/>
          <pc:sldMk cId="2444962032" sldId="647"/>
        </pc:sldMkLst>
        <pc:picChg chg="mod">
          <ac:chgData name="Khobo, IL, Dr [ilkhobo@sun.ac.za]" userId="b519a442-dcea-4a28-9c45-7e29f1df5837" providerId="ADAL" clId="{8BC8A5CF-2DB3-45E9-BF57-F2ED810C291E}" dt="2026-10-08T17:31:57.379" v="7198" actId="1076"/>
          <ac:picMkLst>
            <pc:docMk/>
            <pc:sldMk cId="2444962032" sldId="647"/>
            <ac:picMk id="4" creationId="{879B6969-F49F-0AB7-43EA-79E727947435}"/>
          </ac:picMkLst>
        </pc:picChg>
        <pc:picChg chg="mod">
          <ac:chgData name="Khobo, IL, Dr [ilkhobo@sun.ac.za]" userId="b519a442-dcea-4a28-9c45-7e29f1df5837" providerId="ADAL" clId="{8BC8A5CF-2DB3-45E9-BF57-F2ED810C291E}" dt="2026-10-08T17:31:49.488" v="7196" actId="1076"/>
          <ac:picMkLst>
            <pc:docMk/>
            <pc:sldMk cId="2444962032" sldId="647"/>
            <ac:picMk id="7" creationId="{BFFEE929-EB49-6811-D1CF-6A4CD4AEF56E}"/>
          </ac:picMkLst>
        </pc:picChg>
      </pc:sldChg>
      <pc:sldChg chg="addSp delSp modSp add del mod">
        <pc:chgData name="Khobo, IL, Dr [ilkhobo@sun.ac.za]" userId="b519a442-dcea-4a28-9c45-7e29f1df5837" providerId="ADAL" clId="{8BC8A5CF-2DB3-45E9-BF57-F2ED810C291E}" dt="2026-10-08T17:31:35.904" v="7194" actId="2696"/>
        <pc:sldMkLst>
          <pc:docMk/>
          <pc:sldMk cId="3608725085" sldId="647"/>
        </pc:sldMkLst>
        <pc:picChg chg="add del mod">
          <ac:chgData name="Khobo, IL, Dr [ilkhobo@sun.ac.za]" userId="b519a442-dcea-4a28-9c45-7e29f1df5837" providerId="ADAL" clId="{8BC8A5CF-2DB3-45E9-BF57-F2ED810C291E}" dt="2026-10-08T17:31:01.674" v="7186" actId="21"/>
          <ac:picMkLst>
            <pc:docMk/>
            <pc:sldMk cId="3608725085" sldId="647"/>
            <ac:picMk id="4" creationId="{89DFD63B-CF14-A37E-4811-023AFC54D0C6}"/>
          </ac:picMkLst>
        </pc:picChg>
        <pc:picChg chg="del">
          <ac:chgData name="Khobo, IL, Dr [ilkhobo@sun.ac.za]" userId="b519a442-dcea-4a28-9c45-7e29f1df5837" providerId="ADAL" clId="{8BC8A5CF-2DB3-45E9-BF57-F2ED810C291E}" dt="2026-10-08T17:30:24.224" v="7181" actId="478"/>
          <ac:picMkLst>
            <pc:docMk/>
            <pc:sldMk cId="3608725085" sldId="647"/>
            <ac:picMk id="7" creationId="{78D17D3E-B8B6-825A-9A6E-DFB8B9F45A87}"/>
          </ac:picMkLst>
        </pc:picChg>
      </pc:sldChg>
      <pc:sldChg chg="addSp delSp modSp add mod">
        <pc:chgData name="Khobo, IL, Dr [ilkhobo@sun.ac.za]" userId="b519a442-dcea-4a28-9c45-7e29f1df5837" providerId="ADAL" clId="{8BC8A5CF-2DB3-45E9-BF57-F2ED810C291E}" dt="2026-10-08T17:35:48.953" v="7269" actId="1076"/>
        <pc:sldMkLst>
          <pc:docMk/>
          <pc:sldMk cId="3187204076" sldId="648"/>
        </pc:sldMkLst>
        <pc:spChg chg="mod">
          <ac:chgData name="Khobo, IL, Dr [ilkhobo@sun.ac.za]" userId="b519a442-dcea-4a28-9c45-7e29f1df5837" providerId="ADAL" clId="{8BC8A5CF-2DB3-45E9-BF57-F2ED810C291E}" dt="2026-10-08T17:35:21.636" v="7264" actId="20577"/>
          <ac:spMkLst>
            <pc:docMk/>
            <pc:sldMk cId="3187204076" sldId="648"/>
            <ac:spMk id="6" creationId="{148966F7-756F-FFE1-B3A8-22AAC05D4153}"/>
          </ac:spMkLst>
        </pc:spChg>
        <pc:spChg chg="mod">
          <ac:chgData name="Khobo, IL, Dr [ilkhobo@sun.ac.za]" userId="b519a442-dcea-4a28-9c45-7e29f1df5837" providerId="ADAL" clId="{8BC8A5CF-2DB3-45E9-BF57-F2ED810C291E}" dt="2026-10-08T17:35:38.824" v="7267" actId="1076"/>
          <ac:spMkLst>
            <pc:docMk/>
            <pc:sldMk cId="3187204076" sldId="648"/>
            <ac:spMk id="8" creationId="{37701288-3C40-64B0-FA45-85D348971FE7}"/>
          </ac:spMkLst>
        </pc:spChg>
        <pc:spChg chg="mod">
          <ac:chgData name="Khobo, IL, Dr [ilkhobo@sun.ac.za]" userId="b519a442-dcea-4a28-9c45-7e29f1df5837" providerId="ADAL" clId="{8BC8A5CF-2DB3-45E9-BF57-F2ED810C291E}" dt="2026-10-08T17:35:24.231" v="7265" actId="20577"/>
          <ac:spMkLst>
            <pc:docMk/>
            <pc:sldMk cId="3187204076" sldId="648"/>
            <ac:spMk id="10" creationId="{E650E982-7A98-D74A-3084-388E1E808A75}"/>
          </ac:spMkLst>
        </pc:spChg>
        <pc:spChg chg="mod">
          <ac:chgData name="Khobo, IL, Dr [ilkhobo@sun.ac.za]" userId="b519a442-dcea-4a28-9c45-7e29f1df5837" providerId="ADAL" clId="{8BC8A5CF-2DB3-45E9-BF57-F2ED810C291E}" dt="2026-10-08T17:35:42.593" v="7268" actId="1076"/>
          <ac:spMkLst>
            <pc:docMk/>
            <pc:sldMk cId="3187204076" sldId="648"/>
            <ac:spMk id="11" creationId="{F45928D3-A1FA-22F2-C0D9-71CD47035A55}"/>
          </ac:spMkLst>
        </pc:spChg>
        <pc:spChg chg="mod">
          <ac:chgData name="Khobo, IL, Dr [ilkhobo@sun.ac.za]" userId="b519a442-dcea-4a28-9c45-7e29f1df5837" providerId="ADAL" clId="{8BC8A5CF-2DB3-45E9-BF57-F2ED810C291E}" dt="2026-10-08T17:35:26.476" v="7266" actId="20577"/>
          <ac:spMkLst>
            <pc:docMk/>
            <pc:sldMk cId="3187204076" sldId="648"/>
            <ac:spMk id="13" creationId="{EB5753CE-ED3F-B7F2-765C-AB97DF162B7E}"/>
          </ac:spMkLst>
        </pc:spChg>
        <pc:spChg chg="mod">
          <ac:chgData name="Khobo, IL, Dr [ilkhobo@sun.ac.za]" userId="b519a442-dcea-4a28-9c45-7e29f1df5837" providerId="ADAL" clId="{8BC8A5CF-2DB3-45E9-BF57-F2ED810C291E}" dt="2026-10-08T17:35:48.953" v="7269" actId="1076"/>
          <ac:spMkLst>
            <pc:docMk/>
            <pc:sldMk cId="3187204076" sldId="648"/>
            <ac:spMk id="14" creationId="{099E5D33-36A0-D8B4-F402-FA166BE6BB44}"/>
          </ac:spMkLst>
        </pc:spChg>
        <pc:spChg chg="mod">
          <ac:chgData name="Khobo, IL, Dr [ilkhobo@sun.ac.za]" userId="b519a442-dcea-4a28-9c45-7e29f1df5837" providerId="ADAL" clId="{8BC8A5CF-2DB3-45E9-BF57-F2ED810C291E}" dt="2026-10-08T17:33:41.419" v="7227" actId="20577"/>
          <ac:spMkLst>
            <pc:docMk/>
            <pc:sldMk cId="3187204076" sldId="648"/>
            <ac:spMk id="36" creationId="{0A1F3837-891A-8AC0-F421-C065065BB961}"/>
          </ac:spMkLst>
        </pc:spChg>
        <pc:grpChg chg="add mod">
          <ac:chgData name="Khobo, IL, Dr [ilkhobo@sun.ac.za]" userId="b519a442-dcea-4a28-9c45-7e29f1df5837" providerId="ADAL" clId="{8BC8A5CF-2DB3-45E9-BF57-F2ED810C291E}" dt="2026-10-08T17:34:43.723" v="7236" actId="1076"/>
          <ac:grpSpMkLst>
            <pc:docMk/>
            <pc:sldMk cId="3187204076" sldId="648"/>
            <ac:grpSpMk id="2" creationId="{ABD1D4A0-A579-68A9-CB89-28D59D6D95B0}"/>
          </ac:grpSpMkLst>
        </pc:grpChg>
        <pc:grpChg chg="add mod">
          <ac:chgData name="Khobo, IL, Dr [ilkhobo@sun.ac.za]" userId="b519a442-dcea-4a28-9c45-7e29f1df5837" providerId="ADAL" clId="{8BC8A5CF-2DB3-45E9-BF57-F2ED810C291E}" dt="2026-10-08T17:34:47.472" v="7237" actId="408"/>
          <ac:grpSpMkLst>
            <pc:docMk/>
            <pc:sldMk cId="3187204076" sldId="648"/>
            <ac:grpSpMk id="9" creationId="{16A01856-9B38-1491-4F22-65F8C50645D3}"/>
          </ac:grpSpMkLst>
        </pc:grpChg>
        <pc:grpChg chg="add mod">
          <ac:chgData name="Khobo, IL, Dr [ilkhobo@sun.ac.za]" userId="b519a442-dcea-4a28-9c45-7e29f1df5837" providerId="ADAL" clId="{8BC8A5CF-2DB3-45E9-BF57-F2ED810C291E}" dt="2026-10-08T17:34:43.723" v="7236" actId="1076"/>
          <ac:grpSpMkLst>
            <pc:docMk/>
            <pc:sldMk cId="3187204076" sldId="648"/>
            <ac:grpSpMk id="12" creationId="{D162595C-291A-9A37-6593-A7E550A63361}"/>
          </ac:grpSpMkLst>
        </pc:grpChg>
        <pc:picChg chg="del">
          <ac:chgData name="Khobo, IL, Dr [ilkhobo@sun.ac.za]" userId="b519a442-dcea-4a28-9c45-7e29f1df5837" providerId="ADAL" clId="{8BC8A5CF-2DB3-45E9-BF57-F2ED810C291E}" dt="2026-10-08T17:33:28.942" v="7200" actId="478"/>
          <ac:picMkLst>
            <pc:docMk/>
            <pc:sldMk cId="3187204076" sldId="648"/>
            <ac:picMk id="3" creationId="{2EEFF43F-08D8-DB2D-51C8-77A76BDEBA68}"/>
          </ac:picMkLst>
        </pc:picChg>
        <pc:picChg chg="del">
          <ac:chgData name="Khobo, IL, Dr [ilkhobo@sun.ac.za]" userId="b519a442-dcea-4a28-9c45-7e29f1df5837" providerId="ADAL" clId="{8BC8A5CF-2DB3-45E9-BF57-F2ED810C291E}" dt="2026-10-08T17:33:28.942" v="7200" actId="478"/>
          <ac:picMkLst>
            <pc:docMk/>
            <pc:sldMk cId="3187204076" sldId="648"/>
            <ac:picMk id="4" creationId="{44F4E90B-52E4-2D2D-050B-067B3F14DE05}"/>
          </ac:picMkLst>
        </pc:picChg>
        <pc:picChg chg="del">
          <ac:chgData name="Khobo, IL, Dr [ilkhobo@sun.ac.za]" userId="b519a442-dcea-4a28-9c45-7e29f1df5837" providerId="ADAL" clId="{8BC8A5CF-2DB3-45E9-BF57-F2ED810C291E}" dt="2026-10-08T17:33:28.942" v="7200" actId="478"/>
          <ac:picMkLst>
            <pc:docMk/>
            <pc:sldMk cId="3187204076" sldId="648"/>
            <ac:picMk id="5" creationId="{D7A23887-7149-51C6-F396-DC857E0F37B0}"/>
          </ac:picMkLst>
        </pc:picChg>
        <pc:picChg chg="del">
          <ac:chgData name="Khobo, IL, Dr [ilkhobo@sun.ac.za]" userId="b519a442-dcea-4a28-9c45-7e29f1df5837" providerId="ADAL" clId="{8BC8A5CF-2DB3-45E9-BF57-F2ED810C291E}" dt="2026-10-08T17:33:28.942" v="7200" actId="478"/>
          <ac:picMkLst>
            <pc:docMk/>
            <pc:sldMk cId="3187204076" sldId="648"/>
            <ac:picMk id="7" creationId="{56C9B482-5CB6-A62B-99E2-BC2C9642CDAE}"/>
          </ac:picMkLst>
        </pc:picChg>
      </pc:sldChg>
      <pc:sldChg chg="addSp delSp modSp add mod">
        <pc:chgData name="Khobo, IL, Dr [ilkhobo@sun.ac.za]" userId="b519a442-dcea-4a28-9c45-7e29f1df5837" providerId="ADAL" clId="{8BC8A5CF-2DB3-45E9-BF57-F2ED810C291E}" dt="2026-10-08T17:45:12.261" v="7298" actId="27116"/>
        <pc:sldMkLst>
          <pc:docMk/>
          <pc:sldMk cId="1872896699" sldId="649"/>
        </pc:sldMkLst>
        <pc:spChg chg="mod">
          <ac:chgData name="Khobo, IL, Dr [ilkhobo@sun.ac.za]" userId="b519a442-dcea-4a28-9c45-7e29f1df5837" providerId="ADAL" clId="{8BC8A5CF-2DB3-45E9-BF57-F2ED810C291E}" dt="2026-10-08T17:42:22.393" v="7273" actId="1076"/>
          <ac:spMkLst>
            <pc:docMk/>
            <pc:sldMk cId="1872896699" sldId="649"/>
            <ac:spMk id="8" creationId="{EFC38C57-2513-4204-A253-F07213D97E34}"/>
          </ac:spMkLst>
        </pc:spChg>
        <pc:graphicFrameChg chg="add del mod modGraphic">
          <ac:chgData name="Khobo, IL, Dr [ilkhobo@sun.ac.za]" userId="b519a442-dcea-4a28-9c45-7e29f1df5837" providerId="ADAL" clId="{8BC8A5CF-2DB3-45E9-BF57-F2ED810C291E}" dt="2026-10-08T17:45:12.261" v="7298" actId="27116"/>
          <ac:graphicFrameMkLst>
            <pc:docMk/>
            <pc:sldMk cId="1872896699" sldId="649"/>
            <ac:graphicFrameMk id="4" creationId="{DDB01DE9-D8E7-1646-D31C-6B37EBE812E9}"/>
          </ac:graphicFrameMkLst>
        </pc:graphicFrameChg>
      </pc:sldChg>
      <pc:sldChg chg="addSp delSp modSp new mod modAnim">
        <pc:chgData name="Khobo, IL, Dr [ilkhobo@sun.ac.za]" userId="b519a442-dcea-4a28-9c45-7e29f1df5837" providerId="ADAL" clId="{8BC8A5CF-2DB3-45E9-BF57-F2ED810C291E}" dt="2026-10-08T17:51:32.493" v="7327" actId="14100"/>
        <pc:sldMkLst>
          <pc:docMk/>
          <pc:sldMk cId="3101834090" sldId="650"/>
        </pc:sldMkLst>
        <pc:spChg chg="del">
          <ac:chgData name="Khobo, IL, Dr [ilkhobo@sun.ac.za]" userId="b519a442-dcea-4a28-9c45-7e29f1df5837" providerId="ADAL" clId="{8BC8A5CF-2DB3-45E9-BF57-F2ED810C291E}" dt="2026-10-08T17:42:28.133" v="7275" actId="478"/>
          <ac:spMkLst>
            <pc:docMk/>
            <pc:sldMk cId="3101834090" sldId="650"/>
            <ac:spMk id="2" creationId="{AAA34B13-B823-BB2D-2E59-ED114D34FC4D}"/>
          </ac:spMkLst>
        </pc:spChg>
        <pc:spChg chg="del">
          <ac:chgData name="Khobo, IL, Dr [ilkhobo@sun.ac.za]" userId="b519a442-dcea-4a28-9c45-7e29f1df5837" providerId="ADAL" clId="{8BC8A5CF-2DB3-45E9-BF57-F2ED810C291E}" dt="2026-10-08T17:42:28.133" v="7275" actId="478"/>
          <ac:spMkLst>
            <pc:docMk/>
            <pc:sldMk cId="3101834090" sldId="650"/>
            <ac:spMk id="3" creationId="{A41145B9-2E5E-1219-65F6-DD519779E5E5}"/>
          </ac:spMkLst>
        </pc:spChg>
        <pc:picChg chg="add mod">
          <ac:chgData name="Khobo, IL, Dr [ilkhobo@sun.ac.za]" userId="b519a442-dcea-4a28-9c45-7e29f1df5837" providerId="ADAL" clId="{8BC8A5CF-2DB3-45E9-BF57-F2ED810C291E}" dt="2026-10-08T17:44:14.482" v="7289" actId="1076"/>
          <ac:picMkLst>
            <pc:docMk/>
            <pc:sldMk cId="3101834090" sldId="650"/>
            <ac:picMk id="5" creationId="{D0CC3886-0372-472D-B597-EECE222B69B3}"/>
          </ac:picMkLst>
        </pc:picChg>
        <pc:picChg chg="add mod">
          <ac:chgData name="Khobo, IL, Dr [ilkhobo@sun.ac.za]" userId="b519a442-dcea-4a28-9c45-7e29f1df5837" providerId="ADAL" clId="{8BC8A5CF-2DB3-45E9-BF57-F2ED810C291E}" dt="2026-10-08T17:44:02.220" v="7284" actId="1076"/>
          <ac:picMkLst>
            <pc:docMk/>
            <pc:sldMk cId="3101834090" sldId="650"/>
            <ac:picMk id="7" creationId="{839C56CC-80F2-8B83-1F40-7808E3FC78D3}"/>
          </ac:picMkLst>
        </pc:picChg>
        <pc:picChg chg="add mod">
          <ac:chgData name="Khobo, IL, Dr [ilkhobo@sun.ac.za]" userId="b519a442-dcea-4a28-9c45-7e29f1df5837" providerId="ADAL" clId="{8BC8A5CF-2DB3-45E9-BF57-F2ED810C291E}" dt="2026-10-08T17:49:17.514" v="7310" actId="1076"/>
          <ac:picMkLst>
            <pc:docMk/>
            <pc:sldMk cId="3101834090" sldId="650"/>
            <ac:picMk id="9" creationId="{6B5C4EAD-230E-853F-1FEC-21F53934C38A}"/>
          </ac:picMkLst>
        </pc:picChg>
        <pc:picChg chg="add mod">
          <ac:chgData name="Khobo, IL, Dr [ilkhobo@sun.ac.za]" userId="b519a442-dcea-4a28-9c45-7e29f1df5837" providerId="ADAL" clId="{8BC8A5CF-2DB3-45E9-BF57-F2ED810C291E}" dt="2026-10-08T17:51:32.493" v="7327" actId="14100"/>
          <ac:picMkLst>
            <pc:docMk/>
            <pc:sldMk cId="3101834090" sldId="650"/>
            <ac:picMk id="11" creationId="{1188153D-7693-0E23-2D5B-9156CA7113C7}"/>
          </ac:picMkLst>
        </pc:picChg>
      </pc:sldChg>
      <pc:sldChg chg="addSp modSp add mod ord">
        <pc:chgData name="Khobo, IL, Dr [ilkhobo@sun.ac.za]" userId="b519a442-dcea-4a28-9c45-7e29f1df5837" providerId="ADAL" clId="{8BC8A5CF-2DB3-45E9-BF57-F2ED810C291E}" dt="2026-10-08T18:01:01.584" v="7371" actId="27116"/>
        <pc:sldMkLst>
          <pc:docMk/>
          <pc:sldMk cId="1333995481" sldId="651"/>
        </pc:sldMkLst>
        <pc:spChg chg="mod">
          <ac:chgData name="Khobo, IL, Dr [ilkhobo@sun.ac.za]" userId="b519a442-dcea-4a28-9c45-7e29f1df5837" providerId="ADAL" clId="{8BC8A5CF-2DB3-45E9-BF57-F2ED810C291E}" dt="2026-10-08T17:45:42.070" v="7302" actId="1076"/>
          <ac:spMkLst>
            <pc:docMk/>
            <pc:sldMk cId="1333995481" sldId="651"/>
            <ac:spMk id="11" creationId="{52991D7B-51F1-DCB6-30E2-F384591179D6}"/>
          </ac:spMkLst>
        </pc:spChg>
        <pc:graphicFrameChg chg="add mod modGraphic">
          <ac:chgData name="Khobo, IL, Dr [ilkhobo@sun.ac.za]" userId="b519a442-dcea-4a28-9c45-7e29f1df5837" providerId="ADAL" clId="{8BC8A5CF-2DB3-45E9-BF57-F2ED810C291E}" dt="2026-10-08T18:01:01.584" v="7371" actId="27116"/>
          <ac:graphicFrameMkLst>
            <pc:docMk/>
            <pc:sldMk cId="1333995481" sldId="651"/>
            <ac:graphicFrameMk id="5" creationId="{39298695-DEF9-79F7-05E1-8F33AFBAE84C}"/>
          </ac:graphicFrameMkLst>
        </pc:graphicFrameChg>
      </pc:sldChg>
      <pc:sldChg chg="addSp delSp modSp new mod modAnim">
        <pc:chgData name="Khobo, IL, Dr [ilkhobo@sun.ac.za]" userId="b519a442-dcea-4a28-9c45-7e29f1df5837" providerId="ADAL" clId="{8BC8A5CF-2DB3-45E9-BF57-F2ED810C291E}" dt="2026-10-08T17:59:44.740" v="7362"/>
        <pc:sldMkLst>
          <pc:docMk/>
          <pc:sldMk cId="2177655525" sldId="652"/>
        </pc:sldMkLst>
        <pc:spChg chg="del">
          <ac:chgData name="Khobo, IL, Dr [ilkhobo@sun.ac.za]" userId="b519a442-dcea-4a28-9c45-7e29f1df5837" providerId="ADAL" clId="{8BC8A5CF-2DB3-45E9-BF57-F2ED810C291E}" dt="2026-10-08T17:46:36.959" v="7304" actId="478"/>
          <ac:spMkLst>
            <pc:docMk/>
            <pc:sldMk cId="2177655525" sldId="652"/>
            <ac:spMk id="2" creationId="{55E10BA7-5AE4-F56E-429C-CCBEBBD25520}"/>
          </ac:spMkLst>
        </pc:spChg>
        <pc:spChg chg="del">
          <ac:chgData name="Khobo, IL, Dr [ilkhobo@sun.ac.za]" userId="b519a442-dcea-4a28-9c45-7e29f1df5837" providerId="ADAL" clId="{8BC8A5CF-2DB3-45E9-BF57-F2ED810C291E}" dt="2026-10-08T17:46:36.959" v="7304" actId="478"/>
          <ac:spMkLst>
            <pc:docMk/>
            <pc:sldMk cId="2177655525" sldId="652"/>
            <ac:spMk id="3" creationId="{8F6A0708-FF27-C3A0-CFCA-8CA7F6BA44E9}"/>
          </ac:spMkLst>
        </pc:spChg>
        <pc:picChg chg="add mod">
          <ac:chgData name="Khobo, IL, Dr [ilkhobo@sun.ac.za]" userId="b519a442-dcea-4a28-9c45-7e29f1df5837" providerId="ADAL" clId="{8BC8A5CF-2DB3-45E9-BF57-F2ED810C291E}" dt="2026-10-08T17:54:04.489" v="7331" actId="1076"/>
          <ac:picMkLst>
            <pc:docMk/>
            <pc:sldMk cId="2177655525" sldId="652"/>
            <ac:picMk id="5" creationId="{158DC984-3390-3A6D-BB9F-9C80510EE025}"/>
          </ac:picMkLst>
        </pc:picChg>
        <pc:picChg chg="add mod">
          <ac:chgData name="Khobo, IL, Dr [ilkhobo@sun.ac.za]" userId="b519a442-dcea-4a28-9c45-7e29f1df5837" providerId="ADAL" clId="{8BC8A5CF-2DB3-45E9-BF57-F2ED810C291E}" dt="2026-10-08T17:55:29.289" v="7339" actId="1076"/>
          <ac:picMkLst>
            <pc:docMk/>
            <pc:sldMk cId="2177655525" sldId="652"/>
            <ac:picMk id="7" creationId="{82F3F148-756F-9F38-CA53-6BDD217AFF8C}"/>
          </ac:picMkLst>
        </pc:picChg>
        <pc:picChg chg="add mod">
          <ac:chgData name="Khobo, IL, Dr [ilkhobo@sun.ac.za]" userId="b519a442-dcea-4a28-9c45-7e29f1df5837" providerId="ADAL" clId="{8BC8A5CF-2DB3-45E9-BF57-F2ED810C291E}" dt="2026-10-08T17:56:35.750" v="7346" actId="1076"/>
          <ac:picMkLst>
            <pc:docMk/>
            <pc:sldMk cId="2177655525" sldId="652"/>
            <ac:picMk id="9" creationId="{18651094-F009-9B98-F693-FF409FCBE502}"/>
          </ac:picMkLst>
        </pc:picChg>
        <pc:picChg chg="add mod">
          <ac:chgData name="Khobo, IL, Dr [ilkhobo@sun.ac.za]" userId="b519a442-dcea-4a28-9c45-7e29f1df5837" providerId="ADAL" clId="{8BC8A5CF-2DB3-45E9-BF57-F2ED810C291E}" dt="2026-10-08T17:58:07.529" v="7354" actId="1076"/>
          <ac:picMkLst>
            <pc:docMk/>
            <pc:sldMk cId="2177655525" sldId="652"/>
            <ac:picMk id="11" creationId="{3B3269A6-E527-E5C1-D877-B0695FEE327B}"/>
          </ac:picMkLst>
        </pc:picChg>
        <pc:picChg chg="add mod">
          <ac:chgData name="Khobo, IL, Dr [ilkhobo@sun.ac.za]" userId="b519a442-dcea-4a28-9c45-7e29f1df5837" providerId="ADAL" clId="{8BC8A5CF-2DB3-45E9-BF57-F2ED810C291E}" dt="2026-10-08T17:59:38.583" v="7361" actId="14100"/>
          <ac:picMkLst>
            <pc:docMk/>
            <pc:sldMk cId="2177655525" sldId="652"/>
            <ac:picMk id="13" creationId="{22139C52-EA71-1CA5-40E8-23EFD1B655B4}"/>
          </ac:picMkLst>
        </pc:picChg>
      </pc:sldChg>
      <pc:sldChg chg="addSp modSp add mod ord">
        <pc:chgData name="Khobo, IL, Dr [ilkhobo@sun.ac.za]" userId="b519a442-dcea-4a28-9c45-7e29f1df5837" providerId="ADAL" clId="{8BC8A5CF-2DB3-45E9-BF57-F2ED810C291E}" dt="2026-10-08T18:10:11.541" v="7416" actId="27116"/>
        <pc:sldMkLst>
          <pc:docMk/>
          <pc:sldMk cId="2426637371" sldId="653"/>
        </pc:sldMkLst>
        <pc:spChg chg="mod">
          <ac:chgData name="Khobo, IL, Dr [ilkhobo@sun.ac.za]" userId="b519a442-dcea-4a28-9c45-7e29f1df5837" providerId="ADAL" clId="{8BC8A5CF-2DB3-45E9-BF57-F2ED810C291E}" dt="2026-10-08T18:01:19.570" v="7375" actId="1076"/>
          <ac:spMkLst>
            <pc:docMk/>
            <pc:sldMk cId="2426637371" sldId="653"/>
            <ac:spMk id="14" creationId="{CB4FB8EA-0269-F7E5-D00C-61818992CF51}"/>
          </ac:spMkLst>
        </pc:spChg>
        <pc:graphicFrameChg chg="add mod modGraphic">
          <ac:chgData name="Khobo, IL, Dr [ilkhobo@sun.ac.za]" userId="b519a442-dcea-4a28-9c45-7e29f1df5837" providerId="ADAL" clId="{8BC8A5CF-2DB3-45E9-BF57-F2ED810C291E}" dt="2026-10-08T18:10:11.541" v="7416" actId="27116"/>
          <ac:graphicFrameMkLst>
            <pc:docMk/>
            <pc:sldMk cId="2426637371" sldId="653"/>
            <ac:graphicFrameMk id="7" creationId="{7DC49A5F-904E-1026-B4E6-121CAAD6D72A}"/>
          </ac:graphicFrameMkLst>
        </pc:graphicFrameChg>
      </pc:sldChg>
      <pc:sldChg chg="addSp delSp modSp new mod modAnim">
        <pc:chgData name="Khobo, IL, Dr [ilkhobo@sun.ac.za]" userId="b519a442-dcea-4a28-9c45-7e29f1df5837" providerId="ADAL" clId="{8BC8A5CF-2DB3-45E9-BF57-F2ED810C291E}" dt="2026-10-08T18:06:38.895" v="7411"/>
        <pc:sldMkLst>
          <pc:docMk/>
          <pc:sldMk cId="4047288276" sldId="654"/>
        </pc:sldMkLst>
        <pc:spChg chg="del">
          <ac:chgData name="Khobo, IL, Dr [ilkhobo@sun.ac.za]" userId="b519a442-dcea-4a28-9c45-7e29f1df5837" providerId="ADAL" clId="{8BC8A5CF-2DB3-45E9-BF57-F2ED810C291E}" dt="2026-10-08T18:03:02.710" v="7377" actId="478"/>
          <ac:spMkLst>
            <pc:docMk/>
            <pc:sldMk cId="4047288276" sldId="654"/>
            <ac:spMk id="2" creationId="{56698D30-A666-8FD1-CBCB-5F54F97DC5BF}"/>
          </ac:spMkLst>
        </pc:spChg>
        <pc:spChg chg="del">
          <ac:chgData name="Khobo, IL, Dr [ilkhobo@sun.ac.za]" userId="b519a442-dcea-4a28-9c45-7e29f1df5837" providerId="ADAL" clId="{8BC8A5CF-2DB3-45E9-BF57-F2ED810C291E}" dt="2026-10-08T18:03:02.710" v="7377" actId="478"/>
          <ac:spMkLst>
            <pc:docMk/>
            <pc:sldMk cId="4047288276" sldId="654"/>
            <ac:spMk id="3" creationId="{9D01C207-0E52-B7FC-D4F9-25014C9D6355}"/>
          </ac:spMkLst>
        </pc:spChg>
        <pc:picChg chg="add mod">
          <ac:chgData name="Khobo, IL, Dr [ilkhobo@sun.ac.za]" userId="b519a442-dcea-4a28-9c45-7e29f1df5837" providerId="ADAL" clId="{8BC8A5CF-2DB3-45E9-BF57-F2ED810C291E}" dt="2026-10-08T18:03:37.259" v="7382" actId="1076"/>
          <ac:picMkLst>
            <pc:docMk/>
            <pc:sldMk cId="4047288276" sldId="654"/>
            <ac:picMk id="5" creationId="{F59D3F93-AF65-A50B-5D94-96F0928FB8A3}"/>
          </ac:picMkLst>
        </pc:picChg>
        <pc:picChg chg="add mod">
          <ac:chgData name="Khobo, IL, Dr [ilkhobo@sun.ac.za]" userId="b519a442-dcea-4a28-9c45-7e29f1df5837" providerId="ADAL" clId="{8BC8A5CF-2DB3-45E9-BF57-F2ED810C291E}" dt="2026-10-08T18:04:18.912" v="7388" actId="1076"/>
          <ac:picMkLst>
            <pc:docMk/>
            <pc:sldMk cId="4047288276" sldId="654"/>
            <ac:picMk id="7" creationId="{7256D1C9-9F35-16F7-A804-3C64884B7675}"/>
          </ac:picMkLst>
        </pc:picChg>
        <pc:picChg chg="add mod">
          <ac:chgData name="Khobo, IL, Dr [ilkhobo@sun.ac.za]" userId="b519a442-dcea-4a28-9c45-7e29f1df5837" providerId="ADAL" clId="{8BC8A5CF-2DB3-45E9-BF57-F2ED810C291E}" dt="2026-10-08T18:04:51.838" v="7395" actId="1076"/>
          <ac:picMkLst>
            <pc:docMk/>
            <pc:sldMk cId="4047288276" sldId="654"/>
            <ac:picMk id="9" creationId="{98DBBBF3-B356-4CF2-19D1-4A89C1ACE755}"/>
          </ac:picMkLst>
        </pc:picChg>
        <pc:picChg chg="add mod">
          <ac:chgData name="Khobo, IL, Dr [ilkhobo@sun.ac.za]" userId="b519a442-dcea-4a28-9c45-7e29f1df5837" providerId="ADAL" clId="{8BC8A5CF-2DB3-45E9-BF57-F2ED810C291E}" dt="2026-10-08T18:05:43.254" v="7400" actId="14100"/>
          <ac:picMkLst>
            <pc:docMk/>
            <pc:sldMk cId="4047288276" sldId="654"/>
            <ac:picMk id="11" creationId="{3D71AF73-97A8-D21D-6036-C4606FC80BD7}"/>
          </ac:picMkLst>
        </pc:picChg>
        <pc:picChg chg="add mod">
          <ac:chgData name="Khobo, IL, Dr [ilkhobo@sun.ac.za]" userId="b519a442-dcea-4a28-9c45-7e29f1df5837" providerId="ADAL" clId="{8BC8A5CF-2DB3-45E9-BF57-F2ED810C291E}" dt="2026-10-08T18:06:34.303" v="7410" actId="1076"/>
          <ac:picMkLst>
            <pc:docMk/>
            <pc:sldMk cId="4047288276" sldId="654"/>
            <ac:picMk id="13" creationId="{E79A5653-D638-7C9D-A0CB-BC5C4637CE66}"/>
          </ac:picMkLst>
        </pc:picChg>
      </pc:sldChg>
      <pc:sldChg chg="add">
        <pc:chgData name="Khobo, IL, Dr [ilkhobo@sun.ac.za]" userId="b519a442-dcea-4a28-9c45-7e29f1df5837" providerId="ADAL" clId="{8BC8A5CF-2DB3-45E9-BF57-F2ED810C291E}" dt="2026-10-08T18:10:16.398" v="7417" actId="2890"/>
        <pc:sldMkLst>
          <pc:docMk/>
          <pc:sldMk cId="2193090984" sldId="655"/>
        </pc:sldMkLst>
      </pc:sldChg>
    </pc:docChg>
  </pc:docChgLst>
  <pc:docChgLst>
    <pc:chgData name="Khobo, IL, Dr [ilkhobo@sun.ac.za]" userId="b519a442-dcea-4a28-9c45-7e29f1df5837" providerId="ADAL" clId="{D25D1C45-A404-4E0F-8657-49BD4E4887CA}"/>
    <pc:docChg chg="undo redo custSel addSld delSld modSld">
      <pc:chgData name="Khobo, IL, Dr [ilkhobo@sun.ac.za]" userId="b519a442-dcea-4a28-9c45-7e29f1df5837" providerId="ADAL" clId="{D25D1C45-A404-4E0F-8657-49BD4E4887CA}" dt="2026-10-09T05:43:58.078" v="5728" actId="20577"/>
      <pc:docMkLst>
        <pc:docMk/>
      </pc:docMkLst>
      <pc:sldChg chg="addSp delSp modSp add del mod modNotesTx">
        <pc:chgData name="Khobo, IL, Dr [ilkhobo@sun.ac.za]" userId="b519a442-dcea-4a28-9c45-7e29f1df5837" providerId="ADAL" clId="{D25D1C45-A404-4E0F-8657-49BD4E4887CA}" dt="2026-10-09T05:22:45.850" v="5707" actId="20577"/>
        <pc:sldMkLst>
          <pc:docMk/>
          <pc:sldMk cId="2601401026" sldId="597"/>
        </pc:sldMkLst>
        <pc:spChg chg="mod">
          <ac:chgData name="Khobo, IL, Dr [ilkhobo@sun.ac.za]" userId="b519a442-dcea-4a28-9c45-7e29f1df5837" providerId="ADAL" clId="{D25D1C45-A404-4E0F-8657-49BD4E4887CA}" dt="2026-10-09T05:22:45.850" v="5707" actId="20577"/>
          <ac:spMkLst>
            <pc:docMk/>
            <pc:sldMk cId="2601401026" sldId="597"/>
            <ac:spMk id="13" creationId="{20076924-44A7-AFA3-D2D3-FEB8DE4DD9A9}"/>
          </ac:spMkLst>
        </pc:spChg>
        <pc:spChg chg="mod">
          <ac:chgData name="Khobo, IL, Dr [ilkhobo@sun.ac.za]" userId="b519a442-dcea-4a28-9c45-7e29f1df5837" providerId="ADAL" clId="{D25D1C45-A404-4E0F-8657-49BD4E4887CA}" dt="2026-10-09T05:20:26.375" v="5650" actId="20577"/>
          <ac:spMkLst>
            <pc:docMk/>
            <pc:sldMk cId="2601401026" sldId="597"/>
            <ac:spMk id="17" creationId="{7EC74C40-289A-CA47-2A9E-CB243EF9FF06}"/>
          </ac:spMkLst>
        </pc:spChg>
        <pc:spChg chg="mod">
          <ac:chgData name="Khobo, IL, Dr [ilkhobo@sun.ac.za]" userId="b519a442-dcea-4a28-9c45-7e29f1df5837" providerId="ADAL" clId="{D25D1C45-A404-4E0F-8657-49BD4E4887CA}" dt="2026-10-08T10:54:32.297" v="3407" actId="1076"/>
          <ac:spMkLst>
            <pc:docMk/>
            <pc:sldMk cId="2601401026" sldId="597"/>
            <ac:spMk id="19" creationId="{799DE2B1-C8C5-DEBE-B93A-8AC9B1EB7547}"/>
          </ac:spMkLst>
        </pc:spChg>
        <pc:spChg chg="mod">
          <ac:chgData name="Khobo, IL, Dr [ilkhobo@sun.ac.za]" userId="b519a442-dcea-4a28-9c45-7e29f1df5837" providerId="ADAL" clId="{D25D1C45-A404-4E0F-8657-49BD4E4887CA}" dt="2026-10-08T10:55:51.001" v="3491" actId="20577"/>
          <ac:spMkLst>
            <pc:docMk/>
            <pc:sldMk cId="2601401026" sldId="597"/>
            <ac:spMk id="34" creationId="{593DD671-6E7B-06CE-9A2D-78AB0133EE61}"/>
          </ac:spMkLst>
        </pc:spChg>
        <pc:picChg chg="add del mod">
          <ac:chgData name="Khobo, IL, Dr [ilkhobo@sun.ac.za]" userId="b519a442-dcea-4a28-9c45-7e29f1df5837" providerId="ADAL" clId="{D25D1C45-A404-4E0F-8657-49BD4E4887CA}" dt="2026-10-08T10:55:22.377" v="3484" actId="478"/>
          <ac:picMkLst>
            <pc:docMk/>
            <pc:sldMk cId="2601401026" sldId="597"/>
            <ac:picMk id="3" creationId="{8B5EA4C8-8C81-324A-DCF4-224D0634971D}"/>
          </ac:picMkLst>
        </pc:picChg>
        <pc:picChg chg="add mod">
          <ac:chgData name="Khobo, IL, Dr [ilkhobo@sun.ac.za]" userId="b519a442-dcea-4a28-9c45-7e29f1df5837" providerId="ADAL" clId="{D25D1C45-A404-4E0F-8657-49BD4E4887CA}" dt="2026-10-08T10:55:35.518" v="3489" actId="1076"/>
          <ac:picMkLst>
            <pc:docMk/>
            <pc:sldMk cId="2601401026" sldId="597"/>
            <ac:picMk id="4" creationId="{D528E8A1-98C1-21A7-C00A-F2090CAA7BD2}"/>
          </ac:picMkLst>
        </pc:picChg>
      </pc:sldChg>
      <pc:sldChg chg="addSp delSp modSp add mod addAnim delAnim modAnim modNotesTx">
        <pc:chgData name="Khobo, IL, Dr [ilkhobo@sun.ac.za]" userId="b519a442-dcea-4a28-9c45-7e29f1df5837" providerId="ADAL" clId="{D25D1C45-A404-4E0F-8657-49BD4E4887CA}" dt="2026-10-09T05:25:44.065" v="5710"/>
        <pc:sldMkLst>
          <pc:docMk/>
          <pc:sldMk cId="3208347062" sldId="598"/>
        </pc:sldMkLst>
        <pc:spChg chg="mod">
          <ac:chgData name="Khobo, IL, Dr [ilkhobo@sun.ac.za]" userId="b519a442-dcea-4a28-9c45-7e29f1df5837" providerId="ADAL" clId="{D25D1C45-A404-4E0F-8657-49BD4E4887CA}" dt="2026-10-09T05:22:11.152" v="5691" actId="20577"/>
          <ac:spMkLst>
            <pc:docMk/>
            <pc:sldMk cId="3208347062" sldId="598"/>
            <ac:spMk id="5" creationId="{66D68247-D936-6C69-5F17-6E4C2E3D571C}"/>
          </ac:spMkLst>
        </pc:spChg>
        <pc:spChg chg="mod">
          <ac:chgData name="Khobo, IL, Dr [ilkhobo@sun.ac.za]" userId="b519a442-dcea-4a28-9c45-7e29f1df5837" providerId="ADAL" clId="{D25D1C45-A404-4E0F-8657-49BD4E4887CA}" dt="2026-10-08T11:40:18.212" v="3535" actId="207"/>
          <ac:spMkLst>
            <pc:docMk/>
            <pc:sldMk cId="3208347062" sldId="598"/>
            <ac:spMk id="6" creationId="{4BE33306-828B-67B7-78C5-1D4301CF134E}"/>
          </ac:spMkLst>
        </pc:spChg>
        <pc:spChg chg="mod">
          <ac:chgData name="Khobo, IL, Dr [ilkhobo@sun.ac.za]" userId="b519a442-dcea-4a28-9c45-7e29f1df5837" providerId="ADAL" clId="{D25D1C45-A404-4E0F-8657-49BD4E4887CA}" dt="2026-10-08T11:36:18.023" v="3529"/>
          <ac:spMkLst>
            <pc:docMk/>
            <pc:sldMk cId="3208347062" sldId="598"/>
            <ac:spMk id="7" creationId="{911EE022-734F-0045-8140-C699BFCE97CE}"/>
          </ac:spMkLst>
        </pc:spChg>
        <pc:spChg chg="mod">
          <ac:chgData name="Khobo, IL, Dr [ilkhobo@sun.ac.za]" userId="b519a442-dcea-4a28-9c45-7e29f1df5837" providerId="ADAL" clId="{D25D1C45-A404-4E0F-8657-49BD4E4887CA}" dt="2026-10-08T11:36:50.680" v="3533" actId="207"/>
          <ac:spMkLst>
            <pc:docMk/>
            <pc:sldMk cId="3208347062" sldId="598"/>
            <ac:spMk id="9" creationId="{39730078-7D21-55FC-412D-3C816B231362}"/>
          </ac:spMkLst>
        </pc:spChg>
        <pc:spChg chg="mod">
          <ac:chgData name="Khobo, IL, Dr [ilkhobo@sun.ac.za]" userId="b519a442-dcea-4a28-9c45-7e29f1df5837" providerId="ADAL" clId="{D25D1C45-A404-4E0F-8657-49BD4E4887CA}" dt="2026-10-08T11:36:18.023" v="3529"/>
          <ac:spMkLst>
            <pc:docMk/>
            <pc:sldMk cId="3208347062" sldId="598"/>
            <ac:spMk id="11" creationId="{733468CE-3A93-C2DE-B413-07BB5FE54C1E}"/>
          </ac:spMkLst>
        </pc:spChg>
        <pc:spChg chg="mod">
          <ac:chgData name="Khobo, IL, Dr [ilkhobo@sun.ac.za]" userId="b519a442-dcea-4a28-9c45-7e29f1df5837" providerId="ADAL" clId="{D25D1C45-A404-4E0F-8657-49BD4E4887CA}" dt="2026-10-08T11:36:18.023" v="3529"/>
          <ac:spMkLst>
            <pc:docMk/>
            <pc:sldMk cId="3208347062" sldId="598"/>
            <ac:spMk id="14" creationId="{94625573-9054-C70D-580A-78A6EE54A857}"/>
          </ac:spMkLst>
        </pc:spChg>
        <pc:grpChg chg="add mod">
          <ac:chgData name="Khobo, IL, Dr [ilkhobo@sun.ac.za]" userId="b519a442-dcea-4a28-9c45-7e29f1df5837" providerId="ADAL" clId="{D25D1C45-A404-4E0F-8657-49BD4E4887CA}" dt="2026-10-08T11:36:18.023" v="3529"/>
          <ac:grpSpMkLst>
            <pc:docMk/>
            <pc:sldMk cId="3208347062" sldId="598"/>
            <ac:grpSpMk id="2" creationId="{65F3EDEF-DD87-124D-51A4-5DB02E80C8F8}"/>
          </ac:grpSpMkLst>
        </pc:grpChg>
        <pc:grpChg chg="mod">
          <ac:chgData name="Khobo, IL, Dr [ilkhobo@sun.ac.za]" userId="b519a442-dcea-4a28-9c45-7e29f1df5837" providerId="ADAL" clId="{D25D1C45-A404-4E0F-8657-49BD4E4887CA}" dt="2026-10-08T11:36:18.023" v="3529"/>
          <ac:grpSpMkLst>
            <pc:docMk/>
            <pc:sldMk cId="3208347062" sldId="598"/>
            <ac:grpSpMk id="4" creationId="{CB57838D-857A-AB8B-6E4B-B32A786FF266}"/>
          </ac:grpSpMkLst>
        </pc:grpChg>
        <pc:grpChg chg="del">
          <ac:chgData name="Khobo, IL, Dr [ilkhobo@sun.ac.za]" userId="b519a442-dcea-4a28-9c45-7e29f1df5837" providerId="ADAL" clId="{D25D1C45-A404-4E0F-8657-49BD4E4887CA}" dt="2026-10-08T11:36:16.901" v="3528" actId="478"/>
          <ac:grpSpMkLst>
            <pc:docMk/>
            <pc:sldMk cId="3208347062" sldId="598"/>
            <ac:grpSpMk id="37" creationId="{79D632F8-8645-3452-CAC0-02D0B59DE3AA}"/>
          </ac:grpSpMkLst>
        </pc:grpChg>
        <pc:grpChg chg="del">
          <ac:chgData name="Khobo, IL, Dr [ilkhobo@sun.ac.za]" userId="b519a442-dcea-4a28-9c45-7e29f1df5837" providerId="ADAL" clId="{D25D1C45-A404-4E0F-8657-49BD4E4887CA}" dt="2026-10-08T11:36:53.365" v="3534" actId="478"/>
          <ac:grpSpMkLst>
            <pc:docMk/>
            <pc:sldMk cId="3208347062" sldId="598"/>
            <ac:grpSpMk id="95" creationId="{CA8DE99B-C7E5-D13E-FD52-BE723500B35C}"/>
          </ac:grpSpMkLst>
        </pc:grpChg>
        <pc:picChg chg="mod">
          <ac:chgData name="Khobo, IL, Dr [ilkhobo@sun.ac.za]" userId="b519a442-dcea-4a28-9c45-7e29f1df5837" providerId="ADAL" clId="{D25D1C45-A404-4E0F-8657-49BD4E4887CA}" dt="2026-10-08T11:36:18.023" v="3529"/>
          <ac:picMkLst>
            <pc:docMk/>
            <pc:sldMk cId="3208347062" sldId="598"/>
            <ac:picMk id="13" creationId="{336D3087-F25C-CD37-E634-320E95FB197B}"/>
          </ac:picMkLst>
        </pc:picChg>
        <pc:cxnChg chg="mod">
          <ac:chgData name="Khobo, IL, Dr [ilkhobo@sun.ac.za]" userId="b519a442-dcea-4a28-9c45-7e29f1df5837" providerId="ADAL" clId="{D25D1C45-A404-4E0F-8657-49BD4E4887CA}" dt="2026-10-08T11:40:27.854" v="3537" actId="208"/>
          <ac:cxnSpMkLst>
            <pc:docMk/>
            <pc:sldMk cId="3208347062" sldId="598"/>
            <ac:cxnSpMk id="16" creationId="{CE27081F-24DC-8897-129C-CF3557C4541C}"/>
          </ac:cxnSpMkLst>
        </pc:cxnChg>
        <pc:cxnChg chg="mod">
          <ac:chgData name="Khobo, IL, Dr [ilkhobo@sun.ac.za]" userId="b519a442-dcea-4a28-9c45-7e29f1df5837" providerId="ADAL" clId="{D25D1C45-A404-4E0F-8657-49BD4E4887CA}" dt="2026-10-08T11:40:47.519" v="3539" actId="208"/>
          <ac:cxnSpMkLst>
            <pc:docMk/>
            <pc:sldMk cId="3208347062" sldId="598"/>
            <ac:cxnSpMk id="18" creationId="{DA087E2D-ACD5-DA85-7346-A694E35ABA1C}"/>
          </ac:cxnSpMkLst>
        </pc:cxnChg>
      </pc:sldChg>
      <pc:sldChg chg="addSp delSp modSp add mod delAnim modAnim modNotesTx">
        <pc:chgData name="Khobo, IL, Dr [ilkhobo@sun.ac.za]" userId="b519a442-dcea-4a28-9c45-7e29f1df5837" providerId="ADAL" clId="{D25D1C45-A404-4E0F-8657-49BD4E4887CA}" dt="2026-10-08T12:18:01.214" v="4785" actId="20577"/>
        <pc:sldMkLst>
          <pc:docMk/>
          <pc:sldMk cId="4217422227" sldId="599"/>
        </pc:sldMkLst>
        <pc:spChg chg="add del mod">
          <ac:chgData name="Khobo, IL, Dr [ilkhobo@sun.ac.za]" userId="b519a442-dcea-4a28-9c45-7e29f1df5837" providerId="ADAL" clId="{D25D1C45-A404-4E0F-8657-49BD4E4887CA}" dt="2026-10-08T11:32:37.534" v="3526" actId="478"/>
          <ac:spMkLst>
            <pc:docMk/>
            <pc:sldMk cId="4217422227" sldId="599"/>
            <ac:spMk id="4" creationId="{9C7398FA-7877-6897-333A-27417828332F}"/>
          </ac:spMkLst>
        </pc:spChg>
        <pc:spChg chg="add del mod">
          <ac:chgData name="Khobo, IL, Dr [ilkhobo@sun.ac.za]" userId="b519a442-dcea-4a28-9c45-7e29f1df5837" providerId="ADAL" clId="{D25D1C45-A404-4E0F-8657-49BD4E4887CA}" dt="2026-10-08T11:32:37.534" v="3526" actId="478"/>
          <ac:spMkLst>
            <pc:docMk/>
            <pc:sldMk cId="4217422227" sldId="599"/>
            <ac:spMk id="7" creationId="{362CBFC5-F63A-1D19-BFBF-4206249975DD}"/>
          </ac:spMkLst>
        </pc:spChg>
        <pc:spChg chg="add del mod">
          <ac:chgData name="Khobo, IL, Dr [ilkhobo@sun.ac.za]" userId="b519a442-dcea-4a28-9c45-7e29f1df5837" providerId="ADAL" clId="{D25D1C45-A404-4E0F-8657-49BD4E4887CA}" dt="2026-10-08T11:32:37.534" v="3526" actId="478"/>
          <ac:spMkLst>
            <pc:docMk/>
            <pc:sldMk cId="4217422227" sldId="599"/>
            <ac:spMk id="9" creationId="{6CD5BBB8-3AF9-C1B7-5A84-390D4B953473}"/>
          </ac:spMkLst>
        </pc:spChg>
        <pc:spChg chg="mod">
          <ac:chgData name="Khobo, IL, Dr [ilkhobo@sun.ac.za]" userId="b519a442-dcea-4a28-9c45-7e29f1df5837" providerId="ADAL" clId="{D25D1C45-A404-4E0F-8657-49BD4E4887CA}" dt="2026-10-08T11:30:13.045" v="3520" actId="14100"/>
          <ac:spMkLst>
            <pc:docMk/>
            <pc:sldMk cId="4217422227" sldId="599"/>
            <ac:spMk id="11" creationId="{4EE47463-724A-9191-841D-6F59B5883160}"/>
          </ac:spMkLst>
        </pc:spChg>
        <pc:spChg chg="add del mod">
          <ac:chgData name="Khobo, IL, Dr [ilkhobo@sun.ac.za]" userId="b519a442-dcea-4a28-9c45-7e29f1df5837" providerId="ADAL" clId="{D25D1C45-A404-4E0F-8657-49BD4E4887CA}" dt="2026-10-08T11:32:37.534" v="3526" actId="478"/>
          <ac:spMkLst>
            <pc:docMk/>
            <pc:sldMk cId="4217422227" sldId="599"/>
            <ac:spMk id="12" creationId="{90279715-DDF0-86C8-5897-812DE21673A1}"/>
          </ac:spMkLst>
        </pc:spChg>
        <pc:spChg chg="add del mod">
          <ac:chgData name="Khobo, IL, Dr [ilkhobo@sun.ac.za]" userId="b519a442-dcea-4a28-9c45-7e29f1df5837" providerId="ADAL" clId="{D25D1C45-A404-4E0F-8657-49BD4E4887CA}" dt="2026-10-08T11:46:27.001" v="3611" actId="478"/>
          <ac:spMkLst>
            <pc:docMk/>
            <pc:sldMk cId="4217422227" sldId="599"/>
            <ac:spMk id="13" creationId="{13350180-8351-E45E-C432-82DB55B9EFC1}"/>
          </ac:spMkLst>
        </pc:spChg>
        <pc:spChg chg="add mod">
          <ac:chgData name="Khobo, IL, Dr [ilkhobo@sun.ac.za]" userId="b519a442-dcea-4a28-9c45-7e29f1df5837" providerId="ADAL" clId="{D25D1C45-A404-4E0F-8657-49BD4E4887CA}" dt="2026-10-08T11:50:55.112" v="3801" actId="5793"/>
          <ac:spMkLst>
            <pc:docMk/>
            <pc:sldMk cId="4217422227" sldId="599"/>
            <ac:spMk id="15" creationId="{B84295BB-0FF8-DEF3-B50A-82F2EB04992B}"/>
          </ac:spMkLst>
        </pc:spChg>
        <pc:spChg chg="add mod">
          <ac:chgData name="Khobo, IL, Dr [ilkhobo@sun.ac.za]" userId="b519a442-dcea-4a28-9c45-7e29f1df5837" providerId="ADAL" clId="{D25D1C45-A404-4E0F-8657-49BD4E4887CA}" dt="2026-10-08T11:51:04.888" v="3803" actId="1076"/>
          <ac:spMkLst>
            <pc:docMk/>
            <pc:sldMk cId="4217422227" sldId="599"/>
            <ac:spMk id="17" creationId="{B8985710-9080-40BE-5A54-62BBE7C5CBD0}"/>
          </ac:spMkLst>
        </pc:spChg>
        <pc:spChg chg="add mod">
          <ac:chgData name="Khobo, IL, Dr [ilkhobo@sun.ac.za]" userId="b519a442-dcea-4a28-9c45-7e29f1df5837" providerId="ADAL" clId="{D25D1C45-A404-4E0F-8657-49BD4E4887CA}" dt="2026-10-08T11:50:58.315" v="3802" actId="20577"/>
          <ac:spMkLst>
            <pc:docMk/>
            <pc:sldMk cId="4217422227" sldId="599"/>
            <ac:spMk id="19" creationId="{FC8EBD36-80C5-781F-A5BE-BD276205A06F}"/>
          </ac:spMkLst>
        </pc:spChg>
        <pc:spChg chg="add mod">
          <ac:chgData name="Khobo, IL, Dr [ilkhobo@sun.ac.za]" userId="b519a442-dcea-4a28-9c45-7e29f1df5837" providerId="ADAL" clId="{D25D1C45-A404-4E0F-8657-49BD4E4887CA}" dt="2026-10-08T11:51:10.936" v="3804" actId="1076"/>
          <ac:spMkLst>
            <pc:docMk/>
            <pc:sldMk cId="4217422227" sldId="599"/>
            <ac:spMk id="21" creationId="{3BF64363-63CE-C3BD-6F06-A2D52DA29AD0}"/>
          </ac:spMkLst>
        </pc:spChg>
        <pc:spChg chg="mod">
          <ac:chgData name="Khobo, IL, Dr [ilkhobo@sun.ac.za]" userId="b519a442-dcea-4a28-9c45-7e29f1df5837" providerId="ADAL" clId="{D25D1C45-A404-4E0F-8657-49BD4E4887CA}" dt="2026-10-08T10:55:58.462" v="3493" actId="20577"/>
          <ac:spMkLst>
            <pc:docMk/>
            <pc:sldMk cId="4217422227" sldId="599"/>
            <ac:spMk id="34" creationId="{03FEF9E1-FBFC-4B6A-7F48-8A9667834489}"/>
          </ac:spMkLst>
        </pc:spChg>
        <pc:spChg chg="mod">
          <ac:chgData name="Khobo, IL, Dr [ilkhobo@sun.ac.za]" userId="b519a442-dcea-4a28-9c45-7e29f1df5837" providerId="ADAL" clId="{D25D1C45-A404-4E0F-8657-49BD4E4887CA}" dt="2026-10-08T12:18:01.214" v="4785" actId="20577"/>
          <ac:spMkLst>
            <pc:docMk/>
            <pc:sldMk cId="4217422227" sldId="599"/>
            <ac:spMk id="36" creationId="{429E743A-632E-9EB3-5D21-ECF5187657DD}"/>
          </ac:spMkLst>
        </pc:spChg>
        <pc:picChg chg="del">
          <ac:chgData name="Khobo, IL, Dr [ilkhobo@sun.ac.za]" userId="b519a442-dcea-4a28-9c45-7e29f1df5837" providerId="ADAL" clId="{D25D1C45-A404-4E0F-8657-49BD4E4887CA}" dt="2026-10-08T11:28:31.818" v="3506" actId="478"/>
          <ac:picMkLst>
            <pc:docMk/>
            <pc:sldMk cId="4217422227" sldId="599"/>
            <ac:picMk id="3" creationId="{B9E08F6A-E8A4-0E2B-57E1-921D98F5B02D}"/>
          </ac:picMkLst>
        </pc:picChg>
        <pc:picChg chg="del">
          <ac:chgData name="Khobo, IL, Dr [ilkhobo@sun.ac.za]" userId="b519a442-dcea-4a28-9c45-7e29f1df5837" providerId="ADAL" clId="{D25D1C45-A404-4E0F-8657-49BD4E4887CA}" dt="2026-10-08T11:28:30.174" v="3505" actId="478"/>
          <ac:picMkLst>
            <pc:docMk/>
            <pc:sldMk cId="4217422227" sldId="599"/>
            <ac:picMk id="5" creationId="{0E045629-30B7-82EE-3835-230F6F0C86A9}"/>
          </ac:picMkLst>
        </pc:picChg>
      </pc:sldChg>
      <pc:sldChg chg="addSp delSp modSp add mod">
        <pc:chgData name="Khobo, IL, Dr [ilkhobo@sun.ac.za]" userId="b519a442-dcea-4a28-9c45-7e29f1df5837" providerId="ADAL" clId="{D25D1C45-A404-4E0F-8657-49BD4E4887CA}" dt="2026-10-08T11:28:00.950" v="3502" actId="22"/>
        <pc:sldMkLst>
          <pc:docMk/>
          <pc:sldMk cId="338082082" sldId="609"/>
        </pc:sldMkLst>
        <pc:spChg chg="mod">
          <ac:chgData name="Khobo, IL, Dr [ilkhobo@sun.ac.za]" userId="b519a442-dcea-4a28-9c45-7e29f1df5837" providerId="ADAL" clId="{D25D1C45-A404-4E0F-8657-49BD4E4887CA}" dt="2026-10-08T10:56:35.575" v="3500" actId="20577"/>
          <ac:spMkLst>
            <pc:docMk/>
            <pc:sldMk cId="338082082" sldId="609"/>
            <ac:spMk id="34" creationId="{F1E50580-54BF-5667-527F-E6168B0C7A2F}"/>
          </ac:spMkLst>
        </pc:spChg>
        <pc:picChg chg="del">
          <ac:chgData name="Khobo, IL, Dr [ilkhobo@sun.ac.za]" userId="b519a442-dcea-4a28-9c45-7e29f1df5837" providerId="ADAL" clId="{D25D1C45-A404-4E0F-8657-49BD4E4887CA}" dt="2026-10-08T11:28:00.505" v="3501" actId="478"/>
          <ac:picMkLst>
            <pc:docMk/>
            <pc:sldMk cId="338082082" sldId="609"/>
            <ac:picMk id="3" creationId="{BCFD878F-CA05-EC2A-39D7-6BC3B4043848}"/>
          </ac:picMkLst>
        </pc:picChg>
        <pc:picChg chg="add">
          <ac:chgData name="Khobo, IL, Dr [ilkhobo@sun.ac.za]" userId="b519a442-dcea-4a28-9c45-7e29f1df5837" providerId="ADAL" clId="{D25D1C45-A404-4E0F-8657-49BD4E4887CA}" dt="2026-10-08T11:28:00.950" v="3502" actId="22"/>
          <ac:picMkLst>
            <pc:docMk/>
            <pc:sldMk cId="338082082" sldId="609"/>
            <ac:picMk id="4" creationId="{BA9FF868-FC05-07B9-6300-307C9E802E89}"/>
          </ac:picMkLst>
        </pc:picChg>
      </pc:sldChg>
      <pc:sldChg chg="addSp delSp modSp mod modAnim">
        <pc:chgData name="Khobo, IL, Dr [ilkhobo@sun.ac.za]" userId="b519a442-dcea-4a28-9c45-7e29f1df5837" providerId="ADAL" clId="{D25D1C45-A404-4E0F-8657-49BD4E4887CA}" dt="2026-10-09T05:38:04.075" v="5716"/>
        <pc:sldMkLst>
          <pc:docMk/>
          <pc:sldMk cId="1764112044" sldId="624"/>
        </pc:sldMkLst>
        <pc:spChg chg="add mod">
          <ac:chgData name="Khobo, IL, Dr [ilkhobo@sun.ac.za]" userId="b519a442-dcea-4a28-9c45-7e29f1df5837" providerId="ADAL" clId="{D25D1C45-A404-4E0F-8657-49BD4E4887CA}" dt="2026-10-08T12:58:44.916" v="5029" actId="20577"/>
          <ac:spMkLst>
            <pc:docMk/>
            <pc:sldMk cId="1764112044" sldId="624"/>
            <ac:spMk id="12" creationId="{7CC06147-6894-2CD7-0085-8FA6AC5F524A}"/>
          </ac:spMkLst>
        </pc:spChg>
        <pc:spChg chg="add mod">
          <ac:chgData name="Khobo, IL, Dr [ilkhobo@sun.ac.za]" userId="b519a442-dcea-4a28-9c45-7e29f1df5837" providerId="ADAL" clId="{D25D1C45-A404-4E0F-8657-49BD4E4887CA}" dt="2026-10-08T12:52:08.588" v="4966" actId="164"/>
          <ac:spMkLst>
            <pc:docMk/>
            <pc:sldMk cId="1764112044" sldId="624"/>
            <ac:spMk id="14" creationId="{DBE5EDC1-35F8-D590-CC03-EABAE7648AE0}"/>
          </ac:spMkLst>
        </pc:spChg>
        <pc:spChg chg="add mod">
          <ac:chgData name="Khobo, IL, Dr [ilkhobo@sun.ac.za]" userId="b519a442-dcea-4a28-9c45-7e29f1df5837" providerId="ADAL" clId="{D25D1C45-A404-4E0F-8657-49BD4E4887CA}" dt="2026-10-08T13:06:59.308" v="5273" actId="1076"/>
          <ac:spMkLst>
            <pc:docMk/>
            <pc:sldMk cId="1764112044" sldId="624"/>
            <ac:spMk id="18" creationId="{F91EB893-59E7-AB2A-1A78-3C67C4A7BF70}"/>
          </ac:spMkLst>
        </pc:spChg>
        <pc:spChg chg="mod">
          <ac:chgData name="Khobo, IL, Dr [ilkhobo@sun.ac.za]" userId="b519a442-dcea-4a28-9c45-7e29f1df5837" providerId="ADAL" clId="{D25D1C45-A404-4E0F-8657-49BD4E4887CA}" dt="2026-10-08T10:56:23.082" v="3496" actId="20577"/>
          <ac:spMkLst>
            <pc:docMk/>
            <pc:sldMk cId="1764112044" sldId="624"/>
            <ac:spMk id="34" creationId="{246FF158-21D9-9E41-881F-B5860FECB105}"/>
          </ac:spMkLst>
        </pc:spChg>
        <pc:spChg chg="mod">
          <ac:chgData name="Khobo, IL, Dr [ilkhobo@sun.ac.za]" userId="b519a442-dcea-4a28-9c45-7e29f1df5837" providerId="ADAL" clId="{D25D1C45-A404-4E0F-8657-49BD4E4887CA}" dt="2026-10-08T12:25:37.771" v="4881" actId="20577"/>
          <ac:spMkLst>
            <pc:docMk/>
            <pc:sldMk cId="1764112044" sldId="624"/>
            <ac:spMk id="36" creationId="{6FDBFBF2-838A-7D63-82DA-A6CBAC9DA78A}"/>
          </ac:spMkLst>
        </pc:spChg>
        <pc:grpChg chg="add mod">
          <ac:chgData name="Khobo, IL, Dr [ilkhobo@sun.ac.za]" userId="b519a442-dcea-4a28-9c45-7e29f1df5837" providerId="ADAL" clId="{D25D1C45-A404-4E0F-8657-49BD4E4887CA}" dt="2026-10-08T12:52:18.348" v="4967" actId="1076"/>
          <ac:grpSpMkLst>
            <pc:docMk/>
            <pc:sldMk cId="1764112044" sldId="624"/>
            <ac:grpSpMk id="17" creationId="{503AEBAA-ED08-55E8-E8E4-231F9F44D759}"/>
          </ac:grpSpMkLst>
        </pc:grpChg>
        <pc:graphicFrameChg chg="del">
          <ac:chgData name="Khobo, IL, Dr [ilkhobo@sun.ac.za]" userId="b519a442-dcea-4a28-9c45-7e29f1df5837" providerId="ADAL" clId="{D25D1C45-A404-4E0F-8657-49BD4E4887CA}" dt="2026-10-08T12:23:25.369" v="4839" actId="478"/>
          <ac:graphicFrameMkLst>
            <pc:docMk/>
            <pc:sldMk cId="1764112044" sldId="624"/>
            <ac:graphicFrameMk id="6" creationId="{3D742103-9693-3497-11EE-5E432D5EECF1}"/>
          </ac:graphicFrameMkLst>
        </pc:graphicFrameChg>
        <pc:picChg chg="add del mod">
          <ac:chgData name="Khobo, IL, Dr [ilkhobo@sun.ac.za]" userId="b519a442-dcea-4a28-9c45-7e29f1df5837" providerId="ADAL" clId="{D25D1C45-A404-4E0F-8657-49BD4E4887CA}" dt="2026-10-08T12:44:49.528" v="4888" actId="478"/>
          <ac:picMkLst>
            <pc:docMk/>
            <pc:sldMk cId="1764112044" sldId="624"/>
            <ac:picMk id="3" creationId="{0A448E1E-7274-8DF4-7507-8974BAE29ACC}"/>
          </ac:picMkLst>
        </pc:picChg>
        <pc:picChg chg="add del mod">
          <ac:chgData name="Khobo, IL, Dr [ilkhobo@sun.ac.za]" userId="b519a442-dcea-4a28-9c45-7e29f1df5837" providerId="ADAL" clId="{D25D1C45-A404-4E0F-8657-49BD4E4887CA}" dt="2026-10-08T12:44:55.143" v="4891" actId="478"/>
          <ac:picMkLst>
            <pc:docMk/>
            <pc:sldMk cId="1764112044" sldId="624"/>
            <ac:picMk id="5" creationId="{C903D3A9-4C8D-D77C-9A1A-35136E27C01B}"/>
          </ac:picMkLst>
        </pc:picChg>
        <pc:picChg chg="add del mod">
          <ac:chgData name="Khobo, IL, Dr [ilkhobo@sun.ac.za]" userId="b519a442-dcea-4a28-9c45-7e29f1df5837" providerId="ADAL" clId="{D25D1C45-A404-4E0F-8657-49BD4E4887CA}" dt="2026-10-08T12:49:27.849" v="4902" actId="478"/>
          <ac:picMkLst>
            <pc:docMk/>
            <pc:sldMk cId="1764112044" sldId="624"/>
            <ac:picMk id="8" creationId="{E3077A03-9306-3117-4EBD-56148E587267}"/>
          </ac:picMkLst>
        </pc:picChg>
        <pc:picChg chg="add del mod">
          <ac:chgData name="Khobo, IL, Dr [ilkhobo@sun.ac.za]" userId="b519a442-dcea-4a28-9c45-7e29f1df5837" providerId="ADAL" clId="{D25D1C45-A404-4E0F-8657-49BD4E4887CA}" dt="2026-10-08T12:51:58.205" v="4963" actId="478"/>
          <ac:picMkLst>
            <pc:docMk/>
            <pc:sldMk cId="1764112044" sldId="624"/>
            <ac:picMk id="10" creationId="{FB4C0C10-CC81-6329-1259-B15460DBCDD1}"/>
          </ac:picMkLst>
        </pc:picChg>
        <pc:picChg chg="add mod">
          <ac:chgData name="Khobo, IL, Dr [ilkhobo@sun.ac.za]" userId="b519a442-dcea-4a28-9c45-7e29f1df5837" providerId="ADAL" clId="{D25D1C45-A404-4E0F-8657-49BD4E4887CA}" dt="2026-10-08T13:24:41.682" v="5507" actId="1076"/>
          <ac:picMkLst>
            <pc:docMk/>
            <pc:sldMk cId="1764112044" sldId="624"/>
            <ac:picMk id="16" creationId="{ED2BEFB8-3F24-DC49-9706-E5D53ACDE8A1}"/>
          </ac:picMkLst>
        </pc:picChg>
        <pc:picChg chg="add mod">
          <ac:chgData name="Khobo, IL, Dr [ilkhobo@sun.ac.za]" userId="b519a442-dcea-4a28-9c45-7e29f1df5837" providerId="ADAL" clId="{D25D1C45-A404-4E0F-8657-49BD4E4887CA}" dt="2026-10-08T13:24:45.208" v="5508" actId="1076"/>
          <ac:picMkLst>
            <pc:docMk/>
            <pc:sldMk cId="1764112044" sldId="624"/>
            <ac:picMk id="20" creationId="{8F9477FB-9A4E-40DC-59F6-12A2AF352F07}"/>
          </ac:picMkLst>
        </pc:picChg>
      </pc:sldChg>
      <pc:sldChg chg="addSp delSp modSp mod">
        <pc:chgData name="Khobo, IL, Dr [ilkhobo@sun.ac.za]" userId="b519a442-dcea-4a28-9c45-7e29f1df5837" providerId="ADAL" clId="{D25D1C45-A404-4E0F-8657-49BD4E4887CA}" dt="2026-10-08T11:28:19.800" v="3504" actId="22"/>
        <pc:sldMkLst>
          <pc:docMk/>
          <pc:sldMk cId="4109929451" sldId="626"/>
        </pc:sldMkLst>
        <pc:spChg chg="mod">
          <ac:chgData name="Khobo, IL, Dr [ilkhobo@sun.ac.za]" userId="b519a442-dcea-4a28-9c45-7e29f1df5837" providerId="ADAL" clId="{D25D1C45-A404-4E0F-8657-49BD4E4887CA}" dt="2026-10-08T10:56:29.146" v="3498" actId="20577"/>
          <ac:spMkLst>
            <pc:docMk/>
            <pc:sldMk cId="4109929451" sldId="626"/>
            <ac:spMk id="34" creationId="{DBFF1010-ADFA-6395-0608-846BDF0AEA54}"/>
          </ac:spMkLst>
        </pc:spChg>
        <pc:picChg chg="add">
          <ac:chgData name="Khobo, IL, Dr [ilkhobo@sun.ac.za]" userId="b519a442-dcea-4a28-9c45-7e29f1df5837" providerId="ADAL" clId="{D25D1C45-A404-4E0F-8657-49BD4E4887CA}" dt="2026-10-08T11:28:19.800" v="3504" actId="22"/>
          <ac:picMkLst>
            <pc:docMk/>
            <pc:sldMk cId="4109929451" sldId="626"/>
            <ac:picMk id="3" creationId="{90BBFF32-E617-D5C2-5FEB-71DD31DDDA94}"/>
          </ac:picMkLst>
        </pc:picChg>
        <pc:picChg chg="del">
          <ac:chgData name="Khobo, IL, Dr [ilkhobo@sun.ac.za]" userId="b519a442-dcea-4a28-9c45-7e29f1df5837" providerId="ADAL" clId="{D25D1C45-A404-4E0F-8657-49BD4E4887CA}" dt="2026-10-08T11:28:19.304" v="3503" actId="478"/>
          <ac:picMkLst>
            <pc:docMk/>
            <pc:sldMk cId="4109929451" sldId="626"/>
            <ac:picMk id="4" creationId="{A20C27EA-8B48-86B3-EAE5-0E94C192F168}"/>
          </ac:picMkLst>
        </pc:picChg>
      </pc:sldChg>
      <pc:sldChg chg="add del">
        <pc:chgData name="Khobo, IL, Dr [ilkhobo@sun.ac.za]" userId="b519a442-dcea-4a28-9c45-7e29f1df5837" providerId="ADAL" clId="{D25D1C45-A404-4E0F-8657-49BD4E4887CA}" dt="2026-10-08T11:50:37.766" v="3798" actId="2696"/>
        <pc:sldMkLst>
          <pc:docMk/>
          <pc:sldMk cId="1170123777" sldId="628"/>
        </pc:sldMkLst>
      </pc:sldChg>
      <pc:sldChg chg="del">
        <pc:chgData name="Khobo, IL, Dr [ilkhobo@sun.ac.za]" userId="b519a442-dcea-4a28-9c45-7e29f1df5837" providerId="ADAL" clId="{D25D1C45-A404-4E0F-8657-49BD4E4887CA}" dt="2026-10-08T10:56:15.354" v="3494" actId="47"/>
        <pc:sldMkLst>
          <pc:docMk/>
          <pc:sldMk cId="4021282457" sldId="628"/>
        </pc:sldMkLst>
      </pc:sldChg>
      <pc:sldChg chg="del">
        <pc:chgData name="Khobo, IL, Dr [ilkhobo@sun.ac.za]" userId="b519a442-dcea-4a28-9c45-7e29f1df5837" providerId="ADAL" clId="{D25D1C45-A404-4E0F-8657-49BD4E4887CA}" dt="2026-10-08T10:56:15.354" v="3494" actId="47"/>
        <pc:sldMkLst>
          <pc:docMk/>
          <pc:sldMk cId="2488924896" sldId="629"/>
        </pc:sldMkLst>
      </pc:sldChg>
      <pc:sldChg chg="addSp delSp modSp add mod delAnim modNotesTx">
        <pc:chgData name="Khobo, IL, Dr [ilkhobo@sun.ac.za]" userId="b519a442-dcea-4a28-9c45-7e29f1df5837" providerId="ADAL" clId="{D25D1C45-A404-4E0F-8657-49BD4E4887CA}" dt="2026-10-09T05:22:15.572" v="5692" actId="20577"/>
        <pc:sldMkLst>
          <pc:docMk/>
          <pc:sldMk cId="2564158962" sldId="629"/>
        </pc:sldMkLst>
        <pc:spChg chg="mod">
          <ac:chgData name="Khobo, IL, Dr [ilkhobo@sun.ac.za]" userId="b519a442-dcea-4a28-9c45-7e29f1df5837" providerId="ADAL" clId="{D25D1C45-A404-4E0F-8657-49BD4E4887CA}" dt="2026-10-09T05:22:15.572" v="5692" actId="20577"/>
          <ac:spMkLst>
            <pc:docMk/>
            <pc:sldMk cId="2564158962" sldId="629"/>
            <ac:spMk id="5" creationId="{20038F80-8FFF-E817-D185-3A12956642DB}"/>
          </ac:spMkLst>
        </pc:spChg>
        <pc:spChg chg="del">
          <ac:chgData name="Khobo, IL, Dr [ilkhobo@sun.ac.za]" userId="b519a442-dcea-4a28-9c45-7e29f1df5837" providerId="ADAL" clId="{D25D1C45-A404-4E0F-8657-49BD4E4887CA}" dt="2026-10-08T11:50:16.472" v="3796" actId="478"/>
          <ac:spMkLst>
            <pc:docMk/>
            <pc:sldMk cId="2564158962" sldId="629"/>
            <ac:spMk id="6" creationId="{085EA1FB-0D8C-2183-2AA9-CFFD3C410702}"/>
          </ac:spMkLst>
        </pc:spChg>
        <pc:spChg chg="del">
          <ac:chgData name="Khobo, IL, Dr [ilkhobo@sun.ac.za]" userId="b519a442-dcea-4a28-9c45-7e29f1df5837" providerId="ADAL" clId="{D25D1C45-A404-4E0F-8657-49BD4E4887CA}" dt="2026-10-08T11:50:16.472" v="3796" actId="478"/>
          <ac:spMkLst>
            <pc:docMk/>
            <pc:sldMk cId="2564158962" sldId="629"/>
            <ac:spMk id="8" creationId="{26EBA5BA-2B3B-7437-E9AF-7643426BEE66}"/>
          </ac:spMkLst>
        </pc:spChg>
        <pc:spChg chg="del">
          <ac:chgData name="Khobo, IL, Dr [ilkhobo@sun.ac.za]" userId="b519a442-dcea-4a28-9c45-7e29f1df5837" providerId="ADAL" clId="{D25D1C45-A404-4E0F-8657-49BD4E4887CA}" dt="2026-10-08T11:50:16.472" v="3796" actId="478"/>
          <ac:spMkLst>
            <pc:docMk/>
            <pc:sldMk cId="2564158962" sldId="629"/>
            <ac:spMk id="9" creationId="{F0E595D3-91F2-A7BB-96C7-B85FC361E5D8}"/>
          </ac:spMkLst>
        </pc:spChg>
        <pc:spChg chg="del">
          <ac:chgData name="Khobo, IL, Dr [ilkhobo@sun.ac.za]" userId="b519a442-dcea-4a28-9c45-7e29f1df5837" providerId="ADAL" clId="{D25D1C45-A404-4E0F-8657-49BD4E4887CA}" dt="2026-10-08T11:50:16.472" v="3796" actId="478"/>
          <ac:spMkLst>
            <pc:docMk/>
            <pc:sldMk cId="2564158962" sldId="629"/>
            <ac:spMk id="10" creationId="{E28E762F-B319-184C-7F97-7041DA9C372B}"/>
          </ac:spMkLst>
        </pc:spChg>
        <pc:spChg chg="del">
          <ac:chgData name="Khobo, IL, Dr [ilkhobo@sun.ac.za]" userId="b519a442-dcea-4a28-9c45-7e29f1df5837" providerId="ADAL" clId="{D25D1C45-A404-4E0F-8657-49BD4E4887CA}" dt="2026-10-08T11:50:16.472" v="3796" actId="478"/>
          <ac:spMkLst>
            <pc:docMk/>
            <pc:sldMk cId="2564158962" sldId="629"/>
            <ac:spMk id="12" creationId="{7EDE9EE4-7517-1E01-8E72-E96E3D9591F3}"/>
          </ac:spMkLst>
        </pc:spChg>
        <pc:spChg chg="add mod">
          <ac:chgData name="Khobo, IL, Dr [ilkhobo@sun.ac.za]" userId="b519a442-dcea-4a28-9c45-7e29f1df5837" providerId="ADAL" clId="{D25D1C45-A404-4E0F-8657-49BD4E4887CA}" dt="2026-10-08T12:04:18.628" v="4040" actId="1076"/>
          <ac:spMkLst>
            <pc:docMk/>
            <pc:sldMk cId="2564158962" sldId="629"/>
            <ac:spMk id="17" creationId="{548ED562-7A89-0712-4D55-CE56F854E8F2}"/>
          </ac:spMkLst>
        </pc:spChg>
        <pc:spChg chg="add mod">
          <ac:chgData name="Khobo, IL, Dr [ilkhobo@sun.ac.za]" userId="b519a442-dcea-4a28-9c45-7e29f1df5837" providerId="ADAL" clId="{D25D1C45-A404-4E0F-8657-49BD4E4887CA}" dt="2026-10-08T12:04:18.628" v="4040" actId="1076"/>
          <ac:spMkLst>
            <pc:docMk/>
            <pc:sldMk cId="2564158962" sldId="629"/>
            <ac:spMk id="19" creationId="{510D0FB5-5AE5-AA69-54B3-C18527CB2325}"/>
          </ac:spMkLst>
        </pc:spChg>
        <pc:spChg chg="mod topLvl">
          <ac:chgData name="Khobo, IL, Dr [ilkhobo@sun.ac.za]" userId="b519a442-dcea-4a28-9c45-7e29f1df5837" providerId="ADAL" clId="{D25D1C45-A404-4E0F-8657-49BD4E4887CA}" dt="2026-10-08T12:05:20.237" v="4044" actId="207"/>
          <ac:spMkLst>
            <pc:docMk/>
            <pc:sldMk cId="2564158962" sldId="629"/>
            <ac:spMk id="22" creationId="{B6F4750F-7141-EE39-43CF-664B337EB01C}"/>
          </ac:spMkLst>
        </pc:spChg>
        <pc:spChg chg="add mod">
          <ac:chgData name="Khobo, IL, Dr [ilkhobo@sun.ac.za]" userId="b519a442-dcea-4a28-9c45-7e29f1df5837" providerId="ADAL" clId="{D25D1C45-A404-4E0F-8657-49BD4E4887CA}" dt="2026-10-08T12:04:18.628" v="4040" actId="1076"/>
          <ac:spMkLst>
            <pc:docMk/>
            <pc:sldMk cId="2564158962" sldId="629"/>
            <ac:spMk id="29" creationId="{4E9EB143-5CAD-621F-003D-8196B9632239}"/>
          </ac:spMkLst>
        </pc:spChg>
        <pc:spChg chg="add mod">
          <ac:chgData name="Khobo, IL, Dr [ilkhobo@sun.ac.za]" userId="b519a442-dcea-4a28-9c45-7e29f1df5837" providerId="ADAL" clId="{D25D1C45-A404-4E0F-8657-49BD4E4887CA}" dt="2026-10-08T12:04:18.628" v="4040" actId="1076"/>
          <ac:spMkLst>
            <pc:docMk/>
            <pc:sldMk cId="2564158962" sldId="629"/>
            <ac:spMk id="32" creationId="{C25246B1-592D-4C0F-7937-682930E2861F}"/>
          </ac:spMkLst>
        </pc:spChg>
        <pc:spChg chg="add mod">
          <ac:chgData name="Khobo, IL, Dr [ilkhobo@sun.ac.za]" userId="b519a442-dcea-4a28-9c45-7e29f1df5837" providerId="ADAL" clId="{D25D1C45-A404-4E0F-8657-49BD4E4887CA}" dt="2026-10-08T12:04:18.628" v="4040" actId="1076"/>
          <ac:spMkLst>
            <pc:docMk/>
            <pc:sldMk cId="2564158962" sldId="629"/>
            <ac:spMk id="35" creationId="{0D6E3145-5AD9-151C-F969-4BEFE7DA5AD4}"/>
          </ac:spMkLst>
        </pc:spChg>
        <pc:spChg chg="add del mod">
          <ac:chgData name="Khobo, IL, Dr [ilkhobo@sun.ac.za]" userId="b519a442-dcea-4a28-9c45-7e29f1df5837" providerId="ADAL" clId="{D25D1C45-A404-4E0F-8657-49BD4E4887CA}" dt="2026-10-08T11:59:40.217" v="3971" actId="478"/>
          <ac:spMkLst>
            <pc:docMk/>
            <pc:sldMk cId="2564158962" sldId="629"/>
            <ac:spMk id="37" creationId="{0D5652BD-86BC-E87A-B8C7-B6DD170BEFFF}"/>
          </ac:spMkLst>
        </pc:spChg>
        <pc:spChg chg="add del mod">
          <ac:chgData name="Khobo, IL, Dr [ilkhobo@sun.ac.za]" userId="b519a442-dcea-4a28-9c45-7e29f1df5837" providerId="ADAL" clId="{D25D1C45-A404-4E0F-8657-49BD4E4887CA}" dt="2026-10-08T11:59:42.011" v="3972" actId="478"/>
          <ac:spMkLst>
            <pc:docMk/>
            <pc:sldMk cId="2564158962" sldId="629"/>
            <ac:spMk id="40" creationId="{8DAA4A62-B0A2-DF78-6CC9-C571F75D7A16}"/>
          </ac:spMkLst>
        </pc:spChg>
        <pc:spChg chg="add mod">
          <ac:chgData name="Khobo, IL, Dr [ilkhobo@sun.ac.za]" userId="b519a442-dcea-4a28-9c45-7e29f1df5837" providerId="ADAL" clId="{D25D1C45-A404-4E0F-8657-49BD4E4887CA}" dt="2026-10-08T12:04:18.628" v="4040" actId="1076"/>
          <ac:spMkLst>
            <pc:docMk/>
            <pc:sldMk cId="2564158962" sldId="629"/>
            <ac:spMk id="47" creationId="{F5B047D8-E782-E4C2-A828-5B885A1D304B}"/>
          </ac:spMkLst>
        </pc:spChg>
        <pc:spChg chg="add mod">
          <ac:chgData name="Khobo, IL, Dr [ilkhobo@sun.ac.za]" userId="b519a442-dcea-4a28-9c45-7e29f1df5837" providerId="ADAL" clId="{D25D1C45-A404-4E0F-8657-49BD4E4887CA}" dt="2026-10-08T12:04:18.628" v="4040" actId="1076"/>
          <ac:spMkLst>
            <pc:docMk/>
            <pc:sldMk cId="2564158962" sldId="629"/>
            <ac:spMk id="49" creationId="{C94B60CD-A2B7-7977-E9E8-F2ED31C04B42}"/>
          </ac:spMkLst>
        </pc:spChg>
        <pc:spChg chg="add mod">
          <ac:chgData name="Khobo, IL, Dr [ilkhobo@sun.ac.za]" userId="b519a442-dcea-4a28-9c45-7e29f1df5837" providerId="ADAL" clId="{D25D1C45-A404-4E0F-8657-49BD4E4887CA}" dt="2026-10-08T12:04:18.628" v="4040" actId="1076"/>
          <ac:spMkLst>
            <pc:docMk/>
            <pc:sldMk cId="2564158962" sldId="629"/>
            <ac:spMk id="51" creationId="{1A3FF482-B1E9-2E39-8520-0DD796F57011}"/>
          </ac:spMkLst>
        </pc:spChg>
        <pc:spChg chg="add mod">
          <ac:chgData name="Khobo, IL, Dr [ilkhobo@sun.ac.za]" userId="b519a442-dcea-4a28-9c45-7e29f1df5837" providerId="ADAL" clId="{D25D1C45-A404-4E0F-8657-49BD4E4887CA}" dt="2026-10-08T12:04:18.628" v="4040" actId="1076"/>
          <ac:spMkLst>
            <pc:docMk/>
            <pc:sldMk cId="2564158962" sldId="629"/>
            <ac:spMk id="55" creationId="{9FBD31B7-AA5C-38FB-0029-EFBF74132565}"/>
          </ac:spMkLst>
        </pc:spChg>
        <pc:spChg chg="add mod">
          <ac:chgData name="Khobo, IL, Dr [ilkhobo@sun.ac.za]" userId="b519a442-dcea-4a28-9c45-7e29f1df5837" providerId="ADAL" clId="{D25D1C45-A404-4E0F-8657-49BD4E4887CA}" dt="2026-10-08T12:04:18.628" v="4040" actId="1076"/>
          <ac:spMkLst>
            <pc:docMk/>
            <pc:sldMk cId="2564158962" sldId="629"/>
            <ac:spMk id="59" creationId="{8E21D746-7943-12B2-846D-1CA3236D4476}"/>
          </ac:spMkLst>
        </pc:spChg>
        <pc:grpChg chg="add del mod">
          <ac:chgData name="Khobo, IL, Dr [ilkhobo@sun.ac.za]" userId="b519a442-dcea-4a28-9c45-7e29f1df5837" providerId="ADAL" clId="{D25D1C45-A404-4E0F-8657-49BD4E4887CA}" dt="2026-10-08T12:00:04.066" v="3980" actId="478"/>
          <ac:grpSpMkLst>
            <pc:docMk/>
            <pc:sldMk cId="2564158962" sldId="629"/>
            <ac:grpSpMk id="21" creationId="{8CC040EA-8573-515E-26B0-CD3C6DFA0AA2}"/>
          </ac:grpSpMkLst>
        </pc:grpChg>
        <pc:grpChg chg="del">
          <ac:chgData name="Khobo, IL, Dr [ilkhobo@sun.ac.za]" userId="b519a442-dcea-4a28-9c45-7e29f1df5837" providerId="ADAL" clId="{D25D1C45-A404-4E0F-8657-49BD4E4887CA}" dt="2026-10-08T11:50:16.472" v="3796" actId="478"/>
          <ac:grpSpMkLst>
            <pc:docMk/>
            <pc:sldMk cId="2564158962" sldId="629"/>
            <ac:grpSpMk id="73" creationId="{4855BF3C-8706-FD87-B562-61BE38C06F18}"/>
          </ac:grpSpMkLst>
        </pc:grpChg>
        <pc:grpChg chg="del">
          <ac:chgData name="Khobo, IL, Dr [ilkhobo@sun.ac.za]" userId="b519a442-dcea-4a28-9c45-7e29f1df5837" providerId="ADAL" clId="{D25D1C45-A404-4E0F-8657-49BD4E4887CA}" dt="2026-10-08T11:50:16.472" v="3796" actId="478"/>
          <ac:grpSpMkLst>
            <pc:docMk/>
            <pc:sldMk cId="2564158962" sldId="629"/>
            <ac:grpSpMk id="76" creationId="{9F45B8A7-FD52-D785-356D-765540FC8869}"/>
          </ac:grpSpMkLst>
        </pc:grpChg>
        <pc:grpChg chg="del">
          <ac:chgData name="Khobo, IL, Dr [ilkhobo@sun.ac.za]" userId="b519a442-dcea-4a28-9c45-7e29f1df5837" providerId="ADAL" clId="{D25D1C45-A404-4E0F-8657-49BD4E4887CA}" dt="2026-10-08T11:50:16.472" v="3796" actId="478"/>
          <ac:grpSpMkLst>
            <pc:docMk/>
            <pc:sldMk cId="2564158962" sldId="629"/>
            <ac:grpSpMk id="78" creationId="{6FEF696D-111B-BA87-8809-9D1159B0E65B}"/>
          </ac:grpSpMkLst>
        </pc:grpChg>
        <pc:grpChg chg="del">
          <ac:chgData name="Khobo, IL, Dr [ilkhobo@sun.ac.za]" userId="b519a442-dcea-4a28-9c45-7e29f1df5837" providerId="ADAL" clId="{D25D1C45-A404-4E0F-8657-49BD4E4887CA}" dt="2026-10-08T11:50:16.472" v="3796" actId="478"/>
          <ac:grpSpMkLst>
            <pc:docMk/>
            <pc:sldMk cId="2564158962" sldId="629"/>
            <ac:grpSpMk id="79" creationId="{44C24275-8055-574D-F43C-893CBC0AA9E8}"/>
          </ac:grpSpMkLst>
        </pc:grpChg>
        <pc:grpChg chg="del">
          <ac:chgData name="Khobo, IL, Dr [ilkhobo@sun.ac.za]" userId="b519a442-dcea-4a28-9c45-7e29f1df5837" providerId="ADAL" clId="{D25D1C45-A404-4E0F-8657-49BD4E4887CA}" dt="2026-10-08T11:50:16.472" v="3796" actId="478"/>
          <ac:grpSpMkLst>
            <pc:docMk/>
            <pc:sldMk cId="2564158962" sldId="629"/>
            <ac:grpSpMk id="80" creationId="{E12184F7-38AC-682C-CC46-32DECD0DECE3}"/>
          </ac:grpSpMkLst>
        </pc:grpChg>
        <pc:grpChg chg="del">
          <ac:chgData name="Khobo, IL, Dr [ilkhobo@sun.ac.za]" userId="b519a442-dcea-4a28-9c45-7e29f1df5837" providerId="ADAL" clId="{D25D1C45-A404-4E0F-8657-49BD4E4887CA}" dt="2026-10-08T11:50:19.471" v="3797" actId="478"/>
          <ac:grpSpMkLst>
            <pc:docMk/>
            <pc:sldMk cId="2564158962" sldId="629"/>
            <ac:grpSpMk id="81" creationId="{14D1A485-E8CA-B98A-E7FE-25707FA91474}"/>
          </ac:grpSpMkLst>
        </pc:grpChg>
        <pc:graphicFrameChg chg="add mod modGraphic">
          <ac:chgData name="Khobo, IL, Dr [ilkhobo@sun.ac.za]" userId="b519a442-dcea-4a28-9c45-7e29f1df5837" providerId="ADAL" clId="{D25D1C45-A404-4E0F-8657-49BD4E4887CA}" dt="2026-10-08T12:08:46.037" v="4161" actId="27297"/>
          <ac:graphicFrameMkLst>
            <pc:docMk/>
            <pc:sldMk cId="2564158962" sldId="629"/>
            <ac:graphicFrameMk id="104" creationId="{BDBB8F3D-4037-1015-3FE1-6775090AF402}"/>
          </ac:graphicFrameMkLst>
        </pc:graphicFrameChg>
        <pc:cxnChg chg="mod">
          <ac:chgData name="Khobo, IL, Dr [ilkhobo@sun.ac.za]" userId="b519a442-dcea-4a28-9c45-7e29f1df5837" providerId="ADAL" clId="{D25D1C45-A404-4E0F-8657-49BD4E4887CA}" dt="2026-10-08T11:50:19.471" v="3797" actId="478"/>
          <ac:cxnSpMkLst>
            <pc:docMk/>
            <pc:sldMk cId="2564158962" sldId="629"/>
            <ac:cxnSpMk id="15" creationId="{1609E260-502E-C745-15D2-BFE10C0295BF}"/>
          </ac:cxnSpMkLst>
        </pc:cxnChg>
        <pc:cxnChg chg="del mod topLvl">
          <ac:chgData name="Khobo, IL, Dr [ilkhobo@sun.ac.za]" userId="b519a442-dcea-4a28-9c45-7e29f1df5837" providerId="ADAL" clId="{D25D1C45-A404-4E0F-8657-49BD4E4887CA}" dt="2026-10-08T12:00:04.066" v="3980" actId="478"/>
          <ac:cxnSpMkLst>
            <pc:docMk/>
            <pc:sldMk cId="2564158962" sldId="629"/>
            <ac:cxnSpMk id="23" creationId="{92E97C59-88AD-F594-D600-E0985BE2E881}"/>
          </ac:cxnSpMkLst>
        </pc:cxnChg>
        <pc:cxnChg chg="del mod">
          <ac:chgData name="Khobo, IL, Dr [ilkhobo@sun.ac.za]" userId="b519a442-dcea-4a28-9c45-7e29f1df5837" providerId="ADAL" clId="{D25D1C45-A404-4E0F-8657-49BD4E4887CA}" dt="2026-10-08T11:59:57.256" v="3978" actId="478"/>
          <ac:cxnSpMkLst>
            <pc:docMk/>
            <pc:sldMk cId="2564158962" sldId="629"/>
            <ac:cxnSpMk id="24" creationId="{44B66C19-D3F5-D5D2-03E3-CAE728C36414}"/>
          </ac:cxnSpMkLst>
        </pc:cxnChg>
        <pc:cxnChg chg="del mod">
          <ac:chgData name="Khobo, IL, Dr [ilkhobo@sun.ac.za]" userId="b519a442-dcea-4a28-9c45-7e29f1df5837" providerId="ADAL" clId="{D25D1C45-A404-4E0F-8657-49BD4E4887CA}" dt="2026-10-08T12:00:00.646" v="3979" actId="478"/>
          <ac:cxnSpMkLst>
            <pc:docMk/>
            <pc:sldMk cId="2564158962" sldId="629"/>
            <ac:cxnSpMk id="25" creationId="{93AEB331-0608-B953-87DE-BFEF9CAF804A}"/>
          </ac:cxnSpMkLst>
        </pc:cxnChg>
        <pc:cxnChg chg="add del mod">
          <ac:chgData name="Khobo, IL, Dr [ilkhobo@sun.ac.za]" userId="b519a442-dcea-4a28-9c45-7e29f1df5837" providerId="ADAL" clId="{D25D1C45-A404-4E0F-8657-49BD4E4887CA}" dt="2026-10-08T12:02:13.025" v="4029" actId="478"/>
          <ac:cxnSpMkLst>
            <pc:docMk/>
            <pc:sldMk cId="2564158962" sldId="629"/>
            <ac:cxnSpMk id="44" creationId="{6277CA3E-AC97-B8F6-7245-E167506F8418}"/>
          </ac:cxnSpMkLst>
        </pc:cxnChg>
        <pc:cxnChg chg="add del mod">
          <ac:chgData name="Khobo, IL, Dr [ilkhobo@sun.ac.za]" userId="b519a442-dcea-4a28-9c45-7e29f1df5837" providerId="ADAL" clId="{D25D1C45-A404-4E0F-8657-49BD4E4887CA}" dt="2026-10-08T12:01:56.977" v="4026" actId="478"/>
          <ac:cxnSpMkLst>
            <pc:docMk/>
            <pc:sldMk cId="2564158962" sldId="629"/>
            <ac:cxnSpMk id="63" creationId="{77FE8B3A-A08E-6927-AA17-9964EEE6CBEB}"/>
          </ac:cxnSpMkLst>
        </pc:cxnChg>
        <pc:cxnChg chg="add">
          <ac:chgData name="Khobo, IL, Dr [ilkhobo@sun.ac.za]" userId="b519a442-dcea-4a28-9c45-7e29f1df5837" providerId="ADAL" clId="{D25D1C45-A404-4E0F-8657-49BD4E4887CA}" dt="2026-10-08T12:02:02.197" v="4027" actId="11529"/>
          <ac:cxnSpMkLst>
            <pc:docMk/>
            <pc:sldMk cId="2564158962" sldId="629"/>
            <ac:cxnSpMk id="69" creationId="{E9AA946B-B2E6-EF9B-6178-5C67D4426AD3}"/>
          </ac:cxnSpMkLst>
        </pc:cxnChg>
        <pc:cxnChg chg="add">
          <ac:chgData name="Khobo, IL, Dr [ilkhobo@sun.ac.za]" userId="b519a442-dcea-4a28-9c45-7e29f1df5837" providerId="ADAL" clId="{D25D1C45-A404-4E0F-8657-49BD4E4887CA}" dt="2026-10-08T12:02:08.991" v="4028" actId="11529"/>
          <ac:cxnSpMkLst>
            <pc:docMk/>
            <pc:sldMk cId="2564158962" sldId="629"/>
            <ac:cxnSpMk id="82" creationId="{8B1CC129-9500-FCC3-9496-17111F3A810A}"/>
          </ac:cxnSpMkLst>
        </pc:cxnChg>
        <pc:cxnChg chg="add">
          <ac:chgData name="Khobo, IL, Dr [ilkhobo@sun.ac.za]" userId="b519a442-dcea-4a28-9c45-7e29f1df5837" providerId="ADAL" clId="{D25D1C45-A404-4E0F-8657-49BD4E4887CA}" dt="2026-10-08T12:02:17.903" v="4030" actId="11529"/>
          <ac:cxnSpMkLst>
            <pc:docMk/>
            <pc:sldMk cId="2564158962" sldId="629"/>
            <ac:cxnSpMk id="84" creationId="{A8B9A6AF-D69C-3AB8-3E4A-66FBAB506E68}"/>
          </ac:cxnSpMkLst>
        </pc:cxnChg>
        <pc:cxnChg chg="add">
          <ac:chgData name="Khobo, IL, Dr [ilkhobo@sun.ac.za]" userId="b519a442-dcea-4a28-9c45-7e29f1df5837" providerId="ADAL" clId="{D25D1C45-A404-4E0F-8657-49BD4E4887CA}" dt="2026-10-08T12:02:59.410" v="4031" actId="11529"/>
          <ac:cxnSpMkLst>
            <pc:docMk/>
            <pc:sldMk cId="2564158962" sldId="629"/>
            <ac:cxnSpMk id="86" creationId="{BF18FD3D-D46B-BE86-74D5-C98CC9E362AF}"/>
          </ac:cxnSpMkLst>
        </pc:cxnChg>
        <pc:cxnChg chg="add mod">
          <ac:chgData name="Khobo, IL, Dr [ilkhobo@sun.ac.za]" userId="b519a442-dcea-4a28-9c45-7e29f1df5837" providerId="ADAL" clId="{D25D1C45-A404-4E0F-8657-49BD4E4887CA}" dt="2026-10-08T12:03:28.677" v="4035" actId="1076"/>
          <ac:cxnSpMkLst>
            <pc:docMk/>
            <pc:sldMk cId="2564158962" sldId="629"/>
            <ac:cxnSpMk id="88" creationId="{3FDA1828-28F9-0181-001B-D0206FD9C396}"/>
          </ac:cxnSpMkLst>
        </pc:cxnChg>
        <pc:cxnChg chg="add">
          <ac:chgData name="Khobo, IL, Dr [ilkhobo@sun.ac.za]" userId="b519a442-dcea-4a28-9c45-7e29f1df5837" providerId="ADAL" clId="{D25D1C45-A404-4E0F-8657-49BD4E4887CA}" dt="2026-10-08T12:03:15.754" v="4033" actId="11529"/>
          <ac:cxnSpMkLst>
            <pc:docMk/>
            <pc:sldMk cId="2564158962" sldId="629"/>
            <ac:cxnSpMk id="90" creationId="{6D202CE5-E732-1A52-567E-244F4518F4D1}"/>
          </ac:cxnSpMkLst>
        </pc:cxnChg>
        <pc:cxnChg chg="add mod">
          <ac:chgData name="Khobo, IL, Dr [ilkhobo@sun.ac.za]" userId="b519a442-dcea-4a28-9c45-7e29f1df5837" providerId="ADAL" clId="{D25D1C45-A404-4E0F-8657-49BD4E4887CA}" dt="2026-10-08T12:04:06.992" v="4039" actId="1076"/>
          <ac:cxnSpMkLst>
            <pc:docMk/>
            <pc:sldMk cId="2564158962" sldId="629"/>
            <ac:cxnSpMk id="92" creationId="{B7B62A0D-3DA4-BA4D-9CCC-5485FC85CFBA}"/>
          </ac:cxnSpMkLst>
        </pc:cxnChg>
        <pc:cxnChg chg="add mod">
          <ac:chgData name="Khobo, IL, Dr [ilkhobo@sun.ac.za]" userId="b519a442-dcea-4a28-9c45-7e29f1df5837" providerId="ADAL" clId="{D25D1C45-A404-4E0F-8657-49BD4E4887CA}" dt="2026-10-08T12:04:06.992" v="4039" actId="1076"/>
          <ac:cxnSpMkLst>
            <pc:docMk/>
            <pc:sldMk cId="2564158962" sldId="629"/>
            <ac:cxnSpMk id="94" creationId="{535035F3-2015-B482-8187-B90C5E0934AA}"/>
          </ac:cxnSpMkLst>
        </pc:cxnChg>
        <pc:cxnChg chg="add mod">
          <ac:chgData name="Khobo, IL, Dr [ilkhobo@sun.ac.za]" userId="b519a442-dcea-4a28-9c45-7e29f1df5837" providerId="ADAL" clId="{D25D1C45-A404-4E0F-8657-49BD4E4887CA}" dt="2026-10-08T12:04:42.331" v="4043" actId="1076"/>
          <ac:cxnSpMkLst>
            <pc:docMk/>
            <pc:sldMk cId="2564158962" sldId="629"/>
            <ac:cxnSpMk id="98" creationId="{16FC6451-4CDA-9A97-68AB-686A96421552}"/>
          </ac:cxnSpMkLst>
        </pc:cxnChg>
        <pc:cxnChg chg="add mod">
          <ac:chgData name="Khobo, IL, Dr [ilkhobo@sun.ac.za]" userId="b519a442-dcea-4a28-9c45-7e29f1df5837" providerId="ADAL" clId="{D25D1C45-A404-4E0F-8657-49BD4E4887CA}" dt="2026-10-08T12:04:42.331" v="4043" actId="1076"/>
          <ac:cxnSpMkLst>
            <pc:docMk/>
            <pc:sldMk cId="2564158962" sldId="629"/>
            <ac:cxnSpMk id="100" creationId="{E61C26C6-EB82-1B76-7C23-BA71DC5A78C7}"/>
          </ac:cxnSpMkLst>
        </pc:cxnChg>
      </pc:sldChg>
      <pc:sldChg chg="addSp modSp add del mod modTransition modNotesTx">
        <pc:chgData name="Khobo, IL, Dr [ilkhobo@sun.ac.za]" userId="b519a442-dcea-4a28-9c45-7e29f1df5837" providerId="ADAL" clId="{D25D1C45-A404-4E0F-8657-49BD4E4887CA}" dt="2026-10-09T05:31:16.706" v="5714" actId="22"/>
        <pc:sldMkLst>
          <pc:docMk/>
          <pc:sldMk cId="2007212042" sldId="630"/>
        </pc:sldMkLst>
        <pc:spChg chg="mod">
          <ac:chgData name="Khobo, IL, Dr [ilkhobo@sun.ac.za]" userId="b519a442-dcea-4a28-9c45-7e29f1df5837" providerId="ADAL" clId="{D25D1C45-A404-4E0F-8657-49BD4E4887CA}" dt="2026-10-08T12:18:08.626" v="4799" actId="20577"/>
          <ac:spMkLst>
            <pc:docMk/>
            <pc:sldMk cId="2007212042" sldId="630"/>
            <ac:spMk id="36" creationId="{BBA0CC8F-C6E6-34B6-64B8-56874EAFBCD2}"/>
          </ac:spMkLst>
        </pc:spChg>
        <pc:graphicFrameChg chg="add">
          <ac:chgData name="Khobo, IL, Dr [ilkhobo@sun.ac.za]" userId="b519a442-dcea-4a28-9c45-7e29f1df5837" providerId="ADAL" clId="{D25D1C45-A404-4E0F-8657-49BD4E4887CA}" dt="2026-10-09T05:31:16.706" v="5714" actId="22"/>
          <ac:graphicFrameMkLst>
            <pc:docMk/>
            <pc:sldMk cId="2007212042" sldId="630"/>
            <ac:graphicFrameMk id="3" creationId="{E0FDC507-8C3F-B110-9F2B-49EFEBEE97D6}"/>
          </ac:graphicFrameMkLst>
        </pc:graphicFrameChg>
      </pc:sldChg>
      <pc:sldChg chg="del modTransition">
        <pc:chgData name="Khobo, IL, Dr [ilkhobo@sun.ac.za]" userId="b519a442-dcea-4a28-9c45-7e29f1df5837" providerId="ADAL" clId="{D25D1C45-A404-4E0F-8657-49BD4E4887CA}" dt="2026-10-08T10:56:15.354" v="3494" actId="47"/>
        <pc:sldMkLst>
          <pc:docMk/>
          <pc:sldMk cId="656387736" sldId="631"/>
        </pc:sldMkLst>
      </pc:sldChg>
      <pc:sldChg chg="addSp delSp modSp add del mod modTransition">
        <pc:chgData name="Khobo, IL, Dr [ilkhobo@sun.ac.za]" userId="b519a442-dcea-4a28-9c45-7e29f1df5837" providerId="ADAL" clId="{D25D1C45-A404-4E0F-8657-49BD4E4887CA}" dt="2026-10-09T05:31:32.882" v="5715" actId="2696"/>
        <pc:sldMkLst>
          <pc:docMk/>
          <pc:sldMk cId="2910858336" sldId="631"/>
        </pc:sldMkLst>
        <pc:spChg chg="mod">
          <ac:chgData name="Khobo, IL, Dr [ilkhobo@sun.ac.za]" userId="b519a442-dcea-4a28-9c45-7e29f1df5837" providerId="ADAL" clId="{D25D1C45-A404-4E0F-8657-49BD4E4887CA}" dt="2026-10-08T12:19:02.250" v="4825" actId="20577"/>
          <ac:spMkLst>
            <pc:docMk/>
            <pc:sldMk cId="2910858336" sldId="631"/>
            <ac:spMk id="36" creationId="{D883A7E4-BF3C-C175-AFB2-1CF9C6C8B49A}"/>
          </ac:spMkLst>
        </pc:spChg>
        <pc:graphicFrameChg chg="add del mod modGraphic">
          <ac:chgData name="Khobo, IL, Dr [ilkhobo@sun.ac.za]" userId="b519a442-dcea-4a28-9c45-7e29f1df5837" providerId="ADAL" clId="{D25D1C45-A404-4E0F-8657-49BD4E4887CA}" dt="2026-10-09T05:31:11.568" v="5713" actId="21"/>
          <ac:graphicFrameMkLst>
            <pc:docMk/>
            <pc:sldMk cId="2910858336" sldId="631"/>
            <ac:graphicFrameMk id="5" creationId="{D95AEAD1-3283-1A4F-50C2-90382C1D1E12}"/>
          </ac:graphicFrameMkLst>
        </pc:graphicFrameChg>
        <pc:picChg chg="add del">
          <ac:chgData name="Khobo, IL, Dr [ilkhobo@sun.ac.za]" userId="b519a442-dcea-4a28-9c45-7e29f1df5837" providerId="ADAL" clId="{D25D1C45-A404-4E0F-8657-49BD4E4887CA}" dt="2026-10-08T12:20:09.714" v="4829" actId="21"/>
          <ac:picMkLst>
            <pc:docMk/>
            <pc:sldMk cId="2910858336" sldId="631"/>
            <ac:picMk id="3" creationId="{54B2592D-AEEE-84F5-D8A4-7FCB3B03DDC3}"/>
          </ac:picMkLst>
        </pc:picChg>
      </pc:sldChg>
      <pc:sldChg chg="addSp delSp modSp new mod">
        <pc:chgData name="Khobo, IL, Dr [ilkhobo@sun.ac.za]" userId="b519a442-dcea-4a28-9c45-7e29f1df5837" providerId="ADAL" clId="{D25D1C45-A404-4E0F-8657-49BD4E4887CA}" dt="2026-10-08T12:24:17.045" v="4846" actId="1076"/>
        <pc:sldMkLst>
          <pc:docMk/>
          <pc:sldMk cId="2001640250" sldId="632"/>
        </pc:sldMkLst>
        <pc:spChg chg="del">
          <ac:chgData name="Khobo, IL, Dr [ilkhobo@sun.ac.za]" userId="b519a442-dcea-4a28-9c45-7e29f1df5837" providerId="ADAL" clId="{D25D1C45-A404-4E0F-8657-49BD4E4887CA}" dt="2026-10-08T12:20:03.726" v="4827" actId="478"/>
          <ac:spMkLst>
            <pc:docMk/>
            <pc:sldMk cId="2001640250" sldId="632"/>
            <ac:spMk id="2" creationId="{7FF4EEED-B95E-5991-74D7-D34C0AAD2E6F}"/>
          </ac:spMkLst>
        </pc:spChg>
        <pc:spChg chg="del">
          <ac:chgData name="Khobo, IL, Dr [ilkhobo@sun.ac.za]" userId="b519a442-dcea-4a28-9c45-7e29f1df5837" providerId="ADAL" clId="{D25D1C45-A404-4E0F-8657-49BD4E4887CA}" dt="2026-10-08T12:20:03.726" v="4827" actId="478"/>
          <ac:spMkLst>
            <pc:docMk/>
            <pc:sldMk cId="2001640250" sldId="632"/>
            <ac:spMk id="3" creationId="{2E0ED4C6-BB1C-F64A-2539-0618CB431124}"/>
          </ac:spMkLst>
        </pc:spChg>
        <pc:picChg chg="add mod">
          <ac:chgData name="Khobo, IL, Dr [ilkhobo@sun.ac.za]" userId="b519a442-dcea-4a28-9c45-7e29f1df5837" providerId="ADAL" clId="{D25D1C45-A404-4E0F-8657-49BD4E4887CA}" dt="2026-10-08T12:20:21.439" v="4832" actId="1076"/>
          <ac:picMkLst>
            <pc:docMk/>
            <pc:sldMk cId="2001640250" sldId="632"/>
            <ac:picMk id="5" creationId="{4E15A2FF-F5BF-5245-768E-D3EFD744B803}"/>
          </ac:picMkLst>
        </pc:picChg>
        <pc:picChg chg="add mod">
          <ac:chgData name="Khobo, IL, Dr [ilkhobo@sun.ac.za]" userId="b519a442-dcea-4a28-9c45-7e29f1df5837" providerId="ADAL" clId="{D25D1C45-A404-4E0F-8657-49BD4E4887CA}" dt="2026-10-08T12:24:17.045" v="4846" actId="1076"/>
          <ac:picMkLst>
            <pc:docMk/>
            <pc:sldMk cId="2001640250" sldId="632"/>
            <ac:picMk id="7" creationId="{2AF766BE-C9D2-AB8B-3B9D-1803F8B939D4}"/>
          </ac:picMkLst>
        </pc:picChg>
      </pc:sldChg>
      <pc:sldChg chg="del modTransition">
        <pc:chgData name="Khobo, IL, Dr [ilkhobo@sun.ac.za]" userId="b519a442-dcea-4a28-9c45-7e29f1df5837" providerId="ADAL" clId="{D25D1C45-A404-4E0F-8657-49BD4E4887CA}" dt="2026-10-08T10:56:15.354" v="3494" actId="47"/>
        <pc:sldMkLst>
          <pc:docMk/>
          <pc:sldMk cId="3256774318" sldId="632"/>
        </pc:sldMkLst>
      </pc:sldChg>
      <pc:sldChg chg="del">
        <pc:chgData name="Khobo, IL, Dr [ilkhobo@sun.ac.za]" userId="b519a442-dcea-4a28-9c45-7e29f1df5837" providerId="ADAL" clId="{D25D1C45-A404-4E0F-8657-49BD4E4887CA}" dt="2026-10-08T10:56:15.354" v="3494" actId="47"/>
        <pc:sldMkLst>
          <pc:docMk/>
          <pc:sldMk cId="111676955" sldId="633"/>
        </pc:sldMkLst>
      </pc:sldChg>
      <pc:sldChg chg="add">
        <pc:chgData name="Khobo, IL, Dr [ilkhobo@sun.ac.za]" userId="b519a442-dcea-4a28-9c45-7e29f1df5837" providerId="ADAL" clId="{D25D1C45-A404-4E0F-8657-49BD4E4887CA}" dt="2026-10-08T12:23:20.532" v="4838" actId="2890"/>
        <pc:sldMkLst>
          <pc:docMk/>
          <pc:sldMk cId="1471106690" sldId="633"/>
        </pc:sldMkLst>
      </pc:sldChg>
      <pc:sldChg chg="modSp add mod modTransition">
        <pc:chgData name="Khobo, IL, Dr [ilkhobo@sun.ac.za]" userId="b519a442-dcea-4a28-9c45-7e29f1df5837" providerId="ADAL" clId="{D25D1C45-A404-4E0F-8657-49BD4E4887CA}" dt="2026-10-08T12:24:45.720" v="4852"/>
        <pc:sldMkLst>
          <pc:docMk/>
          <pc:sldMk cId="3092440329" sldId="634"/>
        </pc:sldMkLst>
        <pc:picChg chg="mod">
          <ac:chgData name="Khobo, IL, Dr [ilkhobo@sun.ac.za]" userId="b519a442-dcea-4a28-9c45-7e29f1df5837" providerId="ADAL" clId="{D25D1C45-A404-4E0F-8657-49BD4E4887CA}" dt="2026-10-08T12:24:35.197" v="4851" actId="1076"/>
          <ac:picMkLst>
            <pc:docMk/>
            <pc:sldMk cId="3092440329" sldId="634"/>
            <ac:picMk id="5" creationId="{B043E5C6-76BC-F198-47A8-5825B48875BC}"/>
          </ac:picMkLst>
        </pc:picChg>
        <pc:picChg chg="mod">
          <ac:chgData name="Khobo, IL, Dr [ilkhobo@sun.ac.za]" userId="b519a442-dcea-4a28-9c45-7e29f1df5837" providerId="ADAL" clId="{D25D1C45-A404-4E0F-8657-49BD4E4887CA}" dt="2026-10-08T12:24:35.197" v="4851" actId="1076"/>
          <ac:picMkLst>
            <pc:docMk/>
            <pc:sldMk cId="3092440329" sldId="634"/>
            <ac:picMk id="7" creationId="{AA948F8F-7E67-53DE-F3B2-D7B4A5AD073F}"/>
          </ac:picMkLst>
        </pc:picChg>
      </pc:sldChg>
      <pc:sldChg chg="del">
        <pc:chgData name="Khobo, IL, Dr [ilkhobo@sun.ac.za]" userId="b519a442-dcea-4a28-9c45-7e29f1df5837" providerId="ADAL" clId="{D25D1C45-A404-4E0F-8657-49BD4E4887CA}" dt="2026-10-08T10:56:15.354" v="3494" actId="47"/>
        <pc:sldMkLst>
          <pc:docMk/>
          <pc:sldMk cId="4119499783" sldId="634"/>
        </pc:sldMkLst>
      </pc:sldChg>
      <pc:sldChg chg="addSp delSp modSp add mod">
        <pc:chgData name="Khobo, IL, Dr [ilkhobo@sun.ac.za]" userId="b519a442-dcea-4a28-9c45-7e29f1df5837" providerId="ADAL" clId="{D25D1C45-A404-4E0F-8657-49BD4E4887CA}" dt="2026-10-08T13:46:58.418" v="5643"/>
        <pc:sldMkLst>
          <pc:docMk/>
          <pc:sldMk cId="1919459323" sldId="635"/>
        </pc:sldMkLst>
        <pc:spChg chg="mod">
          <ac:chgData name="Khobo, IL, Dr [ilkhobo@sun.ac.za]" userId="b519a442-dcea-4a28-9c45-7e29f1df5837" providerId="ADAL" clId="{D25D1C45-A404-4E0F-8657-49BD4E4887CA}" dt="2026-10-08T13:46:58.418" v="5643"/>
          <ac:spMkLst>
            <pc:docMk/>
            <pc:sldMk cId="1919459323" sldId="635"/>
            <ac:spMk id="36" creationId="{E59F1773-2725-92DF-F692-8A90F76ED227}"/>
          </ac:spMkLst>
        </pc:spChg>
        <pc:picChg chg="del mod">
          <ac:chgData name="Khobo, IL, Dr [ilkhobo@sun.ac.za]" userId="b519a442-dcea-4a28-9c45-7e29f1df5837" providerId="ADAL" clId="{D25D1C45-A404-4E0F-8657-49BD4E4887CA}" dt="2026-10-08T13:41:56.097" v="5594" actId="478"/>
          <ac:picMkLst>
            <pc:docMk/>
            <pc:sldMk cId="1919459323" sldId="635"/>
            <ac:picMk id="3" creationId="{2AA52DA4-6164-603B-1981-5B608F031C3D}"/>
          </ac:picMkLst>
        </pc:picChg>
        <pc:picChg chg="add del mod">
          <ac:chgData name="Khobo, IL, Dr [ilkhobo@sun.ac.za]" userId="b519a442-dcea-4a28-9c45-7e29f1df5837" providerId="ADAL" clId="{D25D1C45-A404-4E0F-8657-49BD4E4887CA}" dt="2026-10-08T13:41:56.097" v="5594" actId="478"/>
          <ac:picMkLst>
            <pc:docMk/>
            <pc:sldMk cId="1919459323" sldId="635"/>
            <ac:picMk id="4" creationId="{C9FD6AAD-FB74-4712-B66B-D771BD6C85C8}"/>
          </ac:picMkLst>
        </pc:picChg>
        <pc:picChg chg="add">
          <ac:chgData name="Khobo, IL, Dr [ilkhobo@sun.ac.za]" userId="b519a442-dcea-4a28-9c45-7e29f1df5837" providerId="ADAL" clId="{D25D1C45-A404-4E0F-8657-49BD4E4887CA}" dt="2026-10-08T13:41:56.632" v="5595" actId="22"/>
          <ac:picMkLst>
            <pc:docMk/>
            <pc:sldMk cId="1919459323" sldId="635"/>
            <ac:picMk id="6" creationId="{226179A5-4787-DCB2-50D6-468F89659B4D}"/>
          </ac:picMkLst>
        </pc:picChg>
        <pc:picChg chg="add mod">
          <ac:chgData name="Khobo, IL, Dr [ilkhobo@sun.ac.za]" userId="b519a442-dcea-4a28-9c45-7e29f1df5837" providerId="ADAL" clId="{D25D1C45-A404-4E0F-8657-49BD4E4887CA}" dt="2026-10-08T13:45:10.067" v="5611" actId="1076"/>
          <ac:picMkLst>
            <pc:docMk/>
            <pc:sldMk cId="1919459323" sldId="635"/>
            <ac:picMk id="8" creationId="{73684763-13D3-9BFD-A357-F8A747C563A1}"/>
          </ac:picMkLst>
        </pc:picChg>
        <pc:picChg chg="add mod">
          <ac:chgData name="Khobo, IL, Dr [ilkhobo@sun.ac.za]" userId="b519a442-dcea-4a28-9c45-7e29f1df5837" providerId="ADAL" clId="{D25D1C45-A404-4E0F-8657-49BD4E4887CA}" dt="2026-10-08T13:44:38.129" v="5609" actId="1076"/>
          <ac:picMkLst>
            <pc:docMk/>
            <pc:sldMk cId="1919459323" sldId="635"/>
            <ac:picMk id="10" creationId="{EA6AC2A0-7B74-22E8-C29C-E47D4A270101}"/>
          </ac:picMkLst>
        </pc:picChg>
        <pc:picChg chg="add mod">
          <ac:chgData name="Khobo, IL, Dr [ilkhobo@sun.ac.za]" userId="b519a442-dcea-4a28-9c45-7e29f1df5837" providerId="ADAL" clId="{D25D1C45-A404-4E0F-8657-49BD4E4887CA}" dt="2026-10-08T13:44:47.816" v="5610" actId="1076"/>
          <ac:picMkLst>
            <pc:docMk/>
            <pc:sldMk cId="1919459323" sldId="635"/>
            <ac:picMk id="12" creationId="{28D1833F-7EEA-62C4-4858-74C1600AF77D}"/>
          </ac:picMkLst>
        </pc:picChg>
      </pc:sldChg>
      <pc:sldChg chg="del modTransition">
        <pc:chgData name="Khobo, IL, Dr [ilkhobo@sun.ac.za]" userId="b519a442-dcea-4a28-9c45-7e29f1df5837" providerId="ADAL" clId="{D25D1C45-A404-4E0F-8657-49BD4E4887CA}" dt="2026-10-08T10:56:15.354" v="3494" actId="47"/>
        <pc:sldMkLst>
          <pc:docMk/>
          <pc:sldMk cId="2476425295" sldId="635"/>
        </pc:sldMkLst>
      </pc:sldChg>
      <pc:sldChg chg="addSp delSp modSp add del mod modNotesTx">
        <pc:chgData name="Khobo, IL, Dr [ilkhobo@sun.ac.za]" userId="b519a442-dcea-4a28-9c45-7e29f1df5837" providerId="ADAL" clId="{D25D1C45-A404-4E0F-8657-49BD4E4887CA}" dt="2026-10-08T13:30:34.890" v="5510" actId="2696"/>
        <pc:sldMkLst>
          <pc:docMk/>
          <pc:sldMk cId="925046255" sldId="636"/>
        </pc:sldMkLst>
        <pc:spChg chg="mod">
          <ac:chgData name="Khobo, IL, Dr [ilkhobo@sun.ac.za]" userId="b519a442-dcea-4a28-9c45-7e29f1df5837" providerId="ADAL" clId="{D25D1C45-A404-4E0F-8657-49BD4E4887CA}" dt="2026-10-08T13:05:13.625" v="5067" actId="20577"/>
          <ac:spMkLst>
            <pc:docMk/>
            <pc:sldMk cId="925046255" sldId="636"/>
            <ac:spMk id="12" creationId="{944FCE2D-1F00-6E05-0BEF-53777A247260}"/>
          </ac:spMkLst>
        </pc:spChg>
        <pc:spChg chg="add del mod">
          <ac:chgData name="Khobo, IL, Dr [ilkhobo@sun.ac.za]" userId="b519a442-dcea-4a28-9c45-7e29f1df5837" providerId="ADAL" clId="{D25D1C45-A404-4E0F-8657-49BD4E4887CA}" dt="2026-10-08T13:06:49.022" v="5271" actId="1076"/>
          <ac:spMkLst>
            <pc:docMk/>
            <pc:sldMk cId="925046255" sldId="636"/>
            <ac:spMk id="18" creationId="{12D58A6E-24A9-BC35-AA90-2509FADA9824}"/>
          </ac:spMkLst>
        </pc:spChg>
        <pc:picChg chg="add mod">
          <ac:chgData name="Khobo, IL, Dr [ilkhobo@sun.ac.za]" userId="b519a442-dcea-4a28-9c45-7e29f1df5837" providerId="ADAL" clId="{D25D1C45-A404-4E0F-8657-49BD4E4887CA}" dt="2026-10-08T13:04:48.650" v="5054" actId="1076"/>
          <ac:picMkLst>
            <pc:docMk/>
            <pc:sldMk cId="925046255" sldId="636"/>
            <ac:picMk id="3" creationId="{D4F9D796-01CC-8054-0631-5B8A1FA628FF}"/>
          </ac:picMkLst>
        </pc:picChg>
        <pc:picChg chg="del">
          <ac:chgData name="Khobo, IL, Dr [ilkhobo@sun.ac.za]" userId="b519a442-dcea-4a28-9c45-7e29f1df5837" providerId="ADAL" clId="{D25D1C45-A404-4E0F-8657-49BD4E4887CA}" dt="2026-10-08T13:04:42.620" v="5052" actId="478"/>
          <ac:picMkLst>
            <pc:docMk/>
            <pc:sldMk cId="925046255" sldId="636"/>
            <ac:picMk id="16" creationId="{75B857B0-6A04-2081-CC56-150E05533CEA}"/>
          </ac:picMkLst>
        </pc:picChg>
      </pc:sldChg>
      <pc:sldChg chg="del">
        <pc:chgData name="Khobo, IL, Dr [ilkhobo@sun.ac.za]" userId="b519a442-dcea-4a28-9c45-7e29f1df5837" providerId="ADAL" clId="{D25D1C45-A404-4E0F-8657-49BD4E4887CA}" dt="2026-10-08T10:56:15.354" v="3494" actId="47"/>
        <pc:sldMkLst>
          <pc:docMk/>
          <pc:sldMk cId="2948234261" sldId="636"/>
        </pc:sldMkLst>
      </pc:sldChg>
      <pc:sldChg chg="addSp delSp modSp add mod modTransition">
        <pc:chgData name="Khobo, IL, Dr [ilkhobo@sun.ac.za]" userId="b519a442-dcea-4a28-9c45-7e29f1df5837" providerId="ADAL" clId="{D25D1C45-A404-4E0F-8657-49BD4E4887CA}" dt="2026-10-08T13:35:52.129" v="5582" actId="1076"/>
        <pc:sldMkLst>
          <pc:docMk/>
          <pc:sldMk cId="226961491" sldId="637"/>
        </pc:sldMkLst>
        <pc:spChg chg="mod">
          <ac:chgData name="Khobo, IL, Dr [ilkhobo@sun.ac.za]" userId="b519a442-dcea-4a28-9c45-7e29f1df5837" providerId="ADAL" clId="{D25D1C45-A404-4E0F-8657-49BD4E4887CA}" dt="2026-10-08T13:19:36.622" v="5458" actId="20577"/>
          <ac:spMkLst>
            <pc:docMk/>
            <pc:sldMk cId="226961491" sldId="637"/>
            <ac:spMk id="4" creationId="{257622BD-0FBB-E0DF-DE4E-34B3E6D1434A}"/>
          </ac:spMkLst>
        </pc:spChg>
        <pc:spChg chg="mod">
          <ac:chgData name="Khobo, IL, Dr [ilkhobo@sun.ac.za]" userId="b519a442-dcea-4a28-9c45-7e29f1df5837" providerId="ADAL" clId="{D25D1C45-A404-4E0F-8657-49BD4E4887CA}" dt="2026-10-08T13:09:09.066" v="5281" actId="20577"/>
          <ac:spMkLst>
            <pc:docMk/>
            <pc:sldMk cId="226961491" sldId="637"/>
            <ac:spMk id="5" creationId="{9B2ACF5A-B49C-BD6D-02E8-821E8EFEF8E6}"/>
          </ac:spMkLst>
        </pc:spChg>
        <pc:spChg chg="add mod">
          <ac:chgData name="Khobo, IL, Dr [ilkhobo@sun.ac.za]" userId="b519a442-dcea-4a28-9c45-7e29f1df5837" providerId="ADAL" clId="{D25D1C45-A404-4E0F-8657-49BD4E4887CA}" dt="2026-10-08T13:09:39.712" v="5287" actId="2085"/>
          <ac:spMkLst>
            <pc:docMk/>
            <pc:sldMk cId="226961491" sldId="637"/>
            <ac:spMk id="6" creationId="{E48AD88D-3844-C2BC-0EB8-C8C08DE100A2}"/>
          </ac:spMkLst>
        </pc:spChg>
        <pc:spChg chg="mod">
          <ac:chgData name="Khobo, IL, Dr [ilkhobo@sun.ac.za]" userId="b519a442-dcea-4a28-9c45-7e29f1df5837" providerId="ADAL" clId="{D25D1C45-A404-4E0F-8657-49BD4E4887CA}" dt="2026-10-08T13:19:49.531" v="5463" actId="20577"/>
          <ac:spMkLst>
            <pc:docMk/>
            <pc:sldMk cId="226961491" sldId="637"/>
            <ac:spMk id="8" creationId="{AB972452-E445-184B-2320-825A52FB63E2}"/>
          </ac:spMkLst>
        </pc:spChg>
        <pc:spChg chg="mod">
          <ac:chgData name="Khobo, IL, Dr [ilkhobo@sun.ac.za]" userId="b519a442-dcea-4a28-9c45-7e29f1df5837" providerId="ADAL" clId="{D25D1C45-A404-4E0F-8657-49BD4E4887CA}" dt="2026-10-08T13:11:44.106" v="5320" actId="20577"/>
          <ac:spMkLst>
            <pc:docMk/>
            <pc:sldMk cId="226961491" sldId="637"/>
            <ac:spMk id="9" creationId="{A453EEC3-72E6-1C2D-537B-85A5E9F5B897}"/>
          </ac:spMkLst>
        </pc:spChg>
        <pc:spChg chg="add mod">
          <ac:chgData name="Khobo, IL, Dr [ilkhobo@sun.ac.za]" userId="b519a442-dcea-4a28-9c45-7e29f1df5837" providerId="ADAL" clId="{D25D1C45-A404-4E0F-8657-49BD4E4887CA}" dt="2026-10-08T13:11:20.239" v="5316" actId="1076"/>
          <ac:spMkLst>
            <pc:docMk/>
            <pc:sldMk cId="226961491" sldId="637"/>
            <ac:spMk id="10" creationId="{DADE5EAA-71E9-0019-053E-A726A3C24895}"/>
          </ac:spMkLst>
        </pc:spChg>
        <pc:spChg chg="mod">
          <ac:chgData name="Khobo, IL, Dr [ilkhobo@sun.ac.za]" userId="b519a442-dcea-4a28-9c45-7e29f1df5837" providerId="ADAL" clId="{D25D1C45-A404-4E0F-8657-49BD4E4887CA}" dt="2026-10-08T13:19:22.665" v="5452" actId="20577"/>
          <ac:spMkLst>
            <pc:docMk/>
            <pc:sldMk cId="226961491" sldId="637"/>
            <ac:spMk id="12" creationId="{EC33A95C-A783-4FDA-70B2-4143B106A816}"/>
          </ac:spMkLst>
        </pc:spChg>
        <pc:spChg chg="mod">
          <ac:chgData name="Khobo, IL, Dr [ilkhobo@sun.ac.za]" userId="b519a442-dcea-4a28-9c45-7e29f1df5837" providerId="ADAL" clId="{D25D1C45-A404-4E0F-8657-49BD4E4887CA}" dt="2026-10-08T13:19:55.291" v="5468" actId="20577"/>
          <ac:spMkLst>
            <pc:docMk/>
            <pc:sldMk cId="226961491" sldId="637"/>
            <ac:spMk id="13" creationId="{4B7D740E-ADDE-4777-CC0B-D4EAD2BDC735}"/>
          </ac:spMkLst>
        </pc:spChg>
        <pc:spChg chg="mod">
          <ac:chgData name="Khobo, IL, Dr [ilkhobo@sun.ac.za]" userId="b519a442-dcea-4a28-9c45-7e29f1df5837" providerId="ADAL" clId="{D25D1C45-A404-4E0F-8657-49BD4E4887CA}" dt="2026-10-08T13:09:06.207" v="5280" actId="20577"/>
          <ac:spMkLst>
            <pc:docMk/>
            <pc:sldMk cId="226961491" sldId="637"/>
            <ac:spMk id="14" creationId="{39AD1712-0226-6CC9-7D6D-06207202B7D2}"/>
          </ac:spMkLst>
        </pc:spChg>
        <pc:spChg chg="mod">
          <ac:chgData name="Khobo, IL, Dr [ilkhobo@sun.ac.za]" userId="b519a442-dcea-4a28-9c45-7e29f1df5837" providerId="ADAL" clId="{D25D1C45-A404-4E0F-8657-49BD4E4887CA}" dt="2026-10-08T13:11:52.572" v="5322" actId="20577"/>
          <ac:spMkLst>
            <pc:docMk/>
            <pc:sldMk cId="226961491" sldId="637"/>
            <ac:spMk id="15" creationId="{2C648C7D-9737-F09B-EACE-E1F004E56980}"/>
          </ac:spMkLst>
        </pc:spChg>
        <pc:spChg chg="add mod">
          <ac:chgData name="Khobo, IL, Dr [ilkhobo@sun.ac.za]" userId="b519a442-dcea-4a28-9c45-7e29f1df5837" providerId="ADAL" clId="{D25D1C45-A404-4E0F-8657-49BD4E4887CA}" dt="2026-10-08T13:11:35.310" v="5318" actId="1076"/>
          <ac:spMkLst>
            <pc:docMk/>
            <pc:sldMk cId="226961491" sldId="637"/>
            <ac:spMk id="16" creationId="{8A3F668D-4E37-4E56-E63F-3298BD458C16}"/>
          </ac:spMkLst>
        </pc:spChg>
        <pc:grpChg chg="add mod">
          <ac:chgData name="Khobo, IL, Dr [ilkhobo@sun.ac.za]" userId="b519a442-dcea-4a28-9c45-7e29f1df5837" providerId="ADAL" clId="{D25D1C45-A404-4E0F-8657-49BD4E4887CA}" dt="2026-10-08T13:08:53.518" v="5279" actId="1076"/>
          <ac:grpSpMkLst>
            <pc:docMk/>
            <pc:sldMk cId="226961491" sldId="637"/>
            <ac:grpSpMk id="2" creationId="{E95FEEBF-986B-7306-DFC6-CC698C43F5CE}"/>
          </ac:grpSpMkLst>
        </pc:grpChg>
        <pc:grpChg chg="add mod">
          <ac:chgData name="Khobo, IL, Dr [ilkhobo@sun.ac.za]" userId="b519a442-dcea-4a28-9c45-7e29f1df5837" providerId="ADAL" clId="{D25D1C45-A404-4E0F-8657-49BD4E4887CA}" dt="2026-10-08T13:11:20.239" v="5316" actId="1076"/>
          <ac:grpSpMkLst>
            <pc:docMk/>
            <pc:sldMk cId="226961491" sldId="637"/>
            <ac:grpSpMk id="7" creationId="{DAE0DC06-FA46-8DF2-51CC-E97D773F8BEF}"/>
          </ac:grpSpMkLst>
        </pc:grpChg>
        <pc:grpChg chg="add mod">
          <ac:chgData name="Khobo, IL, Dr [ilkhobo@sun.ac.za]" userId="b519a442-dcea-4a28-9c45-7e29f1df5837" providerId="ADAL" clId="{D25D1C45-A404-4E0F-8657-49BD4E4887CA}" dt="2026-10-08T13:11:35.310" v="5318" actId="1076"/>
          <ac:grpSpMkLst>
            <pc:docMk/>
            <pc:sldMk cId="226961491" sldId="637"/>
            <ac:grpSpMk id="11" creationId="{E2CC3377-7BE8-850E-5366-33CD4011CC8A}"/>
          </ac:grpSpMkLst>
        </pc:grpChg>
        <pc:grpChg chg="mod">
          <ac:chgData name="Khobo, IL, Dr [ilkhobo@sun.ac.za]" userId="b519a442-dcea-4a28-9c45-7e29f1df5837" providerId="ADAL" clId="{D25D1C45-A404-4E0F-8657-49BD4E4887CA}" dt="2026-10-08T13:08:40.476" v="5277" actId="1076"/>
          <ac:grpSpMkLst>
            <pc:docMk/>
            <pc:sldMk cId="226961491" sldId="637"/>
            <ac:grpSpMk id="17" creationId="{F64997C0-9F26-B475-9BB1-F6B70336585B}"/>
          </ac:grpSpMkLst>
        </pc:grpChg>
        <pc:picChg chg="del">
          <ac:chgData name="Khobo, IL, Dr [ilkhobo@sun.ac.za]" userId="b519a442-dcea-4a28-9c45-7e29f1df5837" providerId="ADAL" clId="{D25D1C45-A404-4E0F-8657-49BD4E4887CA}" dt="2026-10-08T13:35:43.963" v="5580" actId="478"/>
          <ac:picMkLst>
            <pc:docMk/>
            <pc:sldMk cId="226961491" sldId="637"/>
            <ac:picMk id="3" creationId="{FF6B536E-0F73-65F3-89DA-05EB85753FF2}"/>
          </ac:picMkLst>
        </pc:picChg>
        <pc:picChg chg="add mod">
          <ac:chgData name="Khobo, IL, Dr [ilkhobo@sun.ac.za]" userId="b519a442-dcea-4a28-9c45-7e29f1df5837" providerId="ADAL" clId="{D25D1C45-A404-4E0F-8657-49BD4E4887CA}" dt="2026-10-08T13:35:52.129" v="5582" actId="1076"/>
          <ac:picMkLst>
            <pc:docMk/>
            <pc:sldMk cId="226961491" sldId="637"/>
            <ac:picMk id="20" creationId="{D4B17AE3-7EA2-D383-A74E-48B88F92CFA2}"/>
          </ac:picMkLst>
        </pc:picChg>
        <pc:picChg chg="add mod">
          <ac:chgData name="Khobo, IL, Dr [ilkhobo@sun.ac.za]" userId="b519a442-dcea-4a28-9c45-7e29f1df5837" providerId="ADAL" clId="{D25D1C45-A404-4E0F-8657-49BD4E4887CA}" dt="2026-10-08T13:35:52.129" v="5582" actId="1076"/>
          <ac:picMkLst>
            <pc:docMk/>
            <pc:sldMk cId="226961491" sldId="637"/>
            <ac:picMk id="22" creationId="{05CF5B53-ED57-2A87-98B4-A19FC422458E}"/>
          </ac:picMkLst>
        </pc:picChg>
      </pc:sldChg>
      <pc:sldChg chg="del">
        <pc:chgData name="Khobo, IL, Dr [ilkhobo@sun.ac.za]" userId="b519a442-dcea-4a28-9c45-7e29f1df5837" providerId="ADAL" clId="{D25D1C45-A404-4E0F-8657-49BD4E4887CA}" dt="2026-10-08T10:56:15.354" v="3494" actId="47"/>
        <pc:sldMkLst>
          <pc:docMk/>
          <pc:sldMk cId="1796019240" sldId="637"/>
        </pc:sldMkLst>
      </pc:sldChg>
      <pc:sldChg chg="del">
        <pc:chgData name="Khobo, IL, Dr [ilkhobo@sun.ac.za]" userId="b519a442-dcea-4a28-9c45-7e29f1df5837" providerId="ADAL" clId="{D25D1C45-A404-4E0F-8657-49BD4E4887CA}" dt="2026-10-08T10:56:15.354" v="3494" actId="47"/>
        <pc:sldMkLst>
          <pc:docMk/>
          <pc:sldMk cId="145756466" sldId="638"/>
        </pc:sldMkLst>
      </pc:sldChg>
      <pc:sldChg chg="addSp delSp modSp add mod modTransition">
        <pc:chgData name="Khobo, IL, Dr [ilkhobo@sun.ac.za]" userId="b519a442-dcea-4a28-9c45-7e29f1df5837" providerId="ADAL" clId="{D25D1C45-A404-4E0F-8657-49BD4E4887CA}" dt="2026-10-08T13:39:59.155" v="5588" actId="1076"/>
        <pc:sldMkLst>
          <pc:docMk/>
          <pc:sldMk cId="2044358207" sldId="638"/>
        </pc:sldMkLst>
        <pc:spChg chg="mod">
          <ac:chgData name="Khobo, IL, Dr [ilkhobo@sun.ac.za]" userId="b519a442-dcea-4a28-9c45-7e29f1df5837" providerId="ADAL" clId="{D25D1C45-A404-4E0F-8657-49BD4E4887CA}" dt="2026-10-08T13:20:16.882" v="5482" actId="20577"/>
          <ac:spMkLst>
            <pc:docMk/>
            <pc:sldMk cId="2044358207" sldId="638"/>
            <ac:spMk id="4" creationId="{28B86C69-6D40-EE7E-8BB5-96B705D6AF68}"/>
          </ac:spMkLst>
        </pc:spChg>
        <pc:spChg chg="mod">
          <ac:chgData name="Khobo, IL, Dr [ilkhobo@sun.ac.za]" userId="b519a442-dcea-4a28-9c45-7e29f1df5837" providerId="ADAL" clId="{D25D1C45-A404-4E0F-8657-49BD4E4887CA}" dt="2026-10-08T13:14:12.305" v="5359" actId="1076"/>
          <ac:spMkLst>
            <pc:docMk/>
            <pc:sldMk cId="2044358207" sldId="638"/>
            <ac:spMk id="6" creationId="{7D5FE34F-7E18-43CD-4C4D-452D5E4F7FFB}"/>
          </ac:spMkLst>
        </pc:spChg>
        <pc:spChg chg="mod">
          <ac:chgData name="Khobo, IL, Dr [ilkhobo@sun.ac.za]" userId="b519a442-dcea-4a28-9c45-7e29f1df5837" providerId="ADAL" clId="{D25D1C45-A404-4E0F-8657-49BD4E4887CA}" dt="2026-10-08T13:20:27.993" v="5493" actId="20577"/>
          <ac:spMkLst>
            <pc:docMk/>
            <pc:sldMk cId="2044358207" sldId="638"/>
            <ac:spMk id="8" creationId="{7BBA25C6-9023-40B9-EAB0-10739FAB9B02}"/>
          </ac:spMkLst>
        </pc:spChg>
        <pc:spChg chg="mod">
          <ac:chgData name="Khobo, IL, Dr [ilkhobo@sun.ac.za]" userId="b519a442-dcea-4a28-9c45-7e29f1df5837" providerId="ADAL" clId="{D25D1C45-A404-4E0F-8657-49BD4E4887CA}" dt="2026-10-08T13:14:12.305" v="5359" actId="1076"/>
          <ac:spMkLst>
            <pc:docMk/>
            <pc:sldMk cId="2044358207" sldId="638"/>
            <ac:spMk id="10" creationId="{AFB91F9B-EF0B-123C-217D-ACE68539F1DE}"/>
          </ac:spMkLst>
        </pc:spChg>
        <pc:spChg chg="mod">
          <ac:chgData name="Khobo, IL, Dr [ilkhobo@sun.ac.za]" userId="b519a442-dcea-4a28-9c45-7e29f1df5837" providerId="ADAL" clId="{D25D1C45-A404-4E0F-8657-49BD4E4887CA}" dt="2026-10-08T13:20:10.743" v="5476" actId="20577"/>
          <ac:spMkLst>
            <pc:docMk/>
            <pc:sldMk cId="2044358207" sldId="638"/>
            <ac:spMk id="12" creationId="{63FB965E-7B65-665C-0F0F-1D8A1CD16BBE}"/>
          </ac:spMkLst>
        </pc:spChg>
        <pc:spChg chg="mod">
          <ac:chgData name="Khobo, IL, Dr [ilkhobo@sun.ac.za]" userId="b519a442-dcea-4a28-9c45-7e29f1df5837" providerId="ADAL" clId="{D25D1C45-A404-4E0F-8657-49BD4E4887CA}" dt="2026-10-08T13:14:17.647" v="5364" actId="20577"/>
          <ac:spMkLst>
            <pc:docMk/>
            <pc:sldMk cId="2044358207" sldId="638"/>
            <ac:spMk id="13" creationId="{266404FD-B2B3-C2AD-316B-F875CDA8045E}"/>
          </ac:spMkLst>
        </pc:spChg>
        <pc:spChg chg="mod">
          <ac:chgData name="Khobo, IL, Dr [ilkhobo@sun.ac.za]" userId="b519a442-dcea-4a28-9c45-7e29f1df5837" providerId="ADAL" clId="{D25D1C45-A404-4E0F-8657-49BD4E4887CA}" dt="2026-10-08T13:14:12.305" v="5359" actId="1076"/>
          <ac:spMkLst>
            <pc:docMk/>
            <pc:sldMk cId="2044358207" sldId="638"/>
            <ac:spMk id="16" creationId="{E9713852-4B0D-F0CF-22AA-63A10C316511}"/>
          </ac:spMkLst>
        </pc:spChg>
        <pc:spChg chg="add del">
          <ac:chgData name="Khobo, IL, Dr [ilkhobo@sun.ac.za]" userId="b519a442-dcea-4a28-9c45-7e29f1df5837" providerId="ADAL" clId="{D25D1C45-A404-4E0F-8657-49BD4E4887CA}" dt="2026-10-08T13:39:00.271" v="5586" actId="478"/>
          <ac:spMkLst>
            <pc:docMk/>
            <pc:sldMk cId="2044358207" sldId="638"/>
            <ac:spMk id="20" creationId="{01A21A90-9640-0DFD-0309-6311E0F2C5E6}"/>
          </ac:spMkLst>
        </pc:spChg>
        <pc:grpChg chg="mod">
          <ac:chgData name="Khobo, IL, Dr [ilkhobo@sun.ac.za]" userId="b519a442-dcea-4a28-9c45-7e29f1df5837" providerId="ADAL" clId="{D25D1C45-A404-4E0F-8657-49BD4E4887CA}" dt="2026-10-08T13:14:12.305" v="5359" actId="1076"/>
          <ac:grpSpMkLst>
            <pc:docMk/>
            <pc:sldMk cId="2044358207" sldId="638"/>
            <ac:grpSpMk id="2" creationId="{C3D81823-10E1-5C9E-6B6A-47483E42D2F3}"/>
          </ac:grpSpMkLst>
        </pc:grpChg>
        <pc:grpChg chg="mod">
          <ac:chgData name="Khobo, IL, Dr [ilkhobo@sun.ac.za]" userId="b519a442-dcea-4a28-9c45-7e29f1df5837" providerId="ADAL" clId="{D25D1C45-A404-4E0F-8657-49BD4E4887CA}" dt="2026-10-08T13:14:12.305" v="5359" actId="1076"/>
          <ac:grpSpMkLst>
            <pc:docMk/>
            <pc:sldMk cId="2044358207" sldId="638"/>
            <ac:grpSpMk id="7" creationId="{77A959FE-0B29-3DA6-4709-B26A7E992346}"/>
          </ac:grpSpMkLst>
        </pc:grpChg>
        <pc:grpChg chg="mod">
          <ac:chgData name="Khobo, IL, Dr [ilkhobo@sun.ac.za]" userId="b519a442-dcea-4a28-9c45-7e29f1df5837" providerId="ADAL" clId="{D25D1C45-A404-4E0F-8657-49BD4E4887CA}" dt="2026-10-08T13:14:12.305" v="5359" actId="1076"/>
          <ac:grpSpMkLst>
            <pc:docMk/>
            <pc:sldMk cId="2044358207" sldId="638"/>
            <ac:grpSpMk id="11" creationId="{400E978A-3DAA-D516-8926-52808EC0AC09}"/>
          </ac:grpSpMkLst>
        </pc:grpChg>
        <pc:grpChg chg="mod">
          <ac:chgData name="Khobo, IL, Dr [ilkhobo@sun.ac.za]" userId="b519a442-dcea-4a28-9c45-7e29f1df5837" providerId="ADAL" clId="{D25D1C45-A404-4E0F-8657-49BD4E4887CA}" dt="2026-10-08T13:14:12.305" v="5359" actId="1076"/>
          <ac:grpSpMkLst>
            <pc:docMk/>
            <pc:sldMk cId="2044358207" sldId="638"/>
            <ac:grpSpMk id="17" creationId="{226F6784-F281-1755-1EA0-7457511FC16C}"/>
          </ac:grpSpMkLst>
        </pc:grpChg>
        <pc:picChg chg="del">
          <ac:chgData name="Khobo, IL, Dr [ilkhobo@sun.ac.za]" userId="b519a442-dcea-4a28-9c45-7e29f1df5837" providerId="ADAL" clId="{D25D1C45-A404-4E0F-8657-49BD4E4887CA}" dt="2026-10-08T13:38:56.446" v="5583" actId="478"/>
          <ac:picMkLst>
            <pc:docMk/>
            <pc:sldMk cId="2044358207" sldId="638"/>
            <ac:picMk id="3" creationId="{2B9696E5-EE01-DFC0-6A8E-B970171CFBBB}"/>
          </ac:picMkLst>
        </pc:picChg>
        <pc:picChg chg="add mod">
          <ac:chgData name="Khobo, IL, Dr [ilkhobo@sun.ac.za]" userId="b519a442-dcea-4a28-9c45-7e29f1df5837" providerId="ADAL" clId="{D25D1C45-A404-4E0F-8657-49BD4E4887CA}" dt="2026-10-08T13:39:59.155" v="5588" actId="1076"/>
          <ac:picMkLst>
            <pc:docMk/>
            <pc:sldMk cId="2044358207" sldId="638"/>
            <ac:picMk id="22" creationId="{1C5DF84C-60DD-71E0-609A-293B307BBC0D}"/>
          </ac:picMkLst>
        </pc:picChg>
      </pc:sldChg>
      <pc:sldChg chg="addSp delSp modSp add mod modTransition modNotesTx">
        <pc:chgData name="Khobo, IL, Dr [ilkhobo@sun.ac.za]" userId="b519a442-dcea-4a28-9c45-7e29f1df5837" providerId="ADAL" clId="{D25D1C45-A404-4E0F-8657-49BD4E4887CA}" dt="2026-10-09T05:43:58.078" v="5728" actId="20577"/>
        <pc:sldMkLst>
          <pc:docMk/>
          <pc:sldMk cId="1260615159" sldId="639"/>
        </pc:sldMkLst>
        <pc:spChg chg="mod">
          <ac:chgData name="Khobo, IL, Dr [ilkhobo@sun.ac.za]" userId="b519a442-dcea-4a28-9c45-7e29f1df5837" providerId="ADAL" clId="{D25D1C45-A404-4E0F-8657-49BD4E4887CA}" dt="2026-10-09T05:43:50.778" v="5721" actId="20577"/>
          <ac:spMkLst>
            <pc:docMk/>
            <pc:sldMk cId="1260615159" sldId="639"/>
            <ac:spMk id="4" creationId="{E001A6FE-DE78-CF83-E784-8DF78025B0D4}"/>
          </ac:spMkLst>
        </pc:spChg>
        <pc:spChg chg="mod">
          <ac:chgData name="Khobo, IL, Dr [ilkhobo@sun.ac.za]" userId="b519a442-dcea-4a28-9c45-7e29f1df5837" providerId="ADAL" clId="{D25D1C45-A404-4E0F-8657-49BD4E4887CA}" dt="2026-10-08T13:14:53.449" v="5366" actId="1076"/>
          <ac:spMkLst>
            <pc:docMk/>
            <pc:sldMk cId="1260615159" sldId="639"/>
            <ac:spMk id="6" creationId="{75F46D89-FAEC-4108-BC18-EB3479FCF59C}"/>
          </ac:spMkLst>
        </pc:spChg>
        <pc:spChg chg="mod">
          <ac:chgData name="Khobo, IL, Dr [ilkhobo@sun.ac.za]" userId="b519a442-dcea-4a28-9c45-7e29f1df5837" providerId="ADAL" clId="{D25D1C45-A404-4E0F-8657-49BD4E4887CA}" dt="2026-10-09T05:43:58.078" v="5728" actId="20577"/>
          <ac:spMkLst>
            <pc:docMk/>
            <pc:sldMk cId="1260615159" sldId="639"/>
            <ac:spMk id="8" creationId="{FDB5AE7F-F1EC-FD34-58F8-0E2BE67F5D78}"/>
          </ac:spMkLst>
        </pc:spChg>
        <pc:spChg chg="mod">
          <ac:chgData name="Khobo, IL, Dr [ilkhobo@sun.ac.za]" userId="b519a442-dcea-4a28-9c45-7e29f1df5837" providerId="ADAL" clId="{D25D1C45-A404-4E0F-8657-49BD4E4887CA}" dt="2026-10-08T13:14:53.449" v="5366" actId="1076"/>
          <ac:spMkLst>
            <pc:docMk/>
            <pc:sldMk cId="1260615159" sldId="639"/>
            <ac:spMk id="10" creationId="{FD83FA4A-E686-7499-1D3E-032DF7760E5B}"/>
          </ac:spMkLst>
        </pc:spChg>
        <pc:spChg chg="mod">
          <ac:chgData name="Khobo, IL, Dr [ilkhobo@sun.ac.za]" userId="b519a442-dcea-4a28-9c45-7e29f1df5837" providerId="ADAL" clId="{D25D1C45-A404-4E0F-8657-49BD4E4887CA}" dt="2026-10-08T13:20:36.244" v="5501" actId="20577"/>
          <ac:spMkLst>
            <pc:docMk/>
            <pc:sldMk cId="1260615159" sldId="639"/>
            <ac:spMk id="12" creationId="{006D1DEA-2958-92D9-9314-3AD257A53B8F}"/>
          </ac:spMkLst>
        </pc:spChg>
        <pc:spChg chg="mod">
          <ac:chgData name="Khobo, IL, Dr [ilkhobo@sun.ac.za]" userId="b519a442-dcea-4a28-9c45-7e29f1df5837" providerId="ADAL" clId="{D25D1C45-A404-4E0F-8657-49BD4E4887CA}" dt="2026-10-08T13:14:53.449" v="5366" actId="1076"/>
          <ac:spMkLst>
            <pc:docMk/>
            <pc:sldMk cId="1260615159" sldId="639"/>
            <ac:spMk id="16" creationId="{E41CF36D-D808-87C3-01B7-435BC57D3486}"/>
          </ac:spMkLst>
        </pc:spChg>
        <pc:grpChg chg="mod">
          <ac:chgData name="Khobo, IL, Dr [ilkhobo@sun.ac.za]" userId="b519a442-dcea-4a28-9c45-7e29f1df5837" providerId="ADAL" clId="{D25D1C45-A404-4E0F-8657-49BD4E4887CA}" dt="2026-10-08T13:14:53.449" v="5366" actId="1076"/>
          <ac:grpSpMkLst>
            <pc:docMk/>
            <pc:sldMk cId="1260615159" sldId="639"/>
            <ac:grpSpMk id="2" creationId="{9AD32512-0037-E270-42C1-04580C7AE8C1}"/>
          </ac:grpSpMkLst>
        </pc:grpChg>
        <pc:grpChg chg="mod">
          <ac:chgData name="Khobo, IL, Dr [ilkhobo@sun.ac.za]" userId="b519a442-dcea-4a28-9c45-7e29f1df5837" providerId="ADAL" clId="{D25D1C45-A404-4E0F-8657-49BD4E4887CA}" dt="2026-10-08T13:14:53.449" v="5366" actId="1076"/>
          <ac:grpSpMkLst>
            <pc:docMk/>
            <pc:sldMk cId="1260615159" sldId="639"/>
            <ac:grpSpMk id="7" creationId="{CC1A7C30-9D66-119B-30BB-98CA828EEF70}"/>
          </ac:grpSpMkLst>
        </pc:grpChg>
        <pc:grpChg chg="mod">
          <ac:chgData name="Khobo, IL, Dr [ilkhobo@sun.ac.za]" userId="b519a442-dcea-4a28-9c45-7e29f1df5837" providerId="ADAL" clId="{D25D1C45-A404-4E0F-8657-49BD4E4887CA}" dt="2026-10-08T13:14:53.449" v="5366" actId="1076"/>
          <ac:grpSpMkLst>
            <pc:docMk/>
            <pc:sldMk cId="1260615159" sldId="639"/>
            <ac:grpSpMk id="11" creationId="{D3DEDEE7-5C7A-6C20-AEDD-FEBAEE487304}"/>
          </ac:grpSpMkLst>
        </pc:grpChg>
        <pc:grpChg chg="mod">
          <ac:chgData name="Khobo, IL, Dr [ilkhobo@sun.ac.za]" userId="b519a442-dcea-4a28-9c45-7e29f1df5837" providerId="ADAL" clId="{D25D1C45-A404-4E0F-8657-49BD4E4887CA}" dt="2026-10-08T13:14:53.449" v="5366" actId="1076"/>
          <ac:grpSpMkLst>
            <pc:docMk/>
            <pc:sldMk cId="1260615159" sldId="639"/>
            <ac:grpSpMk id="17" creationId="{CA3471F9-7587-B341-4818-0A89B50EF10F}"/>
          </ac:grpSpMkLst>
        </pc:grpChg>
        <pc:picChg chg="del">
          <ac:chgData name="Khobo, IL, Dr [ilkhobo@sun.ac.za]" userId="b519a442-dcea-4a28-9c45-7e29f1df5837" providerId="ADAL" clId="{D25D1C45-A404-4E0F-8657-49BD4E4887CA}" dt="2026-10-08T13:40:02.872" v="5589" actId="478"/>
          <ac:picMkLst>
            <pc:docMk/>
            <pc:sldMk cId="1260615159" sldId="639"/>
            <ac:picMk id="3" creationId="{60E5FDCE-C047-C6EE-E8C5-B065EC9E38A8}"/>
          </ac:picMkLst>
        </pc:picChg>
        <pc:picChg chg="add mod">
          <ac:chgData name="Khobo, IL, Dr [ilkhobo@sun.ac.za]" userId="b519a442-dcea-4a28-9c45-7e29f1df5837" providerId="ADAL" clId="{D25D1C45-A404-4E0F-8657-49BD4E4887CA}" dt="2026-10-08T13:40:05.854" v="5591" actId="1076"/>
          <ac:picMkLst>
            <pc:docMk/>
            <pc:sldMk cId="1260615159" sldId="639"/>
            <ac:picMk id="20" creationId="{556104B1-D0FE-0BB9-D4FC-47C97FC0508D}"/>
          </ac:picMkLst>
        </pc:picChg>
      </pc:sldChg>
      <pc:sldChg chg="del">
        <pc:chgData name="Khobo, IL, Dr [ilkhobo@sun.ac.za]" userId="b519a442-dcea-4a28-9c45-7e29f1df5837" providerId="ADAL" clId="{D25D1C45-A404-4E0F-8657-49BD4E4887CA}" dt="2026-10-08T10:56:15.354" v="3494" actId="47"/>
        <pc:sldMkLst>
          <pc:docMk/>
          <pc:sldMk cId="3450207019" sldId="639"/>
        </pc:sldMkLst>
      </pc:sldChg>
      <pc:sldChg chg="addSp delSp modSp add mod modTransition">
        <pc:chgData name="Khobo, IL, Dr [ilkhobo@sun.ac.za]" userId="b519a442-dcea-4a28-9c45-7e29f1df5837" providerId="ADAL" clId="{D25D1C45-A404-4E0F-8657-49BD4E4887CA}" dt="2026-10-09T05:40:39.932" v="5717"/>
        <pc:sldMkLst>
          <pc:docMk/>
          <pc:sldMk cId="246941885" sldId="640"/>
        </pc:sldMkLst>
        <pc:spChg chg="mod">
          <ac:chgData name="Khobo, IL, Dr [ilkhobo@sun.ac.za]" userId="b519a442-dcea-4a28-9c45-7e29f1df5837" providerId="ADAL" clId="{D25D1C45-A404-4E0F-8657-49BD4E4887CA}" dt="2026-10-08T13:31:40.829" v="5569" actId="20577"/>
          <ac:spMkLst>
            <pc:docMk/>
            <pc:sldMk cId="246941885" sldId="640"/>
            <ac:spMk id="12" creationId="{2C0C8660-63BB-3472-616A-308236EB7CD1}"/>
          </ac:spMkLst>
        </pc:spChg>
        <pc:picChg chg="add del mod">
          <ac:chgData name="Khobo, IL, Dr [ilkhobo@sun.ac.za]" userId="b519a442-dcea-4a28-9c45-7e29f1df5837" providerId="ADAL" clId="{D25D1C45-A404-4E0F-8657-49BD4E4887CA}" dt="2026-10-08T13:35:29.684" v="5579" actId="21"/>
          <ac:picMkLst>
            <pc:docMk/>
            <pc:sldMk cId="246941885" sldId="640"/>
            <ac:picMk id="3" creationId="{28024223-5CCA-DE82-4F11-4FE5F8A111B9}"/>
          </ac:picMkLst>
        </pc:picChg>
        <pc:picChg chg="add del mod">
          <ac:chgData name="Khobo, IL, Dr [ilkhobo@sun.ac.za]" userId="b519a442-dcea-4a28-9c45-7e29f1df5837" providerId="ADAL" clId="{D25D1C45-A404-4E0F-8657-49BD4E4887CA}" dt="2026-10-08T13:35:29.684" v="5579" actId="21"/>
          <ac:picMkLst>
            <pc:docMk/>
            <pc:sldMk cId="246941885" sldId="640"/>
            <ac:picMk id="5" creationId="{BB204E4C-C9E4-FABF-4915-076B522C236B}"/>
          </ac:picMkLst>
        </pc:picChg>
        <pc:picChg chg="add">
          <ac:chgData name="Khobo, IL, Dr [ilkhobo@sun.ac.za]" userId="b519a442-dcea-4a28-9c45-7e29f1df5837" providerId="ADAL" clId="{D25D1C45-A404-4E0F-8657-49BD4E4887CA}" dt="2026-10-08T13:40:32.191" v="5592" actId="22"/>
          <ac:picMkLst>
            <pc:docMk/>
            <pc:sldMk cId="246941885" sldId="640"/>
            <ac:picMk id="7" creationId="{22B14460-AA65-F984-AC40-D8B6F05A6ED3}"/>
          </ac:picMkLst>
        </pc:picChg>
        <pc:picChg chg="add">
          <ac:chgData name="Khobo, IL, Dr [ilkhobo@sun.ac.za]" userId="b519a442-dcea-4a28-9c45-7e29f1df5837" providerId="ADAL" clId="{D25D1C45-A404-4E0F-8657-49BD4E4887CA}" dt="2026-10-08T13:40:32.191" v="5592" actId="22"/>
          <ac:picMkLst>
            <pc:docMk/>
            <pc:sldMk cId="246941885" sldId="640"/>
            <ac:picMk id="9" creationId="{3603310E-BB04-F448-F149-0563DD9C1D88}"/>
          </ac:picMkLst>
        </pc:picChg>
        <pc:picChg chg="del">
          <ac:chgData name="Khobo, IL, Dr [ilkhobo@sun.ac.za]" userId="b519a442-dcea-4a28-9c45-7e29f1df5837" providerId="ADAL" clId="{D25D1C45-A404-4E0F-8657-49BD4E4887CA}" dt="2026-10-08T13:32:16.354" v="5570" actId="478"/>
          <ac:picMkLst>
            <pc:docMk/>
            <pc:sldMk cId="246941885" sldId="640"/>
            <ac:picMk id="16" creationId="{B0F54627-C637-860D-5A0D-5EA34E8358E0}"/>
          </ac:picMkLst>
        </pc:picChg>
        <pc:picChg chg="del">
          <ac:chgData name="Khobo, IL, Dr [ilkhobo@sun.ac.za]" userId="b519a442-dcea-4a28-9c45-7e29f1df5837" providerId="ADAL" clId="{D25D1C45-A404-4E0F-8657-49BD4E4887CA}" dt="2026-10-08T13:32:18.318" v="5571" actId="478"/>
          <ac:picMkLst>
            <pc:docMk/>
            <pc:sldMk cId="246941885" sldId="640"/>
            <ac:picMk id="20" creationId="{8143594C-A218-6ACA-67CA-F07FF8A42CE1}"/>
          </ac:picMkLst>
        </pc:picChg>
      </pc:sldChg>
      <pc:sldChg chg="del modTransition">
        <pc:chgData name="Khobo, IL, Dr [ilkhobo@sun.ac.za]" userId="b519a442-dcea-4a28-9c45-7e29f1df5837" providerId="ADAL" clId="{D25D1C45-A404-4E0F-8657-49BD4E4887CA}" dt="2026-10-08T10:56:15.354" v="3494" actId="47"/>
        <pc:sldMkLst>
          <pc:docMk/>
          <pc:sldMk cId="439186479" sldId="640"/>
        </pc:sldMkLst>
      </pc:sldChg>
      <pc:sldChg chg="add del">
        <pc:chgData name="Khobo, IL, Dr [ilkhobo@sun.ac.za]" userId="b519a442-dcea-4a28-9c45-7e29f1df5837" providerId="ADAL" clId="{D25D1C45-A404-4E0F-8657-49BD4E4887CA}" dt="2026-10-08T13:25:51.205" v="5509" actId="2696"/>
        <pc:sldMkLst>
          <pc:docMk/>
          <pc:sldMk cId="3230460229" sldId="640"/>
        </pc:sldMkLst>
      </pc:sldChg>
      <pc:sldChg chg="del">
        <pc:chgData name="Khobo, IL, Dr [ilkhobo@sun.ac.za]" userId="b519a442-dcea-4a28-9c45-7e29f1df5837" providerId="ADAL" clId="{D25D1C45-A404-4E0F-8657-49BD4E4887CA}" dt="2026-10-08T10:56:15.354" v="3494" actId="47"/>
        <pc:sldMkLst>
          <pc:docMk/>
          <pc:sldMk cId="1669641732" sldId="641"/>
        </pc:sldMkLst>
      </pc:sldChg>
      <pc:sldChg chg="addSp delSp modSp add mod">
        <pc:chgData name="Khobo, IL, Dr [ilkhobo@sun.ac.za]" userId="b519a442-dcea-4a28-9c45-7e29f1df5837" providerId="ADAL" clId="{D25D1C45-A404-4E0F-8657-49BD4E4887CA}" dt="2026-10-08T13:44:21.959" v="5606" actId="21"/>
        <pc:sldMkLst>
          <pc:docMk/>
          <pc:sldMk cId="2987383170" sldId="641"/>
        </pc:sldMkLst>
        <pc:picChg chg="del">
          <ac:chgData name="Khobo, IL, Dr [ilkhobo@sun.ac.za]" userId="b519a442-dcea-4a28-9c45-7e29f1df5837" providerId="ADAL" clId="{D25D1C45-A404-4E0F-8657-49BD4E4887CA}" dt="2026-10-08T13:42:13.311" v="5596" actId="478"/>
          <ac:picMkLst>
            <pc:docMk/>
            <pc:sldMk cId="2987383170" sldId="641"/>
            <ac:picMk id="3" creationId="{3DDB1FF7-4C5D-C3AA-F866-585CD3B234BB}"/>
          </ac:picMkLst>
        </pc:picChg>
        <pc:picChg chg="del mod">
          <ac:chgData name="Khobo, IL, Dr [ilkhobo@sun.ac.za]" userId="b519a442-dcea-4a28-9c45-7e29f1df5837" providerId="ADAL" clId="{D25D1C45-A404-4E0F-8657-49BD4E4887CA}" dt="2026-10-08T13:44:21.959" v="5606" actId="21"/>
          <ac:picMkLst>
            <pc:docMk/>
            <pc:sldMk cId="2987383170" sldId="641"/>
            <ac:picMk id="4" creationId="{F6D4A344-157B-B829-96CD-7CC43955A95E}"/>
          </ac:picMkLst>
        </pc:picChg>
        <pc:picChg chg="add del mod">
          <ac:chgData name="Khobo, IL, Dr [ilkhobo@sun.ac.za]" userId="b519a442-dcea-4a28-9c45-7e29f1df5837" providerId="ADAL" clId="{D25D1C45-A404-4E0F-8657-49BD4E4887CA}" dt="2026-10-08T13:44:21.959" v="5606" actId="21"/>
          <ac:picMkLst>
            <pc:docMk/>
            <pc:sldMk cId="2987383170" sldId="641"/>
            <ac:picMk id="5" creationId="{3AF6BABB-20BF-304F-0635-B6A8B99A8A3D}"/>
          </ac:picMkLst>
        </pc:picChg>
      </pc:sldChg>
      <pc:sldChg chg="del modTransition">
        <pc:chgData name="Khobo, IL, Dr [ilkhobo@sun.ac.za]" userId="b519a442-dcea-4a28-9c45-7e29f1df5837" providerId="ADAL" clId="{D25D1C45-A404-4E0F-8657-49BD4E4887CA}" dt="2026-10-08T10:56:15.354" v="3494" actId="47"/>
        <pc:sldMkLst>
          <pc:docMk/>
          <pc:sldMk cId="617715728" sldId="642"/>
        </pc:sldMkLst>
      </pc:sldChg>
      <pc:sldChg chg="delSp add mod">
        <pc:chgData name="Khobo, IL, Dr [ilkhobo@sun.ac.za]" userId="b519a442-dcea-4a28-9c45-7e29f1df5837" providerId="ADAL" clId="{D25D1C45-A404-4E0F-8657-49BD4E4887CA}" dt="2026-10-08T13:43:05.524" v="5603" actId="478"/>
        <pc:sldMkLst>
          <pc:docMk/>
          <pc:sldMk cId="2755936628" sldId="642"/>
        </pc:sldMkLst>
        <pc:picChg chg="del">
          <ac:chgData name="Khobo, IL, Dr [ilkhobo@sun.ac.za]" userId="b519a442-dcea-4a28-9c45-7e29f1df5837" providerId="ADAL" clId="{D25D1C45-A404-4E0F-8657-49BD4E4887CA}" dt="2026-10-08T13:43:05.524" v="5603" actId="478"/>
          <ac:picMkLst>
            <pc:docMk/>
            <pc:sldMk cId="2755936628" sldId="642"/>
            <ac:picMk id="4" creationId="{496D06D5-C565-051B-1F49-52F583F46DA1}"/>
          </ac:picMkLst>
        </pc:picChg>
        <pc:picChg chg="del">
          <ac:chgData name="Khobo, IL, Dr [ilkhobo@sun.ac.za]" userId="b519a442-dcea-4a28-9c45-7e29f1df5837" providerId="ADAL" clId="{D25D1C45-A404-4E0F-8657-49BD4E4887CA}" dt="2026-10-08T13:43:05.524" v="5603" actId="478"/>
          <ac:picMkLst>
            <pc:docMk/>
            <pc:sldMk cId="2755936628" sldId="642"/>
            <ac:picMk id="5" creationId="{4AFD0DC1-6122-7BC8-C62C-5A1FC30F963A}"/>
          </ac:picMkLst>
        </pc:picChg>
      </pc:sldChg>
      <pc:sldChg chg="modSp add mod modTransition">
        <pc:chgData name="Khobo, IL, Dr [ilkhobo@sun.ac.za]" userId="b519a442-dcea-4a28-9c45-7e29f1df5837" providerId="ADAL" clId="{D25D1C45-A404-4E0F-8657-49BD4E4887CA}" dt="2026-10-08T13:46:51.140" v="5642"/>
        <pc:sldMkLst>
          <pc:docMk/>
          <pc:sldMk cId="350964011" sldId="643"/>
        </pc:sldMkLst>
        <pc:spChg chg="mod">
          <ac:chgData name="Khobo, IL, Dr [ilkhobo@sun.ac.za]" userId="b519a442-dcea-4a28-9c45-7e29f1df5837" providerId="ADAL" clId="{D25D1C45-A404-4E0F-8657-49BD4E4887CA}" dt="2026-10-08T13:46:51.140" v="5642"/>
          <ac:spMkLst>
            <pc:docMk/>
            <pc:sldMk cId="350964011" sldId="643"/>
            <ac:spMk id="36" creationId="{0E803BD7-E07F-B4D4-AA3F-94DC74565E2F}"/>
          </ac:spMkLst>
        </pc:spChg>
        <pc:picChg chg="mod">
          <ac:chgData name="Khobo, IL, Dr [ilkhobo@sun.ac.za]" userId="b519a442-dcea-4a28-9c45-7e29f1df5837" providerId="ADAL" clId="{D25D1C45-A404-4E0F-8657-49BD4E4887CA}" dt="2026-10-08T13:45:25.283" v="5613" actId="1076"/>
          <ac:picMkLst>
            <pc:docMk/>
            <pc:sldMk cId="350964011" sldId="643"/>
            <ac:picMk id="6" creationId="{2569FCEF-4F2D-D1B3-C2B7-7120A6E7EAC5}"/>
          </ac:picMkLst>
        </pc:picChg>
        <pc:picChg chg="mod">
          <ac:chgData name="Khobo, IL, Dr [ilkhobo@sun.ac.za]" userId="b519a442-dcea-4a28-9c45-7e29f1df5837" providerId="ADAL" clId="{D25D1C45-A404-4E0F-8657-49BD4E4887CA}" dt="2026-10-08T13:45:25.283" v="5613" actId="1076"/>
          <ac:picMkLst>
            <pc:docMk/>
            <pc:sldMk cId="350964011" sldId="643"/>
            <ac:picMk id="8" creationId="{6C566DE2-C3D5-0E43-EAE6-44BB8CA77210}"/>
          </ac:picMkLst>
        </pc:picChg>
        <pc:picChg chg="mod">
          <ac:chgData name="Khobo, IL, Dr [ilkhobo@sun.ac.za]" userId="b519a442-dcea-4a28-9c45-7e29f1df5837" providerId="ADAL" clId="{D25D1C45-A404-4E0F-8657-49BD4E4887CA}" dt="2026-10-08T13:45:25.283" v="5613" actId="1076"/>
          <ac:picMkLst>
            <pc:docMk/>
            <pc:sldMk cId="350964011" sldId="643"/>
            <ac:picMk id="10" creationId="{3675C270-2BEF-6DBA-DBB8-62F9409641F2}"/>
          </ac:picMkLst>
        </pc:picChg>
        <pc:picChg chg="mod">
          <ac:chgData name="Khobo, IL, Dr [ilkhobo@sun.ac.za]" userId="b519a442-dcea-4a28-9c45-7e29f1df5837" providerId="ADAL" clId="{D25D1C45-A404-4E0F-8657-49BD4E4887CA}" dt="2026-10-08T13:45:25.283" v="5613" actId="1076"/>
          <ac:picMkLst>
            <pc:docMk/>
            <pc:sldMk cId="350964011" sldId="643"/>
            <ac:picMk id="12" creationId="{8AD2548C-3462-4D9A-B4EF-60FF853394A3}"/>
          </ac:picMkLst>
        </pc:picChg>
      </pc:sldChg>
      <pc:sldChg chg="del">
        <pc:chgData name="Khobo, IL, Dr [ilkhobo@sun.ac.za]" userId="b519a442-dcea-4a28-9c45-7e29f1df5837" providerId="ADAL" clId="{D25D1C45-A404-4E0F-8657-49BD4E4887CA}" dt="2026-10-08T10:56:15.354" v="3494" actId="47"/>
        <pc:sldMkLst>
          <pc:docMk/>
          <pc:sldMk cId="2290215943" sldId="643"/>
        </pc:sldMkLst>
      </pc:sldChg>
      <pc:sldChg chg="del">
        <pc:chgData name="Khobo, IL, Dr [ilkhobo@sun.ac.za]" userId="b519a442-dcea-4a28-9c45-7e29f1df5837" providerId="ADAL" clId="{D25D1C45-A404-4E0F-8657-49BD4E4887CA}" dt="2026-10-08T10:56:15.354" v="3494" actId="47"/>
        <pc:sldMkLst>
          <pc:docMk/>
          <pc:sldMk cId="1934061110" sldId="644"/>
        </pc:sldMkLst>
      </pc:sldChg>
      <pc:sldChg chg="modSp add mod modTransition">
        <pc:chgData name="Khobo, IL, Dr [ilkhobo@sun.ac.za]" userId="b519a442-dcea-4a28-9c45-7e29f1df5837" providerId="ADAL" clId="{D25D1C45-A404-4E0F-8657-49BD4E4887CA}" dt="2026-10-08T13:46:39.237" v="5641" actId="20577"/>
        <pc:sldMkLst>
          <pc:docMk/>
          <pc:sldMk cId="2322575932" sldId="644"/>
        </pc:sldMkLst>
        <pc:spChg chg="mod">
          <ac:chgData name="Khobo, IL, Dr [ilkhobo@sun.ac.za]" userId="b519a442-dcea-4a28-9c45-7e29f1df5837" providerId="ADAL" clId="{D25D1C45-A404-4E0F-8657-49BD4E4887CA}" dt="2026-10-08T13:46:39.237" v="5641" actId="20577"/>
          <ac:spMkLst>
            <pc:docMk/>
            <pc:sldMk cId="2322575932" sldId="644"/>
            <ac:spMk id="36" creationId="{A771DD13-3D38-A4F0-BCF5-1751E71B2EFD}"/>
          </ac:spMkLst>
        </pc:spChg>
        <pc:picChg chg="mod">
          <ac:chgData name="Khobo, IL, Dr [ilkhobo@sun.ac.za]" userId="b519a442-dcea-4a28-9c45-7e29f1df5837" providerId="ADAL" clId="{D25D1C45-A404-4E0F-8657-49BD4E4887CA}" dt="2026-10-08T13:45:45.982" v="5616" actId="1076"/>
          <ac:picMkLst>
            <pc:docMk/>
            <pc:sldMk cId="2322575932" sldId="644"/>
            <ac:picMk id="6" creationId="{4252C99D-79E2-E562-8F68-B59DF0226620}"/>
          </ac:picMkLst>
        </pc:picChg>
        <pc:picChg chg="mod">
          <ac:chgData name="Khobo, IL, Dr [ilkhobo@sun.ac.za]" userId="b519a442-dcea-4a28-9c45-7e29f1df5837" providerId="ADAL" clId="{D25D1C45-A404-4E0F-8657-49BD4E4887CA}" dt="2026-10-08T13:45:45.982" v="5616" actId="1076"/>
          <ac:picMkLst>
            <pc:docMk/>
            <pc:sldMk cId="2322575932" sldId="644"/>
            <ac:picMk id="8" creationId="{988FF4B9-0F77-44B6-C50B-439FCBD49F86}"/>
          </ac:picMkLst>
        </pc:picChg>
        <pc:picChg chg="mod">
          <ac:chgData name="Khobo, IL, Dr [ilkhobo@sun.ac.za]" userId="b519a442-dcea-4a28-9c45-7e29f1df5837" providerId="ADAL" clId="{D25D1C45-A404-4E0F-8657-49BD4E4887CA}" dt="2026-10-08T13:45:45.982" v="5616" actId="1076"/>
          <ac:picMkLst>
            <pc:docMk/>
            <pc:sldMk cId="2322575932" sldId="644"/>
            <ac:picMk id="10" creationId="{7C088B56-17B2-C31D-05F4-F4F530DDB5BE}"/>
          </ac:picMkLst>
        </pc:picChg>
        <pc:picChg chg="mod">
          <ac:chgData name="Khobo, IL, Dr [ilkhobo@sun.ac.za]" userId="b519a442-dcea-4a28-9c45-7e29f1df5837" providerId="ADAL" clId="{D25D1C45-A404-4E0F-8657-49BD4E4887CA}" dt="2026-10-08T13:45:45.982" v="5616" actId="1076"/>
          <ac:picMkLst>
            <pc:docMk/>
            <pc:sldMk cId="2322575932" sldId="644"/>
            <ac:picMk id="12" creationId="{CDCA5F14-A724-8EAD-FA90-79BB717C55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A4F8E5-B141-4125-AE90-AB7E5CBBF318}" type="datetimeFigureOut">
              <a:rPr lang="en-ZA" smtClean="0"/>
              <a:t>2026/10/08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D4BACC-9E44-4D5F-A407-4AC8A14A1A3B}" type="slidenum">
              <a:rPr lang="en-ZA" smtClean="0"/>
              <a:t>‹#›</a:t>
            </a:fld>
            <a:endParaRPr lang="en-ZA"/>
          </a:p>
        </p:txBody>
      </p:sp>
    </p:spTree>
    <p:extLst>
      <p:ext uri="{BB962C8B-B14F-4D97-AF65-F5344CB8AC3E}">
        <p14:creationId xmlns:p14="http://schemas.microsoft.com/office/powerpoint/2010/main" val="291121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D383-9F30-7F88-BD61-47F2BFE22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7B729-C356-F1ED-4A68-5F571B6BEA9C}"/>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0076E9E0-55EF-83D2-E7BC-B836169232FC}"/>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F969AB1F-4700-36D7-8D2E-F4808B0E4D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9985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C948-0A35-B751-4D84-44B709D78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B8E29-16BE-279E-79CB-0EB0761525F7}"/>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7D9B65E9-4699-786B-5EA8-2C691430119F}"/>
              </a:ext>
            </a:extLst>
          </p:cNvPr>
          <p:cNvSpPr>
            <a:spLocks noGrp="1"/>
          </p:cNvSpPr>
          <p:nvPr>
            <p:ph type="body" idx="1"/>
          </p:nvPr>
        </p:nvSpPr>
        <p:spPr/>
        <p:txBody>
          <a:bodyPr/>
          <a:lstStyle/>
          <a:p>
            <a:r>
              <a:rPr lang="en-US"/>
              <a:t>A structure is a user defined data type that groups a collection of numerous data types.</a:t>
            </a:r>
          </a:p>
          <a:p>
            <a:endParaRPr lang="en-ZA"/>
          </a:p>
        </p:txBody>
      </p:sp>
      <p:sp>
        <p:nvSpPr>
          <p:cNvPr id="4" name="Slide Number Placeholder 3">
            <a:extLst>
              <a:ext uri="{FF2B5EF4-FFF2-40B4-BE49-F238E27FC236}">
                <a16:creationId xmlns:a16="http://schemas.microsoft.com/office/drawing/2014/main" id="{AAA20268-AAE0-825C-89E7-337BF37938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055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81D9F-619B-3905-D41B-64130B0A0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8EF80-31A1-F7B0-C9A7-4E64795113F6}"/>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C8E64699-161F-CA8B-D370-3ADF8175F83B}"/>
              </a:ext>
            </a:extLst>
          </p:cNvPr>
          <p:cNvSpPr>
            <a:spLocks noGrp="1"/>
          </p:cNvSpPr>
          <p:nvPr>
            <p:ph type="body" idx="1"/>
          </p:nvPr>
        </p:nvSpPr>
        <p:spPr/>
        <p:txBody>
          <a:bodyPr/>
          <a:lstStyle/>
          <a:p>
            <a:r>
              <a:rPr lang="en-US"/>
              <a:t>A data structure is a method of organizing and storing data so it can be accessed and modified efficiently.</a:t>
            </a:r>
          </a:p>
          <a:p>
            <a:r>
              <a:rPr lang="en-US"/>
              <a:t>Linear – data is organized in a sequence (one after another)</a:t>
            </a:r>
          </a:p>
          <a:p>
            <a:r>
              <a:rPr lang="en-US"/>
              <a:t>Non-linear data structure – the elements are not arranged sequentially</a:t>
            </a:r>
          </a:p>
          <a:p>
            <a:endParaRPr lang="en-ZA"/>
          </a:p>
        </p:txBody>
      </p:sp>
      <p:sp>
        <p:nvSpPr>
          <p:cNvPr id="4" name="Slide Number Placeholder 3">
            <a:extLst>
              <a:ext uri="{FF2B5EF4-FFF2-40B4-BE49-F238E27FC236}">
                <a16:creationId xmlns:a16="http://schemas.microsoft.com/office/drawing/2014/main" id="{D1180BF7-9158-547F-BAC4-FEF26091C6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85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38C3-0141-1D8E-D8BA-BC5B77AA6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8DC4B-10C4-935E-50FD-18AA7E188C6C}"/>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F8504EBD-F14B-E8A2-E096-298B711DE25E}"/>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3D683126-7D9B-6373-A34E-C13D98CFBF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1975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9125A-3A3C-0FD7-B877-F0F825FF8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EFEF7-6231-6DFD-277F-E7C4AF2A9AEF}"/>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EA4E9CC1-6722-C4DA-6C29-0E220AD58BF2}"/>
              </a:ext>
            </a:extLst>
          </p:cNvPr>
          <p:cNvSpPr>
            <a:spLocks noGrp="1"/>
          </p:cNvSpPr>
          <p:nvPr>
            <p:ph type="body" idx="1"/>
          </p:nvPr>
        </p:nvSpPr>
        <p:spPr/>
        <p:txBody>
          <a:bodyPr/>
          <a:lstStyle/>
          <a:p>
            <a:r>
              <a:rPr lang="en-US"/>
              <a:t>Static data structure – they have a fixed size (so memory allocated to it remains unchanged throughout the entire program execution). So you define an array or structure at compile time, and the user cannot change its size after being compiled. The data can be changed, but then the new data will be assigned a specific size/memory.</a:t>
            </a:r>
          </a:p>
          <a:p>
            <a:r>
              <a:rPr lang="en-US"/>
              <a:t>Dynamic data structure – they don’t have a fixed size. Memory is allocated at run time, and its size can vary during program execution.</a:t>
            </a:r>
            <a:endParaRPr lang="en-ZA"/>
          </a:p>
        </p:txBody>
      </p:sp>
      <p:sp>
        <p:nvSpPr>
          <p:cNvPr id="4" name="Slide Number Placeholder 3">
            <a:extLst>
              <a:ext uri="{FF2B5EF4-FFF2-40B4-BE49-F238E27FC236}">
                <a16:creationId xmlns:a16="http://schemas.microsoft.com/office/drawing/2014/main" id="{8E23B7CA-8D92-2411-7A9D-C932D1421E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4632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DA1B-5403-A136-BADB-914D488F3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F770F-D16D-AF86-FA14-8AD9FC85AA0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F745AF44-0682-FC9E-13F0-66CE289026EC}"/>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BF9ED5DF-8401-FA3A-FC48-9F938D9EF1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7111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C55B6-3DC6-EB76-AEF4-446E4C028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C39C1-6708-FE36-964A-747838B78280}"/>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25F7CEF0-25DE-F5D3-ED56-B43A7C7BCEB5}"/>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B349E787-6606-EA43-29A2-1B056386C7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662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6EC84-82B9-929A-81DC-D855E88EB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D6A82-CB64-8A8A-CBFB-F54FE0DAC4F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25632FC4-3AC6-2E77-6CE4-BA52852AFA06}"/>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120185BB-CE41-2F93-B18B-33C0EB0530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995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209D-863E-0C48-26F3-495431757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5883F-46B6-6323-3556-A8BA55039880}"/>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D77B8D40-1382-5888-14B3-0C29C7C82D3A}"/>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A1ECC83C-84A1-74D6-E672-CC32393E24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8421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C4415-2011-326D-72D7-6CA2F5381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0E1C4-1051-0594-E388-21AEEC71CE0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FB2DD848-A62B-E599-26C6-0D6BAD603A34}"/>
              </a:ext>
            </a:extLst>
          </p:cNvPr>
          <p:cNvSpPr>
            <a:spLocks noGrp="1"/>
          </p:cNvSpPr>
          <p:nvPr>
            <p:ph type="body" idx="1"/>
          </p:nvPr>
        </p:nvSpPr>
        <p:spPr/>
        <p:txBody>
          <a:bodyPr/>
          <a:lstStyle/>
          <a:p>
            <a:r>
              <a:rPr lang="en-US"/>
              <a:t>So now we have built a simple linked list using </a:t>
            </a:r>
            <a:r>
              <a:rPr lang="en-US" err="1"/>
              <a:t>StudentProfile</a:t>
            </a:r>
            <a:r>
              <a:rPr lang="en-US"/>
              <a:t> structures.</a:t>
            </a:r>
            <a:endParaRPr lang="en-ZA"/>
          </a:p>
        </p:txBody>
      </p:sp>
      <p:sp>
        <p:nvSpPr>
          <p:cNvPr id="4" name="Slide Number Placeholder 3">
            <a:extLst>
              <a:ext uri="{FF2B5EF4-FFF2-40B4-BE49-F238E27FC236}">
                <a16:creationId xmlns:a16="http://schemas.microsoft.com/office/drawing/2014/main" id="{3C89B59A-D737-1B10-A6BD-1E929751A1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1766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F5470-AA0C-4F43-1AC3-F3C6E3340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AE24D-0738-A83B-9541-57E441DF91B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89920C7C-F5E6-31DE-A5EE-27F39E3C65D0}"/>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E83A89CD-35E3-B653-0193-714F802AC7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12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006E1-6539-3C4D-C296-3EAA57E57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047E7-4D9F-DC12-2BA0-BE4A080B40E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2450798C-05A5-6B6E-0DA3-03A02E84F53C}"/>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2C76AC5E-0C36-9F00-7DD5-10FAFBC900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794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11758-1FFC-2966-0B95-690E22471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22098-0768-719A-3030-97B4F4C2DE26}"/>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82006283-D1DA-9C94-11C7-EC849CEF372D}"/>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73D2C8C2-A389-F677-CB47-AAD07668F6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2232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062C5-332A-4422-1323-EF7A8C9B8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50C6C-2197-CD12-A5C7-96C9B7F1BB6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2EE415A3-6D98-1B72-2F19-003CF3312F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b="0" i="0" kern="1200">
                <a:solidFill>
                  <a:schemeClr val="tx1"/>
                </a:solidFill>
                <a:effectLst/>
                <a:latin typeface="+mn-lt"/>
                <a:ea typeface="+mn-ea"/>
                <a:cs typeface="+mn-cs"/>
              </a:rPr>
              <a:t>Allocating one student dynamically is not particularly useful. We're doing it because the nodes in a linked list are normally created one at a time using malloc(). Before we study linked lists, we need to understand how a single node can be created dynamically.</a:t>
            </a:r>
          </a:p>
        </p:txBody>
      </p:sp>
      <p:sp>
        <p:nvSpPr>
          <p:cNvPr id="4" name="Slide Number Placeholder 3">
            <a:extLst>
              <a:ext uri="{FF2B5EF4-FFF2-40B4-BE49-F238E27FC236}">
                <a16:creationId xmlns:a16="http://schemas.microsoft.com/office/drawing/2014/main" id="{D9A0CB04-28E9-A414-9FB6-27FEFB857B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6801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CE31-FF30-3C46-C31B-AEA5B9424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F3B11-9E91-9CFF-5012-60A150BCC31A}"/>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450159AE-BD5A-FC18-1981-87BAE13CB6FE}"/>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76638E71-5AC0-53CE-7A3E-9ABD131ADD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91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B76E-8596-38ED-8FB3-6D64F123E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F14AE-7412-6C87-6B9C-F4180786366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F5EED5D9-E7CC-1B75-76A7-9A24514A4240}"/>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FF40FF34-68CC-18AD-9256-C51629AED5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60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74464-FEE1-777E-DF4A-E2F061BFC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26EC0-30FE-03F1-9E13-E69298309390}"/>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A95B96F1-C6E4-7A45-D598-34E9E980FE73}"/>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3C6CBB93-B4B3-FC44-F301-2B2C0FD6DA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5974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14525-6B86-8D62-F28E-F891835D9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6A9D7-1D56-36CB-57E3-189A4846AD8F}"/>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FEDBD177-DBAF-3A37-CDA5-2A673EB340F6}"/>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B859FA00-78FF-60DF-5AE7-8DAAF30F7F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6452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848A6-7F59-0588-82BD-DC94CF831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1CAFB-6FD6-EE0A-337A-E41997C2B4F7}"/>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CF754134-C320-B0E7-1078-A3633B1D4194}"/>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2AB0A3DC-6EB9-4CB2-D335-58F40E87F3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95165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4D220-35F1-A992-BBD0-1369F9827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135D1-3F76-4B01-3EA9-2B95D10B7BB1}"/>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738E3F71-9650-0C82-BFF7-0DC40945608C}"/>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B98A2BC7-E01F-E2D2-45F0-C389AD6E20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4424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A3BD0-A8F6-C046-B540-35BCFA05D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C4A53-4CA7-2F49-C24E-6487D7733BF3}"/>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5675213F-B8D4-337C-8C0C-DCEEE3E304FC}"/>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9CB75A42-50E3-A070-D5F2-068F28F7C4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125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79D6-41FC-8A1F-93CC-1C1A8C99D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C62B3-A754-8A92-A7BF-B73D6DC2BC47}"/>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C02CDCB9-B2BD-80E0-4B75-018997A32D10}"/>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B14A33CD-F0D7-9390-2B27-9AFB9A16F6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5905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5F421-CD32-E1B4-A796-654E6D300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08D86-ED75-69C6-4E9B-079EDDBD009D}"/>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E4757328-7961-1563-73D6-670AF83A343F}"/>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9840F087-5815-2256-2F7E-1200B19D0B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2667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0713E-303D-FB5D-40D6-D29A4FDFB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F236C-8C6A-939A-3D1B-297399D5D10B}"/>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BFC4E754-5425-A0EC-073E-B57BA142D2E2}"/>
              </a:ext>
            </a:extLst>
          </p:cNvPr>
          <p:cNvSpPr>
            <a:spLocks noGrp="1"/>
          </p:cNvSpPr>
          <p:nvPr>
            <p:ph type="body" idx="1"/>
          </p:nvPr>
        </p:nvSpPr>
        <p:spPr/>
        <p:txBody>
          <a:bodyPr/>
          <a:lstStyle/>
          <a:p>
            <a:endParaRPr lang="en-ZA"/>
          </a:p>
        </p:txBody>
      </p:sp>
      <p:sp>
        <p:nvSpPr>
          <p:cNvPr id="4" name="Slide Number Placeholder 3">
            <a:extLst>
              <a:ext uri="{FF2B5EF4-FFF2-40B4-BE49-F238E27FC236}">
                <a16:creationId xmlns:a16="http://schemas.microsoft.com/office/drawing/2014/main" id="{C11FE717-982A-1C2A-85E5-5BC79FE104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714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F53F-B84D-3B88-1A71-A9AE17D11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334AE-5310-358E-0080-01E65B6807F0}"/>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8456DB5C-A591-8829-464E-779650A37CBD}"/>
              </a:ext>
            </a:extLst>
          </p:cNvPr>
          <p:cNvSpPr>
            <a:spLocks noGrp="1"/>
          </p:cNvSpPr>
          <p:nvPr>
            <p:ph type="body" idx="1"/>
          </p:nvPr>
        </p:nvSpPr>
        <p:spPr/>
        <p:txBody>
          <a:bodyPr/>
          <a:lstStyle/>
          <a:p>
            <a:r>
              <a:rPr lang="en-ZA" err="1"/>
              <a:t>F,lashback</a:t>
            </a:r>
            <a:endParaRPr lang="en-ZA"/>
          </a:p>
        </p:txBody>
      </p:sp>
      <p:sp>
        <p:nvSpPr>
          <p:cNvPr id="4" name="Slide Number Placeholder 3">
            <a:extLst>
              <a:ext uri="{FF2B5EF4-FFF2-40B4-BE49-F238E27FC236}">
                <a16:creationId xmlns:a16="http://schemas.microsoft.com/office/drawing/2014/main" id="{13CCBC37-EF04-229C-7908-7EDC2B00C4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735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D91B-6F18-FE20-87F8-CFE123A6D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BD43B-3FE6-7431-2E35-E6C0F9871BB8}"/>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C1CD0955-1371-2DE0-FB7B-C3F17A2DEF3F}"/>
              </a:ext>
            </a:extLst>
          </p:cNvPr>
          <p:cNvSpPr>
            <a:spLocks noGrp="1"/>
          </p:cNvSpPr>
          <p:nvPr>
            <p:ph type="body" idx="1"/>
          </p:nvPr>
        </p:nvSpPr>
        <p:spPr/>
        <p:txBody>
          <a:bodyPr/>
          <a:lstStyle/>
          <a:p>
            <a:r>
              <a:rPr lang="en-ZA"/>
              <a:t>F,lashback</a:t>
            </a:r>
          </a:p>
        </p:txBody>
      </p:sp>
      <p:sp>
        <p:nvSpPr>
          <p:cNvPr id="4" name="Slide Number Placeholder 3">
            <a:extLst>
              <a:ext uri="{FF2B5EF4-FFF2-40B4-BE49-F238E27FC236}">
                <a16:creationId xmlns:a16="http://schemas.microsoft.com/office/drawing/2014/main" id="{92687F9A-3C43-D5E7-CAFB-7ECD777432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C7434-D88E-439C-AA15-1FCF62473102}"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0415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CCF25-1556-466E-864B-A3C07847E4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7D17426E-2BE7-1883-9660-3581ADAE05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D8C9FEC-FAC9-0518-2A1C-E2EB486603E7}"/>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00E9E6A5-FDDD-53A9-3038-937E45940E3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52285B7-3B0C-9FA6-B7F5-5A461BB54223}"/>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7673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540D9-C6CB-2719-8934-6B011456751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F85C497-C0D5-1152-D24E-35CD89CB33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2E2283D-6827-3224-BC6A-899C99B9BDE8}"/>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803EC184-718B-DF52-F070-95D42A727D4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04FFF9D-4A4F-264A-2FFE-D4307E6669B9}"/>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3744002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D4C11-491D-0E57-7CCE-41165E8BAB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309D483-A042-128F-D3B7-E8C14E00EB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BD57B0-F5E6-58C9-CA4D-6872DB62E38E}"/>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1DC6BF4A-F8B6-8B61-91B0-EB042AEB7C7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E598B23-E53B-A5A8-6B2D-F2A26ECE7813}"/>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170176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FFA65-E34C-9606-E1B7-63258C955CA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28E39D4-4B5B-3C82-39F5-EDE849A3A9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4375FF4-621C-9E0E-57BB-6949EACEF0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95FD9EB6-5CCD-15CE-8137-300A28FD5E6E}"/>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6" name="Footer Placeholder 5">
            <a:extLst>
              <a:ext uri="{FF2B5EF4-FFF2-40B4-BE49-F238E27FC236}">
                <a16:creationId xmlns:a16="http://schemas.microsoft.com/office/drawing/2014/main" id="{08DDBD1E-1AE4-B3D7-5A79-752D06B70D0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E1B3833-B89B-EC2B-94A9-59B64A1A68F3}"/>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1672274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544B8-36C8-0A93-4FFA-AB7E201D502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691B294-8CCE-2035-6577-2154E852C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39742-7175-1597-B067-66BF0362E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526E28A-39A1-D1AA-1169-BA9A9F764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291F6-3067-CBE3-27F0-70A9D4A4E8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9FE68EA-B0EE-B285-E9FB-C1A95C56B0D9}"/>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8" name="Footer Placeholder 7">
            <a:extLst>
              <a:ext uri="{FF2B5EF4-FFF2-40B4-BE49-F238E27FC236}">
                <a16:creationId xmlns:a16="http://schemas.microsoft.com/office/drawing/2014/main" id="{5991F9E5-C35E-CC2F-16E7-12BBC912F1D7}"/>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68D05B2-B2C3-8729-4DA8-81FE8BD73752}"/>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1637402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0390-E35D-1322-BF0E-545E9C0CFDB9}"/>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EF9A727-219A-CDA4-A0E3-88E592B9E7EC}"/>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4" name="Footer Placeholder 3">
            <a:extLst>
              <a:ext uri="{FF2B5EF4-FFF2-40B4-BE49-F238E27FC236}">
                <a16:creationId xmlns:a16="http://schemas.microsoft.com/office/drawing/2014/main" id="{F237D0CD-7FBD-6DEB-7CBF-CD1C43756D5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A8AF934C-C7E1-5738-4872-2F317D653A0F}"/>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773419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7D8D04-C266-AB3A-F877-5A1AAB9A6A4D}"/>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3" name="Footer Placeholder 2">
            <a:extLst>
              <a:ext uri="{FF2B5EF4-FFF2-40B4-BE49-F238E27FC236}">
                <a16:creationId xmlns:a16="http://schemas.microsoft.com/office/drawing/2014/main" id="{27AE0A76-5CEC-8CAE-CD48-0FD64CFC7D2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5169582D-403E-A828-C4E6-08D8C3F9BC67}"/>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1970506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9E1B-96FE-02AF-207E-7C0924C21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51B784E2-8218-99F8-2483-E5C6086226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7E94DFA9-EE10-1A6E-748E-B66AE2F8A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62A653-1997-95E5-A7FA-E5240EB8A399}"/>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6" name="Footer Placeholder 5">
            <a:extLst>
              <a:ext uri="{FF2B5EF4-FFF2-40B4-BE49-F238E27FC236}">
                <a16:creationId xmlns:a16="http://schemas.microsoft.com/office/drawing/2014/main" id="{526F7CAA-BA83-8786-7016-E655CA66CA2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70DAEA5-50F2-F37C-4F99-75A30DAC18B7}"/>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2309440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CF57E-ED87-0DEE-EB59-8BEE35949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0EF4DAFC-04FB-F01B-9FF1-7A5FCC4FFC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CB70F361-E8C4-456F-DACA-AB422B651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FB1B53-7080-A3CE-DAD5-F6D8E373E7AE}"/>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6" name="Footer Placeholder 5">
            <a:extLst>
              <a:ext uri="{FF2B5EF4-FFF2-40B4-BE49-F238E27FC236}">
                <a16:creationId xmlns:a16="http://schemas.microsoft.com/office/drawing/2014/main" id="{6275F7F7-AA20-E76C-EA29-F89E2F1C14D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726AFB5-91BC-C8C0-A5E3-339EB3A5DA47}"/>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337766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7BA6-5167-5A15-0F5B-10A1AD9B04B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C7D7E56-63E1-98BE-EEF3-7A64C48B4A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FA5A0C1-EFEE-E432-DD54-7A73B29165B2}"/>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C2D42985-481D-2551-40AF-C4AD8E74B74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D18EE37-3C0D-4ACA-1B4B-F74FF3F48111}"/>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4057309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459BF8-4887-7102-ED14-A5E5A228FA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C91B6688-8957-8A74-2CA2-5FE1FF28F6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FD28AC5-1562-C603-1FD6-BBECEA2EE9D4}"/>
              </a:ext>
            </a:extLst>
          </p:cNvPr>
          <p:cNvSpPr>
            <a:spLocks noGrp="1"/>
          </p:cNvSpPr>
          <p:nvPr>
            <p:ph type="dt" sz="half" idx="10"/>
          </p:nvPr>
        </p:nvSpPr>
        <p:spPr/>
        <p:txBody>
          <a:body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FDB17385-48A1-0DD6-0E9D-F70D3E5EE00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D37B9B3-5DAA-A964-0A3D-5112F8F0C54E}"/>
              </a:ext>
            </a:extLst>
          </p:cNvPr>
          <p:cNvSpPr>
            <a:spLocks noGrp="1"/>
          </p:cNvSpPr>
          <p:nvPr>
            <p:ph type="sldNum" sz="quarter" idx="12"/>
          </p:nvPr>
        </p:nvSpPr>
        <p:spPr/>
        <p:txBody>
          <a:bodyPr/>
          <a:lstStyle/>
          <a:p>
            <a:fld id="{4ED2A938-D59F-478B-A9D2-AD3C8CBE6246}" type="slidenum">
              <a:rPr lang="en-ZA" smtClean="0"/>
              <a:t>‹#›</a:t>
            </a:fld>
            <a:endParaRPr lang="en-ZA"/>
          </a:p>
        </p:txBody>
      </p:sp>
    </p:spTree>
    <p:extLst>
      <p:ext uri="{BB962C8B-B14F-4D97-AF65-F5344CB8AC3E}">
        <p14:creationId xmlns:p14="http://schemas.microsoft.com/office/powerpoint/2010/main" val="18532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0FE460-70E4-9C9D-EBA5-CDDC2C3187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0B588BF-3A1D-615F-321D-DE3E54CDF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36B3DD7-E6D9-ADAC-2CB6-2B60A2C8E7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7883AC-2ECA-4D97-B466-56E37F2202F1}" type="datetimeFigureOut">
              <a:rPr lang="en-ZA" smtClean="0"/>
              <a:t>2026/10/08</a:t>
            </a:fld>
            <a:endParaRPr lang="en-ZA"/>
          </a:p>
        </p:txBody>
      </p:sp>
      <p:sp>
        <p:nvSpPr>
          <p:cNvPr id="5" name="Footer Placeholder 4">
            <a:extLst>
              <a:ext uri="{FF2B5EF4-FFF2-40B4-BE49-F238E27FC236}">
                <a16:creationId xmlns:a16="http://schemas.microsoft.com/office/drawing/2014/main" id="{4745C6D6-F4F6-C773-B807-0710444E9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9CC1813-D1E4-4495-4962-08C7FE7383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D2A938-D59F-478B-A9D2-AD3C8CBE6246}" type="slidenum">
              <a:rPr lang="en-ZA" smtClean="0"/>
              <a:t>‹#›</a:t>
            </a:fld>
            <a:endParaRPr lang="en-ZA"/>
          </a:p>
        </p:txBody>
      </p:sp>
    </p:spTree>
    <p:extLst>
      <p:ext uri="{BB962C8B-B14F-4D97-AF65-F5344CB8AC3E}">
        <p14:creationId xmlns:p14="http://schemas.microsoft.com/office/powerpoint/2010/main" val="370717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lkhobo@sun.ac.z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slide" Target="slide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slide" Target="slide23.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slide" Target="slide25.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slide" Target="slide23.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jpeg"/><Relationship Id="rId7" Type="http://schemas.openxmlformats.org/officeDocument/2006/relationships/slide" Target="slide25.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slide" Target="slide23.xml"/><Relationship Id="rId4" Type="http://schemas.openxmlformats.org/officeDocument/2006/relationships/image" Target="../media/image22.png"/><Relationship Id="rId9" Type="http://schemas.openxmlformats.org/officeDocument/2006/relationships/slide" Target="slide2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slide" Target="slide30.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B5248-0A11-1014-9595-284654579A8C}"/>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EC74C40-289A-CA47-2A9E-CB243EF9FF06}"/>
              </a:ext>
            </a:extLst>
          </p:cNvPr>
          <p:cNvSpPr txBox="1"/>
          <p:nvPr/>
        </p:nvSpPr>
        <p:spPr>
          <a:xfrm>
            <a:off x="322513" y="1882740"/>
            <a:ext cx="11332779" cy="36317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12. </a:t>
            </a:r>
            <a:r>
              <a:rPr lang="en-ZA" sz="8800">
                <a:solidFill>
                  <a:prstClr val="black"/>
                </a:solidFill>
                <a:latin typeface="LM Roman 12" panose="00000500000000000000" pitchFamily="50" charset="0"/>
              </a:rPr>
              <a:t>Dynamic Data Structures</a:t>
            </a:r>
            <a:endParaRPr kumimoji="0" lang="en-ZA" sz="4800" b="0" i="0" u="none" strike="noStrike" kern="1200" cap="none" spc="0" normalizeH="0" baseline="0" noProof="0">
              <a:ln>
                <a:noFill/>
              </a:ln>
              <a:solidFill>
                <a:prstClr val="black"/>
              </a:solidFill>
              <a:effectLst/>
              <a:uLnTx/>
              <a:uFillTx/>
              <a:latin typeface="LM Roman 12" panose="000005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Lecture </a:t>
            </a:r>
            <a:r>
              <a:rPr lang="en-US">
                <a:solidFill>
                  <a:prstClr val="black"/>
                </a:solidFill>
                <a:latin typeface="LM Roman 12" panose="00000500000000000000" pitchFamily="50" charset="0"/>
              </a:rPr>
              <a:t>27</a:t>
            </a: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 Self-referencing structures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LM Roman 12" panose="00000500000000000000" pitchFamily="50" charset="0"/>
              </a:rPr>
              <a:t>	   Dynamic memory allocation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	   Linked lists</a:t>
            </a:r>
          </a:p>
        </p:txBody>
      </p:sp>
      <p:sp>
        <p:nvSpPr>
          <p:cNvPr id="19" name="TextBox 18">
            <a:extLst>
              <a:ext uri="{FF2B5EF4-FFF2-40B4-BE49-F238E27FC236}">
                <a16:creationId xmlns:a16="http://schemas.microsoft.com/office/drawing/2014/main" id="{799DE2B1-C8C5-DEBE-B93A-8AC9B1EB7547}"/>
              </a:ext>
            </a:extLst>
          </p:cNvPr>
          <p:cNvSpPr txBox="1"/>
          <p:nvPr/>
        </p:nvSpPr>
        <p:spPr>
          <a:xfrm>
            <a:off x="322513" y="6124216"/>
            <a:ext cx="60944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Isaac Khobo, PhD (</a:t>
            </a: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hlinkClick r:id="rId3"/>
              </a:rPr>
              <a:t>ilkhobo@sun.ac.za</a:t>
            </a:r>
            <a:r>
              <a:rPr kumimoji="0" lang="en-US" sz="1800" b="0" i="0" u="none" strike="noStrike" kern="1200" cap="none" spc="0" normalizeH="0" baseline="0" noProof="0">
                <a:ln>
                  <a:noFill/>
                </a:ln>
                <a:solidFill>
                  <a:prstClr val="black"/>
                </a:solidFill>
                <a:effectLst/>
                <a:uLnTx/>
                <a:uFillTx/>
                <a:latin typeface="LM Roman 12" panose="00000500000000000000" pitchFamily="50" charset="0"/>
                <a:ea typeface="+mn-ea"/>
                <a:cs typeface="+mn-cs"/>
              </a:rPr>
              <a:t>) </a:t>
            </a:r>
          </a:p>
        </p:txBody>
      </p:sp>
      <p:grpSp>
        <p:nvGrpSpPr>
          <p:cNvPr id="37" name="Group 36">
            <a:extLst>
              <a:ext uri="{FF2B5EF4-FFF2-40B4-BE49-F238E27FC236}">
                <a16:creationId xmlns:a16="http://schemas.microsoft.com/office/drawing/2014/main" id="{E3594C48-601C-D5CE-431C-D921186F1323}"/>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9B5681A8-2EBE-6A64-9DDA-1BE624E59B75}"/>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61078CB2-B273-986D-CD04-FAC5C419FB3F}"/>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8A7D41F6-C4F6-42E9-1E60-17867AA4F1C3}"/>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DB167F92-740E-6BA7-27A0-DB69BBAD4AD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593DD671-6E7B-06CE-9A2D-78AB0133EE61}"/>
                  </a:ext>
                </a:extLst>
              </p:cNvPr>
              <p:cNvSpPr txBox="1"/>
              <p:nvPr/>
            </p:nvSpPr>
            <p:spPr>
              <a:xfrm>
                <a:off x="2488042" y="184666"/>
                <a:ext cx="745601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latin typeface="Aptos" panose="02110004020202020204"/>
                  </a:rPr>
                  <a:t>09</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FF6909DB-321F-0D3E-C4DE-934341ACBEE7}"/>
                </a:ext>
              </a:extLst>
            </p:cNvPr>
            <p:cNvSpPr/>
            <p:nvPr/>
          </p:nvSpPr>
          <p:spPr>
            <a:xfrm>
              <a:off x="3708455" y="584240"/>
              <a:ext cx="3538728"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Lecture Overview</a:t>
              </a:r>
            </a:p>
          </p:txBody>
        </p:sp>
      </p:grpSp>
      <p:sp>
        <p:nvSpPr>
          <p:cNvPr id="13" name="TextBox 12">
            <a:extLst>
              <a:ext uri="{FF2B5EF4-FFF2-40B4-BE49-F238E27FC236}">
                <a16:creationId xmlns:a16="http://schemas.microsoft.com/office/drawing/2014/main" id="{20076924-44A7-AFA3-D2D3-FEB8DE4DD9A9}"/>
              </a:ext>
            </a:extLst>
          </p:cNvPr>
          <p:cNvSpPr txBox="1"/>
          <p:nvPr/>
        </p:nvSpPr>
        <p:spPr>
          <a:xfrm>
            <a:off x="8564849" y="6488628"/>
            <a:ext cx="32351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sng" strike="noStrike" kern="1200" cap="none" spc="0" normalizeH="0" baseline="0" noProof="0">
                <a:ln>
                  <a:noFill/>
                </a:ln>
                <a:solidFill>
                  <a:srgbClr val="C00000"/>
                </a:solidFill>
                <a:effectLst/>
                <a:uLnTx/>
                <a:uFillTx/>
                <a:latin typeface="LM Roman 12" panose="00000500000000000000" pitchFamily="50" charset="0"/>
                <a:ea typeface="+mn-ea"/>
                <a:cs typeface="+mn-cs"/>
              </a:rPr>
              <a:t>Chapters 12: Data structures</a:t>
            </a:r>
          </a:p>
        </p:txBody>
      </p:sp>
      <p:pic>
        <p:nvPicPr>
          <p:cNvPr id="4" name="Picture 3">
            <a:extLst>
              <a:ext uri="{FF2B5EF4-FFF2-40B4-BE49-F238E27FC236}">
                <a16:creationId xmlns:a16="http://schemas.microsoft.com/office/drawing/2014/main" id="{D528E8A1-98C1-21A7-C00A-F2090CAA7BD2}"/>
              </a:ext>
            </a:extLst>
          </p:cNvPr>
          <p:cNvPicPr>
            <a:picLocks noChangeAspect="1"/>
          </p:cNvPicPr>
          <p:nvPr/>
        </p:nvPicPr>
        <p:blipFill>
          <a:blip r:embed="rId5"/>
          <a:stretch>
            <a:fillRect/>
          </a:stretch>
        </p:blipFill>
        <p:spPr>
          <a:xfrm>
            <a:off x="6593040" y="3119268"/>
            <a:ext cx="5276447" cy="3269546"/>
          </a:xfrm>
          <a:prstGeom prst="rect">
            <a:avLst/>
          </a:prstGeom>
        </p:spPr>
      </p:pic>
    </p:spTree>
    <p:extLst>
      <p:ext uri="{BB962C8B-B14F-4D97-AF65-F5344CB8AC3E}">
        <p14:creationId xmlns:p14="http://schemas.microsoft.com/office/powerpoint/2010/main" val="260140102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7546C-2090-19D4-CB69-F4848672030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F20D7B5-BB01-AF72-9F07-1C404D1ADB9C}"/>
              </a:ext>
            </a:extLst>
          </p:cNvPr>
          <p:cNvSpPr/>
          <p:nvPr/>
        </p:nvSpPr>
        <p:spPr>
          <a:xfrm>
            <a:off x="955586" y="1879531"/>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Built-in/Primitive</a:t>
            </a:r>
          </a:p>
        </p:txBody>
      </p:sp>
      <p:sp>
        <p:nvSpPr>
          <p:cNvPr id="10" name="Rectangle 9">
            <a:extLst>
              <a:ext uri="{FF2B5EF4-FFF2-40B4-BE49-F238E27FC236}">
                <a16:creationId xmlns:a16="http://schemas.microsoft.com/office/drawing/2014/main" id="{FB19C547-BE2E-F014-4545-03102F001D7D}"/>
              </a:ext>
            </a:extLst>
          </p:cNvPr>
          <p:cNvSpPr/>
          <p:nvPr/>
        </p:nvSpPr>
        <p:spPr>
          <a:xfrm>
            <a:off x="4545453" y="1879531"/>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User defined</a:t>
            </a:r>
          </a:p>
        </p:txBody>
      </p:sp>
      <p:sp>
        <p:nvSpPr>
          <p:cNvPr id="12" name="Rectangle 11">
            <a:extLst>
              <a:ext uri="{FF2B5EF4-FFF2-40B4-BE49-F238E27FC236}">
                <a16:creationId xmlns:a16="http://schemas.microsoft.com/office/drawing/2014/main" id="{C0696B69-2D88-46F3-4FA0-122F3083CB0E}"/>
              </a:ext>
            </a:extLst>
          </p:cNvPr>
          <p:cNvSpPr/>
          <p:nvPr/>
        </p:nvSpPr>
        <p:spPr>
          <a:xfrm>
            <a:off x="8135320" y="1879531"/>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Derived</a:t>
            </a:r>
          </a:p>
        </p:txBody>
      </p:sp>
      <p:grpSp>
        <p:nvGrpSpPr>
          <p:cNvPr id="81" name="Group 80">
            <a:extLst>
              <a:ext uri="{FF2B5EF4-FFF2-40B4-BE49-F238E27FC236}">
                <a16:creationId xmlns:a16="http://schemas.microsoft.com/office/drawing/2014/main" id="{DB0C0F43-3BC8-C06B-9E45-ED15385E1AB5}"/>
              </a:ext>
            </a:extLst>
          </p:cNvPr>
          <p:cNvGrpSpPr/>
          <p:nvPr/>
        </p:nvGrpSpPr>
        <p:grpSpPr>
          <a:xfrm>
            <a:off x="2212914" y="1045905"/>
            <a:ext cx="7179734" cy="833626"/>
            <a:chOff x="2212914" y="1045905"/>
            <a:chExt cx="7179734" cy="833626"/>
          </a:xfrm>
        </p:grpSpPr>
        <p:sp>
          <p:nvSpPr>
            <p:cNvPr id="3" name="Rectangle 2">
              <a:extLst>
                <a:ext uri="{FF2B5EF4-FFF2-40B4-BE49-F238E27FC236}">
                  <a16:creationId xmlns:a16="http://schemas.microsoft.com/office/drawing/2014/main" id="{550FB1AC-7DBB-BECB-D748-17854780AAAE}"/>
                </a:ext>
              </a:extLst>
            </p:cNvPr>
            <p:cNvSpPr/>
            <p:nvPr/>
          </p:nvSpPr>
          <p:spPr>
            <a:xfrm>
              <a:off x="4544243" y="1045905"/>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Data Type in C</a:t>
              </a:r>
            </a:p>
          </p:txBody>
        </p:sp>
        <p:cxnSp>
          <p:nvCxnSpPr>
            <p:cNvPr id="15" name="Straight Connector 14">
              <a:extLst>
                <a:ext uri="{FF2B5EF4-FFF2-40B4-BE49-F238E27FC236}">
                  <a16:creationId xmlns:a16="http://schemas.microsoft.com/office/drawing/2014/main" id="{56A2ED81-7E59-E963-5D11-98DBF612D444}"/>
                </a:ext>
              </a:extLst>
            </p:cNvPr>
            <p:cNvCxnSpPr>
              <a:stCxn id="3" idx="2"/>
              <a:endCxn id="10" idx="0"/>
            </p:cNvCxnSpPr>
            <p:nvPr/>
          </p:nvCxnSpPr>
          <p:spPr>
            <a:xfrm>
              <a:off x="5801571" y="1484572"/>
              <a:ext cx="1210" cy="394959"/>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00FB7519-1706-194A-C6B0-CD87E8F22954}"/>
                </a:ext>
              </a:extLst>
            </p:cNvPr>
            <p:cNvCxnSpPr>
              <a:endCxn id="8" idx="0"/>
            </p:cNvCxnSpPr>
            <p:nvPr/>
          </p:nvCxnSpPr>
          <p:spPr>
            <a:xfrm rot="10800000" flipV="1">
              <a:off x="2212914" y="1682051"/>
              <a:ext cx="3588656" cy="19748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id="{20839D47-3827-ADB7-A9C6-BA2B5B01AD75}"/>
                </a:ext>
              </a:extLst>
            </p:cNvPr>
            <p:cNvCxnSpPr>
              <a:endCxn id="12" idx="0"/>
            </p:cNvCxnSpPr>
            <p:nvPr/>
          </p:nvCxnSpPr>
          <p:spPr>
            <a:xfrm>
              <a:off x="5801570" y="1682050"/>
              <a:ext cx="3591078" cy="197481"/>
            </a:xfrm>
            <a:prstGeom prst="bentConnector2">
              <a:avLst/>
            </a:prstGeom>
          </p:spPr>
          <p:style>
            <a:lnRef idx="2">
              <a:schemeClr val="accent1"/>
            </a:lnRef>
            <a:fillRef idx="0">
              <a:schemeClr val="accent1"/>
            </a:fillRef>
            <a:effectRef idx="1">
              <a:schemeClr val="accent1"/>
            </a:effectRef>
            <a:fontRef idx="minor">
              <a:schemeClr val="tx1"/>
            </a:fontRef>
          </p:style>
        </p:cxnSp>
      </p:grpSp>
      <p:grpSp>
        <p:nvGrpSpPr>
          <p:cNvPr id="74" name="Group 73">
            <a:extLst>
              <a:ext uri="{FF2B5EF4-FFF2-40B4-BE49-F238E27FC236}">
                <a16:creationId xmlns:a16="http://schemas.microsoft.com/office/drawing/2014/main" id="{242051F1-4392-32E6-D8E2-E8C56AF59ACA}"/>
              </a:ext>
            </a:extLst>
          </p:cNvPr>
          <p:cNvGrpSpPr/>
          <p:nvPr/>
        </p:nvGrpSpPr>
        <p:grpSpPr>
          <a:xfrm>
            <a:off x="955586" y="2098865"/>
            <a:ext cx="2514655" cy="965131"/>
            <a:chOff x="955586" y="2098865"/>
            <a:chExt cx="2514655" cy="965131"/>
          </a:xfrm>
        </p:grpSpPr>
        <p:sp>
          <p:nvSpPr>
            <p:cNvPr id="31" name="Rectangle 30">
              <a:extLst>
                <a:ext uri="{FF2B5EF4-FFF2-40B4-BE49-F238E27FC236}">
                  <a16:creationId xmlns:a16="http://schemas.microsoft.com/office/drawing/2014/main" id="{48F14C38-1090-6BCF-2361-7928F528F0F0}"/>
                </a:ext>
              </a:extLst>
            </p:cNvPr>
            <p:cNvSpPr/>
            <p:nvPr/>
          </p:nvSpPr>
          <p:spPr>
            <a:xfrm>
              <a:off x="1890088" y="2625329"/>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int</a:t>
              </a:r>
            </a:p>
          </p:txBody>
        </p:sp>
        <p:cxnSp>
          <p:nvCxnSpPr>
            <p:cNvPr id="43" name="Connector: Elbow 42">
              <a:extLst>
                <a:ext uri="{FF2B5EF4-FFF2-40B4-BE49-F238E27FC236}">
                  <a16:creationId xmlns:a16="http://schemas.microsoft.com/office/drawing/2014/main" id="{440E5EDE-C6CF-1DD5-CCA5-3D48514131B6}"/>
                </a:ext>
              </a:extLst>
            </p:cNvPr>
            <p:cNvCxnSpPr>
              <a:stCxn id="8" idx="1"/>
              <a:endCxn id="31" idx="1"/>
            </p:cNvCxnSpPr>
            <p:nvPr/>
          </p:nvCxnSpPr>
          <p:spPr>
            <a:xfrm rot="10800000" flipH="1" flipV="1">
              <a:off x="955586" y="2098865"/>
              <a:ext cx="934502" cy="745798"/>
            </a:xfrm>
            <a:prstGeom prst="bentConnector3">
              <a:avLst>
                <a:gd name="adj1" fmla="val -24462"/>
              </a:avLst>
            </a:prstGeom>
          </p:spPr>
          <p:style>
            <a:lnRef idx="2">
              <a:schemeClr val="accent1"/>
            </a:lnRef>
            <a:fillRef idx="0">
              <a:schemeClr val="accent1"/>
            </a:fillRef>
            <a:effectRef idx="1">
              <a:schemeClr val="accent1"/>
            </a:effectRef>
            <a:fontRef idx="minor">
              <a:schemeClr val="tx1"/>
            </a:fontRef>
          </p:style>
        </p:cxnSp>
      </p:grpSp>
      <p:grpSp>
        <p:nvGrpSpPr>
          <p:cNvPr id="78" name="Group 77">
            <a:extLst>
              <a:ext uri="{FF2B5EF4-FFF2-40B4-BE49-F238E27FC236}">
                <a16:creationId xmlns:a16="http://schemas.microsoft.com/office/drawing/2014/main" id="{D2000C9F-D46C-8B74-38D9-9EB49340D922}"/>
              </a:ext>
            </a:extLst>
          </p:cNvPr>
          <p:cNvGrpSpPr/>
          <p:nvPr/>
        </p:nvGrpSpPr>
        <p:grpSpPr>
          <a:xfrm>
            <a:off x="4545453" y="2098865"/>
            <a:ext cx="2512519" cy="965131"/>
            <a:chOff x="4545453" y="2098865"/>
            <a:chExt cx="2512519" cy="965131"/>
          </a:xfrm>
        </p:grpSpPr>
        <p:sp>
          <p:nvSpPr>
            <p:cNvPr id="52" name="Rectangle 51">
              <a:extLst>
                <a:ext uri="{FF2B5EF4-FFF2-40B4-BE49-F238E27FC236}">
                  <a16:creationId xmlns:a16="http://schemas.microsoft.com/office/drawing/2014/main" id="{B2B51C7C-CE2A-9367-FB7F-999F8F94AD36}"/>
                </a:ext>
              </a:extLst>
            </p:cNvPr>
            <p:cNvSpPr/>
            <p:nvPr/>
          </p:nvSpPr>
          <p:spPr>
            <a:xfrm>
              <a:off x="5477819" y="2625329"/>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err="1">
                  <a:latin typeface="LM Roman 12" panose="00000500000000000000" pitchFamily="50" charset="0"/>
                </a:rPr>
                <a:t>enum</a:t>
              </a:r>
              <a:r>
                <a:rPr lang="en-ZA">
                  <a:latin typeface="LM Roman 12" panose="00000500000000000000" pitchFamily="50" charset="0"/>
                </a:rPr>
                <a:t>{}</a:t>
              </a:r>
            </a:p>
          </p:txBody>
        </p:sp>
        <p:cxnSp>
          <p:nvCxnSpPr>
            <p:cNvPr id="54" name="Connector: Elbow 53">
              <a:extLst>
                <a:ext uri="{FF2B5EF4-FFF2-40B4-BE49-F238E27FC236}">
                  <a16:creationId xmlns:a16="http://schemas.microsoft.com/office/drawing/2014/main" id="{1D98914F-1A6A-CAB0-7AFD-CE9A73D87A9A}"/>
                </a:ext>
              </a:extLst>
            </p:cNvPr>
            <p:cNvCxnSpPr>
              <a:stCxn id="10" idx="1"/>
              <a:endCxn id="52" idx="1"/>
            </p:cNvCxnSpPr>
            <p:nvPr/>
          </p:nvCxnSpPr>
          <p:spPr>
            <a:xfrm rot="10800000" flipH="1" flipV="1">
              <a:off x="4545453" y="2098865"/>
              <a:ext cx="932366" cy="745798"/>
            </a:xfrm>
            <a:prstGeom prst="bentConnector3">
              <a:avLst>
                <a:gd name="adj1" fmla="val -24518"/>
              </a:avLst>
            </a:prstGeom>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C0A1B3D9-FA4F-93CB-0727-6D0D1074B165}"/>
              </a:ext>
            </a:extLst>
          </p:cNvPr>
          <p:cNvGrpSpPr/>
          <p:nvPr/>
        </p:nvGrpSpPr>
        <p:grpSpPr>
          <a:xfrm>
            <a:off x="8135320" y="2098865"/>
            <a:ext cx="2510383" cy="938619"/>
            <a:chOff x="8135320" y="2098865"/>
            <a:chExt cx="2510383" cy="938619"/>
          </a:xfrm>
        </p:grpSpPr>
        <p:sp>
          <p:nvSpPr>
            <p:cNvPr id="56" name="Rectangle 55">
              <a:extLst>
                <a:ext uri="{FF2B5EF4-FFF2-40B4-BE49-F238E27FC236}">
                  <a16:creationId xmlns:a16="http://schemas.microsoft.com/office/drawing/2014/main" id="{32EE785F-2272-8A51-42DC-BA751A9F802A}"/>
                </a:ext>
              </a:extLst>
            </p:cNvPr>
            <p:cNvSpPr/>
            <p:nvPr/>
          </p:nvSpPr>
          <p:spPr>
            <a:xfrm>
              <a:off x="9065550" y="2598817"/>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array (string)</a:t>
              </a:r>
            </a:p>
          </p:txBody>
        </p:sp>
        <p:cxnSp>
          <p:nvCxnSpPr>
            <p:cNvPr id="62" name="Connector: Elbow 61">
              <a:extLst>
                <a:ext uri="{FF2B5EF4-FFF2-40B4-BE49-F238E27FC236}">
                  <a16:creationId xmlns:a16="http://schemas.microsoft.com/office/drawing/2014/main" id="{527A643C-1034-C1F6-C679-166D228D46BC}"/>
                </a:ext>
              </a:extLst>
            </p:cNvPr>
            <p:cNvCxnSpPr>
              <a:stCxn id="12" idx="1"/>
              <a:endCxn id="56" idx="1"/>
            </p:cNvCxnSpPr>
            <p:nvPr/>
          </p:nvCxnSpPr>
          <p:spPr>
            <a:xfrm rot="10800000" flipH="1" flipV="1">
              <a:off x="8135320" y="2098865"/>
              <a:ext cx="930230" cy="719286"/>
            </a:xfrm>
            <a:prstGeom prst="bentConnector3">
              <a:avLst>
                <a:gd name="adj1" fmla="val -24575"/>
              </a:avLst>
            </a:prstGeom>
          </p:spPr>
          <p:style>
            <a:lnRef idx="2">
              <a:schemeClr val="accent1"/>
            </a:lnRef>
            <a:fillRef idx="0">
              <a:schemeClr val="accent1"/>
            </a:fillRef>
            <a:effectRef idx="1">
              <a:schemeClr val="accent1"/>
            </a:effectRef>
            <a:fontRef idx="minor">
              <a:schemeClr val="tx1"/>
            </a:fontRef>
          </p:style>
        </p:cxnSp>
      </p:grpSp>
      <p:grpSp>
        <p:nvGrpSpPr>
          <p:cNvPr id="80" name="Group 79">
            <a:extLst>
              <a:ext uri="{FF2B5EF4-FFF2-40B4-BE49-F238E27FC236}">
                <a16:creationId xmlns:a16="http://schemas.microsoft.com/office/drawing/2014/main" id="{90175D3C-AA3C-A3F3-8E7E-F3BDB4D8A355}"/>
              </a:ext>
            </a:extLst>
          </p:cNvPr>
          <p:cNvGrpSpPr/>
          <p:nvPr/>
        </p:nvGrpSpPr>
        <p:grpSpPr>
          <a:xfrm>
            <a:off x="8135319" y="2098865"/>
            <a:ext cx="2510383" cy="1657905"/>
            <a:chOff x="8135319" y="2098865"/>
            <a:chExt cx="2510383" cy="1657905"/>
          </a:xfrm>
        </p:grpSpPr>
        <p:sp>
          <p:nvSpPr>
            <p:cNvPr id="58" name="Rectangle 57">
              <a:extLst>
                <a:ext uri="{FF2B5EF4-FFF2-40B4-BE49-F238E27FC236}">
                  <a16:creationId xmlns:a16="http://schemas.microsoft.com/office/drawing/2014/main" id="{56712CFB-7F4C-CDC4-3C3D-2FE8C10CBB6D}"/>
                </a:ext>
              </a:extLst>
            </p:cNvPr>
            <p:cNvSpPr/>
            <p:nvPr/>
          </p:nvSpPr>
          <p:spPr>
            <a:xfrm>
              <a:off x="9065549" y="3318103"/>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function()</a:t>
              </a:r>
            </a:p>
          </p:txBody>
        </p:sp>
        <p:cxnSp>
          <p:nvCxnSpPr>
            <p:cNvPr id="64" name="Connector: Elbow 63">
              <a:extLst>
                <a:ext uri="{FF2B5EF4-FFF2-40B4-BE49-F238E27FC236}">
                  <a16:creationId xmlns:a16="http://schemas.microsoft.com/office/drawing/2014/main" id="{08B3C1A3-4A77-F3A3-3C18-DACC1A108967}"/>
                </a:ext>
              </a:extLst>
            </p:cNvPr>
            <p:cNvCxnSpPr>
              <a:stCxn id="12" idx="1"/>
              <a:endCxn id="58" idx="1"/>
            </p:cNvCxnSpPr>
            <p:nvPr/>
          </p:nvCxnSpPr>
          <p:spPr>
            <a:xfrm rot="10800000" flipH="1" flipV="1">
              <a:off x="8135319" y="2098865"/>
              <a:ext cx="930229" cy="1438572"/>
            </a:xfrm>
            <a:prstGeom prst="bentConnector3">
              <a:avLst>
                <a:gd name="adj1" fmla="val -24575"/>
              </a:avLst>
            </a:prstGeom>
          </p:spPr>
          <p:style>
            <a:lnRef idx="2">
              <a:schemeClr val="accent1"/>
            </a:lnRef>
            <a:fillRef idx="0">
              <a:schemeClr val="accent1"/>
            </a:fillRef>
            <a:effectRef idx="1">
              <a:schemeClr val="accent1"/>
            </a:effectRef>
            <a:fontRef idx="minor">
              <a:schemeClr val="tx1"/>
            </a:fontRef>
          </p:style>
        </p:cxnSp>
      </p:grpSp>
      <p:grpSp>
        <p:nvGrpSpPr>
          <p:cNvPr id="73" name="Group 72">
            <a:extLst>
              <a:ext uri="{FF2B5EF4-FFF2-40B4-BE49-F238E27FC236}">
                <a16:creationId xmlns:a16="http://schemas.microsoft.com/office/drawing/2014/main" id="{90BC98B7-6F34-C336-83E9-8741FBE3A673}"/>
              </a:ext>
            </a:extLst>
          </p:cNvPr>
          <p:cNvGrpSpPr/>
          <p:nvPr/>
        </p:nvGrpSpPr>
        <p:grpSpPr>
          <a:xfrm>
            <a:off x="8135319" y="2098865"/>
            <a:ext cx="2510383" cy="2377191"/>
            <a:chOff x="8135319" y="2098865"/>
            <a:chExt cx="2510383" cy="2377191"/>
          </a:xfrm>
        </p:grpSpPr>
        <p:sp>
          <p:nvSpPr>
            <p:cNvPr id="60" name="Rectangle 59">
              <a:extLst>
                <a:ext uri="{FF2B5EF4-FFF2-40B4-BE49-F238E27FC236}">
                  <a16:creationId xmlns:a16="http://schemas.microsoft.com/office/drawing/2014/main" id="{DA94DD87-E98A-2277-D7DF-118F496423D8}"/>
                </a:ext>
              </a:extLst>
            </p:cNvPr>
            <p:cNvSpPr/>
            <p:nvPr/>
          </p:nvSpPr>
          <p:spPr>
            <a:xfrm>
              <a:off x="9065549" y="4037389"/>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*pointer</a:t>
              </a:r>
            </a:p>
          </p:txBody>
        </p:sp>
        <p:cxnSp>
          <p:nvCxnSpPr>
            <p:cNvPr id="66" name="Connector: Elbow 65">
              <a:extLst>
                <a:ext uri="{FF2B5EF4-FFF2-40B4-BE49-F238E27FC236}">
                  <a16:creationId xmlns:a16="http://schemas.microsoft.com/office/drawing/2014/main" id="{F361A91D-7A7C-80AB-5298-556AB989F3E7}"/>
                </a:ext>
              </a:extLst>
            </p:cNvPr>
            <p:cNvCxnSpPr>
              <a:cxnSpLocks/>
              <a:stCxn id="12" idx="1"/>
              <a:endCxn id="60" idx="1"/>
            </p:cNvCxnSpPr>
            <p:nvPr/>
          </p:nvCxnSpPr>
          <p:spPr>
            <a:xfrm rot="10800000" flipH="1" flipV="1">
              <a:off x="8135319" y="2098865"/>
              <a:ext cx="930229" cy="2157858"/>
            </a:xfrm>
            <a:prstGeom prst="bentConnector3">
              <a:avLst>
                <a:gd name="adj1" fmla="val -24575"/>
              </a:avLst>
            </a:prstGeom>
            <a:ln>
              <a:solidFill>
                <a:schemeClr val="accent1"/>
              </a:solidFill>
            </a:ln>
          </p:spPr>
          <p:style>
            <a:lnRef idx="2">
              <a:schemeClr val="accent4"/>
            </a:lnRef>
            <a:fillRef idx="0">
              <a:schemeClr val="accent4"/>
            </a:fillRef>
            <a:effectRef idx="1">
              <a:schemeClr val="accent4"/>
            </a:effectRef>
            <a:fontRef idx="minor">
              <a:schemeClr val="tx1"/>
            </a:fontRef>
          </p:style>
        </p:cxnSp>
      </p:grpSp>
      <p:grpSp>
        <p:nvGrpSpPr>
          <p:cNvPr id="75" name="Group 74">
            <a:extLst>
              <a:ext uri="{FF2B5EF4-FFF2-40B4-BE49-F238E27FC236}">
                <a16:creationId xmlns:a16="http://schemas.microsoft.com/office/drawing/2014/main" id="{42D6200F-2777-2597-F623-878DDDB28067}"/>
              </a:ext>
            </a:extLst>
          </p:cNvPr>
          <p:cNvGrpSpPr/>
          <p:nvPr/>
        </p:nvGrpSpPr>
        <p:grpSpPr>
          <a:xfrm>
            <a:off x="955585" y="2098864"/>
            <a:ext cx="2514655" cy="1549469"/>
            <a:chOff x="955585" y="2098864"/>
            <a:chExt cx="2514655" cy="1549469"/>
          </a:xfrm>
        </p:grpSpPr>
        <p:sp>
          <p:nvSpPr>
            <p:cNvPr id="33" name="Rectangle 32">
              <a:extLst>
                <a:ext uri="{FF2B5EF4-FFF2-40B4-BE49-F238E27FC236}">
                  <a16:creationId xmlns:a16="http://schemas.microsoft.com/office/drawing/2014/main" id="{6B714BEC-32AE-70D8-C4EA-27A892C6B92A}"/>
                </a:ext>
              </a:extLst>
            </p:cNvPr>
            <p:cNvSpPr/>
            <p:nvPr/>
          </p:nvSpPr>
          <p:spPr>
            <a:xfrm>
              <a:off x="1890087" y="3209666"/>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float</a:t>
              </a:r>
            </a:p>
          </p:txBody>
        </p:sp>
        <p:cxnSp>
          <p:nvCxnSpPr>
            <p:cNvPr id="68" name="Connector: Elbow 67">
              <a:extLst>
                <a:ext uri="{FF2B5EF4-FFF2-40B4-BE49-F238E27FC236}">
                  <a16:creationId xmlns:a16="http://schemas.microsoft.com/office/drawing/2014/main" id="{13517976-D16D-499D-1DC1-16E8983C10A7}"/>
                </a:ext>
              </a:extLst>
            </p:cNvPr>
            <p:cNvCxnSpPr>
              <a:stCxn id="8" idx="1"/>
              <a:endCxn id="33" idx="1"/>
            </p:cNvCxnSpPr>
            <p:nvPr/>
          </p:nvCxnSpPr>
          <p:spPr>
            <a:xfrm rot="10800000" flipH="1" flipV="1">
              <a:off x="955585" y="2098864"/>
              <a:ext cx="934501" cy="1330135"/>
            </a:xfrm>
            <a:prstGeom prst="bentConnector3">
              <a:avLst>
                <a:gd name="adj1" fmla="val -24462"/>
              </a:avLst>
            </a:prstGeom>
          </p:spPr>
          <p:style>
            <a:lnRef idx="2">
              <a:schemeClr val="accent1"/>
            </a:lnRef>
            <a:fillRef idx="0">
              <a:schemeClr val="accent1"/>
            </a:fillRef>
            <a:effectRef idx="1">
              <a:schemeClr val="accent1"/>
            </a:effectRef>
            <a:fontRef idx="minor">
              <a:schemeClr val="tx1"/>
            </a:fontRef>
          </p:style>
        </p:cxnSp>
      </p:grpSp>
      <p:grpSp>
        <p:nvGrpSpPr>
          <p:cNvPr id="76" name="Group 75">
            <a:extLst>
              <a:ext uri="{FF2B5EF4-FFF2-40B4-BE49-F238E27FC236}">
                <a16:creationId xmlns:a16="http://schemas.microsoft.com/office/drawing/2014/main" id="{39AFEE6B-8423-A148-D9CE-CF9F8BE556F1}"/>
              </a:ext>
            </a:extLst>
          </p:cNvPr>
          <p:cNvGrpSpPr/>
          <p:nvPr/>
        </p:nvGrpSpPr>
        <p:grpSpPr>
          <a:xfrm>
            <a:off x="955586" y="2098865"/>
            <a:ext cx="2514653" cy="2164333"/>
            <a:chOff x="955586" y="2098865"/>
            <a:chExt cx="2514653" cy="2164333"/>
          </a:xfrm>
        </p:grpSpPr>
        <p:sp>
          <p:nvSpPr>
            <p:cNvPr id="39" name="Rectangle 38">
              <a:extLst>
                <a:ext uri="{FF2B5EF4-FFF2-40B4-BE49-F238E27FC236}">
                  <a16:creationId xmlns:a16="http://schemas.microsoft.com/office/drawing/2014/main" id="{C5B851A9-AE52-03B8-7F62-2D4FF58868D0}"/>
                </a:ext>
              </a:extLst>
            </p:cNvPr>
            <p:cNvSpPr/>
            <p:nvPr/>
          </p:nvSpPr>
          <p:spPr>
            <a:xfrm>
              <a:off x="1890086" y="3824531"/>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double</a:t>
              </a:r>
            </a:p>
          </p:txBody>
        </p:sp>
        <p:cxnSp>
          <p:nvCxnSpPr>
            <p:cNvPr id="70" name="Connector: Elbow 69">
              <a:extLst>
                <a:ext uri="{FF2B5EF4-FFF2-40B4-BE49-F238E27FC236}">
                  <a16:creationId xmlns:a16="http://schemas.microsoft.com/office/drawing/2014/main" id="{10445CD2-9982-08AA-5C97-1B3067362094}"/>
                </a:ext>
              </a:extLst>
            </p:cNvPr>
            <p:cNvCxnSpPr>
              <a:stCxn id="8" idx="1"/>
              <a:endCxn id="39" idx="1"/>
            </p:cNvCxnSpPr>
            <p:nvPr/>
          </p:nvCxnSpPr>
          <p:spPr>
            <a:xfrm rot="10800000" flipH="1" flipV="1">
              <a:off x="955586" y="2098865"/>
              <a:ext cx="934500" cy="1945000"/>
            </a:xfrm>
            <a:prstGeom prst="bentConnector3">
              <a:avLst>
                <a:gd name="adj1" fmla="val -24462"/>
              </a:avLst>
            </a:prstGeom>
          </p:spPr>
          <p:style>
            <a:lnRef idx="2">
              <a:schemeClr val="accent1"/>
            </a:lnRef>
            <a:fillRef idx="0">
              <a:schemeClr val="accent1"/>
            </a:fillRef>
            <a:effectRef idx="1">
              <a:schemeClr val="accent1"/>
            </a:effectRef>
            <a:fontRef idx="minor">
              <a:schemeClr val="tx1"/>
            </a:fontRef>
          </p:style>
        </p:cxnSp>
      </p:grpSp>
      <p:grpSp>
        <p:nvGrpSpPr>
          <p:cNvPr id="77" name="Group 76">
            <a:extLst>
              <a:ext uri="{FF2B5EF4-FFF2-40B4-BE49-F238E27FC236}">
                <a16:creationId xmlns:a16="http://schemas.microsoft.com/office/drawing/2014/main" id="{BDBA7D58-2492-9676-BC23-49EACE3FEAA9}"/>
              </a:ext>
            </a:extLst>
          </p:cNvPr>
          <p:cNvGrpSpPr/>
          <p:nvPr/>
        </p:nvGrpSpPr>
        <p:grpSpPr>
          <a:xfrm>
            <a:off x="955586" y="2098864"/>
            <a:ext cx="2514653" cy="2756769"/>
            <a:chOff x="955586" y="2098864"/>
            <a:chExt cx="2514653" cy="2756769"/>
          </a:xfrm>
        </p:grpSpPr>
        <p:sp>
          <p:nvSpPr>
            <p:cNvPr id="41" name="Rectangle 40">
              <a:extLst>
                <a:ext uri="{FF2B5EF4-FFF2-40B4-BE49-F238E27FC236}">
                  <a16:creationId xmlns:a16="http://schemas.microsoft.com/office/drawing/2014/main" id="{A7F7D2C4-E029-E2ED-AD42-188C156B649D}"/>
                </a:ext>
              </a:extLst>
            </p:cNvPr>
            <p:cNvSpPr/>
            <p:nvPr/>
          </p:nvSpPr>
          <p:spPr>
            <a:xfrm>
              <a:off x="1890086" y="4416966"/>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char</a:t>
              </a:r>
            </a:p>
          </p:txBody>
        </p:sp>
        <p:cxnSp>
          <p:nvCxnSpPr>
            <p:cNvPr id="72" name="Connector: Elbow 71">
              <a:extLst>
                <a:ext uri="{FF2B5EF4-FFF2-40B4-BE49-F238E27FC236}">
                  <a16:creationId xmlns:a16="http://schemas.microsoft.com/office/drawing/2014/main" id="{D746F43E-CEB5-DBED-C1F8-326CB23F8724}"/>
                </a:ext>
              </a:extLst>
            </p:cNvPr>
            <p:cNvCxnSpPr>
              <a:stCxn id="8" idx="1"/>
              <a:endCxn id="41" idx="1"/>
            </p:cNvCxnSpPr>
            <p:nvPr/>
          </p:nvCxnSpPr>
          <p:spPr>
            <a:xfrm rot="10800000" flipH="1" flipV="1">
              <a:off x="955586" y="2098864"/>
              <a:ext cx="934500" cy="2537435"/>
            </a:xfrm>
            <a:prstGeom prst="bentConnector3">
              <a:avLst>
                <a:gd name="adj1" fmla="val -24462"/>
              </a:avLst>
            </a:prstGeom>
          </p:spPr>
          <p:style>
            <a:lnRef idx="2">
              <a:schemeClr val="accent1"/>
            </a:lnRef>
            <a:fillRef idx="0">
              <a:schemeClr val="accent1"/>
            </a:fillRef>
            <a:effectRef idx="1">
              <a:schemeClr val="accent1"/>
            </a:effectRef>
            <a:fontRef idx="minor">
              <a:schemeClr val="tx1"/>
            </a:fontRef>
          </p:style>
        </p:cxnSp>
      </p:grpSp>
      <p:sp>
        <p:nvSpPr>
          <p:cNvPr id="6" name="Rectangle 5">
            <a:extLst>
              <a:ext uri="{FF2B5EF4-FFF2-40B4-BE49-F238E27FC236}">
                <a16:creationId xmlns:a16="http://schemas.microsoft.com/office/drawing/2014/main" id="{4BE33306-828B-67B7-78C5-1D4301CF134E}"/>
              </a:ext>
            </a:extLst>
          </p:cNvPr>
          <p:cNvSpPr/>
          <p:nvPr/>
        </p:nvSpPr>
        <p:spPr>
          <a:xfrm>
            <a:off x="5477819" y="3285381"/>
            <a:ext cx="1580153" cy="438667"/>
          </a:xfrm>
          <a:prstGeom prst="rect">
            <a:avLst/>
          </a:prstGeom>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struct</a:t>
            </a:r>
          </a:p>
        </p:txBody>
      </p:sp>
      <p:sp>
        <p:nvSpPr>
          <p:cNvPr id="9" name="Rectangle 8">
            <a:extLst>
              <a:ext uri="{FF2B5EF4-FFF2-40B4-BE49-F238E27FC236}">
                <a16:creationId xmlns:a16="http://schemas.microsoft.com/office/drawing/2014/main" id="{39730078-7D21-55FC-412D-3C816B231362}"/>
              </a:ext>
            </a:extLst>
          </p:cNvPr>
          <p:cNvSpPr/>
          <p:nvPr/>
        </p:nvSpPr>
        <p:spPr>
          <a:xfrm>
            <a:off x="5477817" y="3953083"/>
            <a:ext cx="1580153" cy="438667"/>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typedef</a:t>
            </a:r>
          </a:p>
        </p:txBody>
      </p:sp>
      <p:cxnSp>
        <p:nvCxnSpPr>
          <p:cNvPr id="16" name="Connector: Elbow 15">
            <a:extLst>
              <a:ext uri="{FF2B5EF4-FFF2-40B4-BE49-F238E27FC236}">
                <a16:creationId xmlns:a16="http://schemas.microsoft.com/office/drawing/2014/main" id="{CE27081F-24DC-8897-129C-CF3557C4541C}"/>
              </a:ext>
            </a:extLst>
          </p:cNvPr>
          <p:cNvCxnSpPr>
            <a:stCxn id="10" idx="1"/>
            <a:endCxn id="6" idx="1"/>
          </p:cNvCxnSpPr>
          <p:nvPr/>
        </p:nvCxnSpPr>
        <p:spPr>
          <a:xfrm rot="10800000" flipH="1" flipV="1">
            <a:off x="4545453" y="2098865"/>
            <a:ext cx="932366" cy="1405850"/>
          </a:xfrm>
          <a:prstGeom prst="bentConnector3">
            <a:avLst>
              <a:gd name="adj1" fmla="val -24518"/>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DA087E2D-ACD5-DA85-7346-A694E35ABA1C}"/>
              </a:ext>
            </a:extLst>
          </p:cNvPr>
          <p:cNvCxnSpPr>
            <a:stCxn id="10" idx="1"/>
            <a:endCxn id="9" idx="1"/>
          </p:cNvCxnSpPr>
          <p:nvPr/>
        </p:nvCxnSpPr>
        <p:spPr>
          <a:xfrm rot="10800000" flipH="1" flipV="1">
            <a:off x="4545453" y="2098865"/>
            <a:ext cx="932364" cy="2073552"/>
          </a:xfrm>
          <a:prstGeom prst="bentConnector3">
            <a:avLst>
              <a:gd name="adj1" fmla="val -24518"/>
            </a:avLst>
          </a:prstGeom>
          <a:ln>
            <a:solidFill>
              <a:srgbClr val="0070C0"/>
            </a:solidFill>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65F3EDEF-DD87-124D-51A4-5DB02E80C8F8}"/>
              </a:ext>
            </a:extLst>
          </p:cNvPr>
          <p:cNvGrpSpPr/>
          <p:nvPr/>
        </p:nvGrpSpPr>
        <p:grpSpPr>
          <a:xfrm>
            <a:off x="0" y="0"/>
            <a:ext cx="12192000" cy="1245641"/>
            <a:chOff x="0" y="0"/>
            <a:chExt cx="12192000" cy="1245641"/>
          </a:xfrm>
        </p:grpSpPr>
        <p:grpSp>
          <p:nvGrpSpPr>
            <p:cNvPr id="4" name="Group 3">
              <a:extLst>
                <a:ext uri="{FF2B5EF4-FFF2-40B4-BE49-F238E27FC236}">
                  <a16:creationId xmlns:a16="http://schemas.microsoft.com/office/drawing/2014/main" id="{CB57838D-857A-AB8B-6E4B-B32A786FF266}"/>
                </a:ext>
              </a:extLst>
            </p:cNvPr>
            <p:cNvGrpSpPr/>
            <p:nvPr/>
          </p:nvGrpSpPr>
          <p:grpSpPr>
            <a:xfrm>
              <a:off x="0" y="0"/>
              <a:ext cx="12192000" cy="1245641"/>
              <a:chOff x="0" y="0"/>
              <a:chExt cx="12192000" cy="1245641"/>
            </a:xfrm>
          </p:grpSpPr>
          <p:sp>
            <p:nvSpPr>
              <p:cNvPr id="7" name="TextBox 6">
                <a:extLst>
                  <a:ext uri="{FF2B5EF4-FFF2-40B4-BE49-F238E27FC236}">
                    <a16:creationId xmlns:a16="http://schemas.microsoft.com/office/drawing/2014/main" id="{911EE022-734F-0045-8140-C699BFCE97CE}"/>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733468CE-3A93-C2DE-B413-07BB5FE54C1E}"/>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13" name="Picture 12" descr="Stellenbosch_University_new_logo_slogan_for-web-02 | SMF News">
                <a:extLst>
                  <a:ext uri="{FF2B5EF4-FFF2-40B4-BE49-F238E27FC236}">
                    <a16:creationId xmlns:a16="http://schemas.microsoft.com/office/drawing/2014/main" id="{336D3087-F25C-CD37-E634-320E95FB197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14" name="TextBox 13">
                <a:extLst>
                  <a:ext uri="{FF2B5EF4-FFF2-40B4-BE49-F238E27FC236}">
                    <a16:creationId xmlns:a16="http://schemas.microsoft.com/office/drawing/2014/main" id="{94625573-9054-C70D-580A-78A6EE54A857}"/>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5" name="Rectangle 4">
              <a:extLst>
                <a:ext uri="{FF2B5EF4-FFF2-40B4-BE49-F238E27FC236}">
                  <a16:creationId xmlns:a16="http://schemas.microsoft.com/office/drawing/2014/main" id="{66D68247-D936-6C69-5F17-6E4C2E3D571C}"/>
                </a:ext>
              </a:extLst>
            </p:cNvPr>
            <p:cNvSpPr/>
            <p:nvPr/>
          </p:nvSpPr>
          <p:spPr>
            <a:xfrm>
              <a:off x="3708455" y="584240"/>
              <a:ext cx="3538728"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Recap: Chapter 10 Structures</a:t>
              </a:r>
            </a:p>
          </p:txBody>
        </p:sp>
      </p:grpSp>
    </p:spTree>
    <p:extLst>
      <p:ext uri="{BB962C8B-B14F-4D97-AF65-F5344CB8AC3E}">
        <p14:creationId xmlns:p14="http://schemas.microsoft.com/office/powerpoint/2010/main" val="32083470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26" presetClass="emph" presetSubtype="0" repeatCount="indefinite" fill="hold" grpId="1" nodeType="withEffect">
                                  <p:stCondLst>
                                    <p:cond delay="0"/>
                                  </p:stCondLst>
                                  <p:childTnLst>
                                    <p:animEffect transition="out" filter="fade">
                                      <p:cBhvr>
                                        <p:cTn id="14" dur="3000" tmFilter="0, 0; .2, .5; .8, .5; 1, 0"/>
                                        <p:tgtEl>
                                          <p:spTgt spid="6"/>
                                        </p:tgtEl>
                                      </p:cBhvr>
                                    </p:animEffect>
                                    <p:animScale>
                                      <p:cBhvr>
                                        <p:cTn id="15" dur="150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90CCA-195D-15C5-AFE7-61954CA5A7D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64C235-5615-F5C5-E258-34983E908B38}"/>
              </a:ext>
            </a:extLst>
          </p:cNvPr>
          <p:cNvGrpSpPr/>
          <p:nvPr/>
        </p:nvGrpSpPr>
        <p:grpSpPr>
          <a:xfrm>
            <a:off x="0" y="0"/>
            <a:ext cx="12192000" cy="1245641"/>
            <a:chOff x="0" y="0"/>
            <a:chExt cx="12192000" cy="1245641"/>
          </a:xfrm>
        </p:grpSpPr>
        <p:grpSp>
          <p:nvGrpSpPr>
            <p:cNvPr id="4" name="Group 3">
              <a:extLst>
                <a:ext uri="{FF2B5EF4-FFF2-40B4-BE49-F238E27FC236}">
                  <a16:creationId xmlns:a16="http://schemas.microsoft.com/office/drawing/2014/main" id="{A96DDE9C-13BB-32BC-664F-6E747E84B819}"/>
                </a:ext>
              </a:extLst>
            </p:cNvPr>
            <p:cNvGrpSpPr/>
            <p:nvPr/>
          </p:nvGrpSpPr>
          <p:grpSpPr>
            <a:xfrm>
              <a:off x="0" y="0"/>
              <a:ext cx="12192000" cy="1245641"/>
              <a:chOff x="0" y="0"/>
              <a:chExt cx="12192000" cy="1245641"/>
            </a:xfrm>
          </p:grpSpPr>
          <p:sp>
            <p:nvSpPr>
              <p:cNvPr id="7" name="TextBox 6">
                <a:extLst>
                  <a:ext uri="{FF2B5EF4-FFF2-40B4-BE49-F238E27FC236}">
                    <a16:creationId xmlns:a16="http://schemas.microsoft.com/office/drawing/2014/main" id="{D21387D0-2287-0BAD-E030-2264662E5659}"/>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A5116DB8-6DBC-9AF2-B362-74C980B7FD17}"/>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13" name="Picture 12" descr="Stellenbosch_University_new_logo_slogan_for-web-02 | SMF News">
                <a:extLst>
                  <a:ext uri="{FF2B5EF4-FFF2-40B4-BE49-F238E27FC236}">
                    <a16:creationId xmlns:a16="http://schemas.microsoft.com/office/drawing/2014/main" id="{D384197B-A2E7-EDEB-5801-F26B545266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14" name="TextBox 13">
                <a:extLst>
                  <a:ext uri="{FF2B5EF4-FFF2-40B4-BE49-F238E27FC236}">
                    <a16:creationId xmlns:a16="http://schemas.microsoft.com/office/drawing/2014/main" id="{60F77E37-B118-0590-5DAC-2499E0F6C0F1}"/>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5" name="Rectangle 4">
              <a:extLst>
                <a:ext uri="{FF2B5EF4-FFF2-40B4-BE49-F238E27FC236}">
                  <a16:creationId xmlns:a16="http://schemas.microsoft.com/office/drawing/2014/main" id="{20038F80-8FFF-E817-D185-3A12956642DB}"/>
                </a:ext>
              </a:extLst>
            </p:cNvPr>
            <p:cNvSpPr/>
            <p:nvPr/>
          </p:nvSpPr>
          <p:spPr>
            <a:xfrm>
              <a:off x="3708455" y="584240"/>
              <a:ext cx="3538728"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Chapter 12: Data structures</a:t>
              </a:r>
            </a:p>
          </p:txBody>
        </p:sp>
      </p:grpSp>
      <p:sp>
        <p:nvSpPr>
          <p:cNvPr id="17" name="Rectangle 16">
            <a:extLst>
              <a:ext uri="{FF2B5EF4-FFF2-40B4-BE49-F238E27FC236}">
                <a16:creationId xmlns:a16="http://schemas.microsoft.com/office/drawing/2014/main" id="{548ED562-7A89-0712-4D55-CE56F854E8F2}"/>
              </a:ext>
            </a:extLst>
          </p:cNvPr>
          <p:cNvSpPr/>
          <p:nvPr/>
        </p:nvSpPr>
        <p:spPr>
          <a:xfrm>
            <a:off x="3965424" y="2613178"/>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Linear</a:t>
            </a:r>
          </a:p>
        </p:txBody>
      </p:sp>
      <p:sp>
        <p:nvSpPr>
          <p:cNvPr id="19" name="Rectangle 18">
            <a:extLst>
              <a:ext uri="{FF2B5EF4-FFF2-40B4-BE49-F238E27FC236}">
                <a16:creationId xmlns:a16="http://schemas.microsoft.com/office/drawing/2014/main" id="{510D0FB5-5AE5-AA69-54B3-C18527CB2325}"/>
              </a:ext>
            </a:extLst>
          </p:cNvPr>
          <p:cNvSpPr/>
          <p:nvPr/>
        </p:nvSpPr>
        <p:spPr>
          <a:xfrm>
            <a:off x="8812618" y="2613178"/>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Non-linear</a:t>
            </a:r>
          </a:p>
        </p:txBody>
      </p:sp>
      <p:sp>
        <p:nvSpPr>
          <p:cNvPr id="22" name="Rectangle 21">
            <a:extLst>
              <a:ext uri="{FF2B5EF4-FFF2-40B4-BE49-F238E27FC236}">
                <a16:creationId xmlns:a16="http://schemas.microsoft.com/office/drawing/2014/main" id="{B6F4750F-7141-EE39-43CF-664B337EB01C}"/>
              </a:ext>
            </a:extLst>
          </p:cNvPr>
          <p:cNvSpPr/>
          <p:nvPr/>
        </p:nvSpPr>
        <p:spPr>
          <a:xfrm>
            <a:off x="6385936" y="1107756"/>
            <a:ext cx="2514655" cy="438667"/>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Data structures</a:t>
            </a:r>
          </a:p>
        </p:txBody>
      </p:sp>
      <p:sp>
        <p:nvSpPr>
          <p:cNvPr id="29" name="Rectangle 28">
            <a:extLst>
              <a:ext uri="{FF2B5EF4-FFF2-40B4-BE49-F238E27FC236}">
                <a16:creationId xmlns:a16="http://schemas.microsoft.com/office/drawing/2014/main" id="{4E9EB143-5CAD-621F-003D-8196B9632239}"/>
              </a:ext>
            </a:extLst>
          </p:cNvPr>
          <p:cNvSpPr/>
          <p:nvPr/>
        </p:nvSpPr>
        <p:spPr>
          <a:xfrm>
            <a:off x="870740" y="3479953"/>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static</a:t>
            </a:r>
          </a:p>
        </p:txBody>
      </p:sp>
      <p:sp>
        <p:nvSpPr>
          <p:cNvPr id="32" name="Rectangle 31">
            <a:extLst>
              <a:ext uri="{FF2B5EF4-FFF2-40B4-BE49-F238E27FC236}">
                <a16:creationId xmlns:a16="http://schemas.microsoft.com/office/drawing/2014/main" id="{C25246B1-592D-4C0F-7937-682930E2861F}"/>
              </a:ext>
            </a:extLst>
          </p:cNvPr>
          <p:cNvSpPr/>
          <p:nvPr/>
        </p:nvSpPr>
        <p:spPr>
          <a:xfrm>
            <a:off x="3964213" y="3479952"/>
            <a:ext cx="2514655"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dynamic</a:t>
            </a:r>
          </a:p>
        </p:txBody>
      </p:sp>
      <p:sp>
        <p:nvSpPr>
          <p:cNvPr id="35" name="Rectangle 34">
            <a:extLst>
              <a:ext uri="{FF2B5EF4-FFF2-40B4-BE49-F238E27FC236}">
                <a16:creationId xmlns:a16="http://schemas.microsoft.com/office/drawing/2014/main" id="{0D6E3145-5AD9-151C-F969-4BEFE7DA5AD4}"/>
              </a:ext>
            </a:extLst>
          </p:cNvPr>
          <p:cNvSpPr/>
          <p:nvPr/>
        </p:nvSpPr>
        <p:spPr>
          <a:xfrm>
            <a:off x="1375181" y="4661753"/>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array</a:t>
            </a:r>
          </a:p>
        </p:txBody>
      </p:sp>
      <p:sp>
        <p:nvSpPr>
          <p:cNvPr id="47" name="Rectangle 46">
            <a:extLst>
              <a:ext uri="{FF2B5EF4-FFF2-40B4-BE49-F238E27FC236}">
                <a16:creationId xmlns:a16="http://schemas.microsoft.com/office/drawing/2014/main" id="{F5B047D8-E782-E4C2-A828-5B885A1D304B}"/>
              </a:ext>
            </a:extLst>
          </p:cNvPr>
          <p:cNvSpPr/>
          <p:nvPr/>
        </p:nvSpPr>
        <p:spPr>
          <a:xfrm>
            <a:off x="3128426" y="4689264"/>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Linked list</a:t>
            </a:r>
          </a:p>
        </p:txBody>
      </p:sp>
      <p:sp>
        <p:nvSpPr>
          <p:cNvPr id="49" name="Rectangle 48">
            <a:extLst>
              <a:ext uri="{FF2B5EF4-FFF2-40B4-BE49-F238E27FC236}">
                <a16:creationId xmlns:a16="http://schemas.microsoft.com/office/drawing/2014/main" id="{C94B60CD-A2B7-7977-E9E8-F2ED31C04B42}"/>
              </a:ext>
            </a:extLst>
          </p:cNvPr>
          <p:cNvSpPr/>
          <p:nvPr/>
        </p:nvSpPr>
        <p:spPr>
          <a:xfrm>
            <a:off x="4897790" y="4689264"/>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Stack</a:t>
            </a:r>
          </a:p>
        </p:txBody>
      </p:sp>
      <p:sp>
        <p:nvSpPr>
          <p:cNvPr id="51" name="Rectangle 50">
            <a:extLst>
              <a:ext uri="{FF2B5EF4-FFF2-40B4-BE49-F238E27FC236}">
                <a16:creationId xmlns:a16="http://schemas.microsoft.com/office/drawing/2014/main" id="{1A3FF482-B1E9-2E39-8520-0DD796F57011}"/>
              </a:ext>
            </a:extLst>
          </p:cNvPr>
          <p:cNvSpPr/>
          <p:nvPr/>
        </p:nvSpPr>
        <p:spPr>
          <a:xfrm>
            <a:off x="6645221" y="4689263"/>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Queue</a:t>
            </a:r>
          </a:p>
        </p:txBody>
      </p:sp>
      <p:sp>
        <p:nvSpPr>
          <p:cNvPr id="55" name="Rectangle 54">
            <a:extLst>
              <a:ext uri="{FF2B5EF4-FFF2-40B4-BE49-F238E27FC236}">
                <a16:creationId xmlns:a16="http://schemas.microsoft.com/office/drawing/2014/main" id="{9FBD31B7-AA5C-38FB-0029-EFBF74132565}"/>
              </a:ext>
            </a:extLst>
          </p:cNvPr>
          <p:cNvSpPr/>
          <p:nvPr/>
        </p:nvSpPr>
        <p:spPr>
          <a:xfrm>
            <a:off x="8414585" y="4689263"/>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Tree</a:t>
            </a:r>
          </a:p>
        </p:txBody>
      </p:sp>
      <p:sp>
        <p:nvSpPr>
          <p:cNvPr id="59" name="Rectangle 58">
            <a:extLst>
              <a:ext uri="{FF2B5EF4-FFF2-40B4-BE49-F238E27FC236}">
                <a16:creationId xmlns:a16="http://schemas.microsoft.com/office/drawing/2014/main" id="{8E21D746-7943-12B2-846D-1CA3236D4476}"/>
              </a:ext>
            </a:extLst>
          </p:cNvPr>
          <p:cNvSpPr/>
          <p:nvPr/>
        </p:nvSpPr>
        <p:spPr>
          <a:xfrm>
            <a:off x="10069946" y="4689263"/>
            <a:ext cx="1505771" cy="438667"/>
          </a:xfrm>
          <a:prstGeom prst="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Graph</a:t>
            </a:r>
          </a:p>
        </p:txBody>
      </p:sp>
      <p:cxnSp>
        <p:nvCxnSpPr>
          <p:cNvPr id="69" name="Straight Arrow Connector 68">
            <a:extLst>
              <a:ext uri="{FF2B5EF4-FFF2-40B4-BE49-F238E27FC236}">
                <a16:creationId xmlns:a16="http://schemas.microsoft.com/office/drawing/2014/main" id="{E9AA946B-B2E6-EF9B-6178-5C67D4426AD3}"/>
              </a:ext>
            </a:extLst>
          </p:cNvPr>
          <p:cNvCxnSpPr>
            <a:stCxn id="17" idx="2"/>
            <a:endCxn id="32" idx="0"/>
          </p:cNvCxnSpPr>
          <p:nvPr/>
        </p:nvCxnSpPr>
        <p:spPr>
          <a:xfrm flipH="1">
            <a:off x="5221541" y="3051845"/>
            <a:ext cx="1211" cy="4281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8B1CC129-9500-FCC3-9496-17111F3A810A}"/>
              </a:ext>
            </a:extLst>
          </p:cNvPr>
          <p:cNvCxnSpPr>
            <a:stCxn id="17" idx="2"/>
            <a:endCxn id="29" idx="0"/>
          </p:cNvCxnSpPr>
          <p:nvPr/>
        </p:nvCxnSpPr>
        <p:spPr>
          <a:xfrm rot="5400000">
            <a:off x="3461356" y="1718557"/>
            <a:ext cx="428108" cy="30946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A8B9A6AF-D69C-3AB8-3E4A-66FBAB506E68}"/>
              </a:ext>
            </a:extLst>
          </p:cNvPr>
          <p:cNvCxnSpPr>
            <a:stCxn id="29" idx="2"/>
            <a:endCxn id="35" idx="0"/>
          </p:cNvCxnSpPr>
          <p:nvPr/>
        </p:nvCxnSpPr>
        <p:spPr>
          <a:xfrm flipH="1">
            <a:off x="2128067" y="3918620"/>
            <a:ext cx="1" cy="743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Connector: Elbow 85">
            <a:extLst>
              <a:ext uri="{FF2B5EF4-FFF2-40B4-BE49-F238E27FC236}">
                <a16:creationId xmlns:a16="http://schemas.microsoft.com/office/drawing/2014/main" id="{BF18FD3D-D46B-BE86-74D5-C98CC9E362AF}"/>
              </a:ext>
            </a:extLst>
          </p:cNvPr>
          <p:cNvCxnSpPr>
            <a:stCxn id="32" idx="2"/>
            <a:endCxn id="47" idx="0"/>
          </p:cNvCxnSpPr>
          <p:nvPr/>
        </p:nvCxnSpPr>
        <p:spPr>
          <a:xfrm rot="5400000">
            <a:off x="4166105" y="3633827"/>
            <a:ext cx="770645" cy="134022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3FDA1828-28F9-0181-001B-D0206FD9C396}"/>
              </a:ext>
            </a:extLst>
          </p:cNvPr>
          <p:cNvCxnSpPr>
            <a:cxnSpLocks/>
            <a:stCxn id="32" idx="2"/>
            <a:endCxn id="49" idx="0"/>
          </p:cNvCxnSpPr>
          <p:nvPr/>
        </p:nvCxnSpPr>
        <p:spPr>
          <a:xfrm rot="16200000" flipH="1">
            <a:off x="5050786" y="4089373"/>
            <a:ext cx="770645" cy="42913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6D202CE5-E732-1A52-567E-244F4518F4D1}"/>
              </a:ext>
            </a:extLst>
          </p:cNvPr>
          <p:cNvCxnSpPr>
            <a:stCxn id="32" idx="2"/>
            <a:endCxn id="51" idx="0"/>
          </p:cNvCxnSpPr>
          <p:nvPr/>
        </p:nvCxnSpPr>
        <p:spPr>
          <a:xfrm rot="16200000" flipH="1">
            <a:off x="5924502" y="3215658"/>
            <a:ext cx="770644" cy="217656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B7B62A0D-3DA4-BA4D-9CCC-5485FC85CFBA}"/>
              </a:ext>
            </a:extLst>
          </p:cNvPr>
          <p:cNvCxnSpPr>
            <a:stCxn id="19" idx="2"/>
            <a:endCxn id="55" idx="0"/>
          </p:cNvCxnSpPr>
          <p:nvPr/>
        </p:nvCxnSpPr>
        <p:spPr>
          <a:xfrm rot="5400000">
            <a:off x="8800000" y="3419317"/>
            <a:ext cx="1637418" cy="90247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535035F3-2015-B482-8187-B90C5E0934AA}"/>
              </a:ext>
            </a:extLst>
          </p:cNvPr>
          <p:cNvCxnSpPr>
            <a:stCxn id="19" idx="2"/>
            <a:endCxn id="59" idx="0"/>
          </p:cNvCxnSpPr>
          <p:nvPr/>
        </p:nvCxnSpPr>
        <p:spPr>
          <a:xfrm rot="16200000" flipH="1">
            <a:off x="9627680" y="3494111"/>
            <a:ext cx="1637418" cy="7528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8" name="Connector: Elbow 97">
            <a:extLst>
              <a:ext uri="{FF2B5EF4-FFF2-40B4-BE49-F238E27FC236}">
                <a16:creationId xmlns:a16="http://schemas.microsoft.com/office/drawing/2014/main" id="{16FC6451-4CDA-9A97-68AB-686A96421552}"/>
              </a:ext>
            </a:extLst>
          </p:cNvPr>
          <p:cNvCxnSpPr>
            <a:stCxn id="22" idx="2"/>
            <a:endCxn id="17" idx="0"/>
          </p:cNvCxnSpPr>
          <p:nvPr/>
        </p:nvCxnSpPr>
        <p:spPr>
          <a:xfrm rot="5400000">
            <a:off x="5899631" y="869544"/>
            <a:ext cx="1066755" cy="242051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E61C26C6-EB82-1B76-7C23-BA71DC5A78C7}"/>
              </a:ext>
            </a:extLst>
          </p:cNvPr>
          <p:cNvCxnSpPr>
            <a:stCxn id="22" idx="2"/>
            <a:endCxn id="19" idx="0"/>
          </p:cNvCxnSpPr>
          <p:nvPr/>
        </p:nvCxnSpPr>
        <p:spPr>
          <a:xfrm rot="16200000" flipH="1">
            <a:off x="8323228" y="866459"/>
            <a:ext cx="1066755" cy="24266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slz="http://schemas.microsoft.com/office/powerpoint/2016/slidezoom" Requires="pslz">
          <p:graphicFrame>
            <p:nvGraphicFramePr>
              <p:cNvPr id="104" name="Slide Zoom 103">
                <a:extLst>
                  <a:ext uri="{FF2B5EF4-FFF2-40B4-BE49-F238E27FC236}">
                    <a16:creationId xmlns:a16="http://schemas.microsoft.com/office/drawing/2014/main" id="{BDBB8F3D-4037-1015-3FE1-6775090AF402}"/>
                  </a:ext>
                </a:extLst>
              </p:cNvPr>
              <p:cNvGraphicFramePr>
                <a:graphicFrameLocks noChangeAspect="1"/>
              </p:cNvGraphicFramePr>
              <p:nvPr>
                <p:extLst>
                  <p:ext uri="{D42A27DB-BD31-4B8C-83A1-F6EECF244321}">
                    <p14:modId xmlns:p14="http://schemas.microsoft.com/office/powerpoint/2010/main" val="2613897135"/>
                  </p:ext>
                </p:extLst>
              </p:nvPr>
            </p:nvGraphicFramePr>
            <p:xfrm>
              <a:off x="6210878" y="2869301"/>
              <a:ext cx="267056" cy="150219"/>
            </p:xfrm>
            <a:graphic>
              <a:graphicData uri="http://schemas.microsoft.com/office/powerpoint/2016/slidezoom">
                <pslz:sldZm>
                  <pslz:sldZmObj sldId="599" cId="4217422227">
                    <pslz:zmPr id="{5B8F1E7B-0BFE-4595-AE8A-1ED9F98687FA}" returnToParent="0" transitionDur="1000">
                      <p166:blipFill xmlns:p166="http://schemas.microsoft.com/office/powerpoint/2016/6/main">
                        <a:blip r:embed="rId4"/>
                        <a:stretch>
                          <a:fillRect/>
                        </a:stretch>
                      </p166:blipFill>
                      <p166:spPr xmlns:p166="http://schemas.microsoft.com/office/powerpoint/2016/6/main">
                        <a:xfrm>
                          <a:off x="0" y="0"/>
                          <a:ext cx="267056" cy="150219"/>
                        </a:xfrm>
                        <a:prstGeom prst="rect">
                          <a:avLst/>
                        </a:prstGeom>
                        <a:ln w="3175">
                          <a:solidFill>
                            <a:prstClr val="ltGray"/>
                          </a:solidFill>
                        </a:ln>
                      </p166:spPr>
                    </pslz:zmPr>
                  </pslz:sldZmObj>
                </pslz:sldZm>
              </a:graphicData>
            </a:graphic>
          </p:graphicFrame>
        </mc:Choice>
        <mc:Fallback>
          <p:pic>
            <p:nvPicPr>
              <p:cNvPr id="104" name="Slide Zoom 103">
                <a:hlinkClick r:id="rId5" action="ppaction://hlinksldjump"/>
                <a:extLst>
                  <a:ext uri="{FF2B5EF4-FFF2-40B4-BE49-F238E27FC236}">
                    <a16:creationId xmlns:a16="http://schemas.microsoft.com/office/drawing/2014/main" id="{BDBB8F3D-4037-1015-3FE1-6775090AF402}"/>
                  </a:ext>
                </a:extLst>
              </p:cNvPr>
              <p:cNvPicPr>
                <a:picLocks noGrp="1" noRot="1" noChangeAspect="1" noMove="1" noResize="1" noEditPoints="1" noAdjustHandles="1" noChangeArrowheads="1" noChangeShapeType="1"/>
              </p:cNvPicPr>
              <p:nvPr/>
            </p:nvPicPr>
            <p:blipFill>
              <a:blip r:embed="rId4"/>
              <a:stretch>
                <a:fillRect/>
              </a:stretch>
            </p:blipFill>
            <p:spPr>
              <a:xfrm>
                <a:off x="6210878" y="2869301"/>
                <a:ext cx="267056" cy="150219"/>
              </a:xfrm>
              <a:prstGeom prst="rect">
                <a:avLst/>
              </a:prstGeom>
              <a:ln w="3175">
                <a:solidFill>
                  <a:prstClr val="ltGray"/>
                </a:solidFill>
              </a:ln>
            </p:spPr>
          </p:pic>
        </mc:Fallback>
      </mc:AlternateContent>
    </p:spTree>
    <p:extLst>
      <p:ext uri="{BB962C8B-B14F-4D97-AF65-F5344CB8AC3E}">
        <p14:creationId xmlns:p14="http://schemas.microsoft.com/office/powerpoint/2010/main" val="256415896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25D0-5AC8-B825-0E17-2ED1D3BEE80B}"/>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1AAF1644-2C68-6654-8F0A-184FF1A11925}"/>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5C42DAD1-556A-FA8E-9CC4-0B6997C379C3}"/>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50EA2319-0841-C4C0-1968-66099B0DD561}"/>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BBD92169-A53D-E18F-925C-E4299266DDEC}"/>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80DA4B42-331A-AD23-98AF-6EC59A81FE6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03FEF9E1-FBFC-4B6A-7F48-8A9667834489}"/>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429E743A-632E-9EB3-5D21-ECF5187657DD}"/>
                </a:ext>
              </a:extLst>
            </p:cNvPr>
            <p:cNvSpPr/>
            <p:nvPr/>
          </p:nvSpPr>
          <p:spPr>
            <a:xfrm>
              <a:off x="3708455" y="584240"/>
              <a:ext cx="3538728"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Data structure</a:t>
              </a:r>
            </a:p>
          </p:txBody>
        </p:sp>
      </p:grpSp>
      <p:sp>
        <p:nvSpPr>
          <p:cNvPr id="11" name="Rectangle 10">
            <a:extLst>
              <a:ext uri="{FF2B5EF4-FFF2-40B4-BE49-F238E27FC236}">
                <a16:creationId xmlns:a16="http://schemas.microsoft.com/office/drawing/2014/main" id="{4EE47463-724A-9191-841D-6F59B5883160}"/>
              </a:ext>
            </a:extLst>
          </p:cNvPr>
          <p:cNvSpPr/>
          <p:nvPr/>
        </p:nvSpPr>
        <p:spPr>
          <a:xfrm>
            <a:off x="5720080" y="914400"/>
            <a:ext cx="6471919" cy="5943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B84295BB-0FF8-DEF3-B50A-82F2EB04992B}"/>
              </a:ext>
            </a:extLst>
          </p:cNvPr>
          <p:cNvSpPr/>
          <p:nvPr/>
        </p:nvSpPr>
        <p:spPr>
          <a:xfrm>
            <a:off x="1037481" y="1784984"/>
            <a:ext cx="3797582" cy="436816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7" name="Rectangle 16">
            <a:extLst>
              <a:ext uri="{FF2B5EF4-FFF2-40B4-BE49-F238E27FC236}">
                <a16:creationId xmlns:a16="http://schemas.microsoft.com/office/drawing/2014/main" id="{B8985710-9080-40BE-5A54-62BBE7C5CBD0}"/>
              </a:ext>
            </a:extLst>
          </p:cNvPr>
          <p:cNvSpPr/>
          <p:nvPr/>
        </p:nvSpPr>
        <p:spPr>
          <a:xfrm>
            <a:off x="1037480" y="3606571"/>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Static data structures</a:t>
            </a:r>
          </a:p>
        </p:txBody>
      </p:sp>
      <p:sp>
        <p:nvSpPr>
          <p:cNvPr id="19" name="Rectangle 18">
            <a:extLst>
              <a:ext uri="{FF2B5EF4-FFF2-40B4-BE49-F238E27FC236}">
                <a16:creationId xmlns:a16="http://schemas.microsoft.com/office/drawing/2014/main" id="{FC8EBD36-80C5-781F-A5BE-BD276205A06F}"/>
              </a:ext>
            </a:extLst>
          </p:cNvPr>
          <p:cNvSpPr/>
          <p:nvPr/>
        </p:nvSpPr>
        <p:spPr>
          <a:xfrm>
            <a:off x="6733855" y="1784984"/>
            <a:ext cx="3797582" cy="436816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v"/>
            </a:pPr>
            <a:endParaRPr lang="en-ZA" sz="2000" b="1">
              <a:solidFill>
                <a:schemeClr val="tx1"/>
              </a:solidFill>
              <a:latin typeface="LM Roman 12" panose="00000500000000000000" pitchFamily="50" charset="0"/>
            </a:endParaRPr>
          </a:p>
        </p:txBody>
      </p:sp>
      <p:sp>
        <p:nvSpPr>
          <p:cNvPr id="21" name="Rectangle 20">
            <a:extLst>
              <a:ext uri="{FF2B5EF4-FFF2-40B4-BE49-F238E27FC236}">
                <a16:creationId xmlns:a16="http://schemas.microsoft.com/office/drawing/2014/main" id="{3BF64363-63CE-C3BD-6F06-A2D52DA29AD0}"/>
              </a:ext>
            </a:extLst>
          </p:cNvPr>
          <p:cNvSpPr/>
          <p:nvPr/>
        </p:nvSpPr>
        <p:spPr>
          <a:xfrm>
            <a:off x="6730641" y="3606571"/>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Dynamic data structures</a:t>
            </a:r>
          </a:p>
        </p:txBody>
      </p:sp>
    </p:spTree>
    <p:extLst>
      <p:ext uri="{BB962C8B-B14F-4D97-AF65-F5344CB8AC3E}">
        <p14:creationId xmlns:p14="http://schemas.microsoft.com/office/powerpoint/2010/main" val="421742222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D030-F2D8-C608-2AE5-F74B8C7BAC75}"/>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C51D6A94-E77C-8093-98B1-3AC211EFAC8F}"/>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E8D0BFB5-5FFC-0B19-3D44-68D48A4CE014}"/>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7877CE69-8235-E238-C90E-F0D50435326B}"/>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DF5A8209-D333-0E4F-FBB7-0C7E818ADB43}"/>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6C873F51-E05D-25F5-E4CA-F3A7D0C969F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D5381A85-0496-0420-1039-21AA8B71E60C}"/>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BBA0CC8F-C6E6-34B6-64B8-56874EAFBCD2}"/>
                </a:ext>
              </a:extLst>
            </p:cNvPr>
            <p:cNvSpPr/>
            <p:nvPr/>
          </p:nvSpPr>
          <p:spPr>
            <a:xfrm>
              <a:off x="3708455" y="584240"/>
              <a:ext cx="3538728"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Data structure</a:t>
              </a:r>
            </a:p>
          </p:txBody>
        </p:sp>
      </p:grpSp>
      <p:sp>
        <p:nvSpPr>
          <p:cNvPr id="11" name="Rectangle 10">
            <a:extLst>
              <a:ext uri="{FF2B5EF4-FFF2-40B4-BE49-F238E27FC236}">
                <a16:creationId xmlns:a16="http://schemas.microsoft.com/office/drawing/2014/main" id="{4C355CFC-D139-5A95-57F2-51A5F940B6A1}"/>
              </a:ext>
            </a:extLst>
          </p:cNvPr>
          <p:cNvSpPr/>
          <p:nvPr/>
        </p:nvSpPr>
        <p:spPr>
          <a:xfrm>
            <a:off x="5720080" y="914400"/>
            <a:ext cx="6471919" cy="5943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9C4F63BD-7BCB-488D-EE5D-5CD4EC031285}"/>
              </a:ext>
            </a:extLst>
          </p:cNvPr>
          <p:cNvSpPr/>
          <p:nvPr/>
        </p:nvSpPr>
        <p:spPr>
          <a:xfrm>
            <a:off x="1037481" y="1784984"/>
            <a:ext cx="3797582" cy="436816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v"/>
            </a:pPr>
            <a:r>
              <a:rPr lang="en-ZA" sz="2000" b="1">
                <a:solidFill>
                  <a:schemeClr val="tx1"/>
                </a:solidFill>
                <a:latin typeface="LM Roman 12" panose="00000500000000000000" pitchFamily="50" charset="0"/>
              </a:rPr>
              <a:t>Memory requirements remains unchanged for the entire program execution</a:t>
            </a:r>
          </a:p>
          <a:p>
            <a:endParaRPr lang="en-ZA" sz="2000" b="1">
              <a:solidFill>
                <a:schemeClr val="tx1"/>
              </a:solidFill>
              <a:latin typeface="LM Roman 12" panose="00000500000000000000" pitchFamily="50" charset="0"/>
            </a:endParaRP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Single subscript arrays </a:t>
            </a: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Multiple subscript arrays </a:t>
            </a: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Structures</a:t>
            </a:r>
          </a:p>
        </p:txBody>
      </p:sp>
      <p:sp>
        <p:nvSpPr>
          <p:cNvPr id="17" name="Rectangle 16">
            <a:extLst>
              <a:ext uri="{FF2B5EF4-FFF2-40B4-BE49-F238E27FC236}">
                <a16:creationId xmlns:a16="http://schemas.microsoft.com/office/drawing/2014/main" id="{2750C19D-AAEA-3896-08F7-F954380BE466}"/>
              </a:ext>
            </a:extLst>
          </p:cNvPr>
          <p:cNvSpPr/>
          <p:nvPr/>
        </p:nvSpPr>
        <p:spPr>
          <a:xfrm>
            <a:off x="1037481"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Static data structures</a:t>
            </a:r>
          </a:p>
        </p:txBody>
      </p:sp>
      <p:sp>
        <p:nvSpPr>
          <p:cNvPr id="19" name="Rectangle 18">
            <a:extLst>
              <a:ext uri="{FF2B5EF4-FFF2-40B4-BE49-F238E27FC236}">
                <a16:creationId xmlns:a16="http://schemas.microsoft.com/office/drawing/2014/main" id="{1403E1FC-8ED6-1591-4ECC-C6B863CE1D92}"/>
              </a:ext>
            </a:extLst>
          </p:cNvPr>
          <p:cNvSpPr/>
          <p:nvPr/>
        </p:nvSpPr>
        <p:spPr>
          <a:xfrm>
            <a:off x="6733855" y="1784984"/>
            <a:ext cx="3797582" cy="436816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v"/>
            </a:pPr>
            <a:r>
              <a:rPr lang="en-ZA" sz="2000" b="1">
                <a:solidFill>
                  <a:schemeClr val="tx1"/>
                </a:solidFill>
                <a:latin typeface="LM Roman 12" panose="00000500000000000000" pitchFamily="50" charset="0"/>
              </a:rPr>
              <a:t>Memory requirements change during the execution of the program</a:t>
            </a:r>
          </a:p>
          <a:p>
            <a:endParaRPr lang="en-ZA" sz="2000" b="1">
              <a:solidFill>
                <a:schemeClr val="tx1"/>
              </a:solidFill>
              <a:latin typeface="LM Roman 12" panose="00000500000000000000" pitchFamily="50" charset="0"/>
            </a:endParaRP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Linked lists </a:t>
            </a: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Stacks </a:t>
            </a: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Queues </a:t>
            </a:r>
          </a:p>
          <a:p>
            <a:pPr marL="342900" indent="-342900">
              <a:buFont typeface="Wingdings" panose="05000000000000000000" pitchFamily="2" charset="2"/>
              <a:buChar char="q"/>
            </a:pPr>
            <a:r>
              <a:rPr lang="en-ZA" sz="2000" b="1">
                <a:solidFill>
                  <a:schemeClr val="tx1"/>
                </a:solidFill>
                <a:latin typeface="LM Roman 12" panose="00000500000000000000" pitchFamily="50" charset="0"/>
              </a:rPr>
              <a:t>Trees</a:t>
            </a:r>
          </a:p>
        </p:txBody>
      </p:sp>
      <p:sp>
        <p:nvSpPr>
          <p:cNvPr id="21" name="Rectangle 20">
            <a:extLst>
              <a:ext uri="{FF2B5EF4-FFF2-40B4-BE49-F238E27FC236}">
                <a16:creationId xmlns:a16="http://schemas.microsoft.com/office/drawing/2014/main" id="{BFF30785-64D7-6C37-3505-D161CDC9D0E1}"/>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Dynamic data structures</a:t>
            </a:r>
          </a:p>
        </p:txBody>
      </p:sp>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E0FDC507-8C3F-B110-9F2B-49EFEBEE97D6}"/>
                  </a:ext>
                </a:extLst>
              </p:cNvPr>
              <p:cNvGraphicFramePr>
                <a:graphicFrameLocks noChangeAspect="1"/>
              </p:cNvGraphicFramePr>
              <p:nvPr>
                <p:extLst>
                  <p:ext uri="{D42A27DB-BD31-4B8C-83A1-F6EECF244321}">
                    <p14:modId xmlns:p14="http://schemas.microsoft.com/office/powerpoint/2010/main" val="324880822"/>
                  </p:ext>
                </p:extLst>
              </p:nvPr>
            </p:nvGraphicFramePr>
            <p:xfrm>
              <a:off x="8912927" y="5242738"/>
              <a:ext cx="1618510" cy="910412"/>
            </p:xfrm>
            <a:graphic>
              <a:graphicData uri="http://schemas.microsoft.com/office/powerpoint/2016/slidezoom">
                <pslz:sldZm>
                  <pslz:sldZmObj sldId="632" cId="2001640250">
                    <pslz:zmPr id="{40EB558A-F7AA-4D22-BA70-C425C635451C}" returnToParent="0" transitionDur="1000">
                      <p166:blipFill xmlns:p166="http://schemas.microsoft.com/office/powerpoint/2016/6/main">
                        <a:blip r:embed="rId4"/>
                        <a:stretch>
                          <a:fillRect/>
                        </a:stretch>
                      </p166:blipFill>
                      <p166:spPr xmlns:p166="http://schemas.microsoft.com/office/powerpoint/2016/6/main">
                        <a:xfrm>
                          <a:off x="0" y="0"/>
                          <a:ext cx="1618510" cy="910412"/>
                        </a:xfrm>
                        <a:prstGeom prst="rect">
                          <a:avLst/>
                        </a:prstGeom>
                        <a:ln w="3175">
                          <a:solidFill>
                            <a:prstClr val="ltGray"/>
                          </a:solidFill>
                        </a:ln>
                      </p166:spPr>
                    </pslz:zmPr>
                  </pslz:sldZmObj>
                </pslz:sldZm>
              </a:graphicData>
            </a:graphic>
          </p:graphicFrame>
        </mc:Choice>
        <mc:Fallback>
          <p:pic>
            <p:nvPicPr>
              <p:cNvPr id="3" name="Slide Zoom 2">
                <a:hlinkClick r:id="rId5" action="ppaction://hlinksldjump"/>
                <a:extLst>
                  <a:ext uri="{FF2B5EF4-FFF2-40B4-BE49-F238E27FC236}">
                    <a16:creationId xmlns:a16="http://schemas.microsoft.com/office/drawing/2014/main" id="{E0FDC507-8C3F-B110-9F2B-49EFEBEE97D6}"/>
                  </a:ext>
                </a:extLst>
              </p:cNvPr>
              <p:cNvPicPr>
                <a:picLocks noGrp="1" noRot="1" noChangeAspect="1" noMove="1" noResize="1" noEditPoints="1" noAdjustHandles="1" noChangeArrowheads="1" noChangeShapeType="1"/>
              </p:cNvPicPr>
              <p:nvPr/>
            </p:nvPicPr>
            <p:blipFill>
              <a:blip r:embed="rId4"/>
              <a:stretch>
                <a:fillRect/>
              </a:stretch>
            </p:blipFill>
            <p:spPr>
              <a:xfrm>
                <a:off x="8912927" y="5242738"/>
                <a:ext cx="1618510" cy="910412"/>
              </a:xfrm>
              <a:prstGeom prst="rect">
                <a:avLst/>
              </a:prstGeom>
              <a:ln w="3175">
                <a:solidFill>
                  <a:prstClr val="ltGray"/>
                </a:solidFill>
              </a:ln>
            </p:spPr>
          </p:pic>
        </mc:Fallback>
      </mc:AlternateContent>
    </p:spTree>
    <p:extLst>
      <p:ext uri="{BB962C8B-B14F-4D97-AF65-F5344CB8AC3E}">
        <p14:creationId xmlns:p14="http://schemas.microsoft.com/office/powerpoint/2010/main" val="20072120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15A2FF-F5BF-5245-768E-D3EFD744B803}"/>
              </a:ext>
            </a:extLst>
          </p:cNvPr>
          <p:cNvPicPr>
            <a:picLocks noChangeAspect="1"/>
          </p:cNvPicPr>
          <p:nvPr/>
        </p:nvPicPr>
        <p:blipFill>
          <a:blip r:embed="rId2"/>
          <a:stretch>
            <a:fillRect/>
          </a:stretch>
        </p:blipFill>
        <p:spPr>
          <a:xfrm>
            <a:off x="1182184" y="95973"/>
            <a:ext cx="10141489" cy="6441950"/>
          </a:xfrm>
          <a:prstGeom prst="rect">
            <a:avLst/>
          </a:prstGeom>
        </p:spPr>
      </p:pic>
      <p:pic>
        <p:nvPicPr>
          <p:cNvPr id="7" name="Picture 6">
            <a:extLst>
              <a:ext uri="{FF2B5EF4-FFF2-40B4-BE49-F238E27FC236}">
                <a16:creationId xmlns:a16="http://schemas.microsoft.com/office/drawing/2014/main" id="{2AF766BE-C9D2-AB8B-3B9D-1803F8B939D4}"/>
              </a:ext>
            </a:extLst>
          </p:cNvPr>
          <p:cNvPicPr>
            <a:picLocks noChangeAspect="1"/>
          </p:cNvPicPr>
          <p:nvPr/>
        </p:nvPicPr>
        <p:blipFill>
          <a:blip r:embed="rId3"/>
          <a:stretch>
            <a:fillRect/>
          </a:stretch>
        </p:blipFill>
        <p:spPr>
          <a:xfrm>
            <a:off x="1226240" y="6684854"/>
            <a:ext cx="10097433" cy="2777130"/>
          </a:xfrm>
          <a:prstGeom prst="rect">
            <a:avLst/>
          </a:prstGeom>
        </p:spPr>
      </p:pic>
    </p:spTree>
    <p:extLst>
      <p:ext uri="{BB962C8B-B14F-4D97-AF65-F5344CB8AC3E}">
        <p14:creationId xmlns:p14="http://schemas.microsoft.com/office/powerpoint/2010/main" val="2001640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CB11-0C8B-2796-10CA-E575B1307B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43E5C6-76BC-F198-47A8-5825B48875BC}"/>
              </a:ext>
            </a:extLst>
          </p:cNvPr>
          <p:cNvPicPr>
            <a:picLocks noChangeAspect="1"/>
          </p:cNvPicPr>
          <p:nvPr/>
        </p:nvPicPr>
        <p:blipFill>
          <a:blip r:embed="rId2"/>
          <a:stretch>
            <a:fillRect/>
          </a:stretch>
        </p:blipFill>
        <p:spPr>
          <a:xfrm>
            <a:off x="1192817" y="-2869518"/>
            <a:ext cx="10141489" cy="6441950"/>
          </a:xfrm>
          <a:prstGeom prst="rect">
            <a:avLst/>
          </a:prstGeom>
        </p:spPr>
      </p:pic>
      <p:pic>
        <p:nvPicPr>
          <p:cNvPr id="7" name="Picture 6">
            <a:extLst>
              <a:ext uri="{FF2B5EF4-FFF2-40B4-BE49-F238E27FC236}">
                <a16:creationId xmlns:a16="http://schemas.microsoft.com/office/drawing/2014/main" id="{AA948F8F-7E67-53DE-F3B2-D7B4A5AD073F}"/>
              </a:ext>
            </a:extLst>
          </p:cNvPr>
          <p:cNvPicPr>
            <a:picLocks noChangeAspect="1"/>
          </p:cNvPicPr>
          <p:nvPr/>
        </p:nvPicPr>
        <p:blipFill>
          <a:blip r:embed="rId3"/>
          <a:stretch>
            <a:fillRect/>
          </a:stretch>
        </p:blipFill>
        <p:spPr>
          <a:xfrm>
            <a:off x="1236873" y="3719363"/>
            <a:ext cx="10097433" cy="2777130"/>
          </a:xfrm>
          <a:prstGeom prst="rect">
            <a:avLst/>
          </a:prstGeom>
        </p:spPr>
      </p:pic>
    </p:spTree>
    <p:extLst>
      <p:ext uri="{BB962C8B-B14F-4D97-AF65-F5344CB8AC3E}">
        <p14:creationId xmlns:p14="http://schemas.microsoft.com/office/powerpoint/2010/main" val="30924403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895E0-79B8-E3F7-B39F-3EE21A123D91}"/>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3108A85B-13A5-1B4C-20E1-63BD91D9415A}"/>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B2C8AF6B-DEFD-4965-F586-C6B5E3156A88}"/>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23958C2B-BB42-FA13-1217-5AC3EACFF7E0}"/>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D21ED01A-AF32-9D23-D136-4F303434DFB3}"/>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2E2D177F-B3EA-926F-96A5-C335C31B45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246FF158-21D9-9E41-881F-B5860FECB105}"/>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6FDBFBF2-838A-7D63-82DA-A6CBAC9DA78A}"/>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Self-referencing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17" name="Group 16">
            <a:extLst>
              <a:ext uri="{FF2B5EF4-FFF2-40B4-BE49-F238E27FC236}">
                <a16:creationId xmlns:a16="http://schemas.microsoft.com/office/drawing/2014/main" id="{503AEBAA-ED08-55E8-E8E4-231F9F44D759}"/>
              </a:ext>
            </a:extLst>
          </p:cNvPr>
          <p:cNvGrpSpPr/>
          <p:nvPr/>
        </p:nvGrpSpPr>
        <p:grpSpPr>
          <a:xfrm>
            <a:off x="4152617" y="2699384"/>
            <a:ext cx="3797582" cy="2939416"/>
            <a:chOff x="6733855" y="1784984"/>
            <a:chExt cx="3797582" cy="2939416"/>
          </a:xfrm>
        </p:grpSpPr>
        <p:sp>
          <p:nvSpPr>
            <p:cNvPr id="12" name="Rectangle 11">
              <a:extLst>
                <a:ext uri="{FF2B5EF4-FFF2-40B4-BE49-F238E27FC236}">
                  <a16:creationId xmlns:a16="http://schemas.microsoft.com/office/drawing/2014/main" id="{7CC06147-6894-2CD7-0085-8FA6AC5F524A}"/>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“Jane”</a:t>
              </a:r>
            </a:p>
            <a:p>
              <a:r>
                <a:rPr lang="en-US" sz="2000" b="1">
                  <a:solidFill>
                    <a:schemeClr val="tx1"/>
                  </a:solidFill>
                  <a:latin typeface="LM Roman 12" panose="00000500000000000000" pitchFamily="50" charset="0"/>
                </a:rPr>
                <a:t>	ID = 2953545424</a:t>
              </a:r>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DBE5EDC1-35F8-D590-CC03-EABAE7648AE0}"/>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err="1">
                  <a:latin typeface="LM Roman 12" panose="00000500000000000000" pitchFamily="50" charset="0"/>
                </a:rPr>
                <a:t>StudentProfile</a:t>
              </a:r>
              <a:endParaRPr lang="en-ZA">
                <a:latin typeface="LM Roman 12" panose="00000500000000000000" pitchFamily="50" charset="0"/>
              </a:endParaRPr>
            </a:p>
          </p:txBody>
        </p:sp>
      </p:grpSp>
      <p:pic>
        <p:nvPicPr>
          <p:cNvPr id="16" name="Picture 15">
            <a:extLst>
              <a:ext uri="{FF2B5EF4-FFF2-40B4-BE49-F238E27FC236}">
                <a16:creationId xmlns:a16="http://schemas.microsoft.com/office/drawing/2014/main" id="{ED2BEFB8-3F24-DC49-9706-E5D53ACDE8A1}"/>
              </a:ext>
            </a:extLst>
          </p:cNvPr>
          <p:cNvPicPr>
            <a:picLocks noChangeAspect="1"/>
          </p:cNvPicPr>
          <p:nvPr/>
        </p:nvPicPr>
        <p:blipFill>
          <a:blip r:embed="rId4"/>
          <a:stretch>
            <a:fillRect/>
          </a:stretch>
        </p:blipFill>
        <p:spPr>
          <a:xfrm>
            <a:off x="1983751" y="1129308"/>
            <a:ext cx="3816546" cy="1187511"/>
          </a:xfrm>
          <a:prstGeom prst="rect">
            <a:avLst/>
          </a:prstGeom>
        </p:spPr>
      </p:pic>
      <p:sp>
        <p:nvSpPr>
          <p:cNvPr id="18" name="TextBox 17">
            <a:extLst>
              <a:ext uri="{FF2B5EF4-FFF2-40B4-BE49-F238E27FC236}">
                <a16:creationId xmlns:a16="http://schemas.microsoft.com/office/drawing/2014/main" id="{F91EB893-59E7-AB2A-1A78-3C67C4A7BF70}"/>
              </a:ext>
            </a:extLst>
          </p:cNvPr>
          <p:cNvSpPr txBox="1"/>
          <p:nvPr/>
        </p:nvSpPr>
        <p:spPr>
          <a:xfrm>
            <a:off x="2422559" y="6179600"/>
            <a:ext cx="7817205" cy="400110"/>
          </a:xfrm>
          <a:prstGeom prst="rect">
            <a:avLst/>
          </a:prstGeom>
          <a:noFill/>
        </p:spPr>
        <p:txBody>
          <a:bodyPr wrap="none" rtlCol="0">
            <a:spAutoFit/>
          </a:bodyPr>
          <a:lstStyle/>
          <a:p>
            <a:r>
              <a:rPr lang="en-US" sz="2000">
                <a:latin typeface="LM Roman 12" panose="00000500000000000000" pitchFamily="50" charset="0"/>
              </a:rPr>
              <a:t>What if you want to keep information for 2, 3, 100 or more students?</a:t>
            </a:r>
            <a:endParaRPr lang="en-ZA" sz="2000">
              <a:latin typeface="LM Roman 12" panose="00000500000000000000" pitchFamily="50" charset="0"/>
            </a:endParaRPr>
          </a:p>
        </p:txBody>
      </p:sp>
      <p:pic>
        <p:nvPicPr>
          <p:cNvPr id="20" name="Picture 19">
            <a:extLst>
              <a:ext uri="{FF2B5EF4-FFF2-40B4-BE49-F238E27FC236}">
                <a16:creationId xmlns:a16="http://schemas.microsoft.com/office/drawing/2014/main" id="{8F9477FB-9A4E-40DC-59F6-12A2AF352F07}"/>
              </a:ext>
            </a:extLst>
          </p:cNvPr>
          <p:cNvPicPr>
            <a:picLocks noChangeAspect="1"/>
          </p:cNvPicPr>
          <p:nvPr/>
        </p:nvPicPr>
        <p:blipFill>
          <a:blip r:embed="rId5"/>
          <a:stretch>
            <a:fillRect/>
          </a:stretch>
        </p:blipFill>
        <p:spPr>
          <a:xfrm>
            <a:off x="6331162" y="1187131"/>
            <a:ext cx="3810196" cy="1073205"/>
          </a:xfrm>
          <a:prstGeom prst="rect">
            <a:avLst/>
          </a:prstGeom>
        </p:spPr>
      </p:pic>
    </p:spTree>
    <p:extLst>
      <p:ext uri="{BB962C8B-B14F-4D97-AF65-F5344CB8AC3E}">
        <p14:creationId xmlns:p14="http://schemas.microsoft.com/office/powerpoint/2010/main" val="17641120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BE54F-2460-3323-C642-C673A149FF5A}"/>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DDEA0FF5-1DFD-F358-DDD6-0AC3FF3DB719}"/>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A94D1930-FAE0-81DB-2E65-E8528700F84D}"/>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7C21769A-7C03-7677-7422-972DCEC655EA}"/>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0AA81124-7D6E-8B5C-5057-B247FF35BD8A}"/>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3F839E97-745D-ACCC-5097-C4C22CB77E1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B345AD69-52B5-F50F-24B1-874A8D347F59}"/>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BF16865A-DB61-95E7-BCA2-2B1170C3969A}"/>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Self-referencing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17" name="Group 16">
            <a:extLst>
              <a:ext uri="{FF2B5EF4-FFF2-40B4-BE49-F238E27FC236}">
                <a16:creationId xmlns:a16="http://schemas.microsoft.com/office/drawing/2014/main" id="{6869D8D0-623F-B702-00BB-4F4171C65C48}"/>
              </a:ext>
            </a:extLst>
          </p:cNvPr>
          <p:cNvGrpSpPr/>
          <p:nvPr/>
        </p:nvGrpSpPr>
        <p:grpSpPr>
          <a:xfrm>
            <a:off x="4152617" y="2699384"/>
            <a:ext cx="3797582" cy="2939416"/>
            <a:chOff x="6733855" y="1784984"/>
            <a:chExt cx="3797582" cy="2939416"/>
          </a:xfrm>
        </p:grpSpPr>
        <p:sp>
          <p:nvSpPr>
            <p:cNvPr id="12" name="Rectangle 11">
              <a:extLst>
                <a:ext uri="{FF2B5EF4-FFF2-40B4-BE49-F238E27FC236}">
                  <a16:creationId xmlns:a16="http://schemas.microsoft.com/office/drawing/2014/main" id="{2C0C8660-63BB-3472-616A-308236EB7CD1}"/>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“Jane”</a:t>
              </a:r>
            </a:p>
            <a:p>
              <a:r>
                <a:rPr lang="en-US" sz="2000" b="1">
                  <a:solidFill>
                    <a:schemeClr val="tx1"/>
                  </a:solidFill>
                  <a:latin typeface="LM Roman 12" panose="00000500000000000000" pitchFamily="50" charset="0"/>
                </a:rPr>
                <a:t>	ID = 2953545424</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address of 		    </a:t>
              </a:r>
              <a:r>
                <a:rPr lang="en-US" sz="2000" b="1" err="1">
                  <a:solidFill>
                    <a:schemeClr val="tx1"/>
                  </a:solidFill>
                  <a:latin typeface="LM Roman 12" panose="00000500000000000000" pitchFamily="50" charset="0"/>
                </a:rPr>
                <a:t>nextstudent</a:t>
              </a:r>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BA1BE360-3FF5-7EB8-33C6-BA746CDB7492}"/>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err="1">
                  <a:latin typeface="LM Roman 12" panose="00000500000000000000" pitchFamily="50" charset="0"/>
                </a:rPr>
                <a:t>StudentProfile</a:t>
              </a:r>
              <a:endParaRPr lang="en-ZA">
                <a:latin typeface="LM Roman 12" panose="00000500000000000000" pitchFamily="50" charset="0"/>
              </a:endParaRPr>
            </a:p>
          </p:txBody>
        </p:sp>
      </p:grpSp>
      <p:sp>
        <p:nvSpPr>
          <p:cNvPr id="18" name="TextBox 17">
            <a:extLst>
              <a:ext uri="{FF2B5EF4-FFF2-40B4-BE49-F238E27FC236}">
                <a16:creationId xmlns:a16="http://schemas.microsoft.com/office/drawing/2014/main" id="{304F63CC-3DF2-03E5-8DFD-129A3FD8070A}"/>
              </a:ext>
            </a:extLst>
          </p:cNvPr>
          <p:cNvSpPr txBox="1"/>
          <p:nvPr/>
        </p:nvSpPr>
        <p:spPr>
          <a:xfrm>
            <a:off x="2422559" y="6179600"/>
            <a:ext cx="7817205" cy="400110"/>
          </a:xfrm>
          <a:prstGeom prst="rect">
            <a:avLst/>
          </a:prstGeom>
          <a:noFill/>
        </p:spPr>
        <p:txBody>
          <a:bodyPr wrap="none" rtlCol="0">
            <a:spAutoFit/>
          </a:bodyPr>
          <a:lstStyle/>
          <a:p>
            <a:r>
              <a:rPr lang="en-US" sz="2000">
                <a:latin typeface="LM Roman 12" panose="00000500000000000000" pitchFamily="50" charset="0"/>
              </a:rPr>
              <a:t>What if you want to keep information for 2, 3, 100 or more students?</a:t>
            </a:r>
            <a:endParaRPr lang="en-ZA" sz="2000">
              <a:latin typeface="LM Roman 12" panose="00000500000000000000" pitchFamily="50" charset="0"/>
            </a:endParaRPr>
          </a:p>
        </p:txBody>
      </p:sp>
      <p:pic>
        <p:nvPicPr>
          <p:cNvPr id="7" name="Picture 6">
            <a:extLst>
              <a:ext uri="{FF2B5EF4-FFF2-40B4-BE49-F238E27FC236}">
                <a16:creationId xmlns:a16="http://schemas.microsoft.com/office/drawing/2014/main" id="{22B14460-AA65-F984-AC40-D8B6F05A6ED3}"/>
              </a:ext>
            </a:extLst>
          </p:cNvPr>
          <p:cNvPicPr>
            <a:picLocks noChangeAspect="1"/>
          </p:cNvPicPr>
          <p:nvPr/>
        </p:nvPicPr>
        <p:blipFill>
          <a:blip r:embed="rId4"/>
          <a:stretch>
            <a:fillRect/>
          </a:stretch>
        </p:blipFill>
        <p:spPr>
          <a:xfrm>
            <a:off x="1897077" y="972955"/>
            <a:ext cx="2878171" cy="1687204"/>
          </a:xfrm>
          <a:prstGeom prst="rect">
            <a:avLst/>
          </a:prstGeom>
        </p:spPr>
      </p:pic>
      <p:pic>
        <p:nvPicPr>
          <p:cNvPr id="9" name="Picture 8">
            <a:extLst>
              <a:ext uri="{FF2B5EF4-FFF2-40B4-BE49-F238E27FC236}">
                <a16:creationId xmlns:a16="http://schemas.microsoft.com/office/drawing/2014/main" id="{3603310E-BB04-F448-F149-0563DD9C1D88}"/>
              </a:ext>
            </a:extLst>
          </p:cNvPr>
          <p:cNvPicPr>
            <a:picLocks noChangeAspect="1"/>
          </p:cNvPicPr>
          <p:nvPr/>
        </p:nvPicPr>
        <p:blipFill>
          <a:blip r:embed="rId5"/>
          <a:stretch>
            <a:fillRect/>
          </a:stretch>
        </p:blipFill>
        <p:spPr>
          <a:xfrm>
            <a:off x="6051406" y="927349"/>
            <a:ext cx="3606985" cy="1682836"/>
          </a:xfrm>
          <a:prstGeom prst="rect">
            <a:avLst/>
          </a:prstGeom>
        </p:spPr>
      </p:pic>
    </p:spTree>
    <p:extLst>
      <p:ext uri="{BB962C8B-B14F-4D97-AF65-F5344CB8AC3E}">
        <p14:creationId xmlns:p14="http://schemas.microsoft.com/office/powerpoint/2010/main" val="246941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885E-639A-373F-8FE5-24922D645154}"/>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7FA82E5E-B56C-0B25-2C4C-BD4EA27B1AD7}"/>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07751247-5DEB-D8FC-EC5B-56BA462E38B7}"/>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B37EA304-5A77-54D2-1399-43FBC7E63314}"/>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2A33A8B3-7988-1317-0BA3-695A05ECF785}"/>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E9233CA0-AF85-85EB-75ED-6DF37A70E0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13235D48-BC8F-DB3A-F625-6E42CFE7F049}"/>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0D9852CF-F5CE-DF64-D92F-6885F19AE8A0}"/>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Self-referencing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17" name="Group 16">
            <a:extLst>
              <a:ext uri="{FF2B5EF4-FFF2-40B4-BE49-F238E27FC236}">
                <a16:creationId xmlns:a16="http://schemas.microsoft.com/office/drawing/2014/main" id="{F64997C0-9F26-B475-9BB1-F6B70336585B}"/>
              </a:ext>
            </a:extLst>
          </p:cNvPr>
          <p:cNvGrpSpPr/>
          <p:nvPr/>
        </p:nvGrpSpPr>
        <p:grpSpPr>
          <a:xfrm>
            <a:off x="2253824" y="2691050"/>
            <a:ext cx="3797582" cy="2939416"/>
            <a:chOff x="6733855" y="1784984"/>
            <a:chExt cx="3797582" cy="2939416"/>
          </a:xfrm>
        </p:grpSpPr>
        <p:sp>
          <p:nvSpPr>
            <p:cNvPr id="12" name="Rectangle 11">
              <a:extLst>
                <a:ext uri="{FF2B5EF4-FFF2-40B4-BE49-F238E27FC236}">
                  <a16:creationId xmlns:a16="http://schemas.microsoft.com/office/drawing/2014/main" id="{EC33A95C-A783-4FDA-70B2-4143B106A816}"/>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“Jane”</a:t>
              </a:r>
            </a:p>
            <a:p>
              <a:r>
                <a:rPr lang="en-US" sz="2000" b="1">
                  <a:solidFill>
                    <a:schemeClr val="tx1"/>
                  </a:solidFill>
                  <a:latin typeface="LM Roman 12" panose="00000500000000000000" pitchFamily="50" charset="0"/>
                </a:rPr>
                <a:t>	ID = 2953545424</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&amp;john</a:t>
              </a:r>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39AD1712-0226-6CC9-7D6D-06207202B7D2}"/>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StudentProfile1</a:t>
              </a:r>
            </a:p>
          </p:txBody>
        </p:sp>
      </p:grpSp>
      <p:sp>
        <p:nvSpPr>
          <p:cNvPr id="18" name="TextBox 17">
            <a:extLst>
              <a:ext uri="{FF2B5EF4-FFF2-40B4-BE49-F238E27FC236}">
                <a16:creationId xmlns:a16="http://schemas.microsoft.com/office/drawing/2014/main" id="{A9532088-D6F0-CB3D-37B9-F1F52C7981E9}"/>
              </a:ext>
            </a:extLst>
          </p:cNvPr>
          <p:cNvSpPr txBox="1"/>
          <p:nvPr/>
        </p:nvSpPr>
        <p:spPr>
          <a:xfrm>
            <a:off x="2817957" y="5919817"/>
            <a:ext cx="6466899" cy="707886"/>
          </a:xfrm>
          <a:prstGeom prst="rect">
            <a:avLst/>
          </a:prstGeom>
          <a:noFill/>
        </p:spPr>
        <p:txBody>
          <a:bodyPr wrap="none" rtlCol="0">
            <a:spAutoFit/>
          </a:bodyPr>
          <a:lstStyle/>
          <a:p>
            <a:r>
              <a:rPr lang="en-US" sz="2000">
                <a:latin typeface="LM Roman 12" panose="00000500000000000000" pitchFamily="50" charset="0"/>
              </a:rPr>
              <a:t>Now the student can store not only its own information, </a:t>
            </a:r>
          </a:p>
          <a:p>
            <a:r>
              <a:rPr lang="en-US" sz="2000">
                <a:latin typeface="LM Roman 12" panose="00000500000000000000" pitchFamily="50" charset="0"/>
              </a:rPr>
              <a:t>but also the address of another student record!</a:t>
            </a:r>
            <a:endParaRPr lang="en-ZA" sz="2000">
              <a:latin typeface="LM Roman 12" panose="00000500000000000000" pitchFamily="50" charset="0"/>
            </a:endParaRPr>
          </a:p>
        </p:txBody>
      </p:sp>
      <p:grpSp>
        <p:nvGrpSpPr>
          <p:cNvPr id="2" name="Group 1">
            <a:extLst>
              <a:ext uri="{FF2B5EF4-FFF2-40B4-BE49-F238E27FC236}">
                <a16:creationId xmlns:a16="http://schemas.microsoft.com/office/drawing/2014/main" id="{E95FEEBF-986B-7306-DFC6-CC698C43F5CE}"/>
              </a:ext>
            </a:extLst>
          </p:cNvPr>
          <p:cNvGrpSpPr/>
          <p:nvPr/>
        </p:nvGrpSpPr>
        <p:grpSpPr>
          <a:xfrm>
            <a:off x="7102594" y="2699383"/>
            <a:ext cx="3797582" cy="2939416"/>
            <a:chOff x="6733855" y="1784984"/>
            <a:chExt cx="3797582" cy="2939416"/>
          </a:xfrm>
        </p:grpSpPr>
        <p:sp>
          <p:nvSpPr>
            <p:cNvPr id="4" name="Rectangle 3">
              <a:extLst>
                <a:ext uri="{FF2B5EF4-FFF2-40B4-BE49-F238E27FC236}">
                  <a16:creationId xmlns:a16="http://schemas.microsoft.com/office/drawing/2014/main" id="{257622BD-0FBB-E0DF-DE4E-34B3E6D1434A}"/>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“John”</a:t>
              </a:r>
            </a:p>
            <a:p>
              <a:r>
                <a:rPr lang="en-US" sz="2000" b="1">
                  <a:solidFill>
                    <a:schemeClr val="tx1"/>
                  </a:solidFill>
                  <a:latin typeface="LM Roman 12" panose="00000500000000000000" pitchFamily="50" charset="0"/>
                </a:rPr>
                <a:t>	ID = 396545412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a:t>
              </a:r>
              <a:r>
                <a:rPr lang="en-US" sz="2000" b="1" err="1">
                  <a:solidFill>
                    <a:schemeClr val="tx1"/>
                  </a:solidFill>
                  <a:latin typeface="LM Roman 12" panose="00000500000000000000" pitchFamily="50" charset="0"/>
                </a:rPr>
                <a:t>mary</a:t>
              </a:r>
              <a:endParaRPr lang="en-ZA" sz="2000" b="1">
                <a:solidFill>
                  <a:schemeClr val="tx1"/>
                </a:solidFill>
                <a:latin typeface="LM Roman 12" panose="00000500000000000000" pitchFamily="50" charset="0"/>
              </a:endParaRPr>
            </a:p>
          </p:txBody>
        </p:sp>
        <p:sp>
          <p:nvSpPr>
            <p:cNvPr id="5" name="Rectangle 4">
              <a:extLst>
                <a:ext uri="{FF2B5EF4-FFF2-40B4-BE49-F238E27FC236}">
                  <a16:creationId xmlns:a16="http://schemas.microsoft.com/office/drawing/2014/main" id="{9B2ACF5A-B49C-BD6D-02E8-821E8EFEF8E6}"/>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StudentProfile2</a:t>
              </a:r>
            </a:p>
          </p:txBody>
        </p:sp>
      </p:grpSp>
      <p:sp>
        <p:nvSpPr>
          <p:cNvPr id="6" name="Arrow: Right 5">
            <a:extLst>
              <a:ext uri="{FF2B5EF4-FFF2-40B4-BE49-F238E27FC236}">
                <a16:creationId xmlns:a16="http://schemas.microsoft.com/office/drawing/2014/main" id="{E48AD88D-3844-C2BC-0EB8-C8C08DE100A2}"/>
              </a:ext>
            </a:extLst>
          </p:cNvPr>
          <p:cNvSpPr/>
          <p:nvPr/>
        </p:nvSpPr>
        <p:spPr>
          <a:xfrm>
            <a:off x="6051406" y="3987692"/>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DAE0DC06-FA46-8DF2-51CC-E97D773F8BEF}"/>
              </a:ext>
            </a:extLst>
          </p:cNvPr>
          <p:cNvGrpSpPr/>
          <p:nvPr/>
        </p:nvGrpSpPr>
        <p:grpSpPr>
          <a:xfrm>
            <a:off x="11951364" y="2691050"/>
            <a:ext cx="3797582" cy="2939416"/>
            <a:chOff x="6733855" y="1784984"/>
            <a:chExt cx="3797582" cy="2939416"/>
          </a:xfrm>
        </p:grpSpPr>
        <p:sp>
          <p:nvSpPr>
            <p:cNvPr id="8" name="Rectangle 7">
              <a:extLst>
                <a:ext uri="{FF2B5EF4-FFF2-40B4-BE49-F238E27FC236}">
                  <a16:creationId xmlns:a16="http://schemas.microsoft.com/office/drawing/2014/main" id="{AB972452-E445-184B-2320-825A52FB63E2}"/>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“Mary”</a:t>
              </a:r>
            </a:p>
            <a:p>
              <a:r>
                <a:rPr lang="en-US" sz="2000" b="1">
                  <a:solidFill>
                    <a:schemeClr val="tx1"/>
                  </a:solidFill>
                  <a:latin typeface="LM Roman 12" panose="00000500000000000000" pitchFamily="50" charset="0"/>
                </a:rPr>
                <a:t>	ID = 29654512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&amp;may</a:t>
              </a:r>
              <a:endParaRPr lang="en-ZA" sz="2000" b="1">
                <a:solidFill>
                  <a:schemeClr val="tx1"/>
                </a:solidFill>
                <a:latin typeface="LM Roman 12" panose="00000500000000000000" pitchFamily="50" charset="0"/>
              </a:endParaRPr>
            </a:p>
          </p:txBody>
        </p:sp>
        <p:sp>
          <p:nvSpPr>
            <p:cNvPr id="9" name="Rectangle 8">
              <a:extLst>
                <a:ext uri="{FF2B5EF4-FFF2-40B4-BE49-F238E27FC236}">
                  <a16:creationId xmlns:a16="http://schemas.microsoft.com/office/drawing/2014/main" id="{A453EEC3-72E6-1C2D-537B-85A5E9F5B897}"/>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StudentProfile3</a:t>
              </a:r>
            </a:p>
          </p:txBody>
        </p:sp>
      </p:grpSp>
      <p:sp>
        <p:nvSpPr>
          <p:cNvPr id="10" name="Arrow: Right 9">
            <a:extLst>
              <a:ext uri="{FF2B5EF4-FFF2-40B4-BE49-F238E27FC236}">
                <a16:creationId xmlns:a16="http://schemas.microsoft.com/office/drawing/2014/main" id="{DADE5EAA-71E9-0019-053E-A726A3C24895}"/>
              </a:ext>
            </a:extLst>
          </p:cNvPr>
          <p:cNvSpPr/>
          <p:nvPr/>
        </p:nvSpPr>
        <p:spPr>
          <a:xfrm>
            <a:off x="10900176" y="3979359"/>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1" name="Group 10">
            <a:extLst>
              <a:ext uri="{FF2B5EF4-FFF2-40B4-BE49-F238E27FC236}">
                <a16:creationId xmlns:a16="http://schemas.microsoft.com/office/drawing/2014/main" id="{E2CC3377-7BE8-850E-5366-33CD4011CC8A}"/>
              </a:ext>
            </a:extLst>
          </p:cNvPr>
          <p:cNvGrpSpPr/>
          <p:nvPr/>
        </p:nvGrpSpPr>
        <p:grpSpPr>
          <a:xfrm>
            <a:off x="16800134" y="2691050"/>
            <a:ext cx="3797582" cy="2939416"/>
            <a:chOff x="6733855" y="1784984"/>
            <a:chExt cx="3797582" cy="2939416"/>
          </a:xfrm>
        </p:grpSpPr>
        <p:sp>
          <p:nvSpPr>
            <p:cNvPr id="13" name="Rectangle 12">
              <a:extLst>
                <a:ext uri="{FF2B5EF4-FFF2-40B4-BE49-F238E27FC236}">
                  <a16:creationId xmlns:a16="http://schemas.microsoft.com/office/drawing/2014/main" id="{4B7D740E-ADDE-4777-CC0B-D4EAD2BDC735}"/>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“May”</a:t>
              </a:r>
            </a:p>
            <a:p>
              <a:r>
                <a:rPr lang="en-US" sz="2000" b="1">
                  <a:solidFill>
                    <a:schemeClr val="tx1"/>
                  </a:solidFill>
                  <a:latin typeface="LM Roman 12" panose="00000500000000000000" pitchFamily="50" charset="0"/>
                </a:rPr>
                <a:t>	ID = 4585412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NULL</a:t>
              </a:r>
              <a:endParaRPr lang="en-ZA" sz="2000" b="1">
                <a:solidFill>
                  <a:schemeClr val="tx1"/>
                </a:solidFill>
                <a:latin typeface="LM Roman 12" panose="00000500000000000000" pitchFamily="50" charset="0"/>
              </a:endParaRPr>
            </a:p>
          </p:txBody>
        </p:sp>
        <p:sp>
          <p:nvSpPr>
            <p:cNvPr id="15" name="Rectangle 14">
              <a:extLst>
                <a:ext uri="{FF2B5EF4-FFF2-40B4-BE49-F238E27FC236}">
                  <a16:creationId xmlns:a16="http://schemas.microsoft.com/office/drawing/2014/main" id="{2C648C7D-9737-F09B-EACE-E1F004E56980}"/>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StudentProfile4</a:t>
              </a:r>
            </a:p>
          </p:txBody>
        </p:sp>
      </p:grpSp>
      <p:sp>
        <p:nvSpPr>
          <p:cNvPr id="16" name="Arrow: Right 15">
            <a:extLst>
              <a:ext uri="{FF2B5EF4-FFF2-40B4-BE49-F238E27FC236}">
                <a16:creationId xmlns:a16="http://schemas.microsoft.com/office/drawing/2014/main" id="{8A3F668D-4E37-4E56-E63F-3298BD458C16}"/>
              </a:ext>
            </a:extLst>
          </p:cNvPr>
          <p:cNvSpPr/>
          <p:nvPr/>
        </p:nvSpPr>
        <p:spPr>
          <a:xfrm>
            <a:off x="15748946" y="3979359"/>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D4B17AE3-7EA2-D383-A74E-48B88F92CFA2}"/>
              </a:ext>
            </a:extLst>
          </p:cNvPr>
          <p:cNvPicPr>
            <a:picLocks noChangeAspect="1"/>
          </p:cNvPicPr>
          <p:nvPr/>
        </p:nvPicPr>
        <p:blipFill>
          <a:blip r:embed="rId4"/>
          <a:stretch>
            <a:fillRect/>
          </a:stretch>
        </p:blipFill>
        <p:spPr>
          <a:xfrm>
            <a:off x="1897077" y="972955"/>
            <a:ext cx="2878171" cy="1687204"/>
          </a:xfrm>
          <a:prstGeom prst="rect">
            <a:avLst/>
          </a:prstGeom>
        </p:spPr>
      </p:pic>
      <p:pic>
        <p:nvPicPr>
          <p:cNvPr id="22" name="Picture 21">
            <a:extLst>
              <a:ext uri="{FF2B5EF4-FFF2-40B4-BE49-F238E27FC236}">
                <a16:creationId xmlns:a16="http://schemas.microsoft.com/office/drawing/2014/main" id="{05CF5B53-ED57-2A87-98B4-A19FC422458E}"/>
              </a:ext>
            </a:extLst>
          </p:cNvPr>
          <p:cNvPicPr>
            <a:picLocks noChangeAspect="1"/>
          </p:cNvPicPr>
          <p:nvPr/>
        </p:nvPicPr>
        <p:blipFill>
          <a:blip r:embed="rId5"/>
          <a:stretch>
            <a:fillRect/>
          </a:stretch>
        </p:blipFill>
        <p:spPr>
          <a:xfrm>
            <a:off x="6051406" y="927349"/>
            <a:ext cx="3606985" cy="1682836"/>
          </a:xfrm>
          <a:prstGeom prst="rect">
            <a:avLst/>
          </a:prstGeom>
        </p:spPr>
      </p:pic>
    </p:spTree>
    <p:extLst>
      <p:ext uri="{BB962C8B-B14F-4D97-AF65-F5344CB8AC3E}">
        <p14:creationId xmlns:p14="http://schemas.microsoft.com/office/powerpoint/2010/main" val="226961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03C91-5169-E09F-6EC0-1056329AC099}"/>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DC1B182E-1270-535E-D0F2-E16B7254F7AF}"/>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2A69CE25-A18F-3AE1-9BD1-8FE40D7DD355}"/>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BFDCD5AC-8B29-3283-97D0-E522CF0542C6}"/>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F2A2C5E4-D139-3B8A-06D3-8FC8DCE5F790}"/>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773F72D4-306B-81F3-FC08-2168A7BCFE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E5CBEAA7-522B-50B3-6848-78F35F334F14}"/>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683685BB-54D8-FD8A-D59C-D8E9EACAE754}"/>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Self-referencing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17" name="Group 16">
            <a:extLst>
              <a:ext uri="{FF2B5EF4-FFF2-40B4-BE49-F238E27FC236}">
                <a16:creationId xmlns:a16="http://schemas.microsoft.com/office/drawing/2014/main" id="{226F6784-F281-1755-1EA0-7457511FC16C}"/>
              </a:ext>
            </a:extLst>
          </p:cNvPr>
          <p:cNvGrpSpPr/>
          <p:nvPr/>
        </p:nvGrpSpPr>
        <p:grpSpPr>
          <a:xfrm>
            <a:off x="-1576278" y="2775262"/>
            <a:ext cx="3797582" cy="2939416"/>
            <a:chOff x="6733855" y="1784984"/>
            <a:chExt cx="3797582" cy="2939416"/>
          </a:xfrm>
        </p:grpSpPr>
        <p:sp>
          <p:nvSpPr>
            <p:cNvPr id="12" name="Rectangle 11">
              <a:extLst>
                <a:ext uri="{FF2B5EF4-FFF2-40B4-BE49-F238E27FC236}">
                  <a16:creationId xmlns:a16="http://schemas.microsoft.com/office/drawing/2014/main" id="{63FB965E-7B65-665C-0F0F-1D8A1CD16BBE}"/>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“Jane”</a:t>
              </a:r>
            </a:p>
            <a:p>
              <a:r>
                <a:rPr lang="en-US" sz="2000" b="1">
                  <a:solidFill>
                    <a:schemeClr val="tx1"/>
                  </a:solidFill>
                  <a:latin typeface="LM Roman 12" panose="00000500000000000000" pitchFamily="50" charset="0"/>
                </a:rPr>
                <a:t>	ID = 2953545424</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&amp;john</a:t>
              </a:r>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4CA30D6F-2B07-1F6E-371E-427E43231539}"/>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StudentProfile1</a:t>
              </a:r>
            </a:p>
          </p:txBody>
        </p:sp>
      </p:grpSp>
      <p:sp>
        <p:nvSpPr>
          <p:cNvPr id="18" name="TextBox 17">
            <a:extLst>
              <a:ext uri="{FF2B5EF4-FFF2-40B4-BE49-F238E27FC236}">
                <a16:creationId xmlns:a16="http://schemas.microsoft.com/office/drawing/2014/main" id="{7288C51D-2BBD-EC33-F923-86FD193DC7C3}"/>
              </a:ext>
            </a:extLst>
          </p:cNvPr>
          <p:cNvSpPr txBox="1"/>
          <p:nvPr/>
        </p:nvSpPr>
        <p:spPr>
          <a:xfrm>
            <a:off x="2817957" y="5919817"/>
            <a:ext cx="6466899" cy="707886"/>
          </a:xfrm>
          <a:prstGeom prst="rect">
            <a:avLst/>
          </a:prstGeom>
          <a:noFill/>
        </p:spPr>
        <p:txBody>
          <a:bodyPr wrap="none" rtlCol="0">
            <a:spAutoFit/>
          </a:bodyPr>
          <a:lstStyle/>
          <a:p>
            <a:r>
              <a:rPr lang="en-US" sz="2000">
                <a:latin typeface="LM Roman 12" panose="00000500000000000000" pitchFamily="50" charset="0"/>
              </a:rPr>
              <a:t>Now the student can store not only its own information, </a:t>
            </a:r>
          </a:p>
          <a:p>
            <a:r>
              <a:rPr lang="en-US" sz="2000">
                <a:latin typeface="LM Roman 12" panose="00000500000000000000" pitchFamily="50" charset="0"/>
              </a:rPr>
              <a:t>but also the address of another student record!</a:t>
            </a:r>
            <a:endParaRPr lang="en-ZA" sz="2000">
              <a:latin typeface="LM Roman 12" panose="00000500000000000000" pitchFamily="50" charset="0"/>
            </a:endParaRPr>
          </a:p>
        </p:txBody>
      </p:sp>
      <p:grpSp>
        <p:nvGrpSpPr>
          <p:cNvPr id="2" name="Group 1">
            <a:extLst>
              <a:ext uri="{FF2B5EF4-FFF2-40B4-BE49-F238E27FC236}">
                <a16:creationId xmlns:a16="http://schemas.microsoft.com/office/drawing/2014/main" id="{C3D81823-10E1-5C9E-6B6A-47483E42D2F3}"/>
              </a:ext>
            </a:extLst>
          </p:cNvPr>
          <p:cNvGrpSpPr/>
          <p:nvPr/>
        </p:nvGrpSpPr>
        <p:grpSpPr>
          <a:xfrm>
            <a:off x="3272492" y="2783595"/>
            <a:ext cx="3797582" cy="2939416"/>
            <a:chOff x="6733855" y="1784984"/>
            <a:chExt cx="3797582" cy="2939416"/>
          </a:xfrm>
        </p:grpSpPr>
        <p:sp>
          <p:nvSpPr>
            <p:cNvPr id="4" name="Rectangle 3">
              <a:extLst>
                <a:ext uri="{FF2B5EF4-FFF2-40B4-BE49-F238E27FC236}">
                  <a16:creationId xmlns:a16="http://schemas.microsoft.com/office/drawing/2014/main" id="{28B86C69-6D40-EE7E-8BB5-96B705D6AF68}"/>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“John”</a:t>
              </a:r>
            </a:p>
            <a:p>
              <a:r>
                <a:rPr lang="en-US" sz="2000" b="1">
                  <a:solidFill>
                    <a:schemeClr val="tx1"/>
                  </a:solidFill>
                  <a:latin typeface="LM Roman 12" panose="00000500000000000000" pitchFamily="50" charset="0"/>
                </a:rPr>
                <a:t>	ID = 396545412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a:t>
              </a:r>
              <a:r>
                <a:rPr lang="en-US" sz="2000" b="1" err="1">
                  <a:solidFill>
                    <a:schemeClr val="tx1"/>
                  </a:solidFill>
                  <a:latin typeface="LM Roman 12" panose="00000500000000000000" pitchFamily="50" charset="0"/>
                </a:rPr>
                <a:t>mary</a:t>
              </a:r>
              <a:endParaRPr lang="en-ZA" sz="2000" b="1">
                <a:solidFill>
                  <a:schemeClr val="tx1"/>
                </a:solidFill>
                <a:latin typeface="LM Roman 12" panose="00000500000000000000" pitchFamily="50" charset="0"/>
              </a:endParaRPr>
            </a:p>
          </p:txBody>
        </p:sp>
        <p:sp>
          <p:nvSpPr>
            <p:cNvPr id="5" name="Rectangle 4">
              <a:extLst>
                <a:ext uri="{FF2B5EF4-FFF2-40B4-BE49-F238E27FC236}">
                  <a16:creationId xmlns:a16="http://schemas.microsoft.com/office/drawing/2014/main" id="{0B12A691-9C89-E3FF-E05E-F041D5D8E1D8}"/>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StudentProfile2</a:t>
              </a:r>
            </a:p>
          </p:txBody>
        </p:sp>
      </p:grpSp>
      <p:sp>
        <p:nvSpPr>
          <p:cNvPr id="6" name="Arrow: Right 5">
            <a:extLst>
              <a:ext uri="{FF2B5EF4-FFF2-40B4-BE49-F238E27FC236}">
                <a16:creationId xmlns:a16="http://schemas.microsoft.com/office/drawing/2014/main" id="{7D5FE34F-7E18-43CD-4C4D-452D5E4F7FFB}"/>
              </a:ext>
            </a:extLst>
          </p:cNvPr>
          <p:cNvSpPr/>
          <p:nvPr/>
        </p:nvSpPr>
        <p:spPr>
          <a:xfrm>
            <a:off x="2221304" y="4071904"/>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77A959FE-0B29-3DA6-4709-B26A7E992346}"/>
              </a:ext>
            </a:extLst>
          </p:cNvPr>
          <p:cNvGrpSpPr/>
          <p:nvPr/>
        </p:nvGrpSpPr>
        <p:grpSpPr>
          <a:xfrm>
            <a:off x="8121262" y="2775262"/>
            <a:ext cx="3797582" cy="2939416"/>
            <a:chOff x="6733855" y="1784984"/>
            <a:chExt cx="3797582" cy="2939416"/>
          </a:xfrm>
        </p:grpSpPr>
        <p:sp>
          <p:nvSpPr>
            <p:cNvPr id="8" name="Rectangle 7">
              <a:extLst>
                <a:ext uri="{FF2B5EF4-FFF2-40B4-BE49-F238E27FC236}">
                  <a16:creationId xmlns:a16="http://schemas.microsoft.com/office/drawing/2014/main" id="{7BBA25C6-9023-40B9-EAB0-10739FAB9B02}"/>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“Mary”</a:t>
              </a:r>
            </a:p>
            <a:p>
              <a:r>
                <a:rPr lang="en-US" sz="2000" b="1">
                  <a:solidFill>
                    <a:schemeClr val="tx1"/>
                  </a:solidFill>
                  <a:latin typeface="LM Roman 12" panose="00000500000000000000" pitchFamily="50" charset="0"/>
                </a:rPr>
                <a:t>	ID = 29654512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&amp;may</a:t>
              </a:r>
              <a:endParaRPr lang="en-ZA" sz="2000" b="1">
                <a:solidFill>
                  <a:schemeClr val="tx1"/>
                </a:solidFill>
                <a:latin typeface="LM Roman 12" panose="00000500000000000000" pitchFamily="50" charset="0"/>
              </a:endParaRPr>
            </a:p>
          </p:txBody>
        </p:sp>
        <p:sp>
          <p:nvSpPr>
            <p:cNvPr id="9" name="Rectangle 8">
              <a:extLst>
                <a:ext uri="{FF2B5EF4-FFF2-40B4-BE49-F238E27FC236}">
                  <a16:creationId xmlns:a16="http://schemas.microsoft.com/office/drawing/2014/main" id="{F725CD6D-8CE0-84AE-4C79-1C787B442E90}"/>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StudentProfile3</a:t>
              </a:r>
            </a:p>
          </p:txBody>
        </p:sp>
      </p:grpSp>
      <p:sp>
        <p:nvSpPr>
          <p:cNvPr id="10" name="Arrow: Right 9">
            <a:extLst>
              <a:ext uri="{FF2B5EF4-FFF2-40B4-BE49-F238E27FC236}">
                <a16:creationId xmlns:a16="http://schemas.microsoft.com/office/drawing/2014/main" id="{AFB91F9B-EF0B-123C-217D-ACE68539F1DE}"/>
              </a:ext>
            </a:extLst>
          </p:cNvPr>
          <p:cNvSpPr/>
          <p:nvPr/>
        </p:nvSpPr>
        <p:spPr>
          <a:xfrm>
            <a:off x="7070074" y="4063571"/>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1" name="Group 10">
            <a:extLst>
              <a:ext uri="{FF2B5EF4-FFF2-40B4-BE49-F238E27FC236}">
                <a16:creationId xmlns:a16="http://schemas.microsoft.com/office/drawing/2014/main" id="{400E978A-3DAA-D516-8926-52808EC0AC09}"/>
              </a:ext>
            </a:extLst>
          </p:cNvPr>
          <p:cNvGrpSpPr/>
          <p:nvPr/>
        </p:nvGrpSpPr>
        <p:grpSpPr>
          <a:xfrm>
            <a:off x="12970032" y="2775262"/>
            <a:ext cx="3797582" cy="2939416"/>
            <a:chOff x="6733855" y="1784984"/>
            <a:chExt cx="3797582" cy="2939416"/>
          </a:xfrm>
        </p:grpSpPr>
        <p:sp>
          <p:nvSpPr>
            <p:cNvPr id="13" name="Rectangle 12">
              <a:extLst>
                <a:ext uri="{FF2B5EF4-FFF2-40B4-BE49-F238E27FC236}">
                  <a16:creationId xmlns:a16="http://schemas.microsoft.com/office/drawing/2014/main" id="{266404FD-B2B3-C2AD-316B-F875CDA8045E}"/>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“May”</a:t>
              </a:r>
            </a:p>
            <a:p>
              <a:r>
                <a:rPr lang="en-US" sz="2000" b="1">
                  <a:solidFill>
                    <a:schemeClr val="tx1"/>
                  </a:solidFill>
                  <a:latin typeface="LM Roman 12" panose="00000500000000000000" pitchFamily="50" charset="0"/>
                </a:rPr>
                <a:t>	ID = 4585412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NULL</a:t>
              </a:r>
              <a:endParaRPr lang="en-ZA" sz="2000" b="1">
                <a:solidFill>
                  <a:schemeClr val="tx1"/>
                </a:solidFill>
                <a:latin typeface="LM Roman 12" panose="00000500000000000000" pitchFamily="50" charset="0"/>
              </a:endParaRPr>
            </a:p>
          </p:txBody>
        </p:sp>
        <p:sp>
          <p:nvSpPr>
            <p:cNvPr id="15" name="Rectangle 14">
              <a:extLst>
                <a:ext uri="{FF2B5EF4-FFF2-40B4-BE49-F238E27FC236}">
                  <a16:creationId xmlns:a16="http://schemas.microsoft.com/office/drawing/2014/main" id="{DC764935-A9CF-A652-6038-C63F21FB1963}"/>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StudentProfile4</a:t>
              </a:r>
            </a:p>
          </p:txBody>
        </p:sp>
      </p:grpSp>
      <p:sp>
        <p:nvSpPr>
          <p:cNvPr id="16" name="Arrow: Right 15">
            <a:extLst>
              <a:ext uri="{FF2B5EF4-FFF2-40B4-BE49-F238E27FC236}">
                <a16:creationId xmlns:a16="http://schemas.microsoft.com/office/drawing/2014/main" id="{E9713852-4B0D-F0CF-22AA-63A10C316511}"/>
              </a:ext>
            </a:extLst>
          </p:cNvPr>
          <p:cNvSpPr/>
          <p:nvPr/>
        </p:nvSpPr>
        <p:spPr>
          <a:xfrm>
            <a:off x="11918844" y="4063571"/>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2" name="Picture 21">
            <a:extLst>
              <a:ext uri="{FF2B5EF4-FFF2-40B4-BE49-F238E27FC236}">
                <a16:creationId xmlns:a16="http://schemas.microsoft.com/office/drawing/2014/main" id="{1C5DF84C-60DD-71E0-609A-293B307BBC0D}"/>
              </a:ext>
            </a:extLst>
          </p:cNvPr>
          <p:cNvPicPr>
            <a:picLocks noChangeAspect="1"/>
          </p:cNvPicPr>
          <p:nvPr/>
        </p:nvPicPr>
        <p:blipFill>
          <a:blip r:embed="rId4"/>
          <a:stretch>
            <a:fillRect/>
          </a:stretch>
        </p:blipFill>
        <p:spPr>
          <a:xfrm>
            <a:off x="2393618" y="1098286"/>
            <a:ext cx="7315576" cy="1378021"/>
          </a:xfrm>
          <a:prstGeom prst="rect">
            <a:avLst/>
          </a:prstGeom>
        </p:spPr>
      </p:pic>
    </p:spTree>
    <p:extLst>
      <p:ext uri="{BB962C8B-B14F-4D97-AF65-F5344CB8AC3E}">
        <p14:creationId xmlns:p14="http://schemas.microsoft.com/office/powerpoint/2010/main" val="20443582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A00A-E03E-B0E2-CB0D-93113858FD54}"/>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98A7F46E-E894-6FD8-2928-27D9856B6839}"/>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C1E16C16-D28E-94AE-9E11-4C760F38E36A}"/>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2E53AC21-7431-2101-12BC-C032C9E95F1E}"/>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8962EEAF-C607-3AF2-C00D-19E286439A21}"/>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A565A790-3ECE-C3F2-45E9-3F194F1D2D0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2A878A70-7EAA-6073-FBBA-34A81E78E093}"/>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B7EB4C88-A9DF-BF9C-6C90-FCE341889781}"/>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Self-referencing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17" name="Group 16">
            <a:extLst>
              <a:ext uri="{FF2B5EF4-FFF2-40B4-BE49-F238E27FC236}">
                <a16:creationId xmlns:a16="http://schemas.microsoft.com/office/drawing/2014/main" id="{CA3471F9-7587-B341-4818-0A89B50EF10F}"/>
              </a:ext>
            </a:extLst>
          </p:cNvPr>
          <p:cNvGrpSpPr/>
          <p:nvPr/>
        </p:nvGrpSpPr>
        <p:grpSpPr>
          <a:xfrm>
            <a:off x="-6205337" y="2811780"/>
            <a:ext cx="3797582" cy="2939416"/>
            <a:chOff x="6733855" y="1784984"/>
            <a:chExt cx="3797582" cy="2939416"/>
          </a:xfrm>
        </p:grpSpPr>
        <p:sp>
          <p:nvSpPr>
            <p:cNvPr id="12" name="Rectangle 11">
              <a:extLst>
                <a:ext uri="{FF2B5EF4-FFF2-40B4-BE49-F238E27FC236}">
                  <a16:creationId xmlns:a16="http://schemas.microsoft.com/office/drawing/2014/main" id="{006D1DEA-2958-92D9-9314-3AD257A53B8F}"/>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“Jane”</a:t>
              </a:r>
            </a:p>
            <a:p>
              <a:r>
                <a:rPr lang="en-US" sz="2000" b="1">
                  <a:solidFill>
                    <a:schemeClr val="tx1"/>
                  </a:solidFill>
                  <a:latin typeface="LM Roman 12" panose="00000500000000000000" pitchFamily="50" charset="0"/>
                </a:rPr>
                <a:t>	ID = 2953545424</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&amp;john</a:t>
              </a:r>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4BC4ABA3-1B8A-8CC7-664A-96BB2C9F985C}"/>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StudentProfile1</a:t>
              </a:r>
            </a:p>
          </p:txBody>
        </p:sp>
      </p:grpSp>
      <p:sp>
        <p:nvSpPr>
          <p:cNvPr id="18" name="TextBox 17">
            <a:extLst>
              <a:ext uri="{FF2B5EF4-FFF2-40B4-BE49-F238E27FC236}">
                <a16:creationId xmlns:a16="http://schemas.microsoft.com/office/drawing/2014/main" id="{386E87FC-1CAC-4859-235A-C42F712420E5}"/>
              </a:ext>
            </a:extLst>
          </p:cNvPr>
          <p:cNvSpPr txBox="1"/>
          <p:nvPr/>
        </p:nvSpPr>
        <p:spPr>
          <a:xfrm>
            <a:off x="2817957" y="5919817"/>
            <a:ext cx="6466899" cy="707886"/>
          </a:xfrm>
          <a:prstGeom prst="rect">
            <a:avLst/>
          </a:prstGeom>
          <a:noFill/>
        </p:spPr>
        <p:txBody>
          <a:bodyPr wrap="none" rtlCol="0">
            <a:spAutoFit/>
          </a:bodyPr>
          <a:lstStyle/>
          <a:p>
            <a:r>
              <a:rPr lang="en-US" sz="2000">
                <a:latin typeface="LM Roman 12" panose="00000500000000000000" pitchFamily="50" charset="0"/>
              </a:rPr>
              <a:t>Now the student can store not only its own information, </a:t>
            </a:r>
          </a:p>
          <a:p>
            <a:r>
              <a:rPr lang="en-US" sz="2000">
                <a:latin typeface="LM Roman 12" panose="00000500000000000000" pitchFamily="50" charset="0"/>
              </a:rPr>
              <a:t>but also the address of another student record!</a:t>
            </a:r>
            <a:endParaRPr lang="en-ZA" sz="2000">
              <a:latin typeface="LM Roman 12" panose="00000500000000000000" pitchFamily="50" charset="0"/>
            </a:endParaRPr>
          </a:p>
        </p:txBody>
      </p:sp>
      <p:grpSp>
        <p:nvGrpSpPr>
          <p:cNvPr id="2" name="Group 1">
            <a:extLst>
              <a:ext uri="{FF2B5EF4-FFF2-40B4-BE49-F238E27FC236}">
                <a16:creationId xmlns:a16="http://schemas.microsoft.com/office/drawing/2014/main" id="{9AD32512-0037-E270-42C1-04580C7AE8C1}"/>
              </a:ext>
            </a:extLst>
          </p:cNvPr>
          <p:cNvGrpSpPr/>
          <p:nvPr/>
        </p:nvGrpSpPr>
        <p:grpSpPr>
          <a:xfrm>
            <a:off x="-1356567" y="2820113"/>
            <a:ext cx="3797582" cy="2939416"/>
            <a:chOff x="6733855" y="1784984"/>
            <a:chExt cx="3797582" cy="2939416"/>
          </a:xfrm>
        </p:grpSpPr>
        <p:sp>
          <p:nvSpPr>
            <p:cNvPr id="4" name="Rectangle 3">
              <a:extLst>
                <a:ext uri="{FF2B5EF4-FFF2-40B4-BE49-F238E27FC236}">
                  <a16:creationId xmlns:a16="http://schemas.microsoft.com/office/drawing/2014/main" id="{E001A6FE-DE78-CF83-E784-8DF78025B0D4}"/>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“John”</a:t>
              </a:r>
            </a:p>
            <a:p>
              <a:r>
                <a:rPr lang="en-US" sz="2000" b="1">
                  <a:solidFill>
                    <a:schemeClr val="tx1"/>
                  </a:solidFill>
                  <a:latin typeface="LM Roman 12" panose="00000500000000000000" pitchFamily="50" charset="0"/>
                </a:rPr>
                <a:t>	ID = 396545412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a:t>
              </a:r>
              <a:r>
                <a:rPr lang="en-US" sz="2000" b="1" err="1">
                  <a:solidFill>
                    <a:schemeClr val="tx1"/>
                  </a:solidFill>
                  <a:latin typeface="LM Roman 12" panose="00000500000000000000" pitchFamily="50" charset="0"/>
                </a:rPr>
                <a:t>mary</a:t>
              </a:r>
              <a:endParaRPr lang="en-ZA" sz="2000" b="1">
                <a:solidFill>
                  <a:schemeClr val="tx1"/>
                </a:solidFill>
                <a:latin typeface="LM Roman 12" panose="00000500000000000000" pitchFamily="50" charset="0"/>
              </a:endParaRPr>
            </a:p>
          </p:txBody>
        </p:sp>
        <p:sp>
          <p:nvSpPr>
            <p:cNvPr id="5" name="Rectangle 4">
              <a:extLst>
                <a:ext uri="{FF2B5EF4-FFF2-40B4-BE49-F238E27FC236}">
                  <a16:creationId xmlns:a16="http://schemas.microsoft.com/office/drawing/2014/main" id="{D6EAD416-B412-B947-0AE6-90D338408C1D}"/>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StudentProfile2</a:t>
              </a:r>
            </a:p>
          </p:txBody>
        </p:sp>
      </p:grpSp>
      <p:sp>
        <p:nvSpPr>
          <p:cNvPr id="6" name="Arrow: Right 5">
            <a:extLst>
              <a:ext uri="{FF2B5EF4-FFF2-40B4-BE49-F238E27FC236}">
                <a16:creationId xmlns:a16="http://schemas.microsoft.com/office/drawing/2014/main" id="{75F46D89-FAEC-4108-BC18-EB3479FCF59C}"/>
              </a:ext>
            </a:extLst>
          </p:cNvPr>
          <p:cNvSpPr/>
          <p:nvPr/>
        </p:nvSpPr>
        <p:spPr>
          <a:xfrm>
            <a:off x="-2407755" y="4108422"/>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CC1A7C30-9D66-119B-30BB-98CA828EEF70}"/>
              </a:ext>
            </a:extLst>
          </p:cNvPr>
          <p:cNvGrpSpPr/>
          <p:nvPr/>
        </p:nvGrpSpPr>
        <p:grpSpPr>
          <a:xfrm>
            <a:off x="3492203" y="2811780"/>
            <a:ext cx="3797582" cy="2939416"/>
            <a:chOff x="6733855" y="1784984"/>
            <a:chExt cx="3797582" cy="2939416"/>
          </a:xfrm>
        </p:grpSpPr>
        <p:sp>
          <p:nvSpPr>
            <p:cNvPr id="8" name="Rectangle 7">
              <a:extLst>
                <a:ext uri="{FF2B5EF4-FFF2-40B4-BE49-F238E27FC236}">
                  <a16:creationId xmlns:a16="http://schemas.microsoft.com/office/drawing/2014/main" id="{FDB5AE7F-F1EC-FD34-58F8-0E2BE67F5D78}"/>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“Mary”</a:t>
              </a:r>
            </a:p>
            <a:p>
              <a:r>
                <a:rPr lang="en-US" sz="2000" b="1">
                  <a:solidFill>
                    <a:schemeClr val="tx1"/>
                  </a:solidFill>
                  <a:latin typeface="LM Roman 12" panose="00000500000000000000" pitchFamily="50" charset="0"/>
                </a:rPr>
                <a:t>	ID = 29654512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&amp;may</a:t>
              </a:r>
              <a:endParaRPr lang="en-ZA" sz="2000" b="1">
                <a:solidFill>
                  <a:schemeClr val="tx1"/>
                </a:solidFill>
                <a:latin typeface="LM Roman 12" panose="00000500000000000000" pitchFamily="50" charset="0"/>
              </a:endParaRPr>
            </a:p>
          </p:txBody>
        </p:sp>
        <p:sp>
          <p:nvSpPr>
            <p:cNvPr id="9" name="Rectangle 8">
              <a:extLst>
                <a:ext uri="{FF2B5EF4-FFF2-40B4-BE49-F238E27FC236}">
                  <a16:creationId xmlns:a16="http://schemas.microsoft.com/office/drawing/2014/main" id="{F1FCA259-3209-E389-14F7-33C8BF8D95B8}"/>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StudentProfile3</a:t>
              </a:r>
            </a:p>
          </p:txBody>
        </p:sp>
      </p:grpSp>
      <p:sp>
        <p:nvSpPr>
          <p:cNvPr id="10" name="Arrow: Right 9">
            <a:extLst>
              <a:ext uri="{FF2B5EF4-FFF2-40B4-BE49-F238E27FC236}">
                <a16:creationId xmlns:a16="http://schemas.microsoft.com/office/drawing/2014/main" id="{FD83FA4A-E686-7499-1D3E-032DF7760E5B}"/>
              </a:ext>
            </a:extLst>
          </p:cNvPr>
          <p:cNvSpPr/>
          <p:nvPr/>
        </p:nvSpPr>
        <p:spPr>
          <a:xfrm>
            <a:off x="2441015" y="4100089"/>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1" name="Group 10">
            <a:extLst>
              <a:ext uri="{FF2B5EF4-FFF2-40B4-BE49-F238E27FC236}">
                <a16:creationId xmlns:a16="http://schemas.microsoft.com/office/drawing/2014/main" id="{D3DEDEE7-5C7A-6C20-AEDD-FEBAEE487304}"/>
              </a:ext>
            </a:extLst>
          </p:cNvPr>
          <p:cNvGrpSpPr/>
          <p:nvPr/>
        </p:nvGrpSpPr>
        <p:grpSpPr>
          <a:xfrm>
            <a:off x="8340973" y="2811780"/>
            <a:ext cx="3797582" cy="2939416"/>
            <a:chOff x="6733855" y="1784984"/>
            <a:chExt cx="3797582" cy="2939416"/>
          </a:xfrm>
        </p:grpSpPr>
        <p:sp>
          <p:nvSpPr>
            <p:cNvPr id="13" name="Rectangle 12">
              <a:extLst>
                <a:ext uri="{FF2B5EF4-FFF2-40B4-BE49-F238E27FC236}">
                  <a16:creationId xmlns:a16="http://schemas.microsoft.com/office/drawing/2014/main" id="{DC0E604D-16AF-F9C1-D80C-FE54D3849264}"/>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latin typeface="LM Roman 12" panose="00000500000000000000" pitchFamily="50" charset="0"/>
                </a:rPr>
                <a:t>	Name = “May”</a:t>
              </a:r>
            </a:p>
            <a:p>
              <a:r>
                <a:rPr lang="en-US" sz="2000" b="1">
                  <a:solidFill>
                    <a:schemeClr val="tx1"/>
                  </a:solidFill>
                  <a:latin typeface="LM Roman 12" panose="00000500000000000000" pitchFamily="50" charset="0"/>
                </a:rPr>
                <a:t>	ID = 4585412</a:t>
              </a:r>
            </a:p>
            <a:p>
              <a:r>
                <a:rPr lang="en-US" sz="2000" b="1">
                  <a:solidFill>
                    <a:schemeClr val="tx1"/>
                  </a:solidFill>
                  <a:latin typeface="LM Roman 12" panose="00000500000000000000" pitchFamily="50" charset="0"/>
                </a:rPr>
                <a:t>	</a:t>
              </a:r>
              <a:r>
                <a:rPr lang="en-US" sz="2000" b="1" err="1">
                  <a:solidFill>
                    <a:schemeClr val="tx1"/>
                  </a:solidFill>
                  <a:latin typeface="LM Roman 12" panose="00000500000000000000" pitchFamily="50" charset="0"/>
                </a:rPr>
                <a:t>nextPtr</a:t>
              </a:r>
              <a:r>
                <a:rPr lang="en-US" sz="2000" b="1">
                  <a:solidFill>
                    <a:schemeClr val="tx1"/>
                  </a:solidFill>
                  <a:latin typeface="LM Roman 12" panose="00000500000000000000" pitchFamily="50" charset="0"/>
                </a:rPr>
                <a:t> = NULL</a:t>
              </a:r>
              <a:endParaRPr lang="en-ZA" sz="2000" b="1">
                <a:solidFill>
                  <a:schemeClr val="tx1"/>
                </a:solidFill>
                <a:latin typeface="LM Roman 12" panose="00000500000000000000" pitchFamily="50" charset="0"/>
              </a:endParaRPr>
            </a:p>
          </p:txBody>
        </p:sp>
        <p:sp>
          <p:nvSpPr>
            <p:cNvPr id="15" name="Rectangle 14">
              <a:extLst>
                <a:ext uri="{FF2B5EF4-FFF2-40B4-BE49-F238E27FC236}">
                  <a16:creationId xmlns:a16="http://schemas.microsoft.com/office/drawing/2014/main" id="{67EAEEB2-7F31-EC91-13BA-91C68FDE9825}"/>
                </a:ext>
              </a:extLst>
            </p:cNvPr>
            <p:cNvSpPr/>
            <p:nvPr/>
          </p:nvSpPr>
          <p:spPr>
            <a:xfrm>
              <a:off x="6733855" y="1935837"/>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StudentProfile4</a:t>
              </a:r>
            </a:p>
          </p:txBody>
        </p:sp>
      </p:grpSp>
      <p:sp>
        <p:nvSpPr>
          <p:cNvPr id="16" name="Arrow: Right 15">
            <a:extLst>
              <a:ext uri="{FF2B5EF4-FFF2-40B4-BE49-F238E27FC236}">
                <a16:creationId xmlns:a16="http://schemas.microsoft.com/office/drawing/2014/main" id="{E41CF36D-D808-87C3-01B7-435BC57D3486}"/>
              </a:ext>
            </a:extLst>
          </p:cNvPr>
          <p:cNvSpPr/>
          <p:nvPr/>
        </p:nvSpPr>
        <p:spPr>
          <a:xfrm>
            <a:off x="7289785" y="4100089"/>
            <a:ext cx="1051188" cy="51150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0" name="Picture 19">
            <a:extLst>
              <a:ext uri="{FF2B5EF4-FFF2-40B4-BE49-F238E27FC236}">
                <a16:creationId xmlns:a16="http://schemas.microsoft.com/office/drawing/2014/main" id="{556104B1-D0FE-0BB9-D4FC-47C97FC0508D}"/>
              </a:ext>
            </a:extLst>
          </p:cNvPr>
          <p:cNvPicPr>
            <a:picLocks noChangeAspect="1"/>
          </p:cNvPicPr>
          <p:nvPr/>
        </p:nvPicPr>
        <p:blipFill>
          <a:blip r:embed="rId4"/>
          <a:stretch>
            <a:fillRect/>
          </a:stretch>
        </p:blipFill>
        <p:spPr>
          <a:xfrm>
            <a:off x="2488042" y="1003785"/>
            <a:ext cx="7315576" cy="1378021"/>
          </a:xfrm>
          <a:prstGeom prst="rect">
            <a:avLst/>
          </a:prstGeom>
        </p:spPr>
      </p:pic>
    </p:spTree>
    <p:extLst>
      <p:ext uri="{BB962C8B-B14F-4D97-AF65-F5344CB8AC3E}">
        <p14:creationId xmlns:p14="http://schemas.microsoft.com/office/powerpoint/2010/main" val="12606151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1209B-3CB3-04AA-4ABB-3D64FAC2C984}"/>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F3181910-B162-637B-CD94-88DBAD00E296}"/>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6F2FBC9B-A830-1AB4-601B-0CE3039F5A4F}"/>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D6651778-B5D5-6DC4-FC1F-8BC5CBFB6705}"/>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8922D03E-5F0B-E84D-DF35-234F451549A0}"/>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4E96EBCC-56D7-9D07-1AE7-4814C4420FB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2DAD032E-D005-DA50-B8E3-C0A3B494FA05}"/>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E59F1773-2725-92DF-F692-8A90F76ED227}"/>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solidFill>
                    <a:srgbClr val="FFFF00"/>
                  </a:solidFill>
                  <a:latin typeface="LM Roman 12" panose="00000500000000000000" pitchFamily="50" charset="0"/>
                </a:rPr>
                <a:t>Dynamic data structures</a:t>
              </a:r>
              <a:endParaRPr lang="en-ZA">
                <a:solidFill>
                  <a:srgbClr val="FFFF00"/>
                </a:solidFill>
                <a:latin typeface="LM Roman 12" panose="00000500000000000000" pitchFamily="50" charset="0"/>
              </a:endParaRPr>
            </a:p>
          </p:txBody>
        </p:sp>
      </p:grpSp>
      <p:pic>
        <p:nvPicPr>
          <p:cNvPr id="6" name="Picture 5">
            <a:extLst>
              <a:ext uri="{FF2B5EF4-FFF2-40B4-BE49-F238E27FC236}">
                <a16:creationId xmlns:a16="http://schemas.microsoft.com/office/drawing/2014/main" id="{226179A5-4787-DCB2-50D6-468F89659B4D}"/>
              </a:ext>
            </a:extLst>
          </p:cNvPr>
          <p:cNvPicPr>
            <a:picLocks noChangeAspect="1"/>
          </p:cNvPicPr>
          <p:nvPr/>
        </p:nvPicPr>
        <p:blipFill>
          <a:blip r:embed="rId4"/>
          <a:stretch>
            <a:fillRect/>
          </a:stretch>
        </p:blipFill>
        <p:spPr>
          <a:xfrm>
            <a:off x="1342780" y="2447874"/>
            <a:ext cx="9506439" cy="1962251"/>
          </a:xfrm>
          <a:prstGeom prst="rect">
            <a:avLst/>
          </a:prstGeom>
        </p:spPr>
      </p:pic>
      <p:pic>
        <p:nvPicPr>
          <p:cNvPr id="8" name="Picture 7">
            <a:extLst>
              <a:ext uri="{FF2B5EF4-FFF2-40B4-BE49-F238E27FC236}">
                <a16:creationId xmlns:a16="http://schemas.microsoft.com/office/drawing/2014/main" id="{73684763-13D3-9BFD-A357-F8A747C563A1}"/>
              </a:ext>
            </a:extLst>
          </p:cNvPr>
          <p:cNvPicPr>
            <a:picLocks noChangeAspect="1"/>
          </p:cNvPicPr>
          <p:nvPr/>
        </p:nvPicPr>
        <p:blipFill>
          <a:blip r:embed="rId5"/>
          <a:stretch>
            <a:fillRect/>
          </a:stretch>
        </p:blipFill>
        <p:spPr>
          <a:xfrm>
            <a:off x="-9550891" y="1420514"/>
            <a:ext cx="9550891" cy="4635738"/>
          </a:xfrm>
          <a:prstGeom prst="rect">
            <a:avLst/>
          </a:prstGeom>
        </p:spPr>
      </p:pic>
      <p:pic>
        <p:nvPicPr>
          <p:cNvPr id="10" name="Picture 9">
            <a:extLst>
              <a:ext uri="{FF2B5EF4-FFF2-40B4-BE49-F238E27FC236}">
                <a16:creationId xmlns:a16="http://schemas.microsoft.com/office/drawing/2014/main" id="{EA6AC2A0-7B74-22E8-C29C-E47D4A270101}"/>
              </a:ext>
            </a:extLst>
          </p:cNvPr>
          <p:cNvPicPr>
            <a:picLocks noChangeAspect="1"/>
          </p:cNvPicPr>
          <p:nvPr/>
        </p:nvPicPr>
        <p:blipFill>
          <a:blip r:embed="rId6"/>
          <a:stretch>
            <a:fillRect/>
          </a:stretch>
        </p:blipFill>
        <p:spPr>
          <a:xfrm>
            <a:off x="11506170" y="2929522"/>
            <a:ext cx="10306580" cy="2311519"/>
          </a:xfrm>
          <a:prstGeom prst="rect">
            <a:avLst/>
          </a:prstGeom>
        </p:spPr>
      </p:pic>
      <p:pic>
        <p:nvPicPr>
          <p:cNvPr id="12" name="Picture 11">
            <a:extLst>
              <a:ext uri="{FF2B5EF4-FFF2-40B4-BE49-F238E27FC236}">
                <a16:creationId xmlns:a16="http://schemas.microsoft.com/office/drawing/2014/main" id="{28D1833F-7EEA-62C4-4858-74C1600AF77D}"/>
              </a:ext>
            </a:extLst>
          </p:cNvPr>
          <p:cNvPicPr>
            <a:picLocks noChangeAspect="1"/>
          </p:cNvPicPr>
          <p:nvPr/>
        </p:nvPicPr>
        <p:blipFill>
          <a:blip r:embed="rId7"/>
          <a:stretch>
            <a:fillRect/>
          </a:stretch>
        </p:blipFill>
        <p:spPr>
          <a:xfrm>
            <a:off x="13001672" y="1245641"/>
            <a:ext cx="7315576" cy="1378021"/>
          </a:xfrm>
          <a:prstGeom prst="rect">
            <a:avLst/>
          </a:prstGeom>
        </p:spPr>
      </p:pic>
    </p:spTree>
    <p:extLst>
      <p:ext uri="{BB962C8B-B14F-4D97-AF65-F5344CB8AC3E}">
        <p14:creationId xmlns:p14="http://schemas.microsoft.com/office/powerpoint/2010/main" val="191945932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4982-FC61-DD74-0933-465305E3C659}"/>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B2A9AEE4-0070-674E-3563-B86E12810871}"/>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673FC4B5-E2B0-8992-F654-F0BA19C8ED68}"/>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6171F9E3-49B8-9E97-8D5C-594E6BC233AF}"/>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F547F70B-70E0-E91F-4CD7-4D75D1F6892D}"/>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6F0CE878-615D-7594-A87C-6E14AC0333C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419261F6-BA54-8852-4158-9B9DA3C4A0E8}"/>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0E803BD7-E07F-B4D4-AA3F-94DC74565E2F}"/>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solidFill>
                    <a:srgbClr val="FFFF00"/>
                  </a:solidFill>
                  <a:latin typeface="LM Roman 12" panose="00000500000000000000" pitchFamily="50" charset="0"/>
                </a:rPr>
                <a:t>Dynamic data structures</a:t>
              </a:r>
              <a:endParaRPr lang="en-ZA">
                <a:solidFill>
                  <a:srgbClr val="FFFF00"/>
                </a:solidFill>
                <a:latin typeface="LM Roman 12" panose="00000500000000000000" pitchFamily="50" charset="0"/>
              </a:endParaRPr>
            </a:p>
          </p:txBody>
        </p:sp>
      </p:grpSp>
      <p:pic>
        <p:nvPicPr>
          <p:cNvPr id="6" name="Picture 5">
            <a:extLst>
              <a:ext uri="{FF2B5EF4-FFF2-40B4-BE49-F238E27FC236}">
                <a16:creationId xmlns:a16="http://schemas.microsoft.com/office/drawing/2014/main" id="{2569FCEF-4F2D-D1B3-C2B7-7120A6E7EAC5}"/>
              </a:ext>
            </a:extLst>
          </p:cNvPr>
          <p:cNvPicPr>
            <a:picLocks noChangeAspect="1"/>
          </p:cNvPicPr>
          <p:nvPr/>
        </p:nvPicPr>
        <p:blipFill>
          <a:blip r:embed="rId4"/>
          <a:stretch>
            <a:fillRect/>
          </a:stretch>
        </p:blipFill>
        <p:spPr>
          <a:xfrm>
            <a:off x="-8734704" y="2632540"/>
            <a:ext cx="9506439" cy="1962251"/>
          </a:xfrm>
          <a:prstGeom prst="rect">
            <a:avLst/>
          </a:prstGeom>
        </p:spPr>
      </p:pic>
      <p:pic>
        <p:nvPicPr>
          <p:cNvPr id="8" name="Picture 7">
            <a:extLst>
              <a:ext uri="{FF2B5EF4-FFF2-40B4-BE49-F238E27FC236}">
                <a16:creationId xmlns:a16="http://schemas.microsoft.com/office/drawing/2014/main" id="{6C566DE2-C3D5-0E43-EAE6-44BB8CA77210}"/>
              </a:ext>
            </a:extLst>
          </p:cNvPr>
          <p:cNvPicPr>
            <a:picLocks noChangeAspect="1"/>
          </p:cNvPicPr>
          <p:nvPr/>
        </p:nvPicPr>
        <p:blipFill>
          <a:blip r:embed="rId5"/>
          <a:stretch>
            <a:fillRect/>
          </a:stretch>
        </p:blipFill>
        <p:spPr>
          <a:xfrm>
            <a:off x="-19628375" y="1605180"/>
            <a:ext cx="9550891" cy="4635738"/>
          </a:xfrm>
          <a:prstGeom prst="rect">
            <a:avLst/>
          </a:prstGeom>
        </p:spPr>
      </p:pic>
      <p:pic>
        <p:nvPicPr>
          <p:cNvPr id="10" name="Picture 9">
            <a:extLst>
              <a:ext uri="{FF2B5EF4-FFF2-40B4-BE49-F238E27FC236}">
                <a16:creationId xmlns:a16="http://schemas.microsoft.com/office/drawing/2014/main" id="{3675C270-2BEF-6DBA-DBB8-62F9409641F2}"/>
              </a:ext>
            </a:extLst>
          </p:cNvPr>
          <p:cNvPicPr>
            <a:picLocks noChangeAspect="1"/>
          </p:cNvPicPr>
          <p:nvPr/>
        </p:nvPicPr>
        <p:blipFill>
          <a:blip r:embed="rId6"/>
          <a:stretch>
            <a:fillRect/>
          </a:stretch>
        </p:blipFill>
        <p:spPr>
          <a:xfrm>
            <a:off x="1428686" y="3114188"/>
            <a:ext cx="10306580" cy="2311519"/>
          </a:xfrm>
          <a:prstGeom prst="rect">
            <a:avLst/>
          </a:prstGeom>
        </p:spPr>
      </p:pic>
      <p:pic>
        <p:nvPicPr>
          <p:cNvPr id="12" name="Picture 11">
            <a:extLst>
              <a:ext uri="{FF2B5EF4-FFF2-40B4-BE49-F238E27FC236}">
                <a16:creationId xmlns:a16="http://schemas.microsoft.com/office/drawing/2014/main" id="{8AD2548C-3462-4D9A-B4EF-60FF853394A3}"/>
              </a:ext>
            </a:extLst>
          </p:cNvPr>
          <p:cNvPicPr>
            <a:picLocks noChangeAspect="1"/>
          </p:cNvPicPr>
          <p:nvPr/>
        </p:nvPicPr>
        <p:blipFill>
          <a:blip r:embed="rId7"/>
          <a:stretch>
            <a:fillRect/>
          </a:stretch>
        </p:blipFill>
        <p:spPr>
          <a:xfrm>
            <a:off x="2924188" y="1430307"/>
            <a:ext cx="7315576" cy="1378021"/>
          </a:xfrm>
          <a:prstGeom prst="rect">
            <a:avLst/>
          </a:prstGeom>
        </p:spPr>
      </p:pic>
    </p:spTree>
    <p:extLst>
      <p:ext uri="{BB962C8B-B14F-4D97-AF65-F5344CB8AC3E}">
        <p14:creationId xmlns:p14="http://schemas.microsoft.com/office/powerpoint/2010/main" val="3509640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3D7F7-8A26-3CD9-CE2E-EC2F1933BC10}"/>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E39A74DB-08CC-B1B5-77A2-BCF26854F32E}"/>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AD096390-9A1C-66D8-4DB6-C71B64D31F33}"/>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89972C90-B796-F103-878A-AD72D3B1BA0B}"/>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9991780F-C857-609D-DBED-CBB0824E5865}"/>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06172675-CDA1-3034-F572-59BCD58224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93E9EFCE-015C-EE91-395B-705D7998E19F}"/>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A771DD13-3D38-A4F0-BCF5-1751E71B2EFD}"/>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Dynamic data structures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6" name="Picture 5">
            <a:extLst>
              <a:ext uri="{FF2B5EF4-FFF2-40B4-BE49-F238E27FC236}">
                <a16:creationId xmlns:a16="http://schemas.microsoft.com/office/drawing/2014/main" id="{4252C99D-79E2-E562-8F68-B59DF0226620}"/>
              </a:ext>
            </a:extLst>
          </p:cNvPr>
          <p:cNvPicPr>
            <a:picLocks noChangeAspect="1"/>
          </p:cNvPicPr>
          <p:nvPr/>
        </p:nvPicPr>
        <p:blipFill>
          <a:blip r:embed="rId4"/>
          <a:stretch>
            <a:fillRect/>
          </a:stretch>
        </p:blipFill>
        <p:spPr>
          <a:xfrm>
            <a:off x="11960982" y="2435842"/>
            <a:ext cx="9506439" cy="1962251"/>
          </a:xfrm>
          <a:prstGeom prst="rect">
            <a:avLst/>
          </a:prstGeom>
        </p:spPr>
      </p:pic>
      <p:pic>
        <p:nvPicPr>
          <p:cNvPr id="8" name="Picture 7">
            <a:extLst>
              <a:ext uri="{FF2B5EF4-FFF2-40B4-BE49-F238E27FC236}">
                <a16:creationId xmlns:a16="http://schemas.microsoft.com/office/drawing/2014/main" id="{988FF4B9-0F77-44B6-C50B-439FCBD49F86}"/>
              </a:ext>
            </a:extLst>
          </p:cNvPr>
          <p:cNvPicPr>
            <a:picLocks noChangeAspect="1"/>
          </p:cNvPicPr>
          <p:nvPr/>
        </p:nvPicPr>
        <p:blipFill>
          <a:blip r:embed="rId5"/>
          <a:stretch>
            <a:fillRect/>
          </a:stretch>
        </p:blipFill>
        <p:spPr>
          <a:xfrm>
            <a:off x="1067311" y="1408482"/>
            <a:ext cx="9550891" cy="4635738"/>
          </a:xfrm>
          <a:prstGeom prst="rect">
            <a:avLst/>
          </a:prstGeom>
        </p:spPr>
      </p:pic>
      <p:pic>
        <p:nvPicPr>
          <p:cNvPr id="10" name="Picture 9">
            <a:extLst>
              <a:ext uri="{FF2B5EF4-FFF2-40B4-BE49-F238E27FC236}">
                <a16:creationId xmlns:a16="http://schemas.microsoft.com/office/drawing/2014/main" id="{7C088B56-17B2-C31D-05F4-F4F530DDB5BE}"/>
              </a:ext>
            </a:extLst>
          </p:cNvPr>
          <p:cNvPicPr>
            <a:picLocks noChangeAspect="1"/>
          </p:cNvPicPr>
          <p:nvPr/>
        </p:nvPicPr>
        <p:blipFill>
          <a:blip r:embed="rId6"/>
          <a:stretch>
            <a:fillRect/>
          </a:stretch>
        </p:blipFill>
        <p:spPr>
          <a:xfrm>
            <a:off x="22124372" y="2917490"/>
            <a:ext cx="10306580" cy="2311519"/>
          </a:xfrm>
          <a:prstGeom prst="rect">
            <a:avLst/>
          </a:prstGeom>
        </p:spPr>
      </p:pic>
      <p:pic>
        <p:nvPicPr>
          <p:cNvPr id="12" name="Picture 11">
            <a:extLst>
              <a:ext uri="{FF2B5EF4-FFF2-40B4-BE49-F238E27FC236}">
                <a16:creationId xmlns:a16="http://schemas.microsoft.com/office/drawing/2014/main" id="{CDCA5F14-A724-8EAD-FA90-79BB717C5576}"/>
              </a:ext>
            </a:extLst>
          </p:cNvPr>
          <p:cNvPicPr>
            <a:picLocks noChangeAspect="1"/>
          </p:cNvPicPr>
          <p:nvPr/>
        </p:nvPicPr>
        <p:blipFill>
          <a:blip r:embed="rId7"/>
          <a:stretch>
            <a:fillRect/>
          </a:stretch>
        </p:blipFill>
        <p:spPr>
          <a:xfrm>
            <a:off x="23619874" y="1233609"/>
            <a:ext cx="7315576" cy="1378021"/>
          </a:xfrm>
          <a:prstGeom prst="rect">
            <a:avLst/>
          </a:prstGeom>
        </p:spPr>
      </p:pic>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B5E2F455-B940-229E-AB1E-B6C900664708}"/>
                  </a:ext>
                </a:extLst>
              </p:cNvPr>
              <p:cNvGraphicFramePr>
                <a:graphicFrameLocks noChangeAspect="1"/>
              </p:cNvGraphicFramePr>
              <p:nvPr>
                <p:extLst>
                  <p:ext uri="{D42A27DB-BD31-4B8C-83A1-F6EECF244321}">
                    <p14:modId xmlns:p14="http://schemas.microsoft.com/office/powerpoint/2010/main" val="4265688218"/>
                  </p:ext>
                </p:extLst>
              </p:nvPr>
            </p:nvGraphicFramePr>
            <p:xfrm>
              <a:off x="9385257" y="5229009"/>
              <a:ext cx="1117600" cy="628650"/>
            </p:xfrm>
            <a:graphic>
              <a:graphicData uri="http://schemas.microsoft.com/office/powerpoint/2016/slidezoom">
                <pslz:sldZm>
                  <pslz:sldZmObj sldId="641" cId="2987383170">
                    <pslz:zmPr id="{137F9D2A-74F0-4781-919B-0F06851198D6}" transitionDur="1000" showBg="0">
                      <p166:blipFill xmlns:p166="http://schemas.microsoft.com/office/powerpoint/2016/6/main">
                        <a:blip r:embed="rId8"/>
                        <a:stretch>
                          <a:fillRect/>
                        </a:stretch>
                      </p166:blipFill>
                      <p166:spPr xmlns:p166="http://schemas.microsoft.com/office/powerpoint/2016/6/main">
                        <a:xfrm>
                          <a:off x="0" y="0"/>
                          <a:ext cx="1117600" cy="628650"/>
                        </a:xfrm>
                        <a:prstGeom prst="rect">
                          <a:avLst/>
                        </a:prstGeom>
                      </p166:spPr>
                    </pslz:zmPr>
                  </pslz:sldZmObj>
                </pslz:sldZm>
              </a:graphicData>
            </a:graphic>
          </p:graphicFrame>
        </mc:Choice>
        <mc:Fallback>
          <p:pic>
            <p:nvPicPr>
              <p:cNvPr id="3" name="Slide Zoom 2">
                <a:hlinkClick r:id="rId9" action="ppaction://hlinksldjump"/>
                <a:extLst>
                  <a:ext uri="{FF2B5EF4-FFF2-40B4-BE49-F238E27FC236}">
                    <a16:creationId xmlns:a16="http://schemas.microsoft.com/office/drawing/2014/main" id="{B5E2F455-B940-229E-AB1E-B6C900664708}"/>
                  </a:ext>
                </a:extLst>
              </p:cNvPr>
              <p:cNvPicPr>
                <a:picLocks noGrp="1" noRot="1" noChangeAspect="1" noMove="1" noResize="1" noEditPoints="1" noAdjustHandles="1" noChangeArrowheads="1" noChangeShapeType="1"/>
              </p:cNvPicPr>
              <p:nvPr/>
            </p:nvPicPr>
            <p:blipFill>
              <a:blip r:embed="rId8"/>
              <a:stretch>
                <a:fillRect/>
              </a:stretch>
            </p:blipFill>
            <p:spPr>
              <a:xfrm>
                <a:off x="9385257" y="5229009"/>
                <a:ext cx="1117600" cy="628650"/>
              </a:xfrm>
              <a:prstGeom prst="rect">
                <a:avLst/>
              </a:prstGeom>
            </p:spPr>
          </p:pic>
        </mc:Fallback>
      </mc:AlternateContent>
    </p:spTree>
    <p:extLst>
      <p:ext uri="{BB962C8B-B14F-4D97-AF65-F5344CB8AC3E}">
        <p14:creationId xmlns:p14="http://schemas.microsoft.com/office/powerpoint/2010/main" val="23225759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90D8-56C6-963E-2F34-FE86B4F549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48F5CFC-CEB9-E449-0FB7-83299B4E5DB6}"/>
              </a:ext>
            </a:extLst>
          </p:cNvPr>
          <p:cNvPicPr>
            <a:picLocks noChangeAspect="1"/>
          </p:cNvPicPr>
          <p:nvPr/>
        </p:nvPicPr>
        <p:blipFill>
          <a:blip r:embed="rId3"/>
          <a:stretch>
            <a:fillRect/>
          </a:stretch>
        </p:blipFill>
        <p:spPr>
          <a:xfrm>
            <a:off x="467542" y="-6383"/>
            <a:ext cx="4349796" cy="6864383"/>
          </a:xfrm>
          <a:prstGeom prst="rect">
            <a:avLst/>
          </a:prstGeom>
        </p:spPr>
      </p:pic>
      <p:sp>
        <p:nvSpPr>
          <p:cNvPr id="4" name="Rectangle 3">
            <a:extLst>
              <a:ext uri="{FF2B5EF4-FFF2-40B4-BE49-F238E27FC236}">
                <a16:creationId xmlns:a16="http://schemas.microsoft.com/office/drawing/2014/main" id="{F47DC5B7-D91E-ACFF-9325-6E6957982ECF}"/>
              </a:ext>
            </a:extLst>
          </p:cNvPr>
          <p:cNvSpPr/>
          <p:nvPr/>
        </p:nvSpPr>
        <p:spPr>
          <a:xfrm>
            <a:off x="6373091" y="0"/>
            <a:ext cx="5818909"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pic>
        <p:nvPicPr>
          <p:cNvPr id="6" name="Picture 5">
            <a:extLst>
              <a:ext uri="{FF2B5EF4-FFF2-40B4-BE49-F238E27FC236}">
                <a16:creationId xmlns:a16="http://schemas.microsoft.com/office/drawing/2014/main" id="{C997391F-F205-6C69-5976-F73DB0B8FAED}"/>
              </a:ext>
            </a:extLst>
          </p:cNvPr>
          <p:cNvPicPr>
            <a:picLocks noChangeAspect="1"/>
          </p:cNvPicPr>
          <p:nvPr/>
        </p:nvPicPr>
        <p:blipFill>
          <a:blip r:embed="rId4"/>
          <a:stretch>
            <a:fillRect/>
          </a:stretch>
        </p:blipFill>
        <p:spPr>
          <a:xfrm>
            <a:off x="6610951" y="304956"/>
            <a:ext cx="4770533" cy="1722269"/>
          </a:xfrm>
          <a:prstGeom prst="rect">
            <a:avLst/>
          </a:prstGeom>
        </p:spPr>
      </p:pic>
    </p:spTree>
    <p:extLst>
      <p:ext uri="{BB962C8B-B14F-4D97-AF65-F5344CB8AC3E}">
        <p14:creationId xmlns:p14="http://schemas.microsoft.com/office/powerpoint/2010/main" val="298738317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68B7-6BEB-D09B-136D-67E299DA0D2F}"/>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F528CF52-222F-6476-532F-32B201602A22}"/>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AAD07141-C552-D58F-36E8-A8CCFE667BF2}"/>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D1DAF936-D5D7-BE9F-CD9E-F98963F0938B}"/>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D1F9CDD6-6744-4251-4637-1755A86AF3B7}"/>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5FC4E80D-9726-46DD-3F85-38C2EBB8F9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4A71C743-F8D6-DD52-A44D-E1DD731FC3BB}"/>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4BAA9DF5-9CD1-091F-E7B0-FE889F4762D8}"/>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250525DE-0F7A-2065-41F5-F8C459C13837}"/>
              </a:ext>
            </a:extLst>
          </p:cNvPr>
          <p:cNvPicPr>
            <a:picLocks noChangeAspect="1"/>
          </p:cNvPicPr>
          <p:nvPr/>
        </p:nvPicPr>
        <p:blipFill>
          <a:blip r:embed="rId4"/>
          <a:stretch>
            <a:fillRect/>
          </a:stretch>
        </p:blipFill>
        <p:spPr>
          <a:xfrm>
            <a:off x="159094" y="2014795"/>
            <a:ext cx="11873811" cy="2309091"/>
          </a:xfrm>
          <a:prstGeom prst="rect">
            <a:avLst/>
          </a:prstGeom>
        </p:spPr>
      </p:pic>
      <p:pic>
        <p:nvPicPr>
          <p:cNvPr id="5" name="Picture 4">
            <a:extLst>
              <a:ext uri="{FF2B5EF4-FFF2-40B4-BE49-F238E27FC236}">
                <a16:creationId xmlns:a16="http://schemas.microsoft.com/office/drawing/2014/main" id="{791C66D9-3FDE-4B73-73C5-53C1A683CD0A}"/>
              </a:ext>
            </a:extLst>
          </p:cNvPr>
          <p:cNvPicPr>
            <a:picLocks noChangeAspect="1"/>
          </p:cNvPicPr>
          <p:nvPr/>
        </p:nvPicPr>
        <p:blipFill>
          <a:blip r:embed="rId5"/>
          <a:stretch>
            <a:fillRect/>
          </a:stretch>
        </p:blipFill>
        <p:spPr>
          <a:xfrm>
            <a:off x="11880505" y="1872196"/>
            <a:ext cx="11293390" cy="2594288"/>
          </a:xfrm>
          <a:prstGeom prst="rect">
            <a:avLst/>
          </a:prstGeom>
        </p:spPr>
      </p:pic>
      <p:pic>
        <p:nvPicPr>
          <p:cNvPr id="7" name="Picture 6">
            <a:extLst>
              <a:ext uri="{FF2B5EF4-FFF2-40B4-BE49-F238E27FC236}">
                <a16:creationId xmlns:a16="http://schemas.microsoft.com/office/drawing/2014/main" id="{730B0059-E136-73DC-6614-9DA257F71035}"/>
              </a:ext>
            </a:extLst>
          </p:cNvPr>
          <p:cNvPicPr>
            <a:picLocks noChangeAspect="1"/>
          </p:cNvPicPr>
          <p:nvPr/>
        </p:nvPicPr>
        <p:blipFill>
          <a:blip r:embed="rId6"/>
          <a:stretch>
            <a:fillRect/>
          </a:stretch>
        </p:blipFill>
        <p:spPr>
          <a:xfrm>
            <a:off x="542604" y="6858000"/>
            <a:ext cx="11490301" cy="3616389"/>
          </a:xfrm>
          <a:prstGeom prst="rect">
            <a:avLst/>
          </a:prstGeom>
        </p:spPr>
      </p:pic>
    </p:spTree>
    <p:extLst>
      <p:ext uri="{BB962C8B-B14F-4D97-AF65-F5344CB8AC3E}">
        <p14:creationId xmlns:p14="http://schemas.microsoft.com/office/powerpoint/2010/main" val="275593662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AF726-2967-BD92-3269-DF9B99DE80E7}"/>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90F43A20-9557-63B5-298E-CADC2B575A04}"/>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2BA55C26-C6D5-06A3-4430-E334EEAF905B}"/>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43FBA432-359C-238F-AA76-4541D1C3CAD5}"/>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AAF30873-443B-AA3E-B51B-1D20ACBDA7C8}"/>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0C678538-0E41-1664-D087-59EAE95965A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C0CD5E4C-735D-17E3-DB09-281038BE1450}"/>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07B911E2-7C92-FE4E-828D-3AE0BAB268AE}"/>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11CA14E1-C8E7-BEAC-A777-26B6AADF2FCB}"/>
              </a:ext>
            </a:extLst>
          </p:cNvPr>
          <p:cNvPicPr>
            <a:picLocks noChangeAspect="1"/>
          </p:cNvPicPr>
          <p:nvPr/>
        </p:nvPicPr>
        <p:blipFill>
          <a:blip r:embed="rId4"/>
          <a:stretch>
            <a:fillRect/>
          </a:stretch>
        </p:blipFill>
        <p:spPr>
          <a:xfrm>
            <a:off x="-11272106" y="1787814"/>
            <a:ext cx="11873811" cy="2309091"/>
          </a:xfrm>
          <a:prstGeom prst="rect">
            <a:avLst/>
          </a:prstGeom>
        </p:spPr>
      </p:pic>
      <p:pic>
        <p:nvPicPr>
          <p:cNvPr id="5" name="Picture 4">
            <a:extLst>
              <a:ext uri="{FF2B5EF4-FFF2-40B4-BE49-F238E27FC236}">
                <a16:creationId xmlns:a16="http://schemas.microsoft.com/office/drawing/2014/main" id="{4B5EE04B-47BF-B08E-BAF5-94C6B82BD722}"/>
              </a:ext>
            </a:extLst>
          </p:cNvPr>
          <p:cNvPicPr>
            <a:picLocks noChangeAspect="1"/>
          </p:cNvPicPr>
          <p:nvPr/>
        </p:nvPicPr>
        <p:blipFill>
          <a:blip r:embed="rId5"/>
          <a:stretch>
            <a:fillRect/>
          </a:stretch>
        </p:blipFill>
        <p:spPr>
          <a:xfrm>
            <a:off x="449305" y="1645215"/>
            <a:ext cx="11293390" cy="2594288"/>
          </a:xfrm>
          <a:prstGeom prst="rect">
            <a:avLst/>
          </a:prstGeom>
        </p:spPr>
      </p:pic>
      <p:pic>
        <p:nvPicPr>
          <p:cNvPr id="7" name="Picture 6">
            <a:extLst>
              <a:ext uri="{FF2B5EF4-FFF2-40B4-BE49-F238E27FC236}">
                <a16:creationId xmlns:a16="http://schemas.microsoft.com/office/drawing/2014/main" id="{756E8DBF-B3C8-4817-E861-C08C4FC97B65}"/>
              </a:ext>
            </a:extLst>
          </p:cNvPr>
          <p:cNvPicPr>
            <a:picLocks noChangeAspect="1"/>
          </p:cNvPicPr>
          <p:nvPr/>
        </p:nvPicPr>
        <p:blipFill>
          <a:blip r:embed="rId6"/>
          <a:stretch>
            <a:fillRect/>
          </a:stretch>
        </p:blipFill>
        <p:spPr>
          <a:xfrm>
            <a:off x="542604" y="6858000"/>
            <a:ext cx="11490301" cy="3616389"/>
          </a:xfrm>
          <a:prstGeom prst="rect">
            <a:avLst/>
          </a:prstGeom>
        </p:spPr>
      </p:pic>
    </p:spTree>
    <p:extLst>
      <p:ext uri="{BB962C8B-B14F-4D97-AF65-F5344CB8AC3E}">
        <p14:creationId xmlns:p14="http://schemas.microsoft.com/office/powerpoint/2010/main" val="12348669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6CE3-F430-29DD-E25E-38F2789BF6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E6F3C3-DDEF-BC86-6E11-91BCC0082DDD}"/>
              </a:ext>
            </a:extLst>
          </p:cNvPr>
          <p:cNvPicPr>
            <a:picLocks noChangeAspect="1"/>
          </p:cNvPicPr>
          <p:nvPr/>
        </p:nvPicPr>
        <p:blipFill>
          <a:blip r:embed="rId3"/>
          <a:stretch>
            <a:fillRect/>
          </a:stretch>
        </p:blipFill>
        <p:spPr>
          <a:xfrm>
            <a:off x="1943629" y="980596"/>
            <a:ext cx="8296135" cy="1905766"/>
          </a:xfrm>
          <a:prstGeom prst="rect">
            <a:avLst/>
          </a:prstGeom>
        </p:spPr>
      </p:pic>
      <p:grpSp>
        <p:nvGrpSpPr>
          <p:cNvPr id="37" name="Group 36">
            <a:extLst>
              <a:ext uri="{FF2B5EF4-FFF2-40B4-BE49-F238E27FC236}">
                <a16:creationId xmlns:a16="http://schemas.microsoft.com/office/drawing/2014/main" id="{40E6E105-3BAD-7A76-517D-895AC18D8A23}"/>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D08282A6-0533-550E-FBAE-2A713AF3C81B}"/>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B50CE617-ADE4-9CFA-591F-43FF1ECD83B6}"/>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E3ED6BA4-77A3-68B1-7C14-B0191F9F33A3}"/>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DDBDC4F7-037B-27BA-9FC9-25545363E33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A62B6F02-74CF-8DA9-E8CA-C79D505B6EEA}"/>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FB00FC8D-004B-9C94-F337-62CF30E4D406}"/>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51B3DBDB-BEBF-B0FC-02D3-C6C417376A0D}"/>
              </a:ext>
            </a:extLst>
          </p:cNvPr>
          <p:cNvPicPr>
            <a:picLocks noChangeAspect="1"/>
          </p:cNvPicPr>
          <p:nvPr/>
        </p:nvPicPr>
        <p:blipFill>
          <a:blip r:embed="rId5"/>
          <a:stretch>
            <a:fillRect/>
          </a:stretch>
        </p:blipFill>
        <p:spPr>
          <a:xfrm>
            <a:off x="-11272106" y="1787814"/>
            <a:ext cx="11873811" cy="2309091"/>
          </a:xfrm>
          <a:prstGeom prst="rect">
            <a:avLst/>
          </a:prstGeom>
        </p:spPr>
      </p:pic>
      <p:pic>
        <p:nvPicPr>
          <p:cNvPr id="7" name="Picture 6">
            <a:extLst>
              <a:ext uri="{FF2B5EF4-FFF2-40B4-BE49-F238E27FC236}">
                <a16:creationId xmlns:a16="http://schemas.microsoft.com/office/drawing/2014/main" id="{488F4B62-D65C-72E1-2AD3-379C7FB83690}"/>
              </a:ext>
            </a:extLst>
          </p:cNvPr>
          <p:cNvPicPr>
            <a:picLocks noChangeAspect="1"/>
          </p:cNvPicPr>
          <p:nvPr/>
        </p:nvPicPr>
        <p:blipFill>
          <a:blip r:embed="rId6"/>
          <a:stretch>
            <a:fillRect/>
          </a:stretch>
        </p:blipFill>
        <p:spPr>
          <a:xfrm>
            <a:off x="234268" y="2952558"/>
            <a:ext cx="11854373" cy="3730975"/>
          </a:xfrm>
          <a:prstGeom prst="rect">
            <a:avLst/>
          </a:prstGeom>
        </p:spPr>
      </p:pic>
      <p:pic>
        <p:nvPicPr>
          <p:cNvPr id="4" name="Picture 3">
            <a:extLst>
              <a:ext uri="{FF2B5EF4-FFF2-40B4-BE49-F238E27FC236}">
                <a16:creationId xmlns:a16="http://schemas.microsoft.com/office/drawing/2014/main" id="{F1ED32B8-B669-D35A-2022-C75377E3AF2E}"/>
              </a:ext>
            </a:extLst>
          </p:cNvPr>
          <p:cNvPicPr>
            <a:picLocks noChangeAspect="1"/>
          </p:cNvPicPr>
          <p:nvPr/>
        </p:nvPicPr>
        <p:blipFill>
          <a:blip r:embed="rId7"/>
          <a:stretch>
            <a:fillRect/>
          </a:stretch>
        </p:blipFill>
        <p:spPr>
          <a:xfrm>
            <a:off x="12192000" y="2496616"/>
            <a:ext cx="10605248" cy="4361384"/>
          </a:xfrm>
          <a:prstGeom prst="rect">
            <a:avLst/>
          </a:prstGeom>
        </p:spPr>
      </p:pic>
    </p:spTree>
    <p:extLst>
      <p:ext uri="{BB962C8B-B14F-4D97-AF65-F5344CB8AC3E}">
        <p14:creationId xmlns:p14="http://schemas.microsoft.com/office/powerpoint/2010/main" val="10566883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4B3A-8E69-9B9B-A4AC-6B8D3E0F94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6772E82-94D7-408F-2828-E19EB3BADEE8}"/>
              </a:ext>
            </a:extLst>
          </p:cNvPr>
          <p:cNvPicPr>
            <a:picLocks noChangeAspect="1"/>
          </p:cNvPicPr>
          <p:nvPr/>
        </p:nvPicPr>
        <p:blipFill>
          <a:blip r:embed="rId3"/>
          <a:stretch>
            <a:fillRect/>
          </a:stretch>
        </p:blipFill>
        <p:spPr>
          <a:xfrm>
            <a:off x="1943629" y="980596"/>
            <a:ext cx="8296135" cy="1905766"/>
          </a:xfrm>
          <a:prstGeom prst="rect">
            <a:avLst/>
          </a:prstGeom>
        </p:spPr>
      </p:pic>
      <p:grpSp>
        <p:nvGrpSpPr>
          <p:cNvPr id="37" name="Group 36">
            <a:extLst>
              <a:ext uri="{FF2B5EF4-FFF2-40B4-BE49-F238E27FC236}">
                <a16:creationId xmlns:a16="http://schemas.microsoft.com/office/drawing/2014/main" id="{30547ABC-13B9-964A-4DA8-97D799031CAD}"/>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7ACA118D-EACA-0D68-E7B0-73F4442B0B23}"/>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605E5B33-1227-AD0F-3EEC-2C3960D1272A}"/>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3DDC4A3A-F459-8385-E2DC-4119A65E757C}"/>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FDB9A2FC-8166-85FA-017D-A9DE3BDC1A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4BAE5C51-4178-96E8-AE35-EE37B5A65C56}"/>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1B44E917-FE88-69AD-3943-BACB5A9937C2}"/>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77451A78-587E-F3B4-1F4F-0D8A345611E3}"/>
              </a:ext>
            </a:extLst>
          </p:cNvPr>
          <p:cNvPicPr>
            <a:picLocks noChangeAspect="1"/>
          </p:cNvPicPr>
          <p:nvPr/>
        </p:nvPicPr>
        <p:blipFill>
          <a:blip r:embed="rId5"/>
          <a:stretch>
            <a:fillRect/>
          </a:stretch>
        </p:blipFill>
        <p:spPr>
          <a:xfrm>
            <a:off x="-11272106" y="1787814"/>
            <a:ext cx="11873811" cy="2309091"/>
          </a:xfrm>
          <a:prstGeom prst="rect">
            <a:avLst/>
          </a:prstGeom>
        </p:spPr>
      </p:pic>
      <p:pic>
        <p:nvPicPr>
          <p:cNvPr id="7" name="Picture 6">
            <a:extLst>
              <a:ext uri="{FF2B5EF4-FFF2-40B4-BE49-F238E27FC236}">
                <a16:creationId xmlns:a16="http://schemas.microsoft.com/office/drawing/2014/main" id="{BFFEE929-EB49-6811-D1CF-6A4CD4AEF56E}"/>
              </a:ext>
            </a:extLst>
          </p:cNvPr>
          <p:cNvPicPr>
            <a:picLocks noChangeAspect="1"/>
          </p:cNvPicPr>
          <p:nvPr/>
        </p:nvPicPr>
        <p:blipFill>
          <a:blip r:embed="rId6"/>
          <a:stretch>
            <a:fillRect/>
          </a:stretch>
        </p:blipFill>
        <p:spPr>
          <a:xfrm>
            <a:off x="-10605248" y="3245569"/>
            <a:ext cx="11854373" cy="3730975"/>
          </a:xfrm>
          <a:prstGeom prst="rect">
            <a:avLst/>
          </a:prstGeom>
        </p:spPr>
      </p:pic>
      <p:pic>
        <p:nvPicPr>
          <p:cNvPr id="4" name="Picture 3">
            <a:extLst>
              <a:ext uri="{FF2B5EF4-FFF2-40B4-BE49-F238E27FC236}">
                <a16:creationId xmlns:a16="http://schemas.microsoft.com/office/drawing/2014/main" id="{879B6969-F49F-0AB7-43EA-79E727947435}"/>
              </a:ext>
            </a:extLst>
          </p:cNvPr>
          <p:cNvPicPr>
            <a:picLocks noChangeAspect="1"/>
          </p:cNvPicPr>
          <p:nvPr/>
        </p:nvPicPr>
        <p:blipFill>
          <a:blip r:embed="rId7"/>
          <a:stretch>
            <a:fillRect/>
          </a:stretch>
        </p:blipFill>
        <p:spPr>
          <a:xfrm>
            <a:off x="1352484" y="2753846"/>
            <a:ext cx="10268016" cy="4222698"/>
          </a:xfrm>
          <a:prstGeom prst="rect">
            <a:avLst/>
          </a:prstGeom>
        </p:spPr>
      </p:pic>
    </p:spTree>
    <p:extLst>
      <p:ext uri="{BB962C8B-B14F-4D97-AF65-F5344CB8AC3E}">
        <p14:creationId xmlns:p14="http://schemas.microsoft.com/office/powerpoint/2010/main" val="24449620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B1E4-4B50-6999-1ED6-153F7BC6CFB2}"/>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DC9C45EA-ED72-35C8-80F5-5149F16570B9}"/>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0F7EFB8A-0D8B-9FB7-655C-1919051B2EF2}"/>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F5DAF271-7199-62B1-4C13-6BEF623666D8}"/>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A6FE333A-64B2-D96A-FD7A-B6D753721EE5}"/>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9502D43E-3BEA-70D1-8085-B9405A5CC9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9ACE33BA-E9A7-045B-2AAA-C21075D92DCC}"/>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0A1F3837-891A-8AC0-F421-C065065BB961}"/>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Functions associated with 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2" name="Group 1">
            <a:extLst>
              <a:ext uri="{FF2B5EF4-FFF2-40B4-BE49-F238E27FC236}">
                <a16:creationId xmlns:a16="http://schemas.microsoft.com/office/drawing/2014/main" id="{ABD1D4A0-A579-68A9-CB89-28D59D6D95B0}"/>
              </a:ext>
            </a:extLst>
          </p:cNvPr>
          <p:cNvGrpSpPr/>
          <p:nvPr/>
        </p:nvGrpSpPr>
        <p:grpSpPr>
          <a:xfrm>
            <a:off x="114397" y="1984058"/>
            <a:ext cx="3797582" cy="2939416"/>
            <a:chOff x="6733855" y="1784984"/>
            <a:chExt cx="3797582" cy="2939416"/>
          </a:xfrm>
        </p:grpSpPr>
        <p:sp>
          <p:nvSpPr>
            <p:cNvPr id="6" name="Rectangle 5">
              <a:extLst>
                <a:ext uri="{FF2B5EF4-FFF2-40B4-BE49-F238E27FC236}">
                  <a16:creationId xmlns:a16="http://schemas.microsoft.com/office/drawing/2014/main" id="{148966F7-756F-FFE1-B3A8-22AAC05D4153}"/>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8" name="Rectangle 7">
              <a:extLst>
                <a:ext uri="{FF2B5EF4-FFF2-40B4-BE49-F238E27FC236}">
                  <a16:creationId xmlns:a16="http://schemas.microsoft.com/office/drawing/2014/main" id="{37701288-3C40-64B0-FA45-85D348971FE7}"/>
                </a:ext>
              </a:extLst>
            </p:cNvPr>
            <p:cNvSpPr/>
            <p:nvPr/>
          </p:nvSpPr>
          <p:spPr>
            <a:xfrm>
              <a:off x="6733855" y="2976610"/>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searching</a:t>
              </a:r>
            </a:p>
          </p:txBody>
        </p:sp>
      </p:grpSp>
      <p:grpSp>
        <p:nvGrpSpPr>
          <p:cNvPr id="9" name="Group 8">
            <a:extLst>
              <a:ext uri="{FF2B5EF4-FFF2-40B4-BE49-F238E27FC236}">
                <a16:creationId xmlns:a16="http://schemas.microsoft.com/office/drawing/2014/main" id="{16A01856-9B38-1491-4F22-65F8C50645D3}"/>
              </a:ext>
            </a:extLst>
          </p:cNvPr>
          <p:cNvGrpSpPr/>
          <p:nvPr/>
        </p:nvGrpSpPr>
        <p:grpSpPr>
          <a:xfrm>
            <a:off x="4227685" y="1962150"/>
            <a:ext cx="3797582" cy="2939416"/>
            <a:chOff x="6733855" y="1784984"/>
            <a:chExt cx="3797582" cy="2939416"/>
          </a:xfrm>
        </p:grpSpPr>
        <p:sp>
          <p:nvSpPr>
            <p:cNvPr id="10" name="Rectangle 9">
              <a:extLst>
                <a:ext uri="{FF2B5EF4-FFF2-40B4-BE49-F238E27FC236}">
                  <a16:creationId xmlns:a16="http://schemas.microsoft.com/office/drawing/2014/main" id="{E650E982-7A98-D74A-3084-388E1E808A75}"/>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1" name="Rectangle 10">
              <a:extLst>
                <a:ext uri="{FF2B5EF4-FFF2-40B4-BE49-F238E27FC236}">
                  <a16:creationId xmlns:a16="http://schemas.microsoft.com/office/drawing/2014/main" id="{F45928D3-A1FA-22F2-C0D9-71CD47035A55}"/>
                </a:ext>
              </a:extLst>
            </p:cNvPr>
            <p:cNvSpPr/>
            <p:nvPr/>
          </p:nvSpPr>
          <p:spPr>
            <a:xfrm>
              <a:off x="6733855" y="2998518"/>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insertion</a:t>
              </a:r>
            </a:p>
          </p:txBody>
        </p:sp>
      </p:grpSp>
      <p:grpSp>
        <p:nvGrpSpPr>
          <p:cNvPr id="12" name="Group 11">
            <a:extLst>
              <a:ext uri="{FF2B5EF4-FFF2-40B4-BE49-F238E27FC236}">
                <a16:creationId xmlns:a16="http://schemas.microsoft.com/office/drawing/2014/main" id="{D162595C-291A-9A37-6593-A7E550A63361}"/>
              </a:ext>
            </a:extLst>
          </p:cNvPr>
          <p:cNvGrpSpPr/>
          <p:nvPr/>
        </p:nvGrpSpPr>
        <p:grpSpPr>
          <a:xfrm>
            <a:off x="8340973" y="1959292"/>
            <a:ext cx="3797582" cy="2939416"/>
            <a:chOff x="6733855" y="1784984"/>
            <a:chExt cx="3797582" cy="2939416"/>
          </a:xfrm>
        </p:grpSpPr>
        <p:sp>
          <p:nvSpPr>
            <p:cNvPr id="13" name="Rectangle 12">
              <a:extLst>
                <a:ext uri="{FF2B5EF4-FFF2-40B4-BE49-F238E27FC236}">
                  <a16:creationId xmlns:a16="http://schemas.microsoft.com/office/drawing/2014/main" id="{EB5753CE-ED3F-B7F2-765C-AB97DF162B7E}"/>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099E5D33-36A0-D8B4-F402-FA166BE6BB44}"/>
                </a:ext>
              </a:extLst>
            </p:cNvPr>
            <p:cNvSpPr/>
            <p:nvPr/>
          </p:nvSpPr>
          <p:spPr>
            <a:xfrm>
              <a:off x="6733855" y="3001376"/>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deletion</a:t>
              </a:r>
            </a:p>
          </p:txBody>
        </p:sp>
      </p:grpSp>
    </p:spTree>
    <p:extLst>
      <p:ext uri="{BB962C8B-B14F-4D97-AF65-F5344CB8AC3E}">
        <p14:creationId xmlns:p14="http://schemas.microsoft.com/office/powerpoint/2010/main" val="31872040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334AB-92FC-D9AB-A41B-29B5B86F4327}"/>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C476D3E5-00F3-B5F8-D3D5-16A51E992020}"/>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251B337D-4680-1A5A-29B7-1F1131C138C9}"/>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092F63E0-73F3-69D7-D450-E9F820CFA34C}"/>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D015B960-1962-8797-6328-A0ACD23D4227}"/>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7FA719B1-C3C4-6348-5223-4529B91188D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B3203F71-DC2B-1545-4B0C-DAD9A7A39D8C}"/>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BAB23008-D3BF-80A9-B5E7-4AB331F4237E}"/>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Functions associated with 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2" name="Group 1">
            <a:extLst>
              <a:ext uri="{FF2B5EF4-FFF2-40B4-BE49-F238E27FC236}">
                <a16:creationId xmlns:a16="http://schemas.microsoft.com/office/drawing/2014/main" id="{D0B235AE-2A67-ACF1-01CB-F64FFA50206C}"/>
              </a:ext>
            </a:extLst>
          </p:cNvPr>
          <p:cNvGrpSpPr/>
          <p:nvPr/>
        </p:nvGrpSpPr>
        <p:grpSpPr>
          <a:xfrm>
            <a:off x="114397" y="1984058"/>
            <a:ext cx="3797582" cy="2939416"/>
            <a:chOff x="6733855" y="1784984"/>
            <a:chExt cx="3797582" cy="2939416"/>
          </a:xfrm>
        </p:grpSpPr>
        <p:sp>
          <p:nvSpPr>
            <p:cNvPr id="6" name="Rectangle 5">
              <a:extLst>
                <a:ext uri="{FF2B5EF4-FFF2-40B4-BE49-F238E27FC236}">
                  <a16:creationId xmlns:a16="http://schemas.microsoft.com/office/drawing/2014/main" id="{4EA1B1A4-5373-607D-C5A9-39148F30B71B}"/>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8" name="Rectangle 7">
              <a:extLst>
                <a:ext uri="{FF2B5EF4-FFF2-40B4-BE49-F238E27FC236}">
                  <a16:creationId xmlns:a16="http://schemas.microsoft.com/office/drawing/2014/main" id="{EFC38C57-2513-4204-A253-F07213D97E34}"/>
                </a:ext>
              </a:extLst>
            </p:cNvPr>
            <p:cNvSpPr/>
            <p:nvPr/>
          </p:nvSpPr>
          <p:spPr>
            <a:xfrm>
              <a:off x="6733855" y="1930474"/>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searching</a:t>
              </a:r>
            </a:p>
          </p:txBody>
        </p:sp>
      </p:grpSp>
      <p:grpSp>
        <p:nvGrpSpPr>
          <p:cNvPr id="9" name="Group 8">
            <a:extLst>
              <a:ext uri="{FF2B5EF4-FFF2-40B4-BE49-F238E27FC236}">
                <a16:creationId xmlns:a16="http://schemas.microsoft.com/office/drawing/2014/main" id="{0C03B86A-0BEB-90FD-2B7E-25A320E3AD05}"/>
              </a:ext>
            </a:extLst>
          </p:cNvPr>
          <p:cNvGrpSpPr/>
          <p:nvPr/>
        </p:nvGrpSpPr>
        <p:grpSpPr>
          <a:xfrm>
            <a:off x="4227685" y="1962150"/>
            <a:ext cx="3797582" cy="2939416"/>
            <a:chOff x="6733855" y="1784984"/>
            <a:chExt cx="3797582" cy="2939416"/>
          </a:xfrm>
        </p:grpSpPr>
        <p:sp>
          <p:nvSpPr>
            <p:cNvPr id="10" name="Rectangle 9">
              <a:extLst>
                <a:ext uri="{FF2B5EF4-FFF2-40B4-BE49-F238E27FC236}">
                  <a16:creationId xmlns:a16="http://schemas.microsoft.com/office/drawing/2014/main" id="{C1A5C8B8-BEC2-C9C9-5FD1-017AEFB9EDAB}"/>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1" name="Rectangle 10">
              <a:extLst>
                <a:ext uri="{FF2B5EF4-FFF2-40B4-BE49-F238E27FC236}">
                  <a16:creationId xmlns:a16="http://schemas.microsoft.com/office/drawing/2014/main" id="{E6E082E2-EC8C-09F8-DE95-8ED721A90581}"/>
                </a:ext>
              </a:extLst>
            </p:cNvPr>
            <p:cNvSpPr/>
            <p:nvPr/>
          </p:nvSpPr>
          <p:spPr>
            <a:xfrm>
              <a:off x="6733855" y="2998518"/>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insertion</a:t>
              </a:r>
            </a:p>
          </p:txBody>
        </p:sp>
      </p:grpSp>
      <p:grpSp>
        <p:nvGrpSpPr>
          <p:cNvPr id="12" name="Group 11">
            <a:extLst>
              <a:ext uri="{FF2B5EF4-FFF2-40B4-BE49-F238E27FC236}">
                <a16:creationId xmlns:a16="http://schemas.microsoft.com/office/drawing/2014/main" id="{B8CCC40F-D111-6887-971B-09C37DCAA652}"/>
              </a:ext>
            </a:extLst>
          </p:cNvPr>
          <p:cNvGrpSpPr/>
          <p:nvPr/>
        </p:nvGrpSpPr>
        <p:grpSpPr>
          <a:xfrm>
            <a:off x="8340973" y="1959292"/>
            <a:ext cx="3797582" cy="2939416"/>
            <a:chOff x="6733855" y="1784984"/>
            <a:chExt cx="3797582" cy="2939416"/>
          </a:xfrm>
        </p:grpSpPr>
        <p:sp>
          <p:nvSpPr>
            <p:cNvPr id="13" name="Rectangle 12">
              <a:extLst>
                <a:ext uri="{FF2B5EF4-FFF2-40B4-BE49-F238E27FC236}">
                  <a16:creationId xmlns:a16="http://schemas.microsoft.com/office/drawing/2014/main" id="{3D7902E1-1165-31D6-79F9-740EC83930DD}"/>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35565520-5F7A-1514-7AA1-944FDA9C47B3}"/>
                </a:ext>
              </a:extLst>
            </p:cNvPr>
            <p:cNvSpPr/>
            <p:nvPr/>
          </p:nvSpPr>
          <p:spPr>
            <a:xfrm>
              <a:off x="6733855" y="3001376"/>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deletion</a:t>
              </a:r>
            </a:p>
          </p:txBody>
        </p:sp>
      </p:grpSp>
      <mc:AlternateContent xmlns:mc="http://schemas.openxmlformats.org/markup-compatibility/2006">
        <mc:Choice xmlns:pslz="http://schemas.microsoft.com/office/powerpoint/2016/slidezoom" Requires="pslz">
          <p:graphicFrame>
            <p:nvGraphicFramePr>
              <p:cNvPr id="4" name="Slide Zoom 3">
                <a:extLst>
                  <a:ext uri="{FF2B5EF4-FFF2-40B4-BE49-F238E27FC236}">
                    <a16:creationId xmlns:a16="http://schemas.microsoft.com/office/drawing/2014/main" id="{DDB01DE9-D8E7-1646-D31C-6B37EBE812E9}"/>
                  </a:ext>
                </a:extLst>
              </p:cNvPr>
              <p:cNvGraphicFramePr>
                <a:graphicFrameLocks noChangeAspect="1"/>
              </p:cNvGraphicFramePr>
              <p:nvPr>
                <p:extLst>
                  <p:ext uri="{D42A27DB-BD31-4B8C-83A1-F6EECF244321}">
                    <p14:modId xmlns:p14="http://schemas.microsoft.com/office/powerpoint/2010/main" val="3211145853"/>
                  </p:ext>
                </p:extLst>
              </p:nvPr>
            </p:nvGraphicFramePr>
            <p:xfrm>
              <a:off x="352425" y="2740624"/>
              <a:ext cx="3429000" cy="1928812"/>
            </p:xfrm>
            <a:graphic>
              <a:graphicData uri="http://schemas.microsoft.com/office/powerpoint/2016/slidezoom">
                <pslz:sldZm>
                  <pslz:sldZmObj sldId="650" cId="3101834090">
                    <pslz:zmPr id="{E0291620-290C-4D45-9EDD-356C6F27ABE2}" transitionDur="1000" showBg="0">
                      <p166:blipFill xmlns:p166="http://schemas.microsoft.com/office/powerpoint/2016/6/main">
                        <a:blip r:embed="rId4"/>
                        <a:stretch>
                          <a:fillRect/>
                        </a:stretch>
                      </p166:blipFill>
                      <p166:spPr xmlns:p166="http://schemas.microsoft.com/office/powerpoint/2016/6/main">
                        <a:xfrm>
                          <a:off x="0" y="0"/>
                          <a:ext cx="3429000" cy="1928812"/>
                        </a:xfrm>
                        <a:prstGeom prst="rect">
                          <a:avLst/>
                        </a:prstGeom>
                      </p166:spPr>
                    </pslz:zmPr>
                  </pslz:sldZmObj>
                </pslz:sldZm>
              </a:graphicData>
            </a:graphic>
          </p:graphicFrame>
        </mc:Choice>
        <mc:Fallback>
          <p:pic>
            <p:nvPicPr>
              <p:cNvPr id="4" name="Slide Zoom 3">
                <a:hlinkClick r:id="rId5" action="ppaction://hlinksldjump"/>
                <a:extLst>
                  <a:ext uri="{FF2B5EF4-FFF2-40B4-BE49-F238E27FC236}">
                    <a16:creationId xmlns:a16="http://schemas.microsoft.com/office/drawing/2014/main" id="{DDB01DE9-D8E7-1646-D31C-6B37EBE812E9}"/>
                  </a:ext>
                </a:extLst>
              </p:cNvPr>
              <p:cNvPicPr>
                <a:picLocks noGrp="1" noRot="1" noChangeAspect="1" noMove="1" noResize="1" noEditPoints="1" noAdjustHandles="1" noChangeArrowheads="1" noChangeShapeType="1"/>
              </p:cNvPicPr>
              <p:nvPr/>
            </p:nvPicPr>
            <p:blipFill>
              <a:blip r:embed="rId4"/>
              <a:stretch>
                <a:fillRect/>
              </a:stretch>
            </p:blipFill>
            <p:spPr>
              <a:xfrm>
                <a:off x="352425" y="2740624"/>
                <a:ext cx="3429000" cy="1928812"/>
              </a:xfrm>
              <a:prstGeom prst="rect">
                <a:avLst/>
              </a:prstGeom>
            </p:spPr>
          </p:pic>
        </mc:Fallback>
      </mc:AlternateContent>
    </p:spTree>
    <p:extLst>
      <p:ext uri="{BB962C8B-B14F-4D97-AF65-F5344CB8AC3E}">
        <p14:creationId xmlns:p14="http://schemas.microsoft.com/office/powerpoint/2010/main" val="1872896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CC3886-0372-472D-B597-EECE222B69B3}"/>
              </a:ext>
            </a:extLst>
          </p:cNvPr>
          <p:cNvPicPr>
            <a:picLocks noChangeAspect="1"/>
          </p:cNvPicPr>
          <p:nvPr/>
        </p:nvPicPr>
        <p:blipFill>
          <a:blip r:embed="rId2"/>
          <a:stretch>
            <a:fillRect/>
          </a:stretch>
        </p:blipFill>
        <p:spPr>
          <a:xfrm>
            <a:off x="772892" y="2881126"/>
            <a:ext cx="10646215" cy="3800852"/>
          </a:xfrm>
          <a:prstGeom prst="rect">
            <a:avLst/>
          </a:prstGeom>
        </p:spPr>
      </p:pic>
      <p:pic>
        <p:nvPicPr>
          <p:cNvPr id="7" name="Picture 6">
            <a:extLst>
              <a:ext uri="{FF2B5EF4-FFF2-40B4-BE49-F238E27FC236}">
                <a16:creationId xmlns:a16="http://schemas.microsoft.com/office/drawing/2014/main" id="{839C56CC-80F2-8B83-1F40-7808E3FC78D3}"/>
              </a:ext>
            </a:extLst>
          </p:cNvPr>
          <p:cNvPicPr>
            <a:picLocks noChangeAspect="1"/>
          </p:cNvPicPr>
          <p:nvPr/>
        </p:nvPicPr>
        <p:blipFill>
          <a:blip r:embed="rId3"/>
          <a:stretch>
            <a:fillRect/>
          </a:stretch>
        </p:blipFill>
        <p:spPr>
          <a:xfrm>
            <a:off x="1858913" y="116142"/>
            <a:ext cx="9539465" cy="1960307"/>
          </a:xfrm>
          <a:prstGeom prst="rect">
            <a:avLst/>
          </a:prstGeom>
        </p:spPr>
      </p:pic>
      <p:pic>
        <p:nvPicPr>
          <p:cNvPr id="9" name="Picture 8">
            <a:extLst>
              <a:ext uri="{FF2B5EF4-FFF2-40B4-BE49-F238E27FC236}">
                <a16:creationId xmlns:a16="http://schemas.microsoft.com/office/drawing/2014/main" id="{6B5C4EAD-230E-853F-1FEC-21F53934C38A}"/>
              </a:ext>
            </a:extLst>
          </p:cNvPr>
          <p:cNvPicPr>
            <a:picLocks noChangeAspect="1"/>
          </p:cNvPicPr>
          <p:nvPr/>
        </p:nvPicPr>
        <p:blipFill>
          <a:blip r:embed="rId4"/>
          <a:stretch>
            <a:fillRect/>
          </a:stretch>
        </p:blipFill>
        <p:spPr>
          <a:xfrm>
            <a:off x="482559" y="2801240"/>
            <a:ext cx="11226880" cy="3960623"/>
          </a:xfrm>
          <a:prstGeom prst="rect">
            <a:avLst/>
          </a:prstGeom>
        </p:spPr>
      </p:pic>
      <p:pic>
        <p:nvPicPr>
          <p:cNvPr id="11" name="Picture 10">
            <a:extLst>
              <a:ext uri="{FF2B5EF4-FFF2-40B4-BE49-F238E27FC236}">
                <a16:creationId xmlns:a16="http://schemas.microsoft.com/office/drawing/2014/main" id="{1188153D-7693-0E23-2D5B-9156CA7113C7}"/>
              </a:ext>
            </a:extLst>
          </p:cNvPr>
          <p:cNvPicPr>
            <a:picLocks noChangeAspect="1"/>
          </p:cNvPicPr>
          <p:nvPr/>
        </p:nvPicPr>
        <p:blipFill>
          <a:blip r:embed="rId5"/>
          <a:stretch>
            <a:fillRect/>
          </a:stretch>
        </p:blipFill>
        <p:spPr>
          <a:xfrm>
            <a:off x="165318" y="2961011"/>
            <a:ext cx="11613712" cy="3800852"/>
          </a:xfrm>
          <a:prstGeom prst="rect">
            <a:avLst/>
          </a:prstGeom>
        </p:spPr>
      </p:pic>
    </p:spTree>
    <p:extLst>
      <p:ext uri="{BB962C8B-B14F-4D97-AF65-F5344CB8AC3E}">
        <p14:creationId xmlns:p14="http://schemas.microsoft.com/office/powerpoint/2010/main" val="310183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146E-DD63-5B3B-82BC-A0EF49E23137}"/>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3A4A6ABE-F5EC-3428-1A07-8936B74EED26}"/>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C2F2DA6A-7B3F-6C30-8554-E1F33046D91D}"/>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00F86BD1-401F-5C9A-D28A-3B7828234B80}"/>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2DBA7C5B-CE71-28C8-7E42-9D6D76CB2F6C}"/>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B78B25FE-A5BA-27F3-2FAF-3710C681FDD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CF559388-5301-4B3E-A9F8-011A6E4D4746}"/>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2E3918E0-462F-E11E-43F1-B0DF069FBDFB}"/>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Functions associated with 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2" name="Group 1">
            <a:extLst>
              <a:ext uri="{FF2B5EF4-FFF2-40B4-BE49-F238E27FC236}">
                <a16:creationId xmlns:a16="http://schemas.microsoft.com/office/drawing/2014/main" id="{6BBC4949-3291-AEAE-C0F8-5FEEBF585B92}"/>
              </a:ext>
            </a:extLst>
          </p:cNvPr>
          <p:cNvGrpSpPr/>
          <p:nvPr/>
        </p:nvGrpSpPr>
        <p:grpSpPr>
          <a:xfrm>
            <a:off x="114397" y="1984058"/>
            <a:ext cx="3797582" cy="2939416"/>
            <a:chOff x="6733855" y="1784984"/>
            <a:chExt cx="3797582" cy="2939416"/>
          </a:xfrm>
        </p:grpSpPr>
        <p:sp>
          <p:nvSpPr>
            <p:cNvPr id="6" name="Rectangle 5">
              <a:extLst>
                <a:ext uri="{FF2B5EF4-FFF2-40B4-BE49-F238E27FC236}">
                  <a16:creationId xmlns:a16="http://schemas.microsoft.com/office/drawing/2014/main" id="{784E6A20-4A82-CCAB-2E7D-A6F35FF98610}"/>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8" name="Rectangle 7">
              <a:extLst>
                <a:ext uri="{FF2B5EF4-FFF2-40B4-BE49-F238E27FC236}">
                  <a16:creationId xmlns:a16="http://schemas.microsoft.com/office/drawing/2014/main" id="{C965FA46-6E8F-43C3-4662-804B24C173AB}"/>
                </a:ext>
              </a:extLst>
            </p:cNvPr>
            <p:cNvSpPr/>
            <p:nvPr/>
          </p:nvSpPr>
          <p:spPr>
            <a:xfrm>
              <a:off x="6733855" y="1930474"/>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searching</a:t>
              </a:r>
            </a:p>
          </p:txBody>
        </p:sp>
      </p:grpSp>
      <p:grpSp>
        <p:nvGrpSpPr>
          <p:cNvPr id="9" name="Group 8">
            <a:extLst>
              <a:ext uri="{FF2B5EF4-FFF2-40B4-BE49-F238E27FC236}">
                <a16:creationId xmlns:a16="http://schemas.microsoft.com/office/drawing/2014/main" id="{D7891CF6-7A41-E09E-5A94-680DC9B4FEC7}"/>
              </a:ext>
            </a:extLst>
          </p:cNvPr>
          <p:cNvGrpSpPr/>
          <p:nvPr/>
        </p:nvGrpSpPr>
        <p:grpSpPr>
          <a:xfrm>
            <a:off x="4227685" y="1962150"/>
            <a:ext cx="3797582" cy="2939416"/>
            <a:chOff x="6733855" y="1784984"/>
            <a:chExt cx="3797582" cy="2939416"/>
          </a:xfrm>
        </p:grpSpPr>
        <p:sp>
          <p:nvSpPr>
            <p:cNvPr id="10" name="Rectangle 9">
              <a:extLst>
                <a:ext uri="{FF2B5EF4-FFF2-40B4-BE49-F238E27FC236}">
                  <a16:creationId xmlns:a16="http://schemas.microsoft.com/office/drawing/2014/main" id="{67707C58-EE57-C361-6E4D-3B3465DE6495}"/>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1" name="Rectangle 10">
              <a:extLst>
                <a:ext uri="{FF2B5EF4-FFF2-40B4-BE49-F238E27FC236}">
                  <a16:creationId xmlns:a16="http://schemas.microsoft.com/office/drawing/2014/main" id="{52991D7B-51F1-DCB6-30E2-F384591179D6}"/>
                </a:ext>
              </a:extLst>
            </p:cNvPr>
            <p:cNvSpPr/>
            <p:nvPr/>
          </p:nvSpPr>
          <p:spPr>
            <a:xfrm>
              <a:off x="6733855" y="1952382"/>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insertion</a:t>
              </a:r>
            </a:p>
          </p:txBody>
        </p:sp>
      </p:grpSp>
      <p:grpSp>
        <p:nvGrpSpPr>
          <p:cNvPr id="12" name="Group 11">
            <a:extLst>
              <a:ext uri="{FF2B5EF4-FFF2-40B4-BE49-F238E27FC236}">
                <a16:creationId xmlns:a16="http://schemas.microsoft.com/office/drawing/2014/main" id="{78C19D86-92FE-A856-5ACC-1B05A6A8CFD1}"/>
              </a:ext>
            </a:extLst>
          </p:cNvPr>
          <p:cNvGrpSpPr/>
          <p:nvPr/>
        </p:nvGrpSpPr>
        <p:grpSpPr>
          <a:xfrm>
            <a:off x="8340973" y="1959292"/>
            <a:ext cx="3797582" cy="2939416"/>
            <a:chOff x="6733855" y="1784984"/>
            <a:chExt cx="3797582" cy="2939416"/>
          </a:xfrm>
        </p:grpSpPr>
        <p:sp>
          <p:nvSpPr>
            <p:cNvPr id="13" name="Rectangle 12">
              <a:extLst>
                <a:ext uri="{FF2B5EF4-FFF2-40B4-BE49-F238E27FC236}">
                  <a16:creationId xmlns:a16="http://schemas.microsoft.com/office/drawing/2014/main" id="{7D2E7EE5-D439-2E16-6576-ABF70DFADDA5}"/>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D13DFA19-50D2-E969-7BCF-1832E6037AFE}"/>
                </a:ext>
              </a:extLst>
            </p:cNvPr>
            <p:cNvSpPr/>
            <p:nvPr/>
          </p:nvSpPr>
          <p:spPr>
            <a:xfrm>
              <a:off x="6733855" y="3001376"/>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deletion</a:t>
              </a:r>
            </a:p>
          </p:txBody>
        </p:sp>
      </p:grpSp>
      <mc:AlternateContent xmlns:mc="http://schemas.openxmlformats.org/markup-compatibility/2006">
        <mc:Choice xmlns:pslz="http://schemas.microsoft.com/office/powerpoint/2016/slidezoom" Requires="pslz">
          <p:graphicFrame>
            <p:nvGraphicFramePr>
              <p:cNvPr id="4" name="Slide Zoom 3">
                <a:extLst>
                  <a:ext uri="{FF2B5EF4-FFF2-40B4-BE49-F238E27FC236}">
                    <a16:creationId xmlns:a16="http://schemas.microsoft.com/office/drawing/2014/main" id="{C60C704D-0884-D1BF-E8C4-886DB5155EDA}"/>
                  </a:ext>
                </a:extLst>
              </p:cNvPr>
              <p:cNvGraphicFramePr>
                <a:graphicFrameLocks noChangeAspect="1"/>
              </p:cNvGraphicFramePr>
              <p:nvPr/>
            </p:nvGraphicFramePr>
            <p:xfrm>
              <a:off x="352425" y="2740624"/>
              <a:ext cx="3429000" cy="1928812"/>
            </p:xfrm>
            <a:graphic>
              <a:graphicData uri="http://schemas.microsoft.com/office/powerpoint/2016/slidezoom">
                <pslz:sldZm>
                  <pslz:sldZmObj sldId="650" cId="3101834090">
                    <pslz:zmPr id="{E0291620-290C-4D45-9EDD-356C6F27ABE2}" transitionDur="1000" showBg="0">
                      <p166:blipFill xmlns:p166="http://schemas.microsoft.com/office/powerpoint/2016/6/main">
                        <a:blip r:embed="rId4"/>
                        <a:stretch>
                          <a:fillRect/>
                        </a:stretch>
                      </p166:blipFill>
                      <p166:spPr xmlns:p166="http://schemas.microsoft.com/office/powerpoint/2016/6/main">
                        <a:xfrm>
                          <a:off x="0" y="0"/>
                          <a:ext cx="3429000" cy="1928812"/>
                        </a:xfrm>
                        <a:prstGeom prst="rect">
                          <a:avLst/>
                        </a:prstGeom>
                      </p166:spPr>
                    </pslz:zmPr>
                  </pslz:sldZmObj>
                </pslz:sldZm>
              </a:graphicData>
            </a:graphic>
          </p:graphicFrame>
        </mc:Choice>
        <mc:Fallback>
          <p:pic>
            <p:nvPicPr>
              <p:cNvPr id="4" name="Slide Zoom 3">
                <a:hlinkClick r:id="rId5" action="ppaction://hlinksldjump"/>
                <a:extLst>
                  <a:ext uri="{FF2B5EF4-FFF2-40B4-BE49-F238E27FC236}">
                    <a16:creationId xmlns:a16="http://schemas.microsoft.com/office/drawing/2014/main" id="{C60C704D-0884-D1BF-E8C4-886DB5155EDA}"/>
                  </a:ext>
                </a:extLst>
              </p:cNvPr>
              <p:cNvPicPr>
                <a:picLocks noGrp="1" noRot="1" noChangeAspect="1" noMove="1" noResize="1" noEditPoints="1" noAdjustHandles="1" noChangeArrowheads="1" noChangeShapeType="1"/>
              </p:cNvPicPr>
              <p:nvPr/>
            </p:nvPicPr>
            <p:blipFill>
              <a:blip r:embed="rId4"/>
              <a:stretch>
                <a:fillRect/>
              </a:stretch>
            </p:blipFill>
            <p:spPr>
              <a:xfrm>
                <a:off x="352425" y="2740624"/>
                <a:ext cx="3429000" cy="1928812"/>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39298695-DEF9-79F7-05E1-8F33AFBAE84C}"/>
                  </a:ext>
                </a:extLst>
              </p:cNvPr>
              <p:cNvGraphicFramePr>
                <a:graphicFrameLocks noChangeAspect="1"/>
              </p:cNvGraphicFramePr>
              <p:nvPr>
                <p:extLst>
                  <p:ext uri="{D42A27DB-BD31-4B8C-83A1-F6EECF244321}">
                    <p14:modId xmlns:p14="http://schemas.microsoft.com/office/powerpoint/2010/main" val="609589687"/>
                  </p:ext>
                </p:extLst>
              </p:nvPr>
            </p:nvGraphicFramePr>
            <p:xfrm>
              <a:off x="4423144" y="2810749"/>
              <a:ext cx="3406664" cy="1916248"/>
            </p:xfrm>
            <a:graphic>
              <a:graphicData uri="http://schemas.microsoft.com/office/powerpoint/2016/slidezoom">
                <pslz:sldZm>
                  <pslz:sldZmObj sldId="652" cId="2177655525">
                    <pslz:zmPr id="{0A2B24BA-8286-41BC-90D3-6112650BC57E}" transitionDur="1000" showBg="0">
                      <p166:blipFill xmlns:p166="http://schemas.microsoft.com/office/powerpoint/2016/6/main">
                        <a:blip r:embed="rId6"/>
                        <a:stretch>
                          <a:fillRect/>
                        </a:stretch>
                      </p166:blipFill>
                      <p166:spPr xmlns:p166="http://schemas.microsoft.com/office/powerpoint/2016/6/main">
                        <a:xfrm>
                          <a:off x="0" y="0"/>
                          <a:ext cx="3406664" cy="1916248"/>
                        </a:xfrm>
                        <a:prstGeom prst="rect">
                          <a:avLst/>
                        </a:prstGeom>
                      </p166:spPr>
                    </pslz:zmPr>
                  </pslz:sldZmObj>
                </pslz:sldZm>
              </a:graphicData>
            </a:graphic>
          </p:graphicFrame>
        </mc:Choice>
        <mc:Fallback>
          <p:pic>
            <p:nvPicPr>
              <p:cNvPr id="5" name="Slide Zoom 4">
                <a:hlinkClick r:id="rId7" action="ppaction://hlinksldjump"/>
                <a:extLst>
                  <a:ext uri="{FF2B5EF4-FFF2-40B4-BE49-F238E27FC236}">
                    <a16:creationId xmlns:a16="http://schemas.microsoft.com/office/drawing/2014/main" id="{39298695-DEF9-79F7-05E1-8F33AFBAE84C}"/>
                  </a:ext>
                </a:extLst>
              </p:cNvPr>
              <p:cNvPicPr>
                <a:picLocks noGrp="1" noRot="1" noChangeAspect="1" noMove="1" noResize="1" noEditPoints="1" noAdjustHandles="1" noChangeArrowheads="1" noChangeShapeType="1"/>
              </p:cNvPicPr>
              <p:nvPr/>
            </p:nvPicPr>
            <p:blipFill>
              <a:blip r:embed="rId6"/>
              <a:stretch>
                <a:fillRect/>
              </a:stretch>
            </p:blipFill>
            <p:spPr>
              <a:xfrm>
                <a:off x="4423144" y="2810749"/>
                <a:ext cx="3406664" cy="1916248"/>
              </a:xfrm>
              <a:prstGeom prst="rect">
                <a:avLst/>
              </a:prstGeom>
            </p:spPr>
          </p:pic>
        </mc:Fallback>
      </mc:AlternateContent>
    </p:spTree>
    <p:extLst>
      <p:ext uri="{BB962C8B-B14F-4D97-AF65-F5344CB8AC3E}">
        <p14:creationId xmlns:p14="http://schemas.microsoft.com/office/powerpoint/2010/main" val="13339954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8DC984-3390-3A6D-BB9F-9C80510EE025}"/>
              </a:ext>
            </a:extLst>
          </p:cNvPr>
          <p:cNvPicPr>
            <a:picLocks noChangeAspect="1"/>
          </p:cNvPicPr>
          <p:nvPr/>
        </p:nvPicPr>
        <p:blipFill>
          <a:blip r:embed="rId2"/>
          <a:stretch>
            <a:fillRect/>
          </a:stretch>
        </p:blipFill>
        <p:spPr>
          <a:xfrm>
            <a:off x="2354371" y="0"/>
            <a:ext cx="8095545" cy="2087934"/>
          </a:xfrm>
          <a:prstGeom prst="rect">
            <a:avLst/>
          </a:prstGeom>
        </p:spPr>
      </p:pic>
      <p:pic>
        <p:nvPicPr>
          <p:cNvPr id="7" name="Picture 6">
            <a:extLst>
              <a:ext uri="{FF2B5EF4-FFF2-40B4-BE49-F238E27FC236}">
                <a16:creationId xmlns:a16="http://schemas.microsoft.com/office/drawing/2014/main" id="{82F3F148-756F-9F38-CA53-6BDD217AFF8C}"/>
              </a:ext>
            </a:extLst>
          </p:cNvPr>
          <p:cNvPicPr>
            <a:picLocks noChangeAspect="1"/>
          </p:cNvPicPr>
          <p:nvPr/>
        </p:nvPicPr>
        <p:blipFill>
          <a:blip r:embed="rId3"/>
          <a:stretch>
            <a:fillRect/>
          </a:stretch>
        </p:blipFill>
        <p:spPr>
          <a:xfrm>
            <a:off x="1343025" y="2652125"/>
            <a:ext cx="10112037" cy="3571640"/>
          </a:xfrm>
          <a:prstGeom prst="rect">
            <a:avLst/>
          </a:prstGeom>
        </p:spPr>
      </p:pic>
      <p:pic>
        <p:nvPicPr>
          <p:cNvPr id="9" name="Picture 8">
            <a:extLst>
              <a:ext uri="{FF2B5EF4-FFF2-40B4-BE49-F238E27FC236}">
                <a16:creationId xmlns:a16="http://schemas.microsoft.com/office/drawing/2014/main" id="{18651094-F009-9B98-F693-FF409FCBE502}"/>
              </a:ext>
            </a:extLst>
          </p:cNvPr>
          <p:cNvPicPr>
            <a:picLocks noChangeAspect="1"/>
          </p:cNvPicPr>
          <p:nvPr/>
        </p:nvPicPr>
        <p:blipFill>
          <a:blip r:embed="rId4"/>
          <a:stretch>
            <a:fillRect/>
          </a:stretch>
        </p:blipFill>
        <p:spPr>
          <a:xfrm>
            <a:off x="1423987" y="2355004"/>
            <a:ext cx="9950112" cy="4367900"/>
          </a:xfrm>
          <a:prstGeom prst="rect">
            <a:avLst/>
          </a:prstGeom>
        </p:spPr>
      </p:pic>
      <p:pic>
        <p:nvPicPr>
          <p:cNvPr id="11" name="Picture 10">
            <a:extLst>
              <a:ext uri="{FF2B5EF4-FFF2-40B4-BE49-F238E27FC236}">
                <a16:creationId xmlns:a16="http://schemas.microsoft.com/office/drawing/2014/main" id="{3B3269A6-E527-E5C1-D877-B0695FEE327B}"/>
              </a:ext>
            </a:extLst>
          </p:cNvPr>
          <p:cNvPicPr>
            <a:picLocks noChangeAspect="1"/>
          </p:cNvPicPr>
          <p:nvPr/>
        </p:nvPicPr>
        <p:blipFill>
          <a:blip r:embed="rId5"/>
          <a:stretch>
            <a:fillRect/>
          </a:stretch>
        </p:blipFill>
        <p:spPr>
          <a:xfrm>
            <a:off x="1423987" y="2355004"/>
            <a:ext cx="9666078" cy="4367899"/>
          </a:xfrm>
          <a:prstGeom prst="rect">
            <a:avLst/>
          </a:prstGeom>
        </p:spPr>
      </p:pic>
      <p:pic>
        <p:nvPicPr>
          <p:cNvPr id="13" name="Picture 12">
            <a:extLst>
              <a:ext uri="{FF2B5EF4-FFF2-40B4-BE49-F238E27FC236}">
                <a16:creationId xmlns:a16="http://schemas.microsoft.com/office/drawing/2014/main" id="{22139C52-EA71-1CA5-40E8-23EFD1B655B4}"/>
              </a:ext>
            </a:extLst>
          </p:cNvPr>
          <p:cNvPicPr>
            <a:picLocks noChangeAspect="1"/>
          </p:cNvPicPr>
          <p:nvPr/>
        </p:nvPicPr>
        <p:blipFill>
          <a:blip r:embed="rId6"/>
          <a:stretch>
            <a:fillRect/>
          </a:stretch>
        </p:blipFill>
        <p:spPr>
          <a:xfrm>
            <a:off x="1517732" y="2411449"/>
            <a:ext cx="9714350" cy="4367899"/>
          </a:xfrm>
          <a:prstGeom prst="rect">
            <a:avLst/>
          </a:prstGeom>
        </p:spPr>
      </p:pic>
    </p:spTree>
    <p:extLst>
      <p:ext uri="{BB962C8B-B14F-4D97-AF65-F5344CB8AC3E}">
        <p14:creationId xmlns:p14="http://schemas.microsoft.com/office/powerpoint/2010/main" val="217765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2C1C-A19F-43E1-CCCD-10C56390CD4F}"/>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6E79CA80-5B8D-51A8-FAC3-5CE7787E6FC8}"/>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36A68443-E98C-439E-B3AB-5138C13772C0}"/>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D94515E3-8DE5-8E7B-CC1E-CE75277772C9}"/>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E307D50F-4201-27B7-A015-6F7B3A49AA36}"/>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0EDCEFC0-BCE1-4CDB-09E8-5855BF7CF2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B0079AFF-A611-654F-AF48-52911B95C07B}"/>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779F3C07-B87A-F603-9B2E-DEA330E4F5D6}"/>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Functions associated with linked lists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grpSp>
        <p:nvGrpSpPr>
          <p:cNvPr id="2" name="Group 1">
            <a:extLst>
              <a:ext uri="{FF2B5EF4-FFF2-40B4-BE49-F238E27FC236}">
                <a16:creationId xmlns:a16="http://schemas.microsoft.com/office/drawing/2014/main" id="{21629A18-AC16-D188-C99F-B1CFDF80E210}"/>
              </a:ext>
            </a:extLst>
          </p:cNvPr>
          <p:cNvGrpSpPr/>
          <p:nvPr/>
        </p:nvGrpSpPr>
        <p:grpSpPr>
          <a:xfrm>
            <a:off x="114397" y="1984058"/>
            <a:ext cx="3797582" cy="2939416"/>
            <a:chOff x="6733855" y="1784984"/>
            <a:chExt cx="3797582" cy="2939416"/>
          </a:xfrm>
        </p:grpSpPr>
        <p:sp>
          <p:nvSpPr>
            <p:cNvPr id="6" name="Rectangle 5">
              <a:extLst>
                <a:ext uri="{FF2B5EF4-FFF2-40B4-BE49-F238E27FC236}">
                  <a16:creationId xmlns:a16="http://schemas.microsoft.com/office/drawing/2014/main" id="{26D51770-C999-DBCC-1FEC-46B9667B4765}"/>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8" name="Rectangle 7">
              <a:extLst>
                <a:ext uri="{FF2B5EF4-FFF2-40B4-BE49-F238E27FC236}">
                  <a16:creationId xmlns:a16="http://schemas.microsoft.com/office/drawing/2014/main" id="{1CEF111E-6588-B648-1C99-D3118CE8A554}"/>
                </a:ext>
              </a:extLst>
            </p:cNvPr>
            <p:cNvSpPr/>
            <p:nvPr/>
          </p:nvSpPr>
          <p:spPr>
            <a:xfrm>
              <a:off x="6733855" y="1930474"/>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searching</a:t>
              </a:r>
            </a:p>
          </p:txBody>
        </p:sp>
      </p:grpSp>
      <p:grpSp>
        <p:nvGrpSpPr>
          <p:cNvPr id="9" name="Group 8">
            <a:extLst>
              <a:ext uri="{FF2B5EF4-FFF2-40B4-BE49-F238E27FC236}">
                <a16:creationId xmlns:a16="http://schemas.microsoft.com/office/drawing/2014/main" id="{4472C5EC-5A15-2FC3-9292-9B38275A96E0}"/>
              </a:ext>
            </a:extLst>
          </p:cNvPr>
          <p:cNvGrpSpPr/>
          <p:nvPr/>
        </p:nvGrpSpPr>
        <p:grpSpPr>
          <a:xfrm>
            <a:off x="4227685" y="1962150"/>
            <a:ext cx="3797582" cy="2939416"/>
            <a:chOff x="6733855" y="1784984"/>
            <a:chExt cx="3797582" cy="2939416"/>
          </a:xfrm>
        </p:grpSpPr>
        <p:sp>
          <p:nvSpPr>
            <p:cNvPr id="10" name="Rectangle 9">
              <a:extLst>
                <a:ext uri="{FF2B5EF4-FFF2-40B4-BE49-F238E27FC236}">
                  <a16:creationId xmlns:a16="http://schemas.microsoft.com/office/drawing/2014/main" id="{28F0FE62-78BE-487C-9F04-C831C173A628}"/>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1" name="Rectangle 10">
              <a:extLst>
                <a:ext uri="{FF2B5EF4-FFF2-40B4-BE49-F238E27FC236}">
                  <a16:creationId xmlns:a16="http://schemas.microsoft.com/office/drawing/2014/main" id="{418E36BA-1DFC-2282-C71D-BE73E446306D}"/>
                </a:ext>
              </a:extLst>
            </p:cNvPr>
            <p:cNvSpPr/>
            <p:nvPr/>
          </p:nvSpPr>
          <p:spPr>
            <a:xfrm>
              <a:off x="6733855" y="1952382"/>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insertion</a:t>
              </a:r>
            </a:p>
          </p:txBody>
        </p:sp>
      </p:grpSp>
      <p:grpSp>
        <p:nvGrpSpPr>
          <p:cNvPr id="12" name="Group 11">
            <a:extLst>
              <a:ext uri="{FF2B5EF4-FFF2-40B4-BE49-F238E27FC236}">
                <a16:creationId xmlns:a16="http://schemas.microsoft.com/office/drawing/2014/main" id="{19FC1D9F-88B9-C0CB-E6B3-02C57CFAB0F8}"/>
              </a:ext>
            </a:extLst>
          </p:cNvPr>
          <p:cNvGrpSpPr/>
          <p:nvPr/>
        </p:nvGrpSpPr>
        <p:grpSpPr>
          <a:xfrm>
            <a:off x="8340973" y="1959292"/>
            <a:ext cx="3797582" cy="2939416"/>
            <a:chOff x="6733855" y="1784984"/>
            <a:chExt cx="3797582" cy="2939416"/>
          </a:xfrm>
        </p:grpSpPr>
        <p:sp>
          <p:nvSpPr>
            <p:cNvPr id="13" name="Rectangle 12">
              <a:extLst>
                <a:ext uri="{FF2B5EF4-FFF2-40B4-BE49-F238E27FC236}">
                  <a16:creationId xmlns:a16="http://schemas.microsoft.com/office/drawing/2014/main" id="{8059669A-B288-3B34-1C00-A783FA4EB8B3}"/>
                </a:ext>
              </a:extLst>
            </p:cNvPr>
            <p:cNvSpPr/>
            <p:nvPr/>
          </p:nvSpPr>
          <p:spPr>
            <a:xfrm>
              <a:off x="6733855" y="1784984"/>
              <a:ext cx="3797582" cy="2939416"/>
            </a:xfrm>
            <a:prstGeom prst="rect">
              <a:avLst/>
            </a:prstGeom>
            <a:solidFill>
              <a:schemeClr val="accent4">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ZA" sz="2000" b="1">
                <a:solidFill>
                  <a:schemeClr val="tx1"/>
                </a:solidFill>
                <a:latin typeface="LM Roman 12" panose="00000500000000000000" pitchFamily="50" charset="0"/>
              </a:endParaRPr>
            </a:p>
          </p:txBody>
        </p:sp>
        <p:sp>
          <p:nvSpPr>
            <p:cNvPr id="14" name="Rectangle 13">
              <a:extLst>
                <a:ext uri="{FF2B5EF4-FFF2-40B4-BE49-F238E27FC236}">
                  <a16:creationId xmlns:a16="http://schemas.microsoft.com/office/drawing/2014/main" id="{CB4FB8EA-0269-F7E5-D00C-61818992CF51}"/>
                </a:ext>
              </a:extLst>
            </p:cNvPr>
            <p:cNvSpPr/>
            <p:nvPr/>
          </p:nvSpPr>
          <p:spPr>
            <a:xfrm>
              <a:off x="6733855" y="1955240"/>
              <a:ext cx="3797582" cy="5066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a:latin typeface="LM Roman 12" panose="00000500000000000000" pitchFamily="50" charset="0"/>
                </a:rPr>
                <a:t>deletion</a:t>
              </a:r>
            </a:p>
          </p:txBody>
        </p:sp>
      </p:grpSp>
      <mc:AlternateContent xmlns:mc="http://schemas.openxmlformats.org/markup-compatibility/2006">
        <mc:Choice xmlns:pslz="http://schemas.microsoft.com/office/powerpoint/2016/slidezoom" Requires="pslz">
          <p:graphicFrame>
            <p:nvGraphicFramePr>
              <p:cNvPr id="4" name="Slide Zoom 3">
                <a:extLst>
                  <a:ext uri="{FF2B5EF4-FFF2-40B4-BE49-F238E27FC236}">
                    <a16:creationId xmlns:a16="http://schemas.microsoft.com/office/drawing/2014/main" id="{F3BE97F2-68A1-64DB-1FB0-58940C3DB497}"/>
                  </a:ext>
                </a:extLst>
              </p:cNvPr>
              <p:cNvGraphicFramePr>
                <a:graphicFrameLocks noChangeAspect="1"/>
              </p:cNvGraphicFramePr>
              <p:nvPr/>
            </p:nvGraphicFramePr>
            <p:xfrm>
              <a:off x="352425" y="2740624"/>
              <a:ext cx="3429000" cy="1928812"/>
            </p:xfrm>
            <a:graphic>
              <a:graphicData uri="http://schemas.microsoft.com/office/powerpoint/2016/slidezoom">
                <pslz:sldZm>
                  <pslz:sldZmObj sldId="650" cId="3101834090">
                    <pslz:zmPr id="{E0291620-290C-4D45-9EDD-356C6F27ABE2}" transitionDur="1000" showBg="0">
                      <p166:blipFill xmlns:p166="http://schemas.microsoft.com/office/powerpoint/2016/6/main">
                        <a:blip r:embed="rId4"/>
                        <a:stretch>
                          <a:fillRect/>
                        </a:stretch>
                      </p166:blipFill>
                      <p166:spPr xmlns:p166="http://schemas.microsoft.com/office/powerpoint/2016/6/main">
                        <a:xfrm>
                          <a:off x="0" y="0"/>
                          <a:ext cx="3429000" cy="1928812"/>
                        </a:xfrm>
                        <a:prstGeom prst="rect">
                          <a:avLst/>
                        </a:prstGeom>
                      </p166:spPr>
                    </pslz:zmPr>
                  </pslz:sldZmObj>
                </pslz:sldZm>
              </a:graphicData>
            </a:graphic>
          </p:graphicFrame>
        </mc:Choice>
        <mc:Fallback>
          <p:pic>
            <p:nvPicPr>
              <p:cNvPr id="4" name="Slide Zoom 3">
                <a:hlinkClick r:id="rId5" action="ppaction://hlinksldjump"/>
                <a:extLst>
                  <a:ext uri="{FF2B5EF4-FFF2-40B4-BE49-F238E27FC236}">
                    <a16:creationId xmlns:a16="http://schemas.microsoft.com/office/drawing/2014/main" id="{F3BE97F2-68A1-64DB-1FB0-58940C3DB497}"/>
                  </a:ext>
                </a:extLst>
              </p:cNvPr>
              <p:cNvPicPr>
                <a:picLocks noGrp="1" noRot="1" noChangeAspect="1" noMove="1" noResize="1" noEditPoints="1" noAdjustHandles="1" noChangeArrowheads="1" noChangeShapeType="1"/>
              </p:cNvPicPr>
              <p:nvPr/>
            </p:nvPicPr>
            <p:blipFill>
              <a:blip r:embed="rId4"/>
              <a:stretch>
                <a:fillRect/>
              </a:stretch>
            </p:blipFill>
            <p:spPr>
              <a:xfrm>
                <a:off x="352425" y="2740624"/>
                <a:ext cx="3429000" cy="1928812"/>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305A8C6A-955D-EE3C-F1FA-629CA52D6D49}"/>
                  </a:ext>
                </a:extLst>
              </p:cNvPr>
              <p:cNvGraphicFramePr>
                <a:graphicFrameLocks noChangeAspect="1"/>
              </p:cNvGraphicFramePr>
              <p:nvPr/>
            </p:nvGraphicFramePr>
            <p:xfrm>
              <a:off x="4423144" y="2810749"/>
              <a:ext cx="3406664" cy="1916248"/>
            </p:xfrm>
            <a:graphic>
              <a:graphicData uri="http://schemas.microsoft.com/office/powerpoint/2016/slidezoom">
                <pslz:sldZm>
                  <pslz:sldZmObj sldId="652" cId="2177655525">
                    <pslz:zmPr id="{0A2B24BA-8286-41BC-90D3-6112650BC57E}" transitionDur="1000" showBg="0">
                      <p166:blipFill xmlns:p166="http://schemas.microsoft.com/office/powerpoint/2016/6/main">
                        <a:blip r:embed="rId6"/>
                        <a:stretch>
                          <a:fillRect/>
                        </a:stretch>
                      </p166:blipFill>
                      <p166:spPr xmlns:p166="http://schemas.microsoft.com/office/powerpoint/2016/6/main">
                        <a:xfrm>
                          <a:off x="0" y="0"/>
                          <a:ext cx="3406664" cy="1916248"/>
                        </a:xfrm>
                        <a:prstGeom prst="rect">
                          <a:avLst/>
                        </a:prstGeom>
                      </p166:spPr>
                    </pslz:zmPr>
                  </pslz:sldZmObj>
                </pslz:sldZm>
              </a:graphicData>
            </a:graphic>
          </p:graphicFrame>
        </mc:Choice>
        <mc:Fallback>
          <p:pic>
            <p:nvPicPr>
              <p:cNvPr id="5" name="Slide Zoom 4">
                <a:hlinkClick r:id="rId7" action="ppaction://hlinksldjump"/>
                <a:extLst>
                  <a:ext uri="{FF2B5EF4-FFF2-40B4-BE49-F238E27FC236}">
                    <a16:creationId xmlns:a16="http://schemas.microsoft.com/office/drawing/2014/main" id="{305A8C6A-955D-EE3C-F1FA-629CA52D6D49}"/>
                  </a:ext>
                </a:extLst>
              </p:cNvPr>
              <p:cNvPicPr>
                <a:picLocks noGrp="1" noRot="1" noChangeAspect="1" noMove="1" noResize="1" noEditPoints="1" noAdjustHandles="1" noChangeArrowheads="1" noChangeShapeType="1"/>
              </p:cNvPicPr>
              <p:nvPr/>
            </p:nvPicPr>
            <p:blipFill>
              <a:blip r:embed="rId6"/>
              <a:stretch>
                <a:fillRect/>
              </a:stretch>
            </p:blipFill>
            <p:spPr>
              <a:xfrm>
                <a:off x="4423144" y="2810749"/>
                <a:ext cx="3406664" cy="1916248"/>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7DC49A5F-904E-1026-B4E6-121CAAD6D72A}"/>
                  </a:ext>
                </a:extLst>
              </p:cNvPr>
              <p:cNvGraphicFramePr>
                <a:graphicFrameLocks noChangeAspect="1"/>
              </p:cNvGraphicFramePr>
              <p:nvPr>
                <p:extLst>
                  <p:ext uri="{D42A27DB-BD31-4B8C-83A1-F6EECF244321}">
                    <p14:modId xmlns:p14="http://schemas.microsoft.com/office/powerpoint/2010/main" val="3175814990"/>
                  </p:ext>
                </p:extLst>
              </p:nvPr>
            </p:nvGraphicFramePr>
            <p:xfrm>
              <a:off x="8629650" y="2778724"/>
              <a:ext cx="3447953" cy="1939474"/>
            </p:xfrm>
            <a:graphic>
              <a:graphicData uri="http://schemas.microsoft.com/office/powerpoint/2016/slidezoom">
                <pslz:sldZm>
                  <pslz:sldZmObj sldId="654" cId="4047288276">
                    <pslz:zmPr id="{37507A58-37B4-4EC8-A639-3988C9B7B66F}" transitionDur="1000" showBg="0">
                      <p166:blipFill xmlns:p166="http://schemas.microsoft.com/office/powerpoint/2016/6/main">
                        <a:blip r:embed="rId8"/>
                        <a:stretch>
                          <a:fillRect/>
                        </a:stretch>
                      </p166:blipFill>
                      <p166:spPr xmlns:p166="http://schemas.microsoft.com/office/powerpoint/2016/6/main">
                        <a:xfrm>
                          <a:off x="0" y="0"/>
                          <a:ext cx="3447953" cy="1939474"/>
                        </a:xfrm>
                        <a:prstGeom prst="rect">
                          <a:avLst/>
                        </a:prstGeom>
                      </p166:spPr>
                    </pslz:zmPr>
                  </pslz:sldZmObj>
                </pslz:sldZm>
              </a:graphicData>
            </a:graphic>
          </p:graphicFrame>
        </mc:Choice>
        <mc:Fallback>
          <p:pic>
            <p:nvPicPr>
              <p:cNvPr id="7" name="Slide Zoom 6">
                <a:hlinkClick r:id="rId9" action="ppaction://hlinksldjump"/>
                <a:extLst>
                  <a:ext uri="{FF2B5EF4-FFF2-40B4-BE49-F238E27FC236}">
                    <a16:creationId xmlns:a16="http://schemas.microsoft.com/office/drawing/2014/main" id="{7DC49A5F-904E-1026-B4E6-121CAAD6D72A}"/>
                  </a:ext>
                </a:extLst>
              </p:cNvPr>
              <p:cNvPicPr>
                <a:picLocks noGrp="1" noRot="1" noChangeAspect="1" noMove="1" noResize="1" noEditPoints="1" noAdjustHandles="1" noChangeArrowheads="1" noChangeShapeType="1"/>
              </p:cNvPicPr>
              <p:nvPr/>
            </p:nvPicPr>
            <p:blipFill>
              <a:blip r:embed="rId8"/>
              <a:stretch>
                <a:fillRect/>
              </a:stretch>
            </p:blipFill>
            <p:spPr>
              <a:xfrm>
                <a:off x="8629650" y="2778724"/>
                <a:ext cx="3447953" cy="1939474"/>
              </a:xfrm>
              <a:prstGeom prst="rect">
                <a:avLst/>
              </a:prstGeom>
            </p:spPr>
          </p:pic>
        </mc:Fallback>
      </mc:AlternateContent>
    </p:spTree>
    <p:extLst>
      <p:ext uri="{BB962C8B-B14F-4D97-AF65-F5344CB8AC3E}">
        <p14:creationId xmlns:p14="http://schemas.microsoft.com/office/powerpoint/2010/main" val="24266373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9D3F93-AF65-A50B-5D94-96F0928FB8A3}"/>
              </a:ext>
            </a:extLst>
          </p:cNvPr>
          <p:cNvPicPr>
            <a:picLocks noChangeAspect="1"/>
          </p:cNvPicPr>
          <p:nvPr/>
        </p:nvPicPr>
        <p:blipFill>
          <a:blip r:embed="rId2"/>
          <a:stretch>
            <a:fillRect/>
          </a:stretch>
        </p:blipFill>
        <p:spPr>
          <a:xfrm>
            <a:off x="1773913" y="0"/>
            <a:ext cx="9532262" cy="1409700"/>
          </a:xfrm>
          <a:prstGeom prst="rect">
            <a:avLst/>
          </a:prstGeom>
        </p:spPr>
      </p:pic>
      <p:pic>
        <p:nvPicPr>
          <p:cNvPr id="7" name="Picture 6">
            <a:extLst>
              <a:ext uri="{FF2B5EF4-FFF2-40B4-BE49-F238E27FC236}">
                <a16:creationId xmlns:a16="http://schemas.microsoft.com/office/drawing/2014/main" id="{7256D1C9-9F35-16F7-A804-3C64884B7675}"/>
              </a:ext>
            </a:extLst>
          </p:cNvPr>
          <p:cNvPicPr>
            <a:picLocks noChangeAspect="1"/>
          </p:cNvPicPr>
          <p:nvPr/>
        </p:nvPicPr>
        <p:blipFill>
          <a:blip r:embed="rId3"/>
          <a:stretch>
            <a:fillRect/>
          </a:stretch>
        </p:blipFill>
        <p:spPr>
          <a:xfrm>
            <a:off x="748389" y="2162176"/>
            <a:ext cx="10314377" cy="3952874"/>
          </a:xfrm>
          <a:prstGeom prst="rect">
            <a:avLst/>
          </a:prstGeom>
        </p:spPr>
      </p:pic>
      <p:pic>
        <p:nvPicPr>
          <p:cNvPr id="9" name="Picture 8">
            <a:extLst>
              <a:ext uri="{FF2B5EF4-FFF2-40B4-BE49-F238E27FC236}">
                <a16:creationId xmlns:a16="http://schemas.microsoft.com/office/drawing/2014/main" id="{98DBBBF3-B356-4CF2-19D1-4A89C1ACE755}"/>
              </a:ext>
            </a:extLst>
          </p:cNvPr>
          <p:cNvPicPr>
            <a:picLocks noChangeAspect="1"/>
          </p:cNvPicPr>
          <p:nvPr/>
        </p:nvPicPr>
        <p:blipFill>
          <a:blip r:embed="rId4"/>
          <a:stretch>
            <a:fillRect/>
          </a:stretch>
        </p:blipFill>
        <p:spPr>
          <a:xfrm>
            <a:off x="707646" y="2162176"/>
            <a:ext cx="10395861" cy="4058591"/>
          </a:xfrm>
          <a:prstGeom prst="rect">
            <a:avLst/>
          </a:prstGeom>
        </p:spPr>
      </p:pic>
      <p:pic>
        <p:nvPicPr>
          <p:cNvPr id="11" name="Picture 10">
            <a:extLst>
              <a:ext uri="{FF2B5EF4-FFF2-40B4-BE49-F238E27FC236}">
                <a16:creationId xmlns:a16="http://schemas.microsoft.com/office/drawing/2014/main" id="{3D71AF73-97A8-D21D-6036-C4606FC80BD7}"/>
              </a:ext>
            </a:extLst>
          </p:cNvPr>
          <p:cNvPicPr>
            <a:picLocks noChangeAspect="1"/>
          </p:cNvPicPr>
          <p:nvPr/>
        </p:nvPicPr>
        <p:blipFill>
          <a:blip r:embed="rId5"/>
          <a:stretch>
            <a:fillRect/>
          </a:stretch>
        </p:blipFill>
        <p:spPr>
          <a:xfrm>
            <a:off x="748389" y="2181483"/>
            <a:ext cx="10355118" cy="3933568"/>
          </a:xfrm>
          <a:prstGeom prst="rect">
            <a:avLst/>
          </a:prstGeom>
        </p:spPr>
      </p:pic>
      <p:pic>
        <p:nvPicPr>
          <p:cNvPr id="13" name="Picture 12">
            <a:extLst>
              <a:ext uri="{FF2B5EF4-FFF2-40B4-BE49-F238E27FC236}">
                <a16:creationId xmlns:a16="http://schemas.microsoft.com/office/drawing/2014/main" id="{E79A5653-D638-7C9D-A0CB-BC5C4637CE66}"/>
              </a:ext>
            </a:extLst>
          </p:cNvPr>
          <p:cNvPicPr>
            <a:picLocks noChangeAspect="1"/>
          </p:cNvPicPr>
          <p:nvPr/>
        </p:nvPicPr>
        <p:blipFill>
          <a:blip r:embed="rId6"/>
          <a:stretch>
            <a:fillRect/>
          </a:stretch>
        </p:blipFill>
        <p:spPr>
          <a:xfrm>
            <a:off x="604059" y="2232215"/>
            <a:ext cx="10603033" cy="3918512"/>
          </a:xfrm>
          <a:prstGeom prst="rect">
            <a:avLst/>
          </a:prstGeom>
        </p:spPr>
      </p:pic>
    </p:spTree>
    <p:extLst>
      <p:ext uri="{BB962C8B-B14F-4D97-AF65-F5344CB8AC3E}">
        <p14:creationId xmlns:p14="http://schemas.microsoft.com/office/powerpoint/2010/main" val="404728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2613-7562-3AC7-D2D6-AF5C3574A9F8}"/>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CFE432AD-5C75-9ABD-43F3-9157C7527CC9}"/>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3596DE6D-2029-DCD3-6D4B-8333E499A450}"/>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FE393EE8-4626-8B83-2C88-E77610EBE426}"/>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CCFF48CD-8687-A0DE-6397-26C5A1261339}"/>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4D595D01-CBAB-A55E-0464-CE5570E4D2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0D64E000-56BB-EBEE-DE3B-ED7907B9A7B9}"/>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06B7E6A7-B08C-1B08-8D7D-445C7141F20F}"/>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Linked lists vs arrays</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70A09231-D93A-F9C1-BA4C-E08DD6277E51}"/>
              </a:ext>
            </a:extLst>
          </p:cNvPr>
          <p:cNvPicPr>
            <a:picLocks noChangeAspect="1"/>
          </p:cNvPicPr>
          <p:nvPr/>
        </p:nvPicPr>
        <p:blipFill>
          <a:blip r:embed="rId4"/>
          <a:stretch>
            <a:fillRect/>
          </a:stretch>
        </p:blipFill>
        <p:spPr>
          <a:xfrm>
            <a:off x="559057" y="1645215"/>
            <a:ext cx="11073886" cy="3697732"/>
          </a:xfrm>
          <a:prstGeom prst="rect">
            <a:avLst/>
          </a:prstGeom>
        </p:spPr>
      </p:pic>
    </p:spTree>
    <p:extLst>
      <p:ext uri="{BB962C8B-B14F-4D97-AF65-F5344CB8AC3E}">
        <p14:creationId xmlns:p14="http://schemas.microsoft.com/office/powerpoint/2010/main" val="1471106690"/>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D347C-1F85-1236-863D-CEE61B96EE79}"/>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FEBD169F-76BF-D77A-57AD-348794570D1F}"/>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16B4854D-E7FD-70E1-046F-EEA348E5711F}"/>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C95FD454-16C4-59B7-D1A1-D7F2561B57B0}"/>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3323E68B-BA9F-4F85-8F3E-9FEA008A8EEF}"/>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CB2CAA27-B780-F333-B0AD-5E3B05D70D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7886511D-F9B5-4C7C-5C85-6A10CBF34BD1}"/>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3BE47945-6301-50B6-C2F4-198947E02E6B}"/>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End of semester feedback</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35B47386-D703-C88C-6D0C-DA7402C5EF4F}"/>
                  </a:ext>
                </a:extLst>
              </p:cNvPr>
              <p:cNvGraphicFramePr>
                <a:graphicFrameLocks noChangeAspect="1"/>
              </p:cNvGraphicFramePr>
              <p:nvPr/>
            </p:nvGraphicFramePr>
            <p:xfrm>
              <a:off x="1099560" y="944642"/>
              <a:ext cx="10184341" cy="5728692"/>
            </p:xfrm>
            <a:graphic>
              <a:graphicData uri="http://schemas.microsoft.com/office/powerpoint/2016/slidezoom">
                <pslz:sldZm>
                  <pslz:sldZmObj sldId="627" cId="342749209">
                    <pslz:zmPr id="{36549AF2-16DE-4A5B-A5F8-E3D9085093F4}" transitionDur="1000" showBg="0">
                      <p166:blipFill xmlns:p166="http://schemas.microsoft.com/office/powerpoint/2016/6/main">
                        <a:blip r:embed="rId4"/>
                        <a:stretch>
                          <a:fillRect/>
                        </a:stretch>
                      </p166:blipFill>
                      <p166:spPr xmlns:p166="http://schemas.microsoft.com/office/powerpoint/2016/6/main">
                        <a:xfrm>
                          <a:off x="0" y="0"/>
                          <a:ext cx="10184341" cy="5728692"/>
                        </a:xfrm>
                        <a:prstGeom prst="rect">
                          <a:avLst/>
                        </a:prstGeom>
                      </p166:spPr>
                    </pslz:zmPr>
                  </pslz:sldZmObj>
                </pslz:sldZm>
              </a:graphicData>
            </a:graphic>
          </p:graphicFrame>
        </mc:Choice>
        <mc:Fallback>
          <p:pic>
            <p:nvPicPr>
              <p:cNvPr id="6" name="Slide Zoom 5">
                <a:hlinkClick r:id="rId5" action="ppaction://hlinksldjump"/>
                <a:extLst>
                  <a:ext uri="{FF2B5EF4-FFF2-40B4-BE49-F238E27FC236}">
                    <a16:creationId xmlns:a16="http://schemas.microsoft.com/office/drawing/2014/main" id="{35B47386-D703-C88C-6D0C-DA7402C5EF4F}"/>
                  </a:ext>
                </a:extLst>
              </p:cNvPr>
              <p:cNvPicPr>
                <a:picLocks noGrp="1" noRot="1" noChangeAspect="1" noMove="1" noResize="1" noEditPoints="1" noAdjustHandles="1" noChangeArrowheads="1" noChangeShapeType="1"/>
              </p:cNvPicPr>
              <p:nvPr/>
            </p:nvPicPr>
            <p:blipFill>
              <a:blip r:embed="rId4"/>
              <a:stretch>
                <a:fillRect/>
              </a:stretch>
            </p:blipFill>
            <p:spPr>
              <a:xfrm>
                <a:off x="1099560" y="944642"/>
                <a:ext cx="10184341" cy="5728692"/>
              </a:xfrm>
              <a:prstGeom prst="rect">
                <a:avLst/>
              </a:prstGeom>
            </p:spPr>
          </p:pic>
        </mc:Fallback>
      </mc:AlternateContent>
    </p:spTree>
    <p:extLst>
      <p:ext uri="{BB962C8B-B14F-4D97-AF65-F5344CB8AC3E}">
        <p14:creationId xmlns:p14="http://schemas.microsoft.com/office/powerpoint/2010/main" val="2193090984"/>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A2B06B-3608-53A6-298E-A41FACD8222B}"/>
              </a:ext>
            </a:extLst>
          </p:cNvPr>
          <p:cNvPicPr>
            <a:picLocks noChangeAspect="1"/>
          </p:cNvPicPr>
          <p:nvPr/>
        </p:nvPicPr>
        <p:blipFill>
          <a:blip r:embed="rId2"/>
          <a:stretch>
            <a:fillRect/>
          </a:stretch>
        </p:blipFill>
        <p:spPr>
          <a:xfrm>
            <a:off x="3573052" y="0"/>
            <a:ext cx="5045896" cy="6858000"/>
          </a:xfrm>
          <a:prstGeom prst="rect">
            <a:avLst/>
          </a:prstGeom>
        </p:spPr>
      </p:pic>
    </p:spTree>
    <p:extLst>
      <p:ext uri="{BB962C8B-B14F-4D97-AF65-F5344CB8AC3E}">
        <p14:creationId xmlns:p14="http://schemas.microsoft.com/office/powerpoint/2010/main" val="34274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3CC69-7BAF-913C-4A40-B4D5A53B8D6C}"/>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FD4CCCA4-5FDE-620D-A4D2-F69B84A211D8}"/>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49C0E59D-6264-9798-9C8F-66FA3AE825CD}"/>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2CCF8522-8FD2-5B63-6716-5FFB1124A427}"/>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C997FFD9-E6A7-30BF-466D-F576CED72AE9}"/>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88241F24-F918-BB20-F81D-A4461969210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DBFF1010-ADFA-6395-0608-846BDF0AEA54}"/>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E0EA51A6-04FE-68FC-81F7-DB54709FA7A2}"/>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Perspective</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3" name="Picture 2">
            <a:extLst>
              <a:ext uri="{FF2B5EF4-FFF2-40B4-BE49-F238E27FC236}">
                <a16:creationId xmlns:a16="http://schemas.microsoft.com/office/drawing/2014/main" id="{90BBFF32-E617-D5C2-5FEB-71DD31DDDA94}"/>
              </a:ext>
            </a:extLst>
          </p:cNvPr>
          <p:cNvPicPr>
            <a:picLocks noChangeAspect="1"/>
          </p:cNvPicPr>
          <p:nvPr/>
        </p:nvPicPr>
        <p:blipFill>
          <a:blip r:embed="rId4"/>
          <a:stretch>
            <a:fillRect/>
          </a:stretch>
        </p:blipFill>
        <p:spPr>
          <a:xfrm>
            <a:off x="1330080" y="1320691"/>
            <a:ext cx="9531840" cy="4216617"/>
          </a:xfrm>
          <a:prstGeom prst="rect">
            <a:avLst/>
          </a:prstGeom>
        </p:spPr>
      </p:pic>
    </p:spTree>
    <p:extLst>
      <p:ext uri="{BB962C8B-B14F-4D97-AF65-F5344CB8AC3E}">
        <p14:creationId xmlns:p14="http://schemas.microsoft.com/office/powerpoint/2010/main" val="4109929451"/>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F1A2C-E172-96F3-7FF2-A248CFF82EEB}"/>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BEC73604-5FD7-BFC5-D35B-DD75FBDED9FA}"/>
              </a:ext>
            </a:extLst>
          </p:cNvPr>
          <p:cNvGrpSpPr/>
          <p:nvPr/>
        </p:nvGrpSpPr>
        <p:grpSpPr>
          <a:xfrm>
            <a:off x="0" y="0"/>
            <a:ext cx="12192000" cy="1245641"/>
            <a:chOff x="0" y="0"/>
            <a:chExt cx="12192000" cy="1245641"/>
          </a:xfrm>
        </p:grpSpPr>
        <p:grpSp>
          <p:nvGrpSpPr>
            <p:cNvPr id="35" name="Group 34">
              <a:extLst>
                <a:ext uri="{FF2B5EF4-FFF2-40B4-BE49-F238E27FC236}">
                  <a16:creationId xmlns:a16="http://schemas.microsoft.com/office/drawing/2014/main" id="{152F0199-B4EA-2CFC-0C4C-DD09C9119D02}"/>
                </a:ext>
              </a:extLst>
            </p:cNvPr>
            <p:cNvGrpSpPr/>
            <p:nvPr/>
          </p:nvGrpSpPr>
          <p:grpSpPr>
            <a:xfrm>
              <a:off x="0" y="0"/>
              <a:ext cx="12192000" cy="1245641"/>
              <a:chOff x="0" y="0"/>
              <a:chExt cx="12192000" cy="1245641"/>
            </a:xfrm>
          </p:grpSpPr>
          <p:sp>
            <p:nvSpPr>
              <p:cNvPr id="28" name="TextBox 27">
                <a:extLst>
                  <a:ext uri="{FF2B5EF4-FFF2-40B4-BE49-F238E27FC236}">
                    <a16:creationId xmlns:a16="http://schemas.microsoft.com/office/drawing/2014/main" id="{431794E6-39B0-77BC-44D9-E8CE60CBBD30}"/>
                  </a:ext>
                </a:extLst>
              </p:cNvPr>
              <p:cNvSpPr txBox="1"/>
              <p:nvPr/>
            </p:nvSpPr>
            <p:spPr>
              <a:xfrm>
                <a:off x="0" y="0"/>
                <a:ext cx="12192000" cy="914400"/>
              </a:xfrm>
              <a:prstGeom prst="rect">
                <a:avLst/>
              </a:prstGeom>
              <a:solidFill>
                <a:srgbClr val="92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TextBox 29">
                <a:extLst>
                  <a:ext uri="{FF2B5EF4-FFF2-40B4-BE49-F238E27FC236}">
                    <a16:creationId xmlns:a16="http://schemas.microsoft.com/office/drawing/2014/main" id="{BA0B0B3F-2013-3D29-8717-26133D80F40E}"/>
                  </a:ext>
                </a:extLst>
              </p:cNvPr>
              <p:cNvSpPr txBox="1"/>
              <p:nvPr/>
            </p:nvSpPr>
            <p:spPr>
              <a:xfrm>
                <a:off x="3965424" y="0"/>
                <a:ext cx="6274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SU FACULTY of ENGINEERING</a:t>
                </a:r>
              </a:p>
            </p:txBody>
          </p:sp>
          <p:pic>
            <p:nvPicPr>
              <p:cNvPr id="24" name="Picture 23" descr="Stellenbosch_University_new_logo_slogan_for-web-02 | SMF News">
                <a:extLst>
                  <a:ext uri="{FF2B5EF4-FFF2-40B4-BE49-F238E27FC236}">
                    <a16:creationId xmlns:a16="http://schemas.microsoft.com/office/drawing/2014/main" id="{4EF60769-267A-7EB3-45A5-D69B7FF2D4C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3" y="0"/>
                <a:ext cx="1029971" cy="1245641"/>
              </a:xfrm>
              <a:prstGeom prst="rect">
                <a:avLst/>
              </a:prstGeom>
              <a:noFill/>
              <a:ln>
                <a:noFill/>
              </a:ln>
            </p:spPr>
          </p:pic>
          <p:sp>
            <p:nvSpPr>
              <p:cNvPr id="34" name="TextBox 33">
                <a:extLst>
                  <a:ext uri="{FF2B5EF4-FFF2-40B4-BE49-F238E27FC236}">
                    <a16:creationId xmlns:a16="http://schemas.microsoft.com/office/drawing/2014/main" id="{F1E50580-54BF-5667-527F-E6168B0C7A2F}"/>
                  </a:ext>
                </a:extLst>
              </p:cNvPr>
              <p:cNvSpPr txBox="1"/>
              <p:nvPr/>
            </p:nvSpPr>
            <p:spPr>
              <a:xfrm>
                <a:off x="2488042" y="184666"/>
                <a:ext cx="7456015" cy="461665"/>
              </a:xfrm>
              <a:prstGeom prst="rect">
                <a:avLst/>
              </a:prstGeom>
              <a:noFill/>
            </p:spPr>
            <p:txBody>
              <a:bodyPr wrap="none" rtlCol="0">
                <a:spAutoFit/>
              </a:bodyPr>
              <a:lstStyle/>
              <a:p>
                <a:pPr lvl="0">
                  <a:defRPr/>
                </a:pP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Computer Programming 143 lectures </a:t>
                </a:r>
                <a:r>
                  <a:rPr kumimoji="0" lang="en-ZA" sz="2400" b="0" i="0" u="none" strike="noStrike" kern="1200" cap="none" spc="0" normalizeH="0" baseline="0" noProof="0">
                    <a:ln>
                      <a:noFill/>
                    </a:ln>
                    <a:solidFill>
                      <a:prstClr val="white"/>
                    </a:solidFill>
                    <a:effectLst/>
                    <a:uLnTx/>
                    <a:uFillTx/>
                    <a:latin typeface="Aptos" panose="02110004020202020204"/>
                    <a:ea typeface="+mn-ea"/>
                    <a:cs typeface="+mn-cs"/>
                  </a:rPr>
                  <a:t>| </a:t>
                </a:r>
                <a:r>
                  <a:rPr lang="en-ZA" sz="2400">
                    <a:solidFill>
                      <a:prstClr val="white"/>
                    </a:solidFill>
                  </a:rPr>
                  <a:t>09 October </a:t>
                </a:r>
                <a:r>
                  <a:rPr kumimoji="0" lang="en-ZA" sz="2400" b="0" i="0" u="none" strike="noStrike" kern="1200" cap="none" spc="0" normalizeH="0" baseline="0" noProof="0">
                    <a:ln>
                      <a:noFill/>
                    </a:ln>
                    <a:solidFill>
                      <a:prstClr val="white"/>
                    </a:solidFill>
                    <a:effectLst/>
                    <a:uLnTx/>
                    <a:uFillTx/>
                    <a:latin typeface="Bradley Hand ITC" panose="03070402050302030203" pitchFamily="66" charset="0"/>
                    <a:ea typeface="+mn-ea"/>
                    <a:cs typeface="+mn-cs"/>
                  </a:rPr>
                  <a:t>2026</a:t>
                </a:r>
              </a:p>
            </p:txBody>
          </p:sp>
        </p:grpSp>
        <p:sp>
          <p:nvSpPr>
            <p:cNvPr id="36" name="Rectangle 35">
              <a:extLst>
                <a:ext uri="{FF2B5EF4-FFF2-40B4-BE49-F238E27FC236}">
                  <a16:creationId xmlns:a16="http://schemas.microsoft.com/office/drawing/2014/main" id="{9BF15938-D2FF-3104-FE0A-AD538A4A67F6}"/>
                </a:ext>
              </a:extLst>
            </p:cNvPr>
            <p:cNvSpPr/>
            <p:nvPr/>
          </p:nvSpPr>
          <p:spPr>
            <a:xfrm>
              <a:off x="3708454" y="584240"/>
              <a:ext cx="4241745" cy="3094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rPr>
                <a:t>HOMEWORK</a:t>
              </a:r>
              <a:endParaRPr kumimoji="0" lang="en-ZA" sz="1800" b="0" i="0" u="none" strike="noStrike" kern="1200" cap="none" spc="0" normalizeH="0" baseline="0" noProof="0">
                <a:ln>
                  <a:noFill/>
                </a:ln>
                <a:solidFill>
                  <a:srgbClr val="FFFF00"/>
                </a:solidFill>
                <a:effectLst/>
                <a:uLnTx/>
                <a:uFillTx/>
                <a:latin typeface="LM Roman 12" panose="00000500000000000000" pitchFamily="50" charset="0"/>
                <a:ea typeface="+mn-ea"/>
                <a:cs typeface="+mn-cs"/>
              </a:endParaRPr>
            </a:p>
          </p:txBody>
        </p:sp>
      </p:grpSp>
      <p:pic>
        <p:nvPicPr>
          <p:cNvPr id="4" name="Picture 3">
            <a:extLst>
              <a:ext uri="{FF2B5EF4-FFF2-40B4-BE49-F238E27FC236}">
                <a16:creationId xmlns:a16="http://schemas.microsoft.com/office/drawing/2014/main" id="{BA9FF868-FC05-07B9-6300-307C9E802E89}"/>
              </a:ext>
            </a:extLst>
          </p:cNvPr>
          <p:cNvPicPr>
            <a:picLocks noChangeAspect="1"/>
          </p:cNvPicPr>
          <p:nvPr/>
        </p:nvPicPr>
        <p:blipFill>
          <a:blip r:embed="rId4"/>
          <a:stretch>
            <a:fillRect/>
          </a:stretch>
        </p:blipFill>
        <p:spPr>
          <a:xfrm>
            <a:off x="3025617" y="2692362"/>
            <a:ext cx="6140766" cy="1473276"/>
          </a:xfrm>
          <a:prstGeom prst="rect">
            <a:avLst/>
          </a:prstGeom>
        </p:spPr>
      </p:pic>
    </p:spTree>
    <p:extLst>
      <p:ext uri="{BB962C8B-B14F-4D97-AF65-F5344CB8AC3E}">
        <p14:creationId xmlns:p14="http://schemas.microsoft.com/office/powerpoint/2010/main" val="338082082"/>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26</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Isaac Khobo</dc:creator>
  <cp:revision>1</cp:revision>
  <dcterms:created xsi:type="dcterms:W3CDTF">2026-09-13T12:30:06Z</dcterms:created>
  <dcterms:modified xsi:type="dcterms:W3CDTF">2026-10-09T05:44:02Z</dcterms:modified>
</cp:coreProperties>
</file>