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597" r:id="rId2"/>
    <p:sldId id="599" r:id="rId3"/>
    <p:sldId id="610" r:id="rId4"/>
    <p:sldId id="611" r:id="rId5"/>
    <p:sldId id="612" r:id="rId6"/>
    <p:sldId id="614" r:id="rId7"/>
    <p:sldId id="615" r:id="rId8"/>
    <p:sldId id="613" r:id="rId9"/>
    <p:sldId id="616" r:id="rId10"/>
    <p:sldId id="617" r:id="rId11"/>
    <p:sldId id="622" r:id="rId12"/>
    <p:sldId id="623" r:id="rId13"/>
    <p:sldId id="620" r:id="rId14"/>
    <p:sldId id="621" r:id="rId15"/>
    <p:sldId id="608" r:id="rId16"/>
    <p:sldId id="628" r:id="rId17"/>
    <p:sldId id="629" r:id="rId18"/>
    <p:sldId id="630" r:id="rId19"/>
    <p:sldId id="631" r:id="rId20"/>
    <p:sldId id="632" r:id="rId21"/>
    <p:sldId id="633" r:id="rId22"/>
    <p:sldId id="624" r:id="rId23"/>
    <p:sldId id="627" r:id="rId24"/>
    <p:sldId id="626" r:id="rId25"/>
    <p:sldId id="60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F24F5B-99AA-40BC-B6CC-152929DE2F33}" v="14" dt="2026-10-04T18:04:52.8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51" autoAdjust="0"/>
    <p:restoredTop sz="94124" autoAdjust="0"/>
  </p:normalViewPr>
  <p:slideViewPr>
    <p:cSldViewPr snapToGrid="0">
      <p:cViewPr>
        <p:scale>
          <a:sx n="80" d="100"/>
          <a:sy n="80" d="100"/>
        </p:scale>
        <p:origin x="226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custSel addSld delSld modSld sldOrd">
      <pc:chgData name="Khobo, IL, Dr [ilkhobo@sun.ac.za]" userId="b519a442-dcea-4a28-9c45-7e29f1df5837" providerId="ADAL" clId="{8BC8A5CF-2DB3-45E9-BF57-F2ED810C291E}" dt="2026-10-05T06:18:19.798" v="5853" actId="1076"/>
      <pc:docMkLst>
        <pc:docMk/>
      </pc:docMkLst>
      <pc:sldChg chg="modSp mod modNotesTx">
        <pc:chgData name="Khobo, IL, Dr [ilkhobo@sun.ac.za]" userId="b519a442-dcea-4a28-9c45-7e29f1df5837" providerId="ADAL" clId="{8BC8A5CF-2DB3-45E9-BF57-F2ED810C291E}" dt="2026-10-04T13:40:41.005" v="5103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9-15T10:02:44.178" v="55" actId="1076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8BC8A5CF-2DB3-45E9-BF57-F2ED810C291E}" dt="2026-10-04T13:10:43.025" v="5087" actId="114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8BC8A5CF-2DB3-45E9-BF57-F2ED810C291E}" dt="2026-10-04T13:40:41.005" v="5103" actId="20577"/>
          <ac:spMkLst>
            <pc:docMk/>
            <pc:sldMk cId="2601401026" sldId="597"/>
            <ac:spMk id="34" creationId="{593DD671-6E7B-06CE-9A2D-78AB0133EE61}"/>
          </ac:spMkLst>
        </pc:spChg>
      </pc:sldChg>
      <pc:sldChg chg="addSp delSp modSp mod addAnim delAnim modAnim">
        <pc:chgData name="Khobo, IL, Dr [ilkhobo@sun.ac.za]" userId="b519a442-dcea-4a28-9c45-7e29f1df5837" providerId="ADAL" clId="{8BC8A5CF-2DB3-45E9-BF57-F2ED810C291E}" dt="2026-10-04T17:54:56.521" v="5567"/>
        <pc:sldMkLst>
          <pc:docMk/>
          <pc:sldMk cId="4217422227" sldId="599"/>
        </pc:sldMkLst>
        <pc:spChg chg="add mod">
          <ac:chgData name="Khobo, IL, Dr [ilkhobo@sun.ac.za]" userId="b519a442-dcea-4a28-9c45-7e29f1df5837" providerId="ADAL" clId="{8BC8A5CF-2DB3-45E9-BF57-F2ED810C291E}" dt="2026-10-04T15:13:14.997" v="5182" actId="20577"/>
          <ac:spMkLst>
            <pc:docMk/>
            <pc:sldMk cId="4217422227" sldId="599"/>
            <ac:spMk id="11" creationId="{4EE47463-724A-9191-841D-6F59B5883160}"/>
          </ac:spMkLst>
        </pc:spChg>
        <pc:spChg chg="add mod">
          <ac:chgData name="Khobo, IL, Dr [ilkhobo@sun.ac.za]" userId="b519a442-dcea-4a28-9c45-7e29f1df5837" providerId="ADAL" clId="{8BC8A5CF-2DB3-45E9-BF57-F2ED810C291E}" dt="2026-10-04T15:13:52.216" v="5196" actId="1076"/>
          <ac:spMkLst>
            <pc:docMk/>
            <pc:sldMk cId="4217422227" sldId="599"/>
            <ac:spMk id="25" creationId="{3FD56275-EA4F-07B0-45B1-29DD86F53B99}"/>
          </ac:spMkLst>
        </pc:spChg>
        <pc:spChg chg="mod">
          <ac:chgData name="Khobo, IL, Dr [ilkhobo@sun.ac.za]" userId="b519a442-dcea-4a28-9c45-7e29f1df5837" providerId="ADAL" clId="{8BC8A5CF-2DB3-45E9-BF57-F2ED810C291E}" dt="2026-10-01T20:16:26.975" v="4410"/>
          <ac:spMkLst>
            <pc:docMk/>
            <pc:sldMk cId="4217422227" sldId="599"/>
            <ac:spMk id="28" creationId="{50EA2319-0841-C4C0-1968-66099B0DD561}"/>
          </ac:spMkLst>
        </pc:spChg>
        <pc:spChg chg="mod">
          <ac:chgData name="Khobo, IL, Dr [ilkhobo@sun.ac.za]" userId="b519a442-dcea-4a28-9c45-7e29f1df5837" providerId="ADAL" clId="{8BC8A5CF-2DB3-45E9-BF57-F2ED810C291E}" dt="2026-10-01T20:16:26.975" v="4410"/>
          <ac:spMkLst>
            <pc:docMk/>
            <pc:sldMk cId="4217422227" sldId="599"/>
            <ac:spMk id="30" creationId="{BBD92169-A53D-E18F-925C-E4299266DDEC}"/>
          </ac:spMkLst>
        </pc:spChg>
        <pc:spChg chg="mod">
          <ac:chgData name="Khobo, IL, Dr [ilkhobo@sun.ac.za]" userId="b519a442-dcea-4a28-9c45-7e29f1df5837" providerId="ADAL" clId="{8BC8A5CF-2DB3-45E9-BF57-F2ED810C291E}" dt="2026-10-04T13:40:45.951" v="5105" actId="20577"/>
          <ac:spMkLst>
            <pc:docMk/>
            <pc:sldMk cId="4217422227" sldId="599"/>
            <ac:spMk id="34" creationId="{03FEF9E1-FBFC-4B6A-7F48-8A9667834489}"/>
          </ac:spMkLst>
        </pc:spChg>
        <pc:spChg chg="mod">
          <ac:chgData name="Khobo, IL, Dr [ilkhobo@sun.ac.za]" userId="b519a442-dcea-4a28-9c45-7e29f1df5837" providerId="ADAL" clId="{8BC8A5CF-2DB3-45E9-BF57-F2ED810C291E}" dt="2026-10-04T13:38:37.383" v="5094" actId="20577"/>
          <ac:spMkLst>
            <pc:docMk/>
            <pc:sldMk cId="4217422227" sldId="599"/>
            <ac:spMk id="36" creationId="{429E743A-632E-9EB3-5D21-ECF5187657DD}"/>
          </ac:spMkLst>
        </pc:spChg>
        <pc:grpChg chg="mod">
          <ac:chgData name="Khobo, IL, Dr [ilkhobo@sun.ac.za]" userId="b519a442-dcea-4a28-9c45-7e29f1df5837" providerId="ADAL" clId="{8BC8A5CF-2DB3-45E9-BF57-F2ED810C291E}" dt="2026-10-01T20:16:26.975" v="4410"/>
          <ac:grpSpMkLst>
            <pc:docMk/>
            <pc:sldMk cId="4217422227" sldId="599"/>
            <ac:grpSpMk id="35" creationId="{5C42DAD1-556A-FA8E-9CC4-0B6997C379C3}"/>
          </ac:grpSpMkLst>
        </pc:grpChg>
        <pc:grpChg chg="mod">
          <ac:chgData name="Khobo, IL, Dr [ilkhobo@sun.ac.za]" userId="b519a442-dcea-4a28-9c45-7e29f1df5837" providerId="ADAL" clId="{8BC8A5CF-2DB3-45E9-BF57-F2ED810C291E}" dt="2026-10-01T20:16:26.975" v="4410"/>
          <ac:grpSpMkLst>
            <pc:docMk/>
            <pc:sldMk cId="4217422227" sldId="599"/>
            <ac:grpSpMk id="37" creationId="{1AAF1644-2C68-6654-8F0A-184FF1A11925}"/>
          </ac:grpSpMkLst>
        </pc:grpChg>
        <pc:picChg chg="del">
          <ac:chgData name="Khobo, IL, Dr [ilkhobo@sun.ac.za]" userId="b519a442-dcea-4a28-9c45-7e29f1df5837" providerId="ADAL" clId="{8BC8A5CF-2DB3-45E9-BF57-F2ED810C291E}" dt="2026-10-04T13:38:27.083" v="5088" actId="478"/>
          <ac:picMkLst>
            <pc:docMk/>
            <pc:sldMk cId="4217422227" sldId="599"/>
            <ac:picMk id="3" creationId="{388C8966-5C12-4AD1-8BB2-7D7F77E86407}"/>
          </ac:picMkLst>
        </pc:picChg>
        <pc:picChg chg="add del mod">
          <ac:chgData name="Khobo, IL, Dr [ilkhobo@sun.ac.za]" userId="b519a442-dcea-4a28-9c45-7e29f1df5837" providerId="ADAL" clId="{8BC8A5CF-2DB3-45E9-BF57-F2ED810C291E}" dt="2026-10-04T15:00:55.565" v="5138" actId="478"/>
          <ac:picMkLst>
            <pc:docMk/>
            <pc:sldMk cId="4217422227" sldId="599"/>
            <ac:picMk id="4" creationId="{F0354F30-F562-E1C0-A884-36CFF08AB3A3}"/>
          </ac:picMkLst>
        </pc:picChg>
        <pc:picChg chg="add del mod">
          <ac:chgData name="Khobo, IL, Dr [ilkhobo@sun.ac.za]" userId="b519a442-dcea-4a28-9c45-7e29f1df5837" providerId="ADAL" clId="{8BC8A5CF-2DB3-45E9-BF57-F2ED810C291E}" dt="2026-10-04T15:00:52.775" v="5137" actId="478"/>
          <ac:picMkLst>
            <pc:docMk/>
            <pc:sldMk cId="4217422227" sldId="599"/>
            <ac:picMk id="6" creationId="{CCF8EDD0-D368-2684-6CC2-6A0A176D6821}"/>
          </ac:picMkLst>
        </pc:picChg>
        <pc:picChg chg="add del mod">
          <ac:chgData name="Khobo, IL, Dr [ilkhobo@sun.ac.za]" userId="b519a442-dcea-4a28-9c45-7e29f1df5837" providerId="ADAL" clId="{8BC8A5CF-2DB3-45E9-BF57-F2ED810C291E}" dt="2026-10-04T15:07:40.575" v="5152" actId="478"/>
          <ac:picMkLst>
            <pc:docMk/>
            <pc:sldMk cId="4217422227" sldId="599"/>
            <ac:picMk id="13" creationId="{44E6033A-222C-3C03-3F62-4C46CBAD980B}"/>
          </ac:picMkLst>
        </pc:picChg>
        <pc:picChg chg="add mod modCrop">
          <ac:chgData name="Khobo, IL, Dr [ilkhobo@sun.ac.za]" userId="b519a442-dcea-4a28-9c45-7e29f1df5837" providerId="ADAL" clId="{8BC8A5CF-2DB3-45E9-BF57-F2ED810C291E}" dt="2026-10-04T15:12:18.698" v="5178" actId="1076"/>
          <ac:picMkLst>
            <pc:docMk/>
            <pc:sldMk cId="4217422227" sldId="599"/>
            <ac:picMk id="15" creationId="{1A024E72-CB43-71D4-DA9B-DB3986816F9D}"/>
          </ac:picMkLst>
        </pc:picChg>
        <pc:picChg chg="add del mod">
          <ac:chgData name="Khobo, IL, Dr [ilkhobo@sun.ac.za]" userId="b519a442-dcea-4a28-9c45-7e29f1df5837" providerId="ADAL" clId="{8BC8A5CF-2DB3-45E9-BF57-F2ED810C291E}" dt="2026-10-04T15:09:17.128" v="5163" actId="478"/>
          <ac:picMkLst>
            <pc:docMk/>
            <pc:sldMk cId="4217422227" sldId="599"/>
            <ac:picMk id="17" creationId="{2251ABF3-74E1-D129-24F0-F0CA432253F2}"/>
          </ac:picMkLst>
        </pc:picChg>
        <pc:picChg chg="add mod">
          <ac:chgData name="Khobo, IL, Dr [ilkhobo@sun.ac.za]" userId="b519a442-dcea-4a28-9c45-7e29f1df5837" providerId="ADAL" clId="{8BC8A5CF-2DB3-45E9-BF57-F2ED810C291E}" dt="2026-10-04T15:11:42.955" v="5175" actId="1076"/>
          <ac:picMkLst>
            <pc:docMk/>
            <pc:sldMk cId="4217422227" sldId="599"/>
            <ac:picMk id="19" creationId="{52969C68-D4F7-F696-7C20-489597932A73}"/>
          </ac:picMkLst>
        </pc:picChg>
        <pc:picChg chg="add mod">
          <ac:chgData name="Khobo, IL, Dr [ilkhobo@sun.ac.za]" userId="b519a442-dcea-4a28-9c45-7e29f1df5837" providerId="ADAL" clId="{8BC8A5CF-2DB3-45E9-BF57-F2ED810C291E}" dt="2026-10-04T15:14:04.978" v="5199" actId="1076"/>
          <ac:picMkLst>
            <pc:docMk/>
            <pc:sldMk cId="4217422227" sldId="599"/>
            <ac:picMk id="21" creationId="{F09F280A-C781-F5BE-BCE8-6B72C42F742A}"/>
          </ac:picMkLst>
        </pc:picChg>
        <pc:picChg chg="add del mod">
          <ac:chgData name="Khobo, IL, Dr [ilkhobo@sun.ac.za]" userId="b519a442-dcea-4a28-9c45-7e29f1df5837" providerId="ADAL" clId="{8BC8A5CF-2DB3-45E9-BF57-F2ED810C291E}" dt="2026-10-04T15:13:58.185" v="5198" actId="478"/>
          <ac:picMkLst>
            <pc:docMk/>
            <pc:sldMk cId="4217422227" sldId="599"/>
            <ac:picMk id="23" creationId="{91293858-11CC-34E0-BEF5-AB89BCD09C8F}"/>
          </ac:picMkLst>
        </pc:picChg>
        <pc:picChg chg="mod">
          <ac:chgData name="Khobo, IL, Dr [ilkhobo@sun.ac.za]" userId="b519a442-dcea-4a28-9c45-7e29f1df5837" providerId="ADAL" clId="{8BC8A5CF-2DB3-45E9-BF57-F2ED810C291E}" dt="2026-10-01T20:16:26.975" v="4410"/>
          <ac:picMkLst>
            <pc:docMk/>
            <pc:sldMk cId="4217422227" sldId="599"/>
            <ac:picMk id="24" creationId="{80DA4B42-331A-AD23-98AF-6EC59A81FE6A}"/>
          </ac:picMkLst>
        </pc:picChg>
        <pc:picChg chg="add del mod modCrop">
          <ac:chgData name="Khobo, IL, Dr [ilkhobo@sun.ac.za]" userId="b519a442-dcea-4a28-9c45-7e29f1df5837" providerId="ADAL" clId="{8BC8A5CF-2DB3-45E9-BF57-F2ED810C291E}" dt="2026-10-04T15:15:10.971" v="5214" actId="1076"/>
          <ac:picMkLst>
            <pc:docMk/>
            <pc:sldMk cId="4217422227" sldId="599"/>
            <ac:picMk id="27" creationId="{24297238-24C7-67AA-9B5E-53D29CF6BC38}"/>
          </ac:picMkLst>
        </pc:picChg>
        <pc:cxnChg chg="add del mod">
          <ac:chgData name="Khobo, IL, Dr [ilkhobo@sun.ac.za]" userId="b519a442-dcea-4a28-9c45-7e29f1df5837" providerId="ADAL" clId="{8BC8A5CF-2DB3-45E9-BF57-F2ED810C291E}" dt="2026-10-04T15:02:50.272" v="5144" actId="478"/>
          <ac:cxnSpMkLst>
            <pc:docMk/>
            <pc:sldMk cId="4217422227" sldId="599"/>
            <ac:cxnSpMk id="8" creationId="{49785DAA-DFF6-97EB-40E5-5E6209DD019D}"/>
          </ac:cxnSpMkLst>
        </pc:cxnChg>
      </pc:sldChg>
      <pc:sldChg chg="addSp delSp modSp del mod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2241762010" sldId="600"/>
        </pc:sldMkLst>
      </pc:sldChg>
      <pc:sldChg chg="addSp modSp del mod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948910111" sldId="601"/>
        </pc:sldMkLst>
      </pc:sldChg>
      <pc:sldChg chg="modSp del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3355225157" sldId="602"/>
        </pc:sldMkLst>
      </pc:sldChg>
      <pc:sldChg chg="modSp del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707679035" sldId="604"/>
        </pc:sldMkLst>
      </pc:sldChg>
      <pc:sldChg chg="modSp del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209627116" sldId="605"/>
        </pc:sldMkLst>
      </pc:sldChg>
      <pc:sldChg chg="modSp del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2244045518" sldId="606"/>
        </pc:sldMkLst>
      </pc:sldChg>
      <pc:sldChg chg="modSp del modNotesTx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1796012759" sldId="607"/>
        </pc:sldMkLst>
      </pc:sldChg>
      <pc:sldChg chg="addSp delSp modSp mod">
        <pc:chgData name="Khobo, IL, Dr [ilkhobo@sun.ac.za]" userId="b519a442-dcea-4a28-9c45-7e29f1df5837" providerId="ADAL" clId="{8BC8A5CF-2DB3-45E9-BF57-F2ED810C291E}" dt="2026-10-04T18:43:48.099" v="5649" actId="20577"/>
        <pc:sldMkLst>
          <pc:docMk/>
          <pc:sldMk cId="1898944454" sldId="608"/>
        </pc:sldMkLst>
        <pc:spChg chg="mod">
          <ac:chgData name="Khobo, IL, Dr [ilkhobo@sun.ac.za]" userId="b519a442-dcea-4a28-9c45-7e29f1df5837" providerId="ADAL" clId="{8BC8A5CF-2DB3-45E9-BF57-F2ED810C291E}" dt="2026-10-01T20:17:43.003" v="4423"/>
          <ac:spMkLst>
            <pc:docMk/>
            <pc:sldMk cId="1898944454" sldId="608"/>
            <ac:spMk id="28" creationId="{384C8E9D-F8B0-01D4-CCC3-7FDC9C7CF873}"/>
          </ac:spMkLst>
        </pc:spChg>
        <pc:spChg chg="mod">
          <ac:chgData name="Khobo, IL, Dr [ilkhobo@sun.ac.za]" userId="b519a442-dcea-4a28-9c45-7e29f1df5837" providerId="ADAL" clId="{8BC8A5CF-2DB3-45E9-BF57-F2ED810C291E}" dt="2026-10-01T20:17:43.003" v="4423"/>
          <ac:spMkLst>
            <pc:docMk/>
            <pc:sldMk cId="1898944454" sldId="608"/>
            <ac:spMk id="30" creationId="{BEE995CF-7681-5310-B69F-0B346FF534AE}"/>
          </ac:spMkLst>
        </pc:spChg>
        <pc:spChg chg="mod">
          <ac:chgData name="Khobo, IL, Dr [ilkhobo@sun.ac.za]" userId="b519a442-dcea-4a28-9c45-7e29f1df5837" providerId="ADAL" clId="{8BC8A5CF-2DB3-45E9-BF57-F2ED810C291E}" dt="2026-10-04T13:41:52.959" v="5114" actId="20577"/>
          <ac:spMkLst>
            <pc:docMk/>
            <pc:sldMk cId="1898944454" sldId="608"/>
            <ac:spMk id="34" creationId="{466C8BF8-536F-11EB-4921-AF1DB24A6BC3}"/>
          </ac:spMkLst>
        </pc:spChg>
        <pc:spChg chg="mod">
          <ac:chgData name="Khobo, IL, Dr [ilkhobo@sun.ac.za]" userId="b519a442-dcea-4a28-9c45-7e29f1df5837" providerId="ADAL" clId="{8BC8A5CF-2DB3-45E9-BF57-F2ED810C291E}" dt="2026-10-04T18:43:48.099" v="5649" actId="20577"/>
          <ac:spMkLst>
            <pc:docMk/>
            <pc:sldMk cId="1898944454" sldId="608"/>
            <ac:spMk id="36" creationId="{8EDC8E46-0C1C-3A6D-2D34-D1E3E801AC55}"/>
          </ac:spMkLst>
        </pc:spChg>
        <pc:grpChg chg="mod">
          <ac:chgData name="Khobo, IL, Dr [ilkhobo@sun.ac.za]" userId="b519a442-dcea-4a28-9c45-7e29f1df5837" providerId="ADAL" clId="{8BC8A5CF-2DB3-45E9-BF57-F2ED810C291E}" dt="2026-10-01T20:17:43.003" v="4423"/>
          <ac:grpSpMkLst>
            <pc:docMk/>
            <pc:sldMk cId="1898944454" sldId="608"/>
            <ac:grpSpMk id="35" creationId="{955EDCB3-8338-8F4B-463A-39E86BB875E4}"/>
          </ac:grpSpMkLst>
        </pc:grpChg>
        <pc:grpChg chg="mod">
          <ac:chgData name="Khobo, IL, Dr [ilkhobo@sun.ac.za]" userId="b519a442-dcea-4a28-9c45-7e29f1df5837" providerId="ADAL" clId="{8BC8A5CF-2DB3-45E9-BF57-F2ED810C291E}" dt="2026-10-01T20:17:43.003" v="4423"/>
          <ac:grpSpMkLst>
            <pc:docMk/>
            <pc:sldMk cId="1898944454" sldId="608"/>
            <ac:grpSpMk id="37" creationId="{536949BD-B735-ACBA-C69E-E946EACAA37F}"/>
          </ac:grpSpMkLst>
        </pc:grpChg>
        <pc:picChg chg="add del mod">
          <ac:chgData name="Khobo, IL, Dr [ilkhobo@sun.ac.za]" userId="b519a442-dcea-4a28-9c45-7e29f1df5837" providerId="ADAL" clId="{8BC8A5CF-2DB3-45E9-BF57-F2ED810C291E}" dt="2026-10-04T18:43:16.286" v="5584" actId="478"/>
          <ac:picMkLst>
            <pc:docMk/>
            <pc:sldMk cId="1898944454" sldId="608"/>
            <ac:picMk id="3" creationId="{14C9802F-B170-D347-2175-7A092FECB2BA}"/>
          </ac:picMkLst>
        </pc:picChg>
        <pc:picChg chg="del">
          <ac:chgData name="Khobo, IL, Dr [ilkhobo@sun.ac.za]" userId="b519a442-dcea-4a28-9c45-7e29f1df5837" providerId="ADAL" clId="{8BC8A5CF-2DB3-45E9-BF57-F2ED810C291E}" dt="2026-10-04T13:41:39.395" v="5107" actId="478"/>
          <ac:picMkLst>
            <pc:docMk/>
            <pc:sldMk cId="1898944454" sldId="608"/>
            <ac:picMk id="4" creationId="{34F08783-4130-0026-CC94-7D7494EDDE25}"/>
          </ac:picMkLst>
        </pc:picChg>
        <pc:picChg chg="add mod">
          <ac:chgData name="Khobo, IL, Dr [ilkhobo@sun.ac.za]" userId="b519a442-dcea-4a28-9c45-7e29f1df5837" providerId="ADAL" clId="{8BC8A5CF-2DB3-45E9-BF57-F2ED810C291E}" dt="2026-10-04T18:43:24.138" v="5588" actId="1076"/>
          <ac:picMkLst>
            <pc:docMk/>
            <pc:sldMk cId="1898944454" sldId="608"/>
            <ac:picMk id="6" creationId="{FAD5E692-2436-A8F4-710C-0295D6B6C785}"/>
          </ac:picMkLst>
        </pc:picChg>
        <pc:picChg chg="mod">
          <ac:chgData name="Khobo, IL, Dr [ilkhobo@sun.ac.za]" userId="b519a442-dcea-4a28-9c45-7e29f1df5837" providerId="ADAL" clId="{8BC8A5CF-2DB3-45E9-BF57-F2ED810C291E}" dt="2026-10-01T20:17:43.003" v="4423"/>
          <ac:picMkLst>
            <pc:docMk/>
            <pc:sldMk cId="1898944454" sldId="608"/>
            <ac:picMk id="24" creationId="{164B7AE9-7152-CF87-6385-7FCF60C26536}"/>
          </ac:picMkLst>
        </pc:picChg>
      </pc:sldChg>
      <pc:sldChg chg="addSp delSp modSp mod">
        <pc:chgData name="Khobo, IL, Dr [ilkhobo@sun.ac.za]" userId="b519a442-dcea-4a28-9c45-7e29f1df5837" providerId="ADAL" clId="{8BC8A5CF-2DB3-45E9-BF57-F2ED810C291E}" dt="2026-10-04T13:42:42.068" v="5129" actId="22"/>
        <pc:sldMkLst>
          <pc:docMk/>
          <pc:sldMk cId="338082082" sldId="609"/>
        </pc:sldMkLst>
        <pc:spChg chg="add del mod">
          <ac:chgData name="Khobo, IL, Dr [ilkhobo@sun.ac.za]" userId="b519a442-dcea-4a28-9c45-7e29f1df5837" providerId="ADAL" clId="{8BC8A5CF-2DB3-45E9-BF57-F2ED810C291E}" dt="2026-10-04T13:42:26.850" v="5118" actId="478"/>
          <ac:spMkLst>
            <pc:docMk/>
            <pc:sldMk cId="338082082" sldId="609"/>
            <ac:spMk id="2" creationId="{9305B332-7570-EA99-A09C-42E311CF3B09}"/>
          </ac:spMkLst>
        </pc:spChg>
        <pc:spChg chg="mod">
          <ac:chgData name="Khobo, IL, Dr [ilkhobo@sun.ac.za]" userId="b519a442-dcea-4a28-9c45-7e29f1df5837" providerId="ADAL" clId="{8BC8A5CF-2DB3-45E9-BF57-F2ED810C291E}" dt="2026-10-01T20:17:50.837" v="4424"/>
          <ac:spMkLst>
            <pc:docMk/>
            <pc:sldMk cId="338082082" sldId="609"/>
            <ac:spMk id="28" creationId="{431794E6-39B0-77BC-44D9-E8CE60CBBD30}"/>
          </ac:spMkLst>
        </pc:spChg>
        <pc:spChg chg="mod">
          <ac:chgData name="Khobo, IL, Dr [ilkhobo@sun.ac.za]" userId="b519a442-dcea-4a28-9c45-7e29f1df5837" providerId="ADAL" clId="{8BC8A5CF-2DB3-45E9-BF57-F2ED810C291E}" dt="2026-10-01T20:17:50.837" v="4424"/>
          <ac:spMkLst>
            <pc:docMk/>
            <pc:sldMk cId="338082082" sldId="609"/>
            <ac:spMk id="30" creationId="{BA0B0B3F-2013-3D29-8717-26133D80F40E}"/>
          </ac:spMkLst>
        </pc:spChg>
        <pc:spChg chg="mod">
          <ac:chgData name="Khobo, IL, Dr [ilkhobo@sun.ac.za]" userId="b519a442-dcea-4a28-9c45-7e29f1df5837" providerId="ADAL" clId="{8BC8A5CF-2DB3-45E9-BF57-F2ED810C291E}" dt="2026-10-04T13:41:58.833" v="5116" actId="20577"/>
          <ac:spMkLst>
            <pc:docMk/>
            <pc:sldMk cId="338082082" sldId="609"/>
            <ac:spMk id="34" creationId="{F1E50580-54BF-5667-527F-E6168B0C7A2F}"/>
          </ac:spMkLst>
        </pc:spChg>
        <pc:spChg chg="mod">
          <ac:chgData name="Khobo, IL, Dr [ilkhobo@sun.ac.za]" userId="b519a442-dcea-4a28-9c45-7e29f1df5837" providerId="ADAL" clId="{8BC8A5CF-2DB3-45E9-BF57-F2ED810C291E}" dt="2026-10-04T13:42:39.793" v="5128" actId="20577"/>
          <ac:spMkLst>
            <pc:docMk/>
            <pc:sldMk cId="338082082" sldId="609"/>
            <ac:spMk id="36" creationId="{9BF15938-D2FF-3104-FE0A-AD538A4A67F6}"/>
          </ac:spMkLst>
        </pc:spChg>
        <pc:grpChg chg="mod">
          <ac:chgData name="Khobo, IL, Dr [ilkhobo@sun.ac.za]" userId="b519a442-dcea-4a28-9c45-7e29f1df5837" providerId="ADAL" clId="{8BC8A5CF-2DB3-45E9-BF57-F2ED810C291E}" dt="2026-10-01T20:17:50.837" v="4424"/>
          <ac:grpSpMkLst>
            <pc:docMk/>
            <pc:sldMk cId="338082082" sldId="609"/>
            <ac:grpSpMk id="35" creationId="{152F0199-B4EA-2CFC-0C4C-DD09C9119D02}"/>
          </ac:grpSpMkLst>
        </pc:grpChg>
        <pc:grpChg chg="mod">
          <ac:chgData name="Khobo, IL, Dr [ilkhobo@sun.ac.za]" userId="b519a442-dcea-4a28-9c45-7e29f1df5837" providerId="ADAL" clId="{8BC8A5CF-2DB3-45E9-BF57-F2ED810C291E}" dt="2026-10-01T20:17:50.837" v="4424"/>
          <ac:grpSpMkLst>
            <pc:docMk/>
            <pc:sldMk cId="338082082" sldId="609"/>
            <ac:grpSpMk id="37" creationId="{BEC73604-5FD7-BFC5-D35B-DD75FBDED9FA}"/>
          </ac:grpSpMkLst>
        </pc:grpChg>
        <pc:picChg chg="del">
          <ac:chgData name="Khobo, IL, Dr [ilkhobo@sun.ac.za]" userId="b519a442-dcea-4a28-9c45-7e29f1df5837" providerId="ADAL" clId="{8BC8A5CF-2DB3-45E9-BF57-F2ED810C291E}" dt="2026-10-04T13:42:22.438" v="5117" actId="478"/>
          <ac:picMkLst>
            <pc:docMk/>
            <pc:sldMk cId="338082082" sldId="609"/>
            <ac:picMk id="3" creationId="{7025F7E1-1E3A-8F06-905D-2D28084C1A3C}"/>
          </ac:picMkLst>
        </pc:picChg>
        <pc:picChg chg="add">
          <ac:chgData name="Khobo, IL, Dr [ilkhobo@sun.ac.za]" userId="b519a442-dcea-4a28-9c45-7e29f1df5837" providerId="ADAL" clId="{8BC8A5CF-2DB3-45E9-BF57-F2ED810C291E}" dt="2026-10-04T13:42:42.068" v="5129" actId="22"/>
          <ac:picMkLst>
            <pc:docMk/>
            <pc:sldMk cId="338082082" sldId="609"/>
            <ac:picMk id="5" creationId="{9446B6BC-8784-6505-4519-350E632DED65}"/>
          </ac:picMkLst>
        </pc:picChg>
        <pc:picChg chg="mod">
          <ac:chgData name="Khobo, IL, Dr [ilkhobo@sun.ac.za]" userId="b519a442-dcea-4a28-9c45-7e29f1df5837" providerId="ADAL" clId="{8BC8A5CF-2DB3-45E9-BF57-F2ED810C291E}" dt="2026-10-01T20:17:50.837" v="4424"/>
          <ac:picMkLst>
            <pc:docMk/>
            <pc:sldMk cId="338082082" sldId="609"/>
            <ac:picMk id="24" creationId="{4EF60769-267A-7EB3-45A5-D69B7FF2D4C8}"/>
          </ac:picMkLst>
        </pc:picChg>
      </pc:sldChg>
      <pc:sldChg chg="addSp delSp modSp add mod modTransition delAnim">
        <pc:chgData name="Khobo, IL, Dr [ilkhobo@sun.ac.za]" userId="b519a442-dcea-4a28-9c45-7e29f1df5837" providerId="ADAL" clId="{8BC8A5CF-2DB3-45E9-BF57-F2ED810C291E}" dt="2026-10-04T15:30:32.938" v="5311"/>
        <pc:sldMkLst>
          <pc:docMk/>
          <pc:sldMk cId="2245842902" sldId="610"/>
        </pc:sldMkLst>
        <pc:graphicFrameChg chg="add mod modGraphic">
          <ac:chgData name="Khobo, IL, Dr [ilkhobo@sun.ac.za]" userId="b519a442-dcea-4a28-9c45-7e29f1df5837" providerId="ADAL" clId="{8BC8A5CF-2DB3-45E9-BF57-F2ED810C291E}" dt="2026-10-04T15:19:13.635" v="5248" actId="1076"/>
          <ac:graphicFrameMkLst>
            <pc:docMk/>
            <pc:sldMk cId="2245842902" sldId="610"/>
            <ac:graphicFrameMk id="7" creationId="{3CC815C4-5F8A-B422-D370-FA7F760C8922}"/>
          </ac:graphicFrameMkLst>
        </pc:graphicFrameChg>
        <pc:picChg chg="add mod">
          <ac:chgData name="Khobo, IL, Dr [ilkhobo@sun.ac.za]" userId="b519a442-dcea-4a28-9c45-7e29f1df5837" providerId="ADAL" clId="{8BC8A5CF-2DB3-45E9-BF57-F2ED810C291E}" dt="2026-10-04T15:20:10.069" v="5254" actId="1076"/>
          <ac:picMkLst>
            <pc:docMk/>
            <pc:sldMk cId="2245842902" sldId="610"/>
            <ac:picMk id="3" creationId="{074C25C5-3021-57D1-9D48-79841423F3E9}"/>
          </ac:picMkLst>
        </pc:picChg>
        <pc:picChg chg="add del mod">
          <ac:chgData name="Khobo, IL, Dr [ilkhobo@sun.ac.za]" userId="b519a442-dcea-4a28-9c45-7e29f1df5837" providerId="ADAL" clId="{8BC8A5CF-2DB3-45E9-BF57-F2ED810C291E}" dt="2026-10-04T15:17:58.284" v="5224" actId="21"/>
          <ac:picMkLst>
            <pc:docMk/>
            <pc:sldMk cId="2245842902" sldId="610"/>
            <ac:picMk id="5" creationId="{31BE8F28-294F-770E-7C60-701889ABF87D}"/>
          </ac:picMkLst>
        </pc:picChg>
        <pc:picChg chg="del">
          <ac:chgData name="Khobo, IL, Dr [ilkhobo@sun.ac.za]" userId="b519a442-dcea-4a28-9c45-7e29f1df5837" providerId="ADAL" clId="{8BC8A5CF-2DB3-45E9-BF57-F2ED810C291E}" dt="2026-10-04T15:20:02.365" v="5252" actId="478"/>
          <ac:picMkLst>
            <pc:docMk/>
            <pc:sldMk cId="2245842902" sldId="610"/>
            <ac:picMk id="19" creationId="{D36B360C-649F-3118-F806-088C982F8F53}"/>
          </ac:picMkLst>
        </pc:picChg>
        <pc:picChg chg="del">
          <ac:chgData name="Khobo, IL, Dr [ilkhobo@sun.ac.za]" userId="b519a442-dcea-4a28-9c45-7e29f1df5837" providerId="ADAL" clId="{8BC8A5CF-2DB3-45E9-BF57-F2ED810C291E}" dt="2026-10-04T15:16:51.723" v="5216" actId="478"/>
          <ac:picMkLst>
            <pc:docMk/>
            <pc:sldMk cId="2245842902" sldId="610"/>
            <ac:picMk id="21" creationId="{7DC03038-27BC-0B18-9C8F-6185CDEC1E7A}"/>
          </ac:picMkLst>
        </pc:picChg>
        <pc:picChg chg="del">
          <ac:chgData name="Khobo, IL, Dr [ilkhobo@sun.ac.za]" userId="b519a442-dcea-4a28-9c45-7e29f1df5837" providerId="ADAL" clId="{8BC8A5CF-2DB3-45E9-BF57-F2ED810C291E}" dt="2026-10-04T15:17:04.065" v="5221" actId="478"/>
          <ac:picMkLst>
            <pc:docMk/>
            <pc:sldMk cId="2245842902" sldId="610"/>
            <ac:picMk id="27" creationId="{BAA39D69-9F2D-B38D-8770-1881DBD671A8}"/>
          </ac:picMkLst>
        </pc:picChg>
      </pc:sldChg>
      <pc:sldChg chg="addSp delSp modSp new mod setBg">
        <pc:chgData name="Khobo, IL, Dr [ilkhobo@sun.ac.za]" userId="b519a442-dcea-4a28-9c45-7e29f1df5837" providerId="ADAL" clId="{8BC8A5CF-2DB3-45E9-BF57-F2ED810C291E}" dt="2026-10-04T15:18:32.601" v="5241" actId="1076"/>
        <pc:sldMkLst>
          <pc:docMk/>
          <pc:sldMk cId="447774616" sldId="611"/>
        </pc:sldMkLst>
        <pc:spChg chg="del">
          <ac:chgData name="Khobo, IL, Dr [ilkhobo@sun.ac.za]" userId="b519a442-dcea-4a28-9c45-7e29f1df5837" providerId="ADAL" clId="{8BC8A5CF-2DB3-45E9-BF57-F2ED810C291E}" dt="2026-10-04T15:18:04.835" v="5226" actId="478"/>
          <ac:spMkLst>
            <pc:docMk/>
            <pc:sldMk cId="447774616" sldId="611"/>
            <ac:spMk id="2" creationId="{1E7FD6CC-886F-7BEA-CE7F-14C5ECED999C}"/>
          </ac:spMkLst>
        </pc:spChg>
        <pc:spChg chg="del">
          <ac:chgData name="Khobo, IL, Dr [ilkhobo@sun.ac.za]" userId="b519a442-dcea-4a28-9c45-7e29f1df5837" providerId="ADAL" clId="{8BC8A5CF-2DB3-45E9-BF57-F2ED810C291E}" dt="2026-10-04T15:18:04.835" v="5226" actId="478"/>
          <ac:spMkLst>
            <pc:docMk/>
            <pc:sldMk cId="447774616" sldId="611"/>
            <ac:spMk id="3" creationId="{1BDDB420-39B7-9D1E-E5D2-7954A6257986}"/>
          </ac:spMkLst>
        </pc:spChg>
        <pc:spChg chg="add del">
          <ac:chgData name="Khobo, IL, Dr [ilkhobo@sun.ac.za]" userId="b519a442-dcea-4a28-9c45-7e29f1df5837" providerId="ADAL" clId="{8BC8A5CF-2DB3-45E9-BF57-F2ED810C291E}" dt="2026-10-04T15:18:20.389" v="5234" actId="26606"/>
          <ac:spMkLst>
            <pc:docMk/>
            <pc:sldMk cId="447774616" sldId="611"/>
            <ac:spMk id="10" creationId="{42A4FC2C-047E-45A5-965D-8E1E3BF09BC6}"/>
          </ac:spMkLst>
        </pc:spChg>
        <pc:picChg chg="add mod">
          <ac:chgData name="Khobo, IL, Dr [ilkhobo@sun.ac.za]" userId="b519a442-dcea-4a28-9c45-7e29f1df5837" providerId="ADAL" clId="{8BC8A5CF-2DB3-45E9-BF57-F2ED810C291E}" dt="2026-10-04T15:18:32.601" v="5241" actId="1076"/>
          <ac:picMkLst>
            <pc:docMk/>
            <pc:sldMk cId="447774616" sldId="611"/>
            <ac:picMk id="5" creationId="{640E386D-8009-28E9-6323-2017652C6F83}"/>
          </ac:picMkLst>
        </pc:picChg>
      </pc:sldChg>
      <pc:sldChg chg="addSp delSp modSp add del mod modTransition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1143410437" sldId="611"/>
        </pc:sldMkLst>
      </pc:sldChg>
      <pc:sldChg chg="addSp delSp modSp add del mod modTransition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1783228791" sldId="612"/>
        </pc:sldMkLst>
      </pc:sldChg>
      <pc:sldChg chg="addSp delSp modSp add mod ord modTransition">
        <pc:chgData name="Khobo, IL, Dr [ilkhobo@sun.ac.za]" userId="b519a442-dcea-4a28-9c45-7e29f1df5837" providerId="ADAL" clId="{8BC8A5CF-2DB3-45E9-BF57-F2ED810C291E}" dt="2026-10-04T15:31:00.132" v="5313"/>
        <pc:sldMkLst>
          <pc:docMk/>
          <pc:sldMk cId="2289479344" sldId="612"/>
        </pc:sldMkLst>
        <pc:graphicFrameChg chg="del">
          <ac:chgData name="Khobo, IL, Dr [ilkhobo@sun.ac.za]" userId="b519a442-dcea-4a28-9c45-7e29f1df5837" providerId="ADAL" clId="{8BC8A5CF-2DB3-45E9-BF57-F2ED810C291E}" dt="2026-10-04T15:20:31.021" v="5257" actId="478"/>
          <ac:graphicFrameMkLst>
            <pc:docMk/>
            <pc:sldMk cId="2289479344" sldId="612"/>
            <ac:graphicFrameMk id="7" creationId="{8A8E99C5-87F4-31FB-DB99-38609FACDA35}"/>
          </ac:graphicFrameMkLst>
        </pc:graphicFrameChg>
        <pc:picChg chg="del">
          <ac:chgData name="Khobo, IL, Dr [ilkhobo@sun.ac.za]" userId="b519a442-dcea-4a28-9c45-7e29f1df5837" providerId="ADAL" clId="{8BC8A5CF-2DB3-45E9-BF57-F2ED810C291E}" dt="2026-10-04T15:20:26.464" v="5256" actId="478"/>
          <ac:picMkLst>
            <pc:docMk/>
            <pc:sldMk cId="2289479344" sldId="612"/>
            <ac:picMk id="3" creationId="{4D3127C9-3CEB-7CDA-669C-A32A8A6AD064}"/>
          </ac:picMkLst>
        </pc:picChg>
        <pc:picChg chg="add del mod">
          <ac:chgData name="Khobo, IL, Dr [ilkhobo@sun.ac.za]" userId="b519a442-dcea-4a28-9c45-7e29f1df5837" providerId="ADAL" clId="{8BC8A5CF-2DB3-45E9-BF57-F2ED810C291E}" dt="2026-10-04T15:21:32.367" v="5263" actId="478"/>
          <ac:picMkLst>
            <pc:docMk/>
            <pc:sldMk cId="2289479344" sldId="612"/>
            <ac:picMk id="4" creationId="{C15AF7EC-25F8-4F56-4519-609C40DAE7F8}"/>
          </ac:picMkLst>
        </pc:picChg>
        <pc:picChg chg="add mod">
          <ac:chgData name="Khobo, IL, Dr [ilkhobo@sun.ac.za]" userId="b519a442-dcea-4a28-9c45-7e29f1df5837" providerId="ADAL" clId="{8BC8A5CF-2DB3-45E9-BF57-F2ED810C291E}" dt="2026-10-04T15:22:11.892" v="5265" actId="1076"/>
          <ac:picMkLst>
            <pc:docMk/>
            <pc:sldMk cId="2289479344" sldId="612"/>
            <ac:picMk id="6" creationId="{87FB29CB-AA95-8E7E-89EC-CA3FE5AA5FA8}"/>
          </ac:picMkLst>
        </pc:picChg>
        <pc:picChg chg="add mod">
          <ac:chgData name="Khobo, IL, Dr [ilkhobo@sun.ac.za]" userId="b519a442-dcea-4a28-9c45-7e29f1df5837" providerId="ADAL" clId="{8BC8A5CF-2DB3-45E9-BF57-F2ED810C291E}" dt="2026-10-04T15:23:26.758" v="5273" actId="1076"/>
          <ac:picMkLst>
            <pc:docMk/>
            <pc:sldMk cId="2289479344" sldId="612"/>
            <ac:picMk id="9" creationId="{8710DFBA-3AAE-E377-5B9C-0FD8E387D988}"/>
          </ac:picMkLst>
        </pc:picChg>
        <pc:picChg chg="del">
          <ac:chgData name="Khobo, IL, Dr [ilkhobo@sun.ac.za]" userId="b519a442-dcea-4a28-9c45-7e29f1df5837" providerId="ADAL" clId="{8BC8A5CF-2DB3-45E9-BF57-F2ED810C291E}" dt="2026-10-04T15:20:24.051" v="5255" actId="478"/>
          <ac:picMkLst>
            <pc:docMk/>
            <pc:sldMk cId="2289479344" sldId="612"/>
            <ac:picMk id="19" creationId="{585529E7-A970-8A8E-25C6-269738A3CBC9}"/>
          </ac:picMkLst>
        </pc:picChg>
      </pc:sldChg>
      <pc:sldChg chg="addSp delSp modSp add mod modTransition">
        <pc:chgData name="Khobo, IL, Dr [ilkhobo@sun.ac.za]" userId="b519a442-dcea-4a28-9c45-7e29f1df5837" providerId="ADAL" clId="{8BC8A5CF-2DB3-45E9-BF57-F2ED810C291E}" dt="2026-10-04T15:33:44.693" v="5315"/>
        <pc:sldMkLst>
          <pc:docMk/>
          <pc:sldMk cId="2150785716" sldId="613"/>
        </pc:sldMkLst>
        <pc:spChg chg="del">
          <ac:chgData name="Khobo, IL, Dr [ilkhobo@sun.ac.za]" userId="b519a442-dcea-4a28-9c45-7e29f1df5837" providerId="ADAL" clId="{8BC8A5CF-2DB3-45E9-BF57-F2ED810C291E}" dt="2026-10-04T15:28:00.057" v="5296" actId="478"/>
          <ac:spMkLst>
            <pc:docMk/>
            <pc:sldMk cId="2150785716" sldId="613"/>
            <ac:spMk id="25" creationId="{1156033F-4345-0F1F-A5BA-38CF79D2F52F}"/>
          </ac:spMkLst>
        </pc:spChg>
        <pc:picChg chg="add del mod">
          <ac:chgData name="Khobo, IL, Dr [ilkhobo@sun.ac.za]" userId="b519a442-dcea-4a28-9c45-7e29f1df5837" providerId="ADAL" clId="{8BC8A5CF-2DB3-45E9-BF57-F2ED810C291E}" dt="2026-10-04T15:25:51.456" v="5281" actId="21"/>
          <ac:picMkLst>
            <pc:docMk/>
            <pc:sldMk cId="2150785716" sldId="613"/>
            <ac:picMk id="3" creationId="{BAF6E24E-28C9-5523-773D-95B754742EAF}"/>
          </ac:picMkLst>
        </pc:picChg>
        <pc:picChg chg="add mod">
          <ac:chgData name="Khobo, IL, Dr [ilkhobo@sun.ac.za]" userId="b519a442-dcea-4a28-9c45-7e29f1df5837" providerId="ADAL" clId="{8BC8A5CF-2DB3-45E9-BF57-F2ED810C291E}" dt="2026-10-04T15:28:04.909" v="5298" actId="1076"/>
          <ac:picMkLst>
            <pc:docMk/>
            <pc:sldMk cId="2150785716" sldId="613"/>
            <ac:picMk id="5" creationId="{8767D1DD-AC0B-3B38-0A06-C2D913CC7472}"/>
          </ac:picMkLst>
        </pc:picChg>
        <pc:picChg chg="del">
          <ac:chgData name="Khobo, IL, Dr [ilkhobo@sun.ac.za]" userId="b519a442-dcea-4a28-9c45-7e29f1df5837" providerId="ADAL" clId="{8BC8A5CF-2DB3-45E9-BF57-F2ED810C291E}" dt="2026-10-04T15:25:27.749" v="5275" actId="478"/>
          <ac:picMkLst>
            <pc:docMk/>
            <pc:sldMk cId="2150785716" sldId="613"/>
            <ac:picMk id="6" creationId="{2FAAA4FB-623A-66F6-3F96-00949C62FE34}"/>
          </ac:picMkLst>
        </pc:picChg>
        <pc:picChg chg="del">
          <ac:chgData name="Khobo, IL, Dr [ilkhobo@sun.ac.za]" userId="b519a442-dcea-4a28-9c45-7e29f1df5837" providerId="ADAL" clId="{8BC8A5CF-2DB3-45E9-BF57-F2ED810C291E}" dt="2026-10-04T15:27:57.272" v="5295" actId="478"/>
          <ac:picMkLst>
            <pc:docMk/>
            <pc:sldMk cId="2150785716" sldId="613"/>
            <ac:picMk id="9" creationId="{4BD73A87-2330-0EAE-DC3C-481453C180D0}"/>
          </ac:picMkLst>
        </pc:picChg>
        <pc:picChg chg="mod">
          <ac:chgData name="Khobo, IL, Dr [ilkhobo@sun.ac.za]" userId="b519a442-dcea-4a28-9c45-7e29f1df5837" providerId="ADAL" clId="{8BC8A5CF-2DB3-45E9-BF57-F2ED810C291E}" dt="2026-10-04T15:29:18.631" v="5306" actId="1076"/>
          <ac:picMkLst>
            <pc:docMk/>
            <pc:sldMk cId="2150785716" sldId="613"/>
            <ac:picMk id="15" creationId="{73C262E2-F69B-A129-EBAA-7332CCCEBCE7}"/>
          </ac:picMkLst>
        </pc:picChg>
      </pc:sldChg>
      <pc:sldChg chg="addSp delSp modSp add mod ord modTransition">
        <pc:chgData name="Khobo, IL, Dr [ilkhobo@sun.ac.za]" userId="b519a442-dcea-4a28-9c45-7e29f1df5837" providerId="ADAL" clId="{8BC8A5CF-2DB3-45E9-BF57-F2ED810C291E}" dt="2026-10-04T15:32:32.474" v="5314"/>
        <pc:sldMkLst>
          <pc:docMk/>
          <pc:sldMk cId="1989399538" sldId="614"/>
        </pc:sldMkLst>
        <pc:graphicFrameChg chg="add mod modGraphic">
          <ac:chgData name="Khobo, IL, Dr [ilkhobo@sun.ac.za]" userId="b519a442-dcea-4a28-9c45-7e29f1df5837" providerId="ADAL" clId="{8BC8A5CF-2DB3-45E9-BF57-F2ED810C291E}" dt="2026-10-04T15:26:56.783" v="5294" actId="1076"/>
          <ac:graphicFrameMkLst>
            <pc:docMk/>
            <pc:sldMk cId="1989399538" sldId="614"/>
            <ac:graphicFrameMk id="6" creationId="{DF3FC82E-A174-2526-5526-7F5E1E93C88E}"/>
          </ac:graphicFrameMkLst>
        </pc:graphicFrameChg>
        <pc:graphicFrameChg chg="del">
          <ac:chgData name="Khobo, IL, Dr [ilkhobo@sun.ac.za]" userId="b519a442-dcea-4a28-9c45-7e29f1df5837" providerId="ADAL" clId="{8BC8A5CF-2DB3-45E9-BF57-F2ED810C291E}" dt="2026-10-04T15:26:33.559" v="5287" actId="478"/>
          <ac:graphicFrameMkLst>
            <pc:docMk/>
            <pc:sldMk cId="1989399538" sldId="614"/>
            <ac:graphicFrameMk id="7" creationId="{F6182B7B-3B80-BA36-3051-5AA96C5F9E3D}"/>
          </ac:graphicFrameMkLst>
        </pc:graphicFrameChg>
        <pc:picChg chg="del">
          <ac:chgData name="Khobo, IL, Dr [ilkhobo@sun.ac.za]" userId="b519a442-dcea-4a28-9c45-7e29f1df5837" providerId="ADAL" clId="{8BC8A5CF-2DB3-45E9-BF57-F2ED810C291E}" dt="2026-10-04T15:25:54.602" v="5282" actId="478"/>
          <ac:picMkLst>
            <pc:docMk/>
            <pc:sldMk cId="1989399538" sldId="614"/>
            <ac:picMk id="3" creationId="{904F875A-BFE7-2091-F48A-21E5F7A28B15}"/>
          </ac:picMkLst>
        </pc:picChg>
        <pc:picChg chg="add">
          <ac:chgData name="Khobo, IL, Dr [ilkhobo@sun.ac.za]" userId="b519a442-dcea-4a28-9c45-7e29f1df5837" providerId="ADAL" clId="{8BC8A5CF-2DB3-45E9-BF57-F2ED810C291E}" dt="2026-10-04T15:25:55.504" v="5283" actId="22"/>
          <ac:picMkLst>
            <pc:docMk/>
            <pc:sldMk cId="1989399538" sldId="614"/>
            <ac:picMk id="4" creationId="{9E100E92-DD89-9F7D-E530-112076C51C03}"/>
          </ac:picMkLst>
        </pc:picChg>
      </pc:sldChg>
      <pc:sldChg chg="add ord">
        <pc:chgData name="Khobo, IL, Dr [ilkhobo@sun.ac.za]" userId="b519a442-dcea-4a28-9c45-7e29f1df5837" providerId="ADAL" clId="{8BC8A5CF-2DB3-45E9-BF57-F2ED810C291E}" dt="2026-10-04T15:26:19.716" v="5286"/>
        <pc:sldMkLst>
          <pc:docMk/>
          <pc:sldMk cId="2758961591" sldId="615"/>
        </pc:sldMkLst>
      </pc:sldChg>
      <pc:sldChg chg="addSp delSp modSp new del mod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4005450305" sldId="615"/>
        </pc:sldMkLst>
      </pc:sldChg>
      <pc:sldChg chg="addSp delSp modSp add del mod modTransition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1574151493" sldId="616"/>
        </pc:sldMkLst>
      </pc:sldChg>
      <pc:sldChg chg="modSp add del mod">
        <pc:chgData name="Khobo, IL, Dr [ilkhobo@sun.ac.za]" userId="b519a442-dcea-4a28-9c45-7e29f1df5837" providerId="ADAL" clId="{8BC8A5CF-2DB3-45E9-BF57-F2ED810C291E}" dt="2026-10-04T15:29:23.551" v="5307" actId="2696"/>
        <pc:sldMkLst>
          <pc:docMk/>
          <pc:sldMk cId="2259139814" sldId="616"/>
        </pc:sldMkLst>
        <pc:picChg chg="mod modCrop">
          <ac:chgData name="Khobo, IL, Dr [ilkhobo@sun.ac.za]" userId="b519a442-dcea-4a28-9c45-7e29f1df5837" providerId="ADAL" clId="{8BC8A5CF-2DB3-45E9-BF57-F2ED810C291E}" dt="2026-10-04T15:29:03.384" v="5302" actId="732"/>
          <ac:picMkLst>
            <pc:docMk/>
            <pc:sldMk cId="2259139814" sldId="616"/>
            <ac:picMk id="15" creationId="{E9CFDA52-7375-3201-65FE-2DDD573111B5}"/>
          </ac:picMkLst>
        </pc:picChg>
      </pc:sldChg>
      <pc:sldChg chg="modSp add mod modTransition">
        <pc:chgData name="Khobo, IL, Dr [ilkhobo@sun.ac.za]" userId="b519a442-dcea-4a28-9c45-7e29f1df5837" providerId="ADAL" clId="{8BC8A5CF-2DB3-45E9-BF57-F2ED810C291E}" dt="2026-10-04T15:30:13.145" v="5310"/>
        <pc:sldMkLst>
          <pc:docMk/>
          <pc:sldMk cId="2449862999" sldId="616"/>
        </pc:sldMkLst>
        <pc:picChg chg="mod modCrop">
          <ac:chgData name="Khobo, IL, Dr [ilkhobo@sun.ac.za]" userId="b519a442-dcea-4a28-9c45-7e29f1df5837" providerId="ADAL" clId="{8BC8A5CF-2DB3-45E9-BF57-F2ED810C291E}" dt="2026-10-04T15:29:37.078" v="5309" actId="732"/>
          <ac:picMkLst>
            <pc:docMk/>
            <pc:sldMk cId="2449862999" sldId="616"/>
            <ac:picMk id="15" creationId="{DC2E30A5-75DF-B99F-9007-673764B02A4C}"/>
          </ac:picMkLst>
        </pc:picChg>
      </pc:sldChg>
      <pc:sldChg chg="addSp delSp modSp add mod modTransition modNotesTx">
        <pc:chgData name="Khobo, IL, Dr [ilkhobo@sun.ac.za]" userId="b519a442-dcea-4a28-9c45-7e29f1df5837" providerId="ADAL" clId="{8BC8A5CF-2DB3-45E9-BF57-F2ED810C291E}" dt="2026-10-04T18:03:08.291" v="5570" actId="1076"/>
        <pc:sldMkLst>
          <pc:docMk/>
          <pc:sldMk cId="1951255265" sldId="617"/>
        </pc:sldMkLst>
        <pc:spChg chg="add del mod">
          <ac:chgData name="Khobo, IL, Dr [ilkhobo@sun.ac.za]" userId="b519a442-dcea-4a28-9c45-7e29f1df5837" providerId="ADAL" clId="{8BC8A5CF-2DB3-45E9-BF57-F2ED810C291E}" dt="2026-10-04T16:18:26.562" v="5470" actId="478"/>
          <ac:spMkLst>
            <pc:docMk/>
            <pc:sldMk cId="1951255265" sldId="617"/>
            <ac:spMk id="11" creationId="{BA8407F3-F572-2A3B-56DF-0FBECC2D56C4}"/>
          </ac:spMkLst>
        </pc:spChg>
        <pc:spChg chg="mod">
          <ac:chgData name="Khobo, IL, Dr [ilkhobo@sun.ac.za]" userId="b519a442-dcea-4a28-9c45-7e29f1df5837" providerId="ADAL" clId="{8BC8A5CF-2DB3-45E9-BF57-F2ED810C291E}" dt="2026-10-04T15:45:14.856" v="5357" actId="20577"/>
          <ac:spMkLst>
            <pc:docMk/>
            <pc:sldMk cId="1951255265" sldId="617"/>
            <ac:spMk id="36" creationId="{504A5F2B-AE57-BEE5-54B7-DD5DFA99557C}"/>
          </ac:spMkLst>
        </pc:spChg>
        <pc:picChg chg="add del mod">
          <ac:chgData name="Khobo, IL, Dr [ilkhobo@sun.ac.za]" userId="b519a442-dcea-4a28-9c45-7e29f1df5837" providerId="ADAL" clId="{8BC8A5CF-2DB3-45E9-BF57-F2ED810C291E}" dt="2026-10-04T15:45:04.681" v="5338" actId="22"/>
          <ac:picMkLst>
            <pc:docMk/>
            <pc:sldMk cId="1951255265" sldId="617"/>
            <ac:picMk id="3" creationId="{5658AAC0-9455-1596-9623-3D69EA61257B}"/>
          </ac:picMkLst>
        </pc:picChg>
        <pc:picChg chg="del">
          <ac:chgData name="Khobo, IL, Dr [ilkhobo@sun.ac.za]" userId="b519a442-dcea-4a28-9c45-7e29f1df5837" providerId="ADAL" clId="{8BC8A5CF-2DB3-45E9-BF57-F2ED810C291E}" dt="2026-10-04T15:43:12.095" v="5317" actId="478"/>
          <ac:picMkLst>
            <pc:docMk/>
            <pc:sldMk cId="1951255265" sldId="617"/>
            <ac:picMk id="5" creationId="{F306107D-D35E-1764-737E-4BEC3B5C0D02}"/>
          </ac:picMkLst>
        </pc:picChg>
        <pc:picChg chg="add del mod modCrop">
          <ac:chgData name="Khobo, IL, Dr [ilkhobo@sun.ac.za]" userId="b519a442-dcea-4a28-9c45-7e29f1df5837" providerId="ADAL" clId="{8BC8A5CF-2DB3-45E9-BF57-F2ED810C291E}" dt="2026-10-04T16:18:50.672" v="5477" actId="1076"/>
          <ac:picMkLst>
            <pc:docMk/>
            <pc:sldMk cId="1951255265" sldId="617"/>
            <ac:picMk id="6" creationId="{1AD68CE7-EE25-76E4-0D95-3D102C580995}"/>
          </ac:picMkLst>
        </pc:picChg>
        <pc:picChg chg="add del mod">
          <ac:chgData name="Khobo, IL, Dr [ilkhobo@sun.ac.za]" userId="b519a442-dcea-4a28-9c45-7e29f1df5837" providerId="ADAL" clId="{8BC8A5CF-2DB3-45E9-BF57-F2ED810C291E}" dt="2026-10-04T15:58:18.532" v="5428" actId="22"/>
          <ac:picMkLst>
            <pc:docMk/>
            <pc:sldMk cId="1951255265" sldId="617"/>
            <ac:picMk id="8" creationId="{0F2D8169-E8B7-5969-D067-E2F934C80AB6}"/>
          </ac:picMkLst>
        </pc:picChg>
        <pc:picChg chg="add del mod modCrop">
          <ac:chgData name="Khobo, IL, Dr [ilkhobo@sun.ac.za]" userId="b519a442-dcea-4a28-9c45-7e29f1df5837" providerId="ADAL" clId="{8BC8A5CF-2DB3-45E9-BF57-F2ED810C291E}" dt="2026-10-04T16:18:20.196" v="5464" actId="22"/>
          <ac:picMkLst>
            <pc:docMk/>
            <pc:sldMk cId="1951255265" sldId="617"/>
            <ac:picMk id="10" creationId="{A873B994-8E84-CBA6-92BE-2796BB2B8127}"/>
          </ac:picMkLst>
        </pc:picChg>
        <pc:picChg chg="add del mod">
          <ac:chgData name="Khobo, IL, Dr [ilkhobo@sun.ac.za]" userId="b519a442-dcea-4a28-9c45-7e29f1df5837" providerId="ADAL" clId="{8BC8A5CF-2DB3-45E9-BF57-F2ED810C291E}" dt="2026-10-04T16:18:15.786" v="5454" actId="22"/>
          <ac:picMkLst>
            <pc:docMk/>
            <pc:sldMk cId="1951255265" sldId="617"/>
            <ac:picMk id="13" creationId="{D6401B62-D10A-30A2-D472-E4983955FE79}"/>
          </ac:picMkLst>
        </pc:picChg>
        <pc:picChg chg="del">
          <ac:chgData name="Khobo, IL, Dr [ilkhobo@sun.ac.za]" userId="b519a442-dcea-4a28-9c45-7e29f1df5837" providerId="ADAL" clId="{8BC8A5CF-2DB3-45E9-BF57-F2ED810C291E}" dt="2026-10-04T15:43:12.095" v="5317" actId="478"/>
          <ac:picMkLst>
            <pc:docMk/>
            <pc:sldMk cId="1951255265" sldId="617"/>
            <ac:picMk id="15" creationId="{F7010FEF-B00D-7315-E571-26EC4D5D558E}"/>
          </ac:picMkLst>
        </pc:picChg>
        <pc:picChg chg="add mod">
          <ac:chgData name="Khobo, IL, Dr [ilkhobo@sun.ac.za]" userId="b519a442-dcea-4a28-9c45-7e29f1df5837" providerId="ADAL" clId="{8BC8A5CF-2DB3-45E9-BF57-F2ED810C291E}" dt="2026-10-04T18:03:08.291" v="5570" actId="1076"/>
          <ac:picMkLst>
            <pc:docMk/>
            <pc:sldMk cId="1951255265" sldId="617"/>
            <ac:picMk id="16" creationId="{CF10F39D-BC19-1430-9A5B-B9A1AC4A573D}"/>
          </ac:picMkLst>
        </pc:picChg>
      </pc:sldChg>
      <pc:sldChg chg="addSp delSp modSp add del mod modNotesTx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2162342307" sldId="617"/>
        </pc:sldMkLst>
      </pc:sldChg>
      <pc:sldChg chg="addSp delSp modSp add del mod modTransition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3070835649" sldId="618"/>
        </pc:sldMkLst>
      </pc:sldChg>
      <pc:sldChg chg="addSp delSp modSp add del mod">
        <pc:chgData name="Khobo, IL, Dr [ilkhobo@sun.ac.za]" userId="b519a442-dcea-4a28-9c45-7e29f1df5837" providerId="ADAL" clId="{8BC8A5CF-2DB3-45E9-BF57-F2ED810C291E}" dt="2026-10-04T18:03:22.465" v="5572" actId="2696"/>
        <pc:sldMkLst>
          <pc:docMk/>
          <pc:sldMk cId="3725505846" sldId="618"/>
        </pc:sldMkLst>
        <pc:picChg chg="add del mod">
          <ac:chgData name="Khobo, IL, Dr [ilkhobo@sun.ac.za]" userId="b519a442-dcea-4a28-9c45-7e29f1df5837" providerId="ADAL" clId="{8BC8A5CF-2DB3-45E9-BF57-F2ED810C291E}" dt="2026-10-04T16:41:23.117" v="5495" actId="478"/>
          <ac:picMkLst>
            <pc:docMk/>
            <pc:sldMk cId="3725505846" sldId="618"/>
            <ac:picMk id="3" creationId="{AE004E3E-848B-C564-6AFF-9A7E6D006A8B}"/>
          </ac:picMkLst>
        </pc:picChg>
        <pc:picChg chg="add del">
          <ac:chgData name="Khobo, IL, Dr [ilkhobo@sun.ac.za]" userId="b519a442-dcea-4a28-9c45-7e29f1df5837" providerId="ADAL" clId="{8BC8A5CF-2DB3-45E9-BF57-F2ED810C291E}" dt="2026-10-04T16:41:29.129" v="5497" actId="478"/>
          <ac:picMkLst>
            <pc:docMk/>
            <pc:sldMk cId="3725505846" sldId="618"/>
            <ac:picMk id="5" creationId="{D092A2D7-BA07-A774-CE48-9F14C9A4A541}"/>
          </ac:picMkLst>
        </pc:picChg>
        <pc:picChg chg="del">
          <ac:chgData name="Khobo, IL, Dr [ilkhobo@sun.ac.za]" userId="b519a442-dcea-4a28-9c45-7e29f1df5837" providerId="ADAL" clId="{8BC8A5CF-2DB3-45E9-BF57-F2ED810C291E}" dt="2026-10-04T16:18:57.882" v="5479" actId="478"/>
          <ac:picMkLst>
            <pc:docMk/>
            <pc:sldMk cId="3725505846" sldId="618"/>
            <ac:picMk id="6" creationId="{582FBDF2-E1B0-1655-60E5-AD604D3A33BB}"/>
          </ac:picMkLst>
        </pc:picChg>
        <pc:picChg chg="add mod modCrop">
          <ac:chgData name="Khobo, IL, Dr [ilkhobo@sun.ac.za]" userId="b519a442-dcea-4a28-9c45-7e29f1df5837" providerId="ADAL" clId="{8BC8A5CF-2DB3-45E9-BF57-F2ED810C291E}" dt="2026-10-04T16:42:12.995" v="5505" actId="1076"/>
          <ac:picMkLst>
            <pc:docMk/>
            <pc:sldMk cId="3725505846" sldId="618"/>
            <ac:picMk id="8" creationId="{817BFF01-AFC0-0D02-6AE7-164EC1B4BDB7}"/>
          </ac:picMkLst>
        </pc:picChg>
      </pc:sldChg>
      <pc:sldChg chg="addSp delSp modSp add del mod">
        <pc:chgData name="Khobo, IL, Dr [ilkhobo@sun.ac.za]" userId="b519a442-dcea-4a28-9c45-7e29f1df5837" providerId="ADAL" clId="{8BC8A5CF-2DB3-45E9-BF57-F2ED810C291E}" dt="2026-10-04T18:04:44.189" v="5580" actId="2696"/>
        <pc:sldMkLst>
          <pc:docMk/>
          <pc:sldMk cId="979180971" sldId="619"/>
        </pc:sldMkLst>
        <pc:picChg chg="del">
          <ac:chgData name="Khobo, IL, Dr [ilkhobo@sun.ac.za]" userId="b519a442-dcea-4a28-9c45-7e29f1df5837" providerId="ADAL" clId="{8BC8A5CF-2DB3-45E9-BF57-F2ED810C291E}" dt="2026-10-04T16:36:20.671" v="5487" actId="478"/>
          <ac:picMkLst>
            <pc:docMk/>
            <pc:sldMk cId="979180971" sldId="619"/>
            <ac:picMk id="3" creationId="{436699AC-61A5-8E21-38CD-842334CD3DBC}"/>
          </ac:picMkLst>
        </pc:picChg>
        <pc:picChg chg="add mod">
          <ac:chgData name="Khobo, IL, Dr [ilkhobo@sun.ac.za]" userId="b519a442-dcea-4a28-9c45-7e29f1df5837" providerId="ADAL" clId="{8BC8A5CF-2DB3-45E9-BF57-F2ED810C291E}" dt="2026-10-04T16:39:04.398" v="5494" actId="1076"/>
          <ac:picMkLst>
            <pc:docMk/>
            <pc:sldMk cId="979180971" sldId="619"/>
            <ac:picMk id="4" creationId="{47EE55C1-4B9A-24DA-82CE-F50E0114C2A2}"/>
          </ac:picMkLst>
        </pc:picChg>
      </pc:sldChg>
      <pc:sldChg chg="addSp delSp modSp new del mod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2137449404" sldId="620"/>
        </pc:sldMkLst>
      </pc:sldChg>
      <pc:sldChg chg="addSp delSp modSp add mod modTransition">
        <pc:chgData name="Khobo, IL, Dr [ilkhobo@sun.ac.za]" userId="b519a442-dcea-4a28-9c45-7e29f1df5837" providerId="ADAL" clId="{8BC8A5CF-2DB3-45E9-BF57-F2ED810C291E}" dt="2026-10-04T18:16:58.418" v="5582" actId="27116"/>
        <pc:sldMkLst>
          <pc:docMk/>
          <pc:sldMk cId="4191490959" sldId="620"/>
        </pc:sldMkLst>
        <pc:spChg chg="mod">
          <ac:chgData name="Khobo, IL, Dr [ilkhobo@sun.ac.za]" userId="b519a442-dcea-4a28-9c45-7e29f1df5837" providerId="ADAL" clId="{8BC8A5CF-2DB3-45E9-BF57-F2ED810C291E}" dt="2026-10-04T16:43:37.098" v="5539" actId="20577"/>
          <ac:spMkLst>
            <pc:docMk/>
            <pc:sldMk cId="4191490959" sldId="620"/>
            <ac:spMk id="36" creationId="{488E35C7-53BE-B446-69D8-6ACFA2FD9AB7}"/>
          </ac:spMkLst>
        </pc:spChg>
        <pc:graphicFrameChg chg="add mod modGraphic">
          <ac:chgData name="Khobo, IL, Dr [ilkhobo@sun.ac.za]" userId="b519a442-dcea-4a28-9c45-7e29f1df5837" providerId="ADAL" clId="{8BC8A5CF-2DB3-45E9-BF57-F2ED810C291E}" dt="2026-10-04T18:16:58.418" v="5582" actId="27116"/>
          <ac:graphicFrameMkLst>
            <pc:docMk/>
            <pc:sldMk cId="4191490959" sldId="620"/>
            <ac:graphicFrameMk id="8" creationId="{E8FAFD0A-4EBE-2F31-BCDD-6D1FE7305BE3}"/>
          </ac:graphicFrameMkLst>
        </pc:graphicFrameChg>
        <pc:picChg chg="add del mod">
          <ac:chgData name="Khobo, IL, Dr [ilkhobo@sun.ac.za]" userId="b519a442-dcea-4a28-9c45-7e29f1df5837" providerId="ADAL" clId="{8BC8A5CF-2DB3-45E9-BF57-F2ED810C291E}" dt="2026-10-04T17:36:57.480" v="5546" actId="21"/>
          <ac:picMkLst>
            <pc:docMk/>
            <pc:sldMk cId="4191490959" sldId="620"/>
            <ac:picMk id="3" creationId="{891A19A7-F08B-2D63-B1D7-5BB576B92F2B}"/>
          </ac:picMkLst>
        </pc:picChg>
        <pc:picChg chg="del">
          <ac:chgData name="Khobo, IL, Dr [ilkhobo@sun.ac.za]" userId="b519a442-dcea-4a28-9c45-7e29f1df5837" providerId="ADAL" clId="{8BC8A5CF-2DB3-45E9-BF57-F2ED810C291E}" dt="2026-10-04T16:43:18.578" v="5507" actId="478"/>
          <ac:picMkLst>
            <pc:docMk/>
            <pc:sldMk cId="4191490959" sldId="620"/>
            <ac:picMk id="4" creationId="{5C3A19DF-F1BA-E69C-8DA6-71E0332D8F26}"/>
          </ac:picMkLst>
        </pc:picChg>
        <pc:picChg chg="add mod">
          <ac:chgData name="Khobo, IL, Dr [ilkhobo@sun.ac.za]" userId="b519a442-dcea-4a28-9c45-7e29f1df5837" providerId="ADAL" clId="{8BC8A5CF-2DB3-45E9-BF57-F2ED810C291E}" dt="2026-10-04T17:37:01.430" v="5547" actId="1076"/>
          <ac:picMkLst>
            <pc:docMk/>
            <pc:sldMk cId="4191490959" sldId="620"/>
            <ac:picMk id="6" creationId="{5DAEC0D6-4827-991C-10C0-8261770D3A37}"/>
          </ac:picMkLst>
        </pc:picChg>
      </pc:sldChg>
      <pc:sldChg chg="addSp delSp modSp new mod">
        <pc:chgData name="Khobo, IL, Dr [ilkhobo@sun.ac.za]" userId="b519a442-dcea-4a28-9c45-7e29f1df5837" providerId="ADAL" clId="{8BC8A5CF-2DB3-45E9-BF57-F2ED810C291E}" dt="2026-10-04T17:37:24.738" v="5556" actId="1076"/>
        <pc:sldMkLst>
          <pc:docMk/>
          <pc:sldMk cId="170724883" sldId="621"/>
        </pc:sldMkLst>
        <pc:spChg chg="del">
          <ac:chgData name="Khobo, IL, Dr [ilkhobo@sun.ac.za]" userId="b519a442-dcea-4a28-9c45-7e29f1df5837" providerId="ADAL" clId="{8BC8A5CF-2DB3-45E9-BF57-F2ED810C291E}" dt="2026-10-04T17:37:08.911" v="5549" actId="478"/>
          <ac:spMkLst>
            <pc:docMk/>
            <pc:sldMk cId="170724883" sldId="621"/>
            <ac:spMk id="2" creationId="{A1E22F53-DF4B-1813-A538-6593EDA7DB27}"/>
          </ac:spMkLst>
        </pc:spChg>
        <pc:spChg chg="del">
          <ac:chgData name="Khobo, IL, Dr [ilkhobo@sun.ac.za]" userId="b519a442-dcea-4a28-9c45-7e29f1df5837" providerId="ADAL" clId="{8BC8A5CF-2DB3-45E9-BF57-F2ED810C291E}" dt="2026-10-04T17:37:08.911" v="5549" actId="478"/>
          <ac:spMkLst>
            <pc:docMk/>
            <pc:sldMk cId="170724883" sldId="621"/>
            <ac:spMk id="3" creationId="{A6308E4C-E520-C2B5-E649-53EAD0C393F2}"/>
          </ac:spMkLst>
        </pc:spChg>
        <pc:picChg chg="add mod">
          <ac:chgData name="Khobo, IL, Dr [ilkhobo@sun.ac.za]" userId="b519a442-dcea-4a28-9c45-7e29f1df5837" providerId="ADAL" clId="{8BC8A5CF-2DB3-45E9-BF57-F2ED810C291E}" dt="2026-10-04T17:37:24.738" v="5556" actId="1076"/>
          <ac:picMkLst>
            <pc:docMk/>
            <pc:sldMk cId="170724883" sldId="621"/>
            <ac:picMk id="5" creationId="{C116B384-881D-4C75-4C1C-69AD2C8628C7}"/>
          </ac:picMkLst>
        </pc:picChg>
      </pc:sldChg>
      <pc:sldChg chg="addSp delSp modSp new del mod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4196391310" sldId="621"/>
        </pc:sldMkLst>
      </pc:sldChg>
      <pc:sldChg chg="addSp delSp modSp add del mod ord">
        <pc:chgData name="Khobo, IL, Dr [ilkhobo@sun.ac.za]" userId="b519a442-dcea-4a28-9c45-7e29f1df5837" providerId="ADAL" clId="{8BC8A5CF-2DB3-45E9-BF57-F2ED810C291E}" dt="2026-10-04T13:41:13.271" v="5106" actId="47"/>
        <pc:sldMkLst>
          <pc:docMk/>
          <pc:sldMk cId="2576508456" sldId="622"/>
        </pc:sldMkLst>
      </pc:sldChg>
      <pc:sldChg chg="addSp modSp add mod modTransition">
        <pc:chgData name="Khobo, IL, Dr [ilkhobo@sun.ac.za]" userId="b519a442-dcea-4a28-9c45-7e29f1df5837" providerId="ADAL" clId="{8BC8A5CF-2DB3-45E9-BF57-F2ED810C291E}" dt="2026-10-04T18:04:23.617" v="5577" actId="1076"/>
        <pc:sldMkLst>
          <pc:docMk/>
          <pc:sldMk cId="2709540291" sldId="622"/>
        </pc:sldMkLst>
        <pc:picChg chg="add mod">
          <ac:chgData name="Khobo, IL, Dr [ilkhobo@sun.ac.za]" userId="b519a442-dcea-4a28-9c45-7e29f1df5837" providerId="ADAL" clId="{8BC8A5CF-2DB3-45E9-BF57-F2ED810C291E}" dt="2026-10-04T18:04:23.617" v="5577" actId="1076"/>
          <ac:picMkLst>
            <pc:docMk/>
            <pc:sldMk cId="2709540291" sldId="622"/>
            <ac:picMk id="3" creationId="{5416AFCE-D4D4-7E61-A302-941343EBE8B1}"/>
          </ac:picMkLst>
        </pc:picChg>
        <pc:picChg chg="mod">
          <ac:chgData name="Khobo, IL, Dr [ilkhobo@sun.ac.za]" userId="b519a442-dcea-4a28-9c45-7e29f1df5837" providerId="ADAL" clId="{8BC8A5CF-2DB3-45E9-BF57-F2ED810C291E}" dt="2026-10-04T18:03:37.435" v="5573" actId="1076"/>
          <ac:picMkLst>
            <pc:docMk/>
            <pc:sldMk cId="2709540291" sldId="622"/>
            <ac:picMk id="6" creationId="{73D88F15-374A-851D-D5EB-2CB1E2F6D5B2}"/>
          </ac:picMkLst>
        </pc:picChg>
        <pc:picChg chg="mod">
          <ac:chgData name="Khobo, IL, Dr [ilkhobo@sun.ac.za]" userId="b519a442-dcea-4a28-9c45-7e29f1df5837" providerId="ADAL" clId="{8BC8A5CF-2DB3-45E9-BF57-F2ED810C291E}" dt="2026-10-04T18:03:37.435" v="5573" actId="1076"/>
          <ac:picMkLst>
            <pc:docMk/>
            <pc:sldMk cId="2709540291" sldId="622"/>
            <ac:picMk id="16" creationId="{12492E53-BA53-CE00-EDAD-86ADEB4229B7}"/>
          </ac:picMkLst>
        </pc:picChg>
      </pc:sldChg>
      <pc:sldChg chg="modSp add mod">
        <pc:chgData name="Khobo, IL, Dr [ilkhobo@sun.ac.za]" userId="b519a442-dcea-4a28-9c45-7e29f1df5837" providerId="ADAL" clId="{8BC8A5CF-2DB3-45E9-BF57-F2ED810C291E}" dt="2026-10-04T18:04:39.365" v="5579" actId="1076"/>
        <pc:sldMkLst>
          <pc:docMk/>
          <pc:sldMk cId="193319090" sldId="623"/>
        </pc:sldMkLst>
        <pc:picChg chg="mod">
          <ac:chgData name="Khobo, IL, Dr [ilkhobo@sun.ac.za]" userId="b519a442-dcea-4a28-9c45-7e29f1df5837" providerId="ADAL" clId="{8BC8A5CF-2DB3-45E9-BF57-F2ED810C291E}" dt="2026-10-04T18:04:39.365" v="5579" actId="1076"/>
          <ac:picMkLst>
            <pc:docMk/>
            <pc:sldMk cId="193319090" sldId="623"/>
            <ac:picMk id="3" creationId="{BFDF9E8B-2078-5CF8-34B8-4D81C2C4FED1}"/>
          </ac:picMkLst>
        </pc:picChg>
        <pc:picChg chg="mod">
          <ac:chgData name="Khobo, IL, Dr [ilkhobo@sun.ac.za]" userId="b519a442-dcea-4a28-9c45-7e29f1df5837" providerId="ADAL" clId="{8BC8A5CF-2DB3-45E9-BF57-F2ED810C291E}" dt="2026-10-04T18:04:39.365" v="5579" actId="1076"/>
          <ac:picMkLst>
            <pc:docMk/>
            <pc:sldMk cId="193319090" sldId="623"/>
            <ac:picMk id="6" creationId="{5AD4A75E-1078-D084-B4F9-C0A32F467E95}"/>
          </ac:picMkLst>
        </pc:picChg>
        <pc:picChg chg="mod">
          <ac:chgData name="Khobo, IL, Dr [ilkhobo@sun.ac.za]" userId="b519a442-dcea-4a28-9c45-7e29f1df5837" providerId="ADAL" clId="{8BC8A5CF-2DB3-45E9-BF57-F2ED810C291E}" dt="2026-10-04T18:04:39.365" v="5579" actId="1076"/>
          <ac:picMkLst>
            <pc:docMk/>
            <pc:sldMk cId="193319090" sldId="623"/>
            <ac:picMk id="16" creationId="{15F850D6-38B4-BB2B-4618-FD92CF17E1B5}"/>
          </ac:picMkLst>
        </pc:picChg>
      </pc:sldChg>
      <pc:sldChg chg="addSp delSp modSp add mod modNotesTx">
        <pc:chgData name="Khobo, IL, Dr [ilkhobo@sun.ac.za]" userId="b519a442-dcea-4a28-9c45-7e29f1df5837" providerId="ADAL" clId="{8BC8A5CF-2DB3-45E9-BF57-F2ED810C291E}" dt="2026-10-05T05:31:47.441" v="5699" actId="27116"/>
        <pc:sldMkLst>
          <pc:docMk/>
          <pc:sldMk cId="1764112044" sldId="624"/>
        </pc:sldMkLst>
        <pc:spChg chg="mod">
          <ac:chgData name="Khobo, IL, Dr [ilkhobo@sun.ac.za]" userId="b519a442-dcea-4a28-9c45-7e29f1df5837" providerId="ADAL" clId="{8BC8A5CF-2DB3-45E9-BF57-F2ED810C291E}" dt="2026-10-05T05:30:53.898" v="5677" actId="20577"/>
          <ac:spMkLst>
            <pc:docMk/>
            <pc:sldMk cId="1764112044" sldId="624"/>
            <ac:spMk id="36" creationId="{6FDBFBF2-838A-7D63-82DA-A6CBAC9DA78A}"/>
          </ac:spMkLst>
        </pc:spChg>
        <pc:graphicFrameChg chg="add mod modGraphic">
          <ac:chgData name="Khobo, IL, Dr [ilkhobo@sun.ac.za]" userId="b519a442-dcea-4a28-9c45-7e29f1df5837" providerId="ADAL" clId="{8BC8A5CF-2DB3-45E9-BF57-F2ED810C291E}" dt="2026-10-05T05:31:47.441" v="5699" actId="27116"/>
          <ac:graphicFrameMkLst>
            <pc:docMk/>
            <pc:sldMk cId="1764112044" sldId="624"/>
            <ac:graphicFrameMk id="6" creationId="{3D742103-9693-3497-11EE-5E432D5EECF1}"/>
          </ac:graphicFrameMkLst>
        </pc:graphicFrameChg>
        <pc:picChg chg="del">
          <ac:chgData name="Khobo, IL, Dr [ilkhobo@sun.ac.za]" userId="b519a442-dcea-4a28-9c45-7e29f1df5837" providerId="ADAL" clId="{8BC8A5CF-2DB3-45E9-BF57-F2ED810C291E}" dt="2026-10-05T05:30:43.007" v="5653" actId="478"/>
          <ac:picMkLst>
            <pc:docMk/>
            <pc:sldMk cId="1764112044" sldId="624"/>
            <ac:picMk id="3" creationId="{387ECCD3-107E-BCF2-794B-4F2E677994EF}"/>
          </ac:picMkLst>
        </pc:picChg>
        <pc:picChg chg="add del mod">
          <ac:chgData name="Khobo, IL, Dr [ilkhobo@sun.ac.za]" userId="b519a442-dcea-4a28-9c45-7e29f1df5837" providerId="ADAL" clId="{8BC8A5CF-2DB3-45E9-BF57-F2ED810C291E}" dt="2026-10-05T05:31:09.979" v="5685" actId="22"/>
          <ac:picMkLst>
            <pc:docMk/>
            <pc:sldMk cId="1764112044" sldId="624"/>
            <ac:picMk id="4" creationId="{4BAC62EE-340F-3996-A99C-CA2E58E14E23}"/>
          </ac:picMkLst>
        </pc:picChg>
      </pc:sldChg>
      <pc:sldChg chg="delSp add del mod">
        <pc:chgData name="Khobo, IL, Dr [ilkhobo@sun.ac.za]" userId="b519a442-dcea-4a28-9c45-7e29f1df5837" providerId="ADAL" clId="{8BC8A5CF-2DB3-45E9-BF57-F2ED810C291E}" dt="2026-10-05T05:59:11.405" v="5777" actId="2696"/>
        <pc:sldMkLst>
          <pc:docMk/>
          <pc:sldMk cId="1319041156" sldId="625"/>
        </pc:sldMkLst>
        <pc:picChg chg="del">
          <ac:chgData name="Khobo, IL, Dr [ilkhobo@sun.ac.za]" userId="b519a442-dcea-4a28-9c45-7e29f1df5837" providerId="ADAL" clId="{8BC8A5CF-2DB3-45E9-BF57-F2ED810C291E}" dt="2026-10-05T05:30:32.497" v="5651" actId="478"/>
          <ac:picMkLst>
            <pc:docMk/>
            <pc:sldMk cId="1319041156" sldId="625"/>
            <ac:picMk id="6" creationId="{6BEB7825-8BF0-4535-6D98-57A27971F33C}"/>
          </ac:picMkLst>
        </pc:picChg>
      </pc:sldChg>
      <pc:sldChg chg="add">
        <pc:chgData name="Khobo, IL, Dr [ilkhobo@sun.ac.za]" userId="b519a442-dcea-4a28-9c45-7e29f1df5837" providerId="ADAL" clId="{8BC8A5CF-2DB3-45E9-BF57-F2ED810C291E}" dt="2026-10-05T05:30:39.304" v="5652" actId="2890"/>
        <pc:sldMkLst>
          <pc:docMk/>
          <pc:sldMk cId="4109929451" sldId="626"/>
        </pc:sldMkLst>
      </pc:sldChg>
      <pc:sldChg chg="addSp delSp new mod">
        <pc:chgData name="Khobo, IL, Dr [ilkhobo@sun.ac.za]" userId="b519a442-dcea-4a28-9c45-7e29f1df5837" providerId="ADAL" clId="{8BC8A5CF-2DB3-45E9-BF57-F2ED810C291E}" dt="2026-10-05T05:31:16.507" v="5688" actId="22"/>
        <pc:sldMkLst>
          <pc:docMk/>
          <pc:sldMk cId="342749209" sldId="627"/>
        </pc:sldMkLst>
        <pc:spChg chg="del">
          <ac:chgData name="Khobo, IL, Dr [ilkhobo@sun.ac.za]" userId="b519a442-dcea-4a28-9c45-7e29f1df5837" providerId="ADAL" clId="{8BC8A5CF-2DB3-45E9-BF57-F2ED810C291E}" dt="2026-10-05T05:31:15.650" v="5687" actId="478"/>
          <ac:spMkLst>
            <pc:docMk/>
            <pc:sldMk cId="342749209" sldId="627"/>
            <ac:spMk id="2" creationId="{1060ADBD-5630-C4B4-EC03-8F8E388B12D7}"/>
          </ac:spMkLst>
        </pc:spChg>
        <pc:spChg chg="del">
          <ac:chgData name="Khobo, IL, Dr [ilkhobo@sun.ac.za]" userId="b519a442-dcea-4a28-9c45-7e29f1df5837" providerId="ADAL" clId="{8BC8A5CF-2DB3-45E9-BF57-F2ED810C291E}" dt="2026-10-05T05:31:15.650" v="5687" actId="478"/>
          <ac:spMkLst>
            <pc:docMk/>
            <pc:sldMk cId="342749209" sldId="627"/>
            <ac:spMk id="3" creationId="{BA560567-B7A9-0648-110D-5908BAE1934B}"/>
          </ac:spMkLst>
        </pc:spChg>
        <pc:picChg chg="add">
          <ac:chgData name="Khobo, IL, Dr [ilkhobo@sun.ac.za]" userId="b519a442-dcea-4a28-9c45-7e29f1df5837" providerId="ADAL" clId="{8BC8A5CF-2DB3-45E9-BF57-F2ED810C291E}" dt="2026-10-05T05:31:16.507" v="5688" actId="22"/>
          <ac:picMkLst>
            <pc:docMk/>
            <pc:sldMk cId="342749209" sldId="627"/>
            <ac:picMk id="5" creationId="{D1A2B06B-3608-53A6-298E-A41FACD8222B}"/>
          </ac:picMkLst>
        </pc:picChg>
      </pc:sldChg>
      <pc:sldChg chg="addSp delSp modSp add mod ord">
        <pc:chgData name="Khobo, IL, Dr [ilkhobo@sun.ac.za]" userId="b519a442-dcea-4a28-9c45-7e29f1df5837" providerId="ADAL" clId="{8BC8A5CF-2DB3-45E9-BF57-F2ED810C291E}" dt="2026-10-05T05:52:08.119" v="5753" actId="1076"/>
        <pc:sldMkLst>
          <pc:docMk/>
          <pc:sldMk cId="3482509116" sldId="628"/>
        </pc:sldMkLst>
        <pc:spChg chg="mod">
          <ac:chgData name="Khobo, IL, Dr [ilkhobo@sun.ac.za]" userId="b519a442-dcea-4a28-9c45-7e29f1df5837" providerId="ADAL" clId="{8BC8A5CF-2DB3-45E9-BF57-F2ED810C291E}" dt="2026-10-05T05:48:06.902" v="5743" actId="20577"/>
          <ac:spMkLst>
            <pc:docMk/>
            <pc:sldMk cId="3482509116" sldId="628"/>
            <ac:spMk id="36" creationId="{D4CA1440-AD26-4131-58C0-A0BFF4623230}"/>
          </ac:spMkLst>
        </pc:spChg>
        <pc:picChg chg="add mod">
          <ac:chgData name="Khobo, IL, Dr [ilkhobo@sun.ac.za]" userId="b519a442-dcea-4a28-9c45-7e29f1df5837" providerId="ADAL" clId="{8BC8A5CF-2DB3-45E9-BF57-F2ED810C291E}" dt="2026-10-05T05:50:23.806" v="5746" actId="1076"/>
          <ac:picMkLst>
            <pc:docMk/>
            <pc:sldMk cId="3482509116" sldId="628"/>
            <ac:picMk id="3" creationId="{4C82339F-6158-7283-A0BB-016CEF95199F}"/>
          </ac:picMkLst>
        </pc:picChg>
        <pc:picChg chg="del">
          <ac:chgData name="Khobo, IL, Dr [ilkhobo@sun.ac.za]" userId="b519a442-dcea-4a28-9c45-7e29f1df5837" providerId="ADAL" clId="{8BC8A5CF-2DB3-45E9-BF57-F2ED810C291E}" dt="2026-10-05T05:47:45.783" v="5703" actId="478"/>
          <ac:picMkLst>
            <pc:docMk/>
            <pc:sldMk cId="3482509116" sldId="628"/>
            <ac:picMk id="5" creationId="{C234A17B-C94F-9F91-2BCB-878090FCA772}"/>
          </ac:picMkLst>
        </pc:picChg>
        <pc:picChg chg="add mod">
          <ac:chgData name="Khobo, IL, Dr [ilkhobo@sun.ac.za]" userId="b519a442-dcea-4a28-9c45-7e29f1df5837" providerId="ADAL" clId="{8BC8A5CF-2DB3-45E9-BF57-F2ED810C291E}" dt="2026-10-05T05:51:31.846" v="5751" actId="1076"/>
          <ac:picMkLst>
            <pc:docMk/>
            <pc:sldMk cId="3482509116" sldId="628"/>
            <ac:picMk id="6" creationId="{F7F1D326-DFEE-58BC-3C79-992E51C764B2}"/>
          </ac:picMkLst>
        </pc:picChg>
        <pc:picChg chg="add mod">
          <ac:chgData name="Khobo, IL, Dr [ilkhobo@sun.ac.za]" userId="b519a442-dcea-4a28-9c45-7e29f1df5837" providerId="ADAL" clId="{8BC8A5CF-2DB3-45E9-BF57-F2ED810C291E}" dt="2026-10-05T05:52:08.119" v="5753" actId="1076"/>
          <ac:picMkLst>
            <pc:docMk/>
            <pc:sldMk cId="3482509116" sldId="628"/>
            <ac:picMk id="8" creationId="{7971BB49-F873-519A-7111-A727F3D52B61}"/>
          </ac:picMkLst>
        </pc:picChg>
        <pc:picChg chg="del">
          <ac:chgData name="Khobo, IL, Dr [ilkhobo@sun.ac.za]" userId="b519a442-dcea-4a28-9c45-7e29f1df5837" providerId="ADAL" clId="{8BC8A5CF-2DB3-45E9-BF57-F2ED810C291E}" dt="2026-10-05T05:47:53.317" v="5704" actId="478"/>
          <ac:picMkLst>
            <pc:docMk/>
            <pc:sldMk cId="3482509116" sldId="628"/>
            <ac:picMk id="15" creationId="{5785E260-F615-E441-2DE9-CC3EECC3B129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10-05T05:57:17.494" v="5773" actId="1076"/>
        <pc:sldMkLst>
          <pc:docMk/>
          <pc:sldMk cId="2035054940" sldId="629"/>
        </pc:sldMkLst>
        <pc:picChg chg="del">
          <ac:chgData name="Khobo, IL, Dr [ilkhobo@sun.ac.za]" userId="b519a442-dcea-4a28-9c45-7e29f1df5837" providerId="ADAL" clId="{8BC8A5CF-2DB3-45E9-BF57-F2ED810C291E}" dt="2026-10-05T05:56:18.962" v="5766" actId="478"/>
          <ac:picMkLst>
            <pc:docMk/>
            <pc:sldMk cId="2035054940" sldId="629"/>
            <ac:picMk id="3" creationId="{DE81F490-8230-8930-D79E-A8794EF8434B}"/>
          </ac:picMkLst>
        </pc:picChg>
        <pc:picChg chg="add del mod">
          <ac:chgData name="Khobo, IL, Dr [ilkhobo@sun.ac.za]" userId="b519a442-dcea-4a28-9c45-7e29f1df5837" providerId="ADAL" clId="{8BC8A5CF-2DB3-45E9-BF57-F2ED810C291E}" dt="2026-10-05T05:53:05.414" v="5759" actId="478"/>
          <ac:picMkLst>
            <pc:docMk/>
            <pc:sldMk cId="2035054940" sldId="629"/>
            <ac:picMk id="4" creationId="{71806B8D-D6BF-9B57-099F-ED442EDCBB7F}"/>
          </ac:picMkLst>
        </pc:picChg>
        <pc:picChg chg="del">
          <ac:chgData name="Khobo, IL, Dr [ilkhobo@sun.ac.za]" userId="b519a442-dcea-4a28-9c45-7e29f1df5837" providerId="ADAL" clId="{8BC8A5CF-2DB3-45E9-BF57-F2ED810C291E}" dt="2026-10-05T05:52:46.043" v="5755" actId="478"/>
          <ac:picMkLst>
            <pc:docMk/>
            <pc:sldMk cId="2035054940" sldId="629"/>
            <ac:picMk id="6" creationId="{C8729EBF-9294-A8F4-6878-EE87CDFBA9C9}"/>
          </ac:picMkLst>
        </pc:picChg>
        <pc:picChg chg="add mod">
          <ac:chgData name="Khobo, IL, Dr [ilkhobo@sun.ac.za]" userId="b519a442-dcea-4a28-9c45-7e29f1df5837" providerId="ADAL" clId="{8BC8A5CF-2DB3-45E9-BF57-F2ED810C291E}" dt="2026-10-05T05:53:58.346" v="5765" actId="14100"/>
          <ac:picMkLst>
            <pc:docMk/>
            <pc:sldMk cId="2035054940" sldId="629"/>
            <ac:picMk id="7" creationId="{5698501A-F240-DC90-CC5E-94AF73B17519}"/>
          </ac:picMkLst>
        </pc:picChg>
        <pc:picChg chg="del">
          <ac:chgData name="Khobo, IL, Dr [ilkhobo@sun.ac.za]" userId="b519a442-dcea-4a28-9c45-7e29f1df5837" providerId="ADAL" clId="{8BC8A5CF-2DB3-45E9-BF57-F2ED810C291E}" dt="2026-10-05T05:52:46.043" v="5755" actId="478"/>
          <ac:picMkLst>
            <pc:docMk/>
            <pc:sldMk cId="2035054940" sldId="629"/>
            <ac:picMk id="8" creationId="{AC9E5439-FE4F-DA26-9284-BC9F17AC0231}"/>
          </ac:picMkLst>
        </pc:picChg>
        <pc:picChg chg="add del mod">
          <ac:chgData name="Khobo, IL, Dr [ilkhobo@sun.ac.za]" userId="b519a442-dcea-4a28-9c45-7e29f1df5837" providerId="ADAL" clId="{8BC8A5CF-2DB3-45E9-BF57-F2ED810C291E}" dt="2026-10-05T05:56:24.723" v="5769" actId="478"/>
          <ac:picMkLst>
            <pc:docMk/>
            <pc:sldMk cId="2035054940" sldId="629"/>
            <ac:picMk id="10" creationId="{E3BF16A5-7357-90D1-E76D-C34CF4EE9076}"/>
          </ac:picMkLst>
        </pc:picChg>
        <pc:picChg chg="add mod">
          <ac:chgData name="Khobo, IL, Dr [ilkhobo@sun.ac.za]" userId="b519a442-dcea-4a28-9c45-7e29f1df5837" providerId="ADAL" clId="{8BC8A5CF-2DB3-45E9-BF57-F2ED810C291E}" dt="2026-10-05T05:57:17.494" v="5773" actId="1076"/>
          <ac:picMkLst>
            <pc:docMk/>
            <pc:sldMk cId="2035054940" sldId="629"/>
            <ac:picMk id="13" creationId="{A3EE5AC3-7A14-AFEB-61E0-FB56CD693400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10-05T06:02:07.209" v="5792" actId="1076"/>
        <pc:sldMkLst>
          <pc:docMk/>
          <pc:sldMk cId="958015215" sldId="630"/>
        </pc:sldMkLst>
        <pc:picChg chg="add mod">
          <ac:chgData name="Khobo, IL, Dr [ilkhobo@sun.ac.za]" userId="b519a442-dcea-4a28-9c45-7e29f1df5837" providerId="ADAL" clId="{8BC8A5CF-2DB3-45E9-BF57-F2ED810C291E}" dt="2026-10-05T06:01:53.363" v="5790" actId="14100"/>
          <ac:picMkLst>
            <pc:docMk/>
            <pc:sldMk cId="958015215" sldId="630"/>
            <ac:picMk id="3" creationId="{448C35AE-D188-17A2-D98F-441C9D5456CE}"/>
          </ac:picMkLst>
        </pc:picChg>
        <pc:picChg chg="add mod">
          <ac:chgData name="Khobo, IL, Dr [ilkhobo@sun.ac.za]" userId="b519a442-dcea-4a28-9c45-7e29f1df5837" providerId="ADAL" clId="{8BC8A5CF-2DB3-45E9-BF57-F2ED810C291E}" dt="2026-10-05T06:02:07.209" v="5792" actId="1076"/>
          <ac:picMkLst>
            <pc:docMk/>
            <pc:sldMk cId="958015215" sldId="630"/>
            <ac:picMk id="5" creationId="{0016DFC7-6BB8-5B88-E4B9-7C1E37DCFBB8}"/>
          </ac:picMkLst>
        </pc:picChg>
        <pc:picChg chg="del">
          <ac:chgData name="Khobo, IL, Dr [ilkhobo@sun.ac.za]" userId="b519a442-dcea-4a28-9c45-7e29f1df5837" providerId="ADAL" clId="{8BC8A5CF-2DB3-45E9-BF57-F2ED810C291E}" dt="2026-10-05T05:59:32.539" v="5782" actId="478"/>
          <ac:picMkLst>
            <pc:docMk/>
            <pc:sldMk cId="958015215" sldId="630"/>
            <ac:picMk id="7" creationId="{C3516D84-0C74-D153-3456-C57001C5C93E}"/>
          </ac:picMkLst>
        </pc:picChg>
        <pc:picChg chg="del">
          <ac:chgData name="Khobo, IL, Dr [ilkhobo@sun.ac.za]" userId="b519a442-dcea-4a28-9c45-7e29f1df5837" providerId="ADAL" clId="{8BC8A5CF-2DB3-45E9-BF57-F2ED810C291E}" dt="2026-10-05T05:59:34.205" v="5783" actId="478"/>
          <ac:picMkLst>
            <pc:docMk/>
            <pc:sldMk cId="958015215" sldId="630"/>
            <ac:picMk id="13" creationId="{53E7E799-12E1-99C4-D39C-7E391AEF1450}"/>
          </ac:picMkLst>
        </pc:picChg>
      </pc:sldChg>
      <pc:sldChg chg="delSp add del mod ord">
        <pc:chgData name="Khobo, IL, Dr [ilkhobo@sun.ac.za]" userId="b519a442-dcea-4a28-9c45-7e29f1df5837" providerId="ADAL" clId="{8BC8A5CF-2DB3-45E9-BF57-F2ED810C291E}" dt="2026-10-05T05:59:26.700" v="5780" actId="2696"/>
        <pc:sldMkLst>
          <pc:docMk/>
          <pc:sldMk cId="1625695171" sldId="630"/>
        </pc:sldMkLst>
        <pc:picChg chg="del">
          <ac:chgData name="Khobo, IL, Dr [ilkhobo@sun.ac.za]" userId="b519a442-dcea-4a28-9c45-7e29f1df5837" providerId="ADAL" clId="{8BC8A5CF-2DB3-45E9-BF57-F2ED810C291E}" dt="2026-10-05T05:59:23.905" v="5779" actId="478"/>
          <ac:picMkLst>
            <pc:docMk/>
            <pc:sldMk cId="1625695171" sldId="630"/>
            <ac:picMk id="6" creationId="{B56C676D-0C14-9386-2B96-838DA719771A}"/>
          </ac:picMkLst>
        </pc:picChg>
        <pc:picChg chg="del">
          <ac:chgData name="Khobo, IL, Dr [ilkhobo@sun.ac.za]" userId="b519a442-dcea-4a28-9c45-7e29f1df5837" providerId="ADAL" clId="{8BC8A5CF-2DB3-45E9-BF57-F2ED810C291E}" dt="2026-10-05T05:59:21.276" v="5778" actId="478"/>
          <ac:picMkLst>
            <pc:docMk/>
            <pc:sldMk cId="1625695171" sldId="630"/>
            <ac:picMk id="8" creationId="{2F8FC1EC-793C-3C89-E40E-B4B78EE95D6A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10-05T06:07:05.903" v="5804" actId="732"/>
        <pc:sldMkLst>
          <pc:docMk/>
          <pc:sldMk cId="2078454691" sldId="631"/>
        </pc:sldMkLst>
        <pc:picChg chg="del">
          <ac:chgData name="Khobo, IL, Dr [ilkhobo@sun.ac.za]" userId="b519a442-dcea-4a28-9c45-7e29f1df5837" providerId="ADAL" clId="{8BC8A5CF-2DB3-45E9-BF57-F2ED810C291E}" dt="2026-10-05T06:03:20.926" v="5794" actId="478"/>
          <ac:picMkLst>
            <pc:docMk/>
            <pc:sldMk cId="2078454691" sldId="631"/>
            <ac:picMk id="3" creationId="{975BE488-0720-8205-D6BF-6BE3BF072202}"/>
          </ac:picMkLst>
        </pc:picChg>
        <pc:picChg chg="add mod">
          <ac:chgData name="Khobo, IL, Dr [ilkhobo@sun.ac.za]" userId="b519a442-dcea-4a28-9c45-7e29f1df5837" providerId="ADAL" clId="{8BC8A5CF-2DB3-45E9-BF57-F2ED810C291E}" dt="2026-10-05T06:03:29.975" v="5799" actId="14100"/>
          <ac:picMkLst>
            <pc:docMk/>
            <pc:sldMk cId="2078454691" sldId="631"/>
            <ac:picMk id="4" creationId="{954A63B8-4657-8388-80FD-E0F868C5716C}"/>
          </ac:picMkLst>
        </pc:picChg>
        <pc:picChg chg="del">
          <ac:chgData name="Khobo, IL, Dr [ilkhobo@sun.ac.za]" userId="b519a442-dcea-4a28-9c45-7e29f1df5837" providerId="ADAL" clId="{8BC8A5CF-2DB3-45E9-BF57-F2ED810C291E}" dt="2026-10-05T06:06:51.158" v="5800" actId="478"/>
          <ac:picMkLst>
            <pc:docMk/>
            <pc:sldMk cId="2078454691" sldId="631"/>
            <ac:picMk id="5" creationId="{F7ED2C74-611C-C556-0366-AD63E7859A05}"/>
          </ac:picMkLst>
        </pc:picChg>
        <pc:picChg chg="add mod modCrop">
          <ac:chgData name="Khobo, IL, Dr [ilkhobo@sun.ac.za]" userId="b519a442-dcea-4a28-9c45-7e29f1df5837" providerId="ADAL" clId="{8BC8A5CF-2DB3-45E9-BF57-F2ED810C291E}" dt="2026-10-05T06:07:05.903" v="5804" actId="732"/>
          <ac:picMkLst>
            <pc:docMk/>
            <pc:sldMk cId="2078454691" sldId="631"/>
            <ac:picMk id="7" creationId="{293D7756-DFFF-AF49-9F0C-E514E1E9717E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10-05T06:10:38.316" v="5840" actId="1076"/>
        <pc:sldMkLst>
          <pc:docMk/>
          <pc:sldMk cId="3090528883" sldId="632"/>
        </pc:sldMkLst>
        <pc:spChg chg="mod">
          <ac:chgData name="Khobo, IL, Dr [ilkhobo@sun.ac.za]" userId="b519a442-dcea-4a28-9c45-7e29f1df5837" providerId="ADAL" clId="{8BC8A5CF-2DB3-45E9-BF57-F2ED810C291E}" dt="2026-10-05T06:08:03.895" v="5831" actId="14100"/>
          <ac:spMkLst>
            <pc:docMk/>
            <pc:sldMk cId="3090528883" sldId="632"/>
            <ac:spMk id="36" creationId="{12ABE4CD-47BC-A483-7856-80F2261C6C58}"/>
          </ac:spMkLst>
        </pc:spChg>
        <pc:picChg chg="add mod">
          <ac:chgData name="Khobo, IL, Dr [ilkhobo@sun.ac.za]" userId="b519a442-dcea-4a28-9c45-7e29f1df5837" providerId="ADAL" clId="{8BC8A5CF-2DB3-45E9-BF57-F2ED810C291E}" dt="2026-10-05T06:10:38.316" v="5840" actId="1076"/>
          <ac:picMkLst>
            <pc:docMk/>
            <pc:sldMk cId="3090528883" sldId="632"/>
            <ac:picMk id="3" creationId="{11CCB080-DF4E-BCF2-F54C-0B483A148D57}"/>
          </ac:picMkLst>
        </pc:picChg>
        <pc:picChg chg="del">
          <ac:chgData name="Khobo, IL, Dr [ilkhobo@sun.ac.za]" userId="b519a442-dcea-4a28-9c45-7e29f1df5837" providerId="ADAL" clId="{8BC8A5CF-2DB3-45E9-BF57-F2ED810C291E}" dt="2026-10-05T06:08:08.019" v="5832" actId="478"/>
          <ac:picMkLst>
            <pc:docMk/>
            <pc:sldMk cId="3090528883" sldId="632"/>
            <ac:picMk id="4" creationId="{3C89874A-F3DE-E7F2-0E30-1C258215A45D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10-05T06:18:19.798" v="5853" actId="1076"/>
        <pc:sldMkLst>
          <pc:docMk/>
          <pc:sldMk cId="326907872" sldId="633"/>
        </pc:sldMkLst>
        <pc:picChg chg="del">
          <ac:chgData name="Khobo, IL, Dr [ilkhobo@sun.ac.za]" userId="b519a442-dcea-4a28-9c45-7e29f1df5837" providerId="ADAL" clId="{8BC8A5CF-2DB3-45E9-BF57-F2ED810C291E}" dt="2026-10-05T06:17:18.866" v="5842" actId="478"/>
          <ac:picMkLst>
            <pc:docMk/>
            <pc:sldMk cId="326907872" sldId="633"/>
            <ac:picMk id="3" creationId="{30896862-C704-8B5A-F79F-CADDE29DA2F9}"/>
          </ac:picMkLst>
        </pc:picChg>
        <pc:picChg chg="add mod">
          <ac:chgData name="Khobo, IL, Dr [ilkhobo@sun.ac.za]" userId="b519a442-dcea-4a28-9c45-7e29f1df5837" providerId="ADAL" clId="{8BC8A5CF-2DB3-45E9-BF57-F2ED810C291E}" dt="2026-10-05T06:17:28.083" v="5847" actId="14100"/>
          <ac:picMkLst>
            <pc:docMk/>
            <pc:sldMk cId="326907872" sldId="633"/>
            <ac:picMk id="4" creationId="{877C2692-BC26-5A20-44D1-10DCC50D950B}"/>
          </ac:picMkLst>
        </pc:picChg>
        <pc:picChg chg="add mod">
          <ac:chgData name="Khobo, IL, Dr [ilkhobo@sun.ac.za]" userId="b519a442-dcea-4a28-9c45-7e29f1df5837" providerId="ADAL" clId="{8BC8A5CF-2DB3-45E9-BF57-F2ED810C291E}" dt="2026-10-05T06:18:19.798" v="5853" actId="1076"/>
          <ac:picMkLst>
            <pc:docMk/>
            <pc:sldMk cId="326907872" sldId="633"/>
            <ac:picMk id="6" creationId="{02CF4218-9A4E-2F47-43FB-2AF044178C12}"/>
          </ac:picMkLst>
        </pc:picChg>
        <pc:picChg chg="del">
          <ac:chgData name="Khobo, IL, Dr [ilkhobo@sun.ac.za]" userId="b519a442-dcea-4a28-9c45-7e29f1df5837" providerId="ADAL" clId="{8BC8A5CF-2DB3-45E9-BF57-F2ED810C291E}" dt="2026-10-05T06:18:10.926" v="5848" actId="478"/>
          <ac:picMkLst>
            <pc:docMk/>
            <pc:sldMk cId="326907872" sldId="633"/>
            <ac:picMk id="7" creationId="{E4787D62-3904-D0D0-CFA4-B1FE2F91E6C3}"/>
          </ac:picMkLst>
        </pc:picChg>
      </pc:sldChg>
    </pc:docChg>
  </pc:docChgLst>
  <pc:docChgLst>
    <pc:chgData name="Khobo, IL, Dr [ilkhobo@sun.ac.za]" userId="b519a442-dcea-4a28-9c45-7e29f1df5837" providerId="ADAL" clId="{D25D1C45-A404-4E0F-8657-49BD4E4887CA}"/>
    <pc:docChg chg="undo redo custSel addSld delSld modSld">
      <pc:chgData name="Khobo, IL, Dr [ilkhobo@sun.ac.za]" userId="b519a442-dcea-4a28-9c45-7e29f1df5837" providerId="ADAL" clId="{D25D1C45-A404-4E0F-8657-49BD4E4887CA}" dt="2026-09-30T09:45:25.400" v="3367" actId="22"/>
      <pc:docMkLst>
        <pc:docMk/>
      </pc:docMkLst>
      <pc:sldChg chg="addSp delSp modSp add del mod modNotesTx">
        <pc:chgData name="Khobo, IL, Dr [ilkhobo@sun.ac.za]" userId="b519a442-dcea-4a28-9c45-7e29f1df5837" providerId="ADAL" clId="{D25D1C45-A404-4E0F-8657-49BD4E4887CA}" dt="2026-09-30T09:36:05.195" v="3179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D25D1C45-A404-4E0F-8657-49BD4E4887CA}" dt="2026-09-30T09:34:48.874" v="2967" actId="20577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D25D1C45-A404-4E0F-8657-49BD4E4887CA}" dt="2026-09-30T09:36:05.195" v="3179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D25D1C45-A404-4E0F-8657-49BD4E4887CA}" dt="2026-09-21T10:33:03.487" v="2547" actId="20577"/>
          <ac:spMkLst>
            <pc:docMk/>
            <pc:sldMk cId="2601401026" sldId="597"/>
            <ac:spMk id="34" creationId="{593DD671-6E7B-06CE-9A2D-78AB0133EE61}"/>
          </ac:spMkLst>
        </pc:spChg>
        <pc:picChg chg="add mod">
          <ac:chgData name="Khobo, IL, Dr [ilkhobo@sun.ac.za]" userId="b519a442-dcea-4a28-9c45-7e29f1df5837" providerId="ADAL" clId="{D25D1C45-A404-4E0F-8657-49BD4E4887CA}" dt="2026-09-30T09:35:09.909" v="2995" actId="1076"/>
          <ac:picMkLst>
            <pc:docMk/>
            <pc:sldMk cId="2601401026" sldId="597"/>
            <ac:picMk id="3" creationId="{8B5EA4C8-8C81-324A-DCF4-224D0634971D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30T09:36:36.025" v="3213" actId="20577"/>
        <pc:sldMkLst>
          <pc:docMk/>
          <pc:sldMk cId="4217422227" sldId="599"/>
        </pc:sldMkLst>
        <pc:spChg chg="mod">
          <ac:chgData name="Khobo, IL, Dr [ilkhobo@sun.ac.za]" userId="b519a442-dcea-4a28-9c45-7e29f1df5837" providerId="ADAL" clId="{D25D1C45-A404-4E0F-8657-49BD4E4887CA}" dt="2026-09-30T09:36:36.025" v="3213" actId="20577"/>
          <ac:spMkLst>
            <pc:docMk/>
            <pc:sldMk cId="4217422227" sldId="599"/>
            <ac:spMk id="36" creationId="{429E743A-632E-9EB3-5D21-ECF5187657DD}"/>
          </ac:spMkLst>
        </pc:spChg>
      </pc:sldChg>
      <pc:sldChg chg="addSp delSp modSp add mod">
        <pc:chgData name="Khobo, IL, Dr [ilkhobo@sun.ac.za]" userId="b519a442-dcea-4a28-9c45-7e29f1df5837" providerId="ADAL" clId="{D25D1C45-A404-4E0F-8657-49BD4E4887CA}" dt="2026-09-30T09:44:57.982" v="3364" actId="1076"/>
        <pc:sldMkLst>
          <pc:docMk/>
          <pc:sldMk cId="1898944454" sldId="608"/>
        </pc:sldMkLst>
        <pc:spChg chg="mod">
          <ac:chgData name="Khobo, IL, Dr [ilkhobo@sun.ac.za]" userId="b519a442-dcea-4a28-9c45-7e29f1df5837" providerId="ADAL" clId="{D25D1C45-A404-4E0F-8657-49BD4E4887CA}" dt="2026-09-30T09:44:39.873" v="3361" actId="20577"/>
          <ac:spMkLst>
            <pc:docMk/>
            <pc:sldMk cId="1898944454" sldId="608"/>
            <ac:spMk id="36" creationId="{8EDC8E46-0C1C-3A6D-2D34-D1E3E801AC55}"/>
          </ac:spMkLst>
        </pc:spChg>
      </pc:sldChg>
      <pc:sldChg chg="addSp delSp add mod">
        <pc:chgData name="Khobo, IL, Dr [ilkhobo@sun.ac.za]" userId="b519a442-dcea-4a28-9c45-7e29f1df5837" providerId="ADAL" clId="{D25D1C45-A404-4E0F-8657-49BD4E4887CA}" dt="2026-09-30T09:45:25.400" v="3367" actId="22"/>
        <pc:sldMkLst>
          <pc:docMk/>
          <pc:sldMk cId="338082082" sldId="6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38C3-0141-1D8E-D8BA-BC5B77AA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8DC4B-10C4-935E-50FD-18AA7E188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04EBD-F14B-E8A2-E096-298B711DE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83126-7D9B-6373-A34E-C13D98CFB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1975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8FD62-0945-0953-FC88-C990E090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6C597-1862-F302-0A8C-3867335B4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C7407-A791-2D37-4400-D061B7CE5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9976A-0253-755A-04BD-D78BA1CF4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0963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3ADB0-9170-E605-B789-C08286C9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E247F-3AD2-6507-CE11-E01688A0C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9281D-7D9A-6539-A7EF-29F71A53B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DFDA8-868E-4B0A-936A-4221EB0E9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6316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FB1D-3E78-BF96-FF5C-DDCCF1940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50270-D3D5-9AB0-1AC2-1621DCB80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0D5F4-3C6A-E397-8A91-F69CAAC0B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 err="1"/>
              <a:t>F,lashback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C1F87-8201-DC5C-EE16-1B02F53B6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8822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AFB2C-28F4-E6B3-3989-C3D426CF1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5045D-2493-7F49-B5E3-E697318A6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DEA28-053F-9AC2-A075-E55284911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27336-AC48-7C85-F7F8-708710D8A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7945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F6D3D-1AD4-DB4F-6393-42021040D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8D2EA-AB7B-367D-99FB-34B7F7A61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D053A4-0F1F-EEED-EB91-634336F00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E07A3-67A9-FB65-2BDB-3592E10A4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662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DF44-3DB0-52FF-DF83-4A3732C8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A88B2-C25E-50B5-4CA1-A0F9B8BCD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A417D-E774-09E9-38CE-1EDD84182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Data hierarchy refers to how data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461C6-DD1F-7D68-EBBB-D4064B0AC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931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C624-4826-F5A2-FC78-F7BE0B10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04FC3-AC54-BD5F-1E21-6418D8E5B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4D5C0-492F-456A-3B7F-8E2BB64A9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Data hierarchy refers to how data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46DFB-6111-8B08-203D-CCF5F8243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985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02E6-0A20-1673-E1B1-391D74166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44BFA-F95B-2D27-E277-E272CDC53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97590-9444-E620-5491-6199ABF88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Data hierarchy refers to how data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D2328-20D8-DA6F-2742-ECCB64E02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4575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940C-FCB7-EF62-B61B-A0FC76E32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64A63-6A63-65B3-D884-D0EC6DE42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78BCD-0167-66C9-7F84-EA7018156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Data hierarchy refers to how data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6FBC3-72DC-2BDC-562A-39DE4CC76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68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6C7AE-C326-1B07-A91A-B91479BF2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0EB45-8879-1004-B23C-CA76139DF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21EF5-2D52-A364-EF4D-AB847CC37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 err="1"/>
              <a:t>F,lashback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978EB-31F7-56B1-24A9-09FACF590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481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7E7D-9360-90E5-71FA-8A027D09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8843B-D83A-5AEB-09C3-9C1993F98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5B185-DF56-74CF-9361-57723E505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0FC50-FB65-2C1C-C82D-B9B74269F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56173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96773-2F61-D34D-896C-5AE3E855D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7548F-1717-060C-AE7F-15678F8EF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7F53CF-104C-8573-F47F-9F8E3E49A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EBA47-0C06-82ED-02CE-9D2C06C46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4941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E54C8-67C3-0EB0-FF76-BE624C320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F9642-1747-D196-4592-B9D1888D0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D1D9B-D4DF-320E-2180-B8B17B011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6FFC8-73E3-DD77-18F1-6A3A9C972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015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F48B6-60B5-4F8D-6B02-CFAE38220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4BC11-3534-B16A-C782-6B0149923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12FE2-5E60-174B-249A-1E1AAADB6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28544-CFCB-BFE9-3254-4FD99F5A3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6949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8D613-7A4C-7354-CA3A-A9A78220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8E032-9239-EAE3-AD44-292E00C36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79D0F-74DD-0359-0877-31CD0D5E8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C2D78-B4BD-29B0-848C-63AF826BF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6207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1570-E6C3-AACA-4A9D-7C145CAE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7C166-979F-0FAF-9535-354AE932F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2A96A-0FD9-B0FA-D559-F8ADB8EC5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99126-61D2-FDDA-D094-A6E5E3ACC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3696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0DA1B-5403-A136-BADB-914D488F3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F770F-D16D-AF86-FA14-8AD9FC85A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5AF44-0682-FC9E-13F0-66CE28902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ED5DF-8401-FA3A-FC48-9F938D9EF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111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F53F-B84D-3B88-1A71-A9AE17D1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334AE-5310-358E-0080-01E65B68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6DB5C-A591-8829-464E-779650A37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 err="1"/>
              <a:t>F,lashback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CBC37-EF04-229C-7908-7EDC2B00C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355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D91B-6F18-FE20-87F8-CFE123A6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BD43B-3FE6-7431-2E35-E6C0F987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D0955-1371-2DE0-FB7B-C3F17A2DE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87F9A-3C43-D5E7-CAFB-7ECD77743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15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2026/10/04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11. </a:t>
            </a:r>
            <a:r>
              <a:rPr lang="en-ZA" sz="8800" dirty="0">
                <a:solidFill>
                  <a:prstClr val="black"/>
                </a:solidFill>
                <a:latin typeface="LM Roman 12" panose="00000500000000000000" pitchFamily="50" charset="0"/>
              </a:rPr>
              <a:t>File processing II</a:t>
            </a:r>
            <a:endParaRPr kumimoji="0" lang="en-ZA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25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| The data hierarchy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	    </a:t>
            </a:r>
            <a:r>
              <a:rPr lang="en-US" i="1" dirty="0">
                <a:solidFill>
                  <a:prstClr val="black"/>
                </a:solidFill>
                <a:latin typeface="LM Roman 12" panose="00000500000000000000" pitchFamily="50" charset="0"/>
              </a:rPr>
              <a:t>Write to 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and </a:t>
            </a:r>
            <a:r>
              <a:rPr lang="en-US" i="1" dirty="0">
                <a:solidFill>
                  <a:prstClr val="black"/>
                </a:solidFill>
                <a:latin typeface="LM Roman 12" panose="00000500000000000000" pitchFamily="50" charset="0"/>
              </a:rPr>
              <a:t>read from 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binary files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322513" y="562218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05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Lecture Overview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8564849" y="6488628"/>
            <a:ext cx="3151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10: File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5EA4C8-8C81-324A-DCF4-224D06349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504" y="3276224"/>
            <a:ext cx="5331734" cy="332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D25D0-5AC8-B825-0E17-2ED1D3BE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AAF1644-2C68-6654-8F0A-184FF1A1192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C42DAD1-556A-FA8E-9CC4-0B6997C379C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EA2319-0841-C4C0-1968-66099B0DD56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D92169-A53D-E18F-925C-E4299266DDE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0DA4B42-331A-AD23-98AF-6EC59A81F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FEF9E1-FBFC-4B6A-7F48-8A966783448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29E743A-632E-9EB3-5D21-ECF5187657D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47463-724A-9191-841D-6F59B5883160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024E72-CB43-71D4-DA9B-DB3986816F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437"/>
          <a:stretch>
            <a:fillRect/>
          </a:stretch>
        </p:blipFill>
        <p:spPr>
          <a:xfrm>
            <a:off x="7417606" y="961939"/>
            <a:ext cx="3989303" cy="37062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969C68-D4F7-F696-7C20-489597932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3" y="1706592"/>
            <a:ext cx="6870127" cy="19776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09F280A-C781-F5BE-BCE8-6B72C42F7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0" y="4036190"/>
            <a:ext cx="6870127" cy="126404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FD56275-EA4F-07B0-45B1-29DD86F53B99}"/>
              </a:ext>
            </a:extLst>
          </p:cNvPr>
          <p:cNvSpPr txBox="1"/>
          <p:nvPr/>
        </p:nvSpPr>
        <p:spPr>
          <a:xfrm>
            <a:off x="7342909" y="5013226"/>
            <a:ext cx="1289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OUTPUT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4297238-24C7-67AA-9B5E-53D29CF6BC3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5768" b="24995"/>
          <a:stretch>
            <a:fillRect/>
          </a:stretch>
        </p:blipFill>
        <p:spPr>
          <a:xfrm>
            <a:off x="7312700" y="5434033"/>
            <a:ext cx="4199113" cy="78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4222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3D3DE-ED68-A3B3-47BF-F4173D7E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A02678B-3D0A-DE41-445F-F7258CA54CB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8E20239-EFBA-BCA6-E9A7-4F8E7583E68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ACEE2C-BEE2-FC87-A3B9-D121245CB48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B90C7E-9F76-1B4E-7561-FBA3998A9DE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026FCA3-C54C-A68C-EFDF-46E7AD7B20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BF6510B-2DAD-F30A-793D-0749D9BE679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7FC6132-EA5A-8B39-1212-D80F5541A63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8227159-2AB1-7095-D0A0-6613ED16A197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3E8D22-2EAF-3B0F-47BD-FAC372C553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437"/>
          <a:stretch>
            <a:fillRect/>
          </a:stretch>
        </p:blipFill>
        <p:spPr>
          <a:xfrm>
            <a:off x="7417606" y="961939"/>
            <a:ext cx="3989303" cy="37062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3613990-3A09-2D43-A797-96020788E419}"/>
              </a:ext>
            </a:extLst>
          </p:cNvPr>
          <p:cNvSpPr txBox="1"/>
          <p:nvPr/>
        </p:nvSpPr>
        <p:spPr>
          <a:xfrm>
            <a:off x="7342909" y="5013226"/>
            <a:ext cx="1289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C25C5-3021-57D1-9D48-79841423F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079" y="2758315"/>
            <a:ext cx="6747031" cy="1597646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3CC815C4-5F8A-B422-D370-FA7F760C892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92901454"/>
                  </p:ext>
                </p:extLst>
              </p:nvPr>
            </p:nvGraphicFramePr>
            <p:xfrm>
              <a:off x="6470412" y="5296342"/>
              <a:ext cx="5721588" cy="3218393"/>
            </p:xfrm>
            <a:graphic>
              <a:graphicData uri="http://schemas.microsoft.com/office/powerpoint/2016/slidezoom">
                <pslz:sldZm>
                  <pslz:sldZmObj sldId="611" cId="447774616">
                    <pslz:zmPr id="{EEF656E1-38AA-45B6-87F7-6AB3A6A291BD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721588" cy="3218393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3CC815C4-5F8A-B422-D370-FA7F760C89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70412" y="5296342"/>
                <a:ext cx="5721588" cy="321839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5842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0E386D-8009-28E9-6323-2017652C6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62" y="125288"/>
            <a:ext cx="9889540" cy="660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74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4EB1C-39C6-790C-B46E-6E64B3DFD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17E31C5-060E-93B5-85EB-2FD5643D60F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35544EB-B06E-1AB2-FE86-0F91933E47E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E1F5E3-9000-6AED-C0FA-77C9D785C8D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E4A8A8-34F3-0489-AD34-35FC283C40B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729C664-B5F3-22DD-F6BA-F803D2780E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FC5710-FD4E-315D-57D8-3C658DA9CFB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419A00D-53A4-1464-7528-C99E8FCA6B8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6A2FCEA-2C47-C066-8879-EA1F66F907B9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5207FC-15E2-24D4-2A54-A855A6F246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437"/>
          <a:stretch>
            <a:fillRect/>
          </a:stretch>
        </p:blipFill>
        <p:spPr>
          <a:xfrm>
            <a:off x="7417606" y="961939"/>
            <a:ext cx="3989303" cy="37062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0B89B1D-75F0-1FBE-2B56-A643ECF2027C}"/>
              </a:ext>
            </a:extLst>
          </p:cNvPr>
          <p:cNvSpPr txBox="1"/>
          <p:nvPr/>
        </p:nvSpPr>
        <p:spPr>
          <a:xfrm>
            <a:off x="7342909" y="5013226"/>
            <a:ext cx="1289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B29CB-AA95-8E7E-89EC-CA3FE5AA5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81083"/>
            <a:ext cx="6866215" cy="21871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10DFBA-3AAE-E377-5B9C-0FD8E387D9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724" y="5573512"/>
            <a:ext cx="5218666" cy="56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79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714F1-3912-C444-BB20-28946D9F5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01DBA51-53CC-B2E9-0069-953D718C850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2C1076B-CD41-DD5B-8EA9-6467DEAB4FD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5283D7-8608-039D-65B4-FBBB5E96B7C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5D0753-6EAD-EB1F-8810-899E4683DAC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218363E8-B614-7972-7283-0E091CF249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6A0417B-3753-CB0A-B79E-58DBB27E6D2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643BAF5-72D5-48CF-1B33-7A6C2108471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1C86CCD8-1F99-3355-3EF0-7B259DD59CC4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F34AD8-461E-F296-6CAB-73DD434BA9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437"/>
          <a:stretch>
            <a:fillRect/>
          </a:stretch>
        </p:blipFill>
        <p:spPr>
          <a:xfrm>
            <a:off x="7417606" y="961939"/>
            <a:ext cx="3989303" cy="37062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B33EDC6-0718-3C86-034C-8DEC0137B26D}"/>
              </a:ext>
            </a:extLst>
          </p:cNvPr>
          <p:cNvSpPr txBox="1"/>
          <p:nvPr/>
        </p:nvSpPr>
        <p:spPr>
          <a:xfrm>
            <a:off x="7342909" y="5013226"/>
            <a:ext cx="1289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100E92-DD89-9F7D-E530-112076C51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98" y="2345328"/>
            <a:ext cx="5464013" cy="2484335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DF3FC82E-A174-2526-5526-7F5E1E93C88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28957094"/>
                  </p:ext>
                </p:extLst>
              </p:nvPr>
            </p:nvGraphicFramePr>
            <p:xfrm>
              <a:off x="6558925" y="5321237"/>
              <a:ext cx="5633074" cy="3168604"/>
            </p:xfrm>
            <a:graphic>
              <a:graphicData uri="http://schemas.microsoft.com/office/powerpoint/2016/slidezoom">
                <pslz:sldZm>
                  <pslz:sldZmObj sldId="615" cId="2758961591">
                    <pslz:zmPr id="{4DB603DF-46F4-4B46-99D1-C3470E321AD2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633074" cy="3168604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" name="Slide Zoom 5">
                <a:extLst>
                  <a:ext uri="{FF2B5EF4-FFF2-40B4-BE49-F238E27FC236}">
                    <a16:creationId xmlns:a16="http://schemas.microsoft.com/office/drawing/2014/main" id="{DF3FC82E-A174-2526-5526-7F5E1E93C88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58925" y="5321237"/>
                <a:ext cx="5633074" cy="31686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939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01C7B-7E65-92AD-FBFF-86A00B65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468E2F-A268-E47D-79BF-263AECDA6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62" y="125288"/>
            <a:ext cx="9889540" cy="660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61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20D87-250A-E3BB-6831-3CE90AD2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A57B407-E03D-14F9-8856-68F94911624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F3A754B-261D-19F9-27C2-46AE02D0485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D6438B6-4A25-2E94-B494-EEB14CC4C55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B58544D-8078-4100-72E9-60DBEE193BB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87275CB-5D3F-5E73-4486-13E6D3EF38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CFCC315-BE37-24BB-6D30-B8D683314B6E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78D8BA-FD79-A8D5-98D8-9A612A9058E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C59E473-F3F1-4A43-6C63-06B7E5F98733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C262E2-F69B-A129-EBAA-7332CCCEBC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437"/>
          <a:stretch>
            <a:fillRect/>
          </a:stretch>
        </p:blipFill>
        <p:spPr>
          <a:xfrm>
            <a:off x="7153927" y="1045905"/>
            <a:ext cx="5038072" cy="4680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67D1DD-AC0B-3B38-0A06-C2D913CC7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93957"/>
            <a:ext cx="7033870" cy="15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85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3E834-8A44-368F-736B-92CF00A3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072E5C4-4E44-A730-3754-E16EDD814FF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7D0246D-166F-2D62-8DFE-9D31C63E9DC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35E7F12-760B-D1D2-3F9E-841107A3339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B373D19-3380-C61C-DABC-1A17C101FB0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FEDFF12-AC01-7CC5-A3F3-1C1F581954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0F93132-0516-4700-E098-9677299B41F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22539AD-D435-A041-BAD1-2CDE1B259C7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Recap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3BCA97F-789B-CDD3-D9C4-688376C61168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2E30A5-75DF-B99F-9007-673764B02A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-704"/>
          <a:stretch>
            <a:fillRect/>
          </a:stretch>
        </p:blipFill>
        <p:spPr>
          <a:xfrm>
            <a:off x="7153927" y="1045904"/>
            <a:ext cx="5038072" cy="50379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A6E9C9-0789-C916-0388-A688E6CFB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93957"/>
            <a:ext cx="7033870" cy="15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629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E1351-A85D-DC0E-2761-CAEEDADDB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90A84EC-259F-4DBC-4AD3-1CDF5B52B64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D7B3F54-D552-70CD-573F-58539084A55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A2AC40E-2765-2429-AD3A-C10FB7DDE25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E41597-BBA3-4432-2BC2-32983C3F446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496D7F1-E6AD-F2B5-5FB5-A15820A16D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02E8860-44A8-5C2F-FF08-DFA8EB2BF2B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04A5F2B-AE57-BEE5-54B7-DD5DFA99557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Data hierarchy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AD68CE7-EE25-76E4-0D95-3D102C580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6372" y="914400"/>
            <a:ext cx="9679348" cy="57856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10F39D-BC19-1430-9A5B-B9A1AC4A57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646"/>
          <a:stretch>
            <a:fillRect/>
          </a:stretch>
        </p:blipFill>
        <p:spPr>
          <a:xfrm>
            <a:off x="11684848" y="964858"/>
            <a:ext cx="9571566" cy="589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5526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87CD2-9F32-B9DD-D9E3-ECB0F7C8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B98EF0A-7745-014E-C26B-41C13766B82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A4513A7-DABC-1F00-3FE8-75E9212889A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099C7F-204F-F3F0-FABF-C04DACD10F2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6FCEDF9-2D38-0510-E26A-86E8813E6B6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749B575-5C93-3947-9535-C9039E7DDD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E702735-AC87-2F4A-DE3B-C5A08EA3503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836B314-65D9-CE7C-4116-4C59C9F8374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Data hierarchy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3D88F15-374A-851D-D5EB-2CB1E2F6D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322988" y="1048608"/>
            <a:ext cx="9679348" cy="57856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2492E53-BA53-CE00-EDAD-86ADEB4229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646"/>
          <a:stretch>
            <a:fillRect/>
          </a:stretch>
        </p:blipFill>
        <p:spPr>
          <a:xfrm>
            <a:off x="1565488" y="1099066"/>
            <a:ext cx="9571566" cy="58931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16AFCE-D4D4-7E61-A302-941343EBE8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2683" y="1011519"/>
            <a:ext cx="8971034" cy="598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402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75507-3A30-3390-0215-E8C8307DE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E64215D-86A9-67F7-EE3F-7CC17B4AB1F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E6C59E2-DB34-687F-82BF-F2F3606CE1C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5E5DE91-2D5E-9522-4C5F-652E7E04354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7D09C87-6AA0-E85F-5009-5C4A32D320E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2EA6C60D-89ED-623C-B050-79699F6825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B289ADD-6528-C881-FFB1-AE26A8ACF1A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791A2D4-F1D5-FE68-5360-809EA4E553E6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Data hierarchy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AD4A75E-1078-D084-B4F9-C0A32F467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057538" y="1082994"/>
            <a:ext cx="9679348" cy="57856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F850D6-38B4-BB2B-4618-FD92CF17E1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646"/>
          <a:stretch>
            <a:fillRect/>
          </a:stretch>
        </p:blipFill>
        <p:spPr>
          <a:xfrm>
            <a:off x="-8169062" y="1133452"/>
            <a:ext cx="9571566" cy="58931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DF9E8B-2078-5CF8-34B8-4D81C2C4FE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8133" y="1045905"/>
            <a:ext cx="8971034" cy="598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9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8043-D771-5A44-21B9-224CF4DCA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C9CD2DA-36EA-F1D4-95D9-9A04C9C83AB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1DFB116-9084-CD14-187A-F50BDB052A0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278235-2157-80B9-36A6-5FF157B7D34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FD7B27-5CCE-A574-B3F7-DAB70A4A463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44247B8-B7E4-651A-D9F3-8A4EEA8BB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E04D2AA-7DA2-2979-BAE3-D64DF1D1A64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88E35C7-53BE-B446-69D8-6ACFA2FD9AB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Write to/read from binary file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DAEC0D6-4827-991C-10C0-8261770D3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120" y="1440001"/>
            <a:ext cx="8763759" cy="4130398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E8FAFD0A-4EBE-2F31-BCDD-6D1FE7305BE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16018229"/>
                  </p:ext>
                </p:extLst>
              </p:nvPr>
            </p:nvGraphicFramePr>
            <p:xfrm>
              <a:off x="8611859" y="1988839"/>
              <a:ext cx="2153887" cy="1211562"/>
            </p:xfrm>
            <a:graphic>
              <a:graphicData uri="http://schemas.microsoft.com/office/powerpoint/2016/slidezoom">
                <pslz:sldZm>
                  <pslz:sldZmObj sldId="621" cId="170724883">
                    <pslz:zmPr id="{6E391276-43D1-41D6-B32D-460A0C3396D7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53887" cy="121156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Slide Zoom 7">
                <a:extLst>
                  <a:ext uri="{FF2B5EF4-FFF2-40B4-BE49-F238E27FC236}">
                    <a16:creationId xmlns:a16="http://schemas.microsoft.com/office/drawing/2014/main" id="{E8FAFD0A-4EBE-2F31-BCDD-6D1FE7305B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11859" y="1988839"/>
                <a:ext cx="2153887" cy="121156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149095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16B384-881D-4C75-4C1C-69AD2C862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32" y="85551"/>
            <a:ext cx="6908868" cy="668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4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55398-CBFA-AA2D-3CF2-C2B8EBA28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36949BD-B735-ACBA-C69E-E946EACAA37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55EDCB3-8338-8F4B-463A-39E86BB875E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4C8E9D-F8B0-01D4-CCC3-7FDC9C7CF87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EE995CF-7681-5310-B69F-0B346FF534A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64B7AE9-7152-CF87-6385-7FCF60C265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66C8BF8-536F-11EB-4921-AF1DB24A6BC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EDC8E46-0C1C-3A6D-2D34-D1E3E801AC55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Writing structures to a binary file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AD5E692-2436-A8F4-710C-0295D6B6C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997" y="1245641"/>
            <a:ext cx="9523032" cy="538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4445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9F90-8315-9057-C6AA-3F4AD0B6F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8FD488F-0C34-7D96-906E-7431794660B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034B305-2F36-BD95-DB27-1B04F536725A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9484C3-4445-DB4D-C45F-FD7A6303562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124CE2-C531-64E2-F9CA-936806B172C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32E07B2-2FAC-6E58-A9C8-2070E12EA0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60FF739-0EA0-E317-A49A-0FF83DCF12F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4CA1440-AD26-4131-58C0-A0BFF462323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Writ</a:t>
              </a:r>
              <a:r>
                <a:rPr lang="en-ZA" dirty="0" err="1">
                  <a:solidFill>
                    <a:srgbClr val="FFFF00"/>
                  </a:solidFill>
                  <a:latin typeface="LM Roman 12" panose="00000500000000000000" pitchFamily="50" charset="0"/>
                </a:rPr>
                <a:t>ing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structures to a binary file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1A393082-C54F-CC88-CC53-746670B05151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82339F-6158-7283-A0BB-016CEF951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201" y="1045905"/>
            <a:ext cx="4989051" cy="46422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F1D326-DFEE-58BC-3C79-992E51C764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513" y="1293277"/>
            <a:ext cx="4047092" cy="24690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71BB49-F873-519A-7111-A727F3D52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513" y="4064923"/>
            <a:ext cx="3109229" cy="162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091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572EA-0C39-AB5C-B8C5-CAF8F6173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C90DA3C-86AF-AED5-3143-0370DA74D9F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9204F4A-9578-FB3D-1758-FB7F3C87FEC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240DE39-9198-D62C-DE08-2903024820B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6752FD-0B91-7FA2-82D0-B30E202E4A5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F46F2205-92B4-9030-BC1B-37511F2B7B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8C4F79-3A81-E240-8F46-2C0F71D6909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F323471-4B3A-2151-7B06-13F97D9E0A3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Writ</a:t>
              </a:r>
              <a:r>
                <a:rPr lang="en-ZA" dirty="0" err="1">
                  <a:solidFill>
                    <a:srgbClr val="FFFF00"/>
                  </a:solidFill>
                  <a:latin typeface="LM Roman 12" panose="00000500000000000000" pitchFamily="50" charset="0"/>
                </a:rPr>
                <a:t>ing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structures to a binary file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0B42C-1D09-927D-F064-F425CDA84F09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8501A-F240-DC90-CC5E-94AF73B17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2" y="2324217"/>
            <a:ext cx="6771326" cy="28002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EE5AC3-7A14-AFEB-61E0-FB56CD693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454" y="1061598"/>
            <a:ext cx="5277011" cy="153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0549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22E76-C85F-523B-CCBE-AF7BC89D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79C94EF-07D3-236E-45E3-2AAAD6BDED1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56C932E-A361-EBE6-73A5-91973CC57A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019A69-E270-DBE5-5C39-89D20DAE025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2F07BE1-1493-99B6-DA7F-75A05CF0FA9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ED6D5FB-C932-E5A8-0A98-30AC627213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9FE4E56-A21E-BE4B-5AAE-B7A17D0B63E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0EF100-BFA2-07EA-6665-6A770D1E462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Writ</a:t>
              </a:r>
              <a:r>
                <a:rPr lang="en-ZA" dirty="0" err="1">
                  <a:solidFill>
                    <a:srgbClr val="FFFF00"/>
                  </a:solidFill>
                  <a:latin typeface="LM Roman 12" panose="00000500000000000000" pitchFamily="50" charset="0"/>
                </a:rPr>
                <a:t>ing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structures to a binary file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22983F4-411A-0887-0778-E2B4AEA3E3EB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8C35AE-D188-17A2-D98F-441C9D545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484" y="1028015"/>
            <a:ext cx="5065800" cy="5645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16DFC7-6BB8-5B88-E4B9-7C1E37DCF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455" y="935097"/>
            <a:ext cx="5277011" cy="153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15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2CF60-4C48-B442-E92C-64EA1F7C6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301D6B7-B2A6-C625-E2F9-5D4EA0F9BF7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0853A32-7A07-BBE9-4B12-6AFB5068550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937E2A-BC5D-3561-40D4-B9600F0CFF9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98B496-B844-0F6B-5B6C-A7831F49CE6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B7E7541-FB87-3F85-BBE5-FBA68BB11E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CCEB5D5-FEC9-9A02-8291-274C8BD7661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13242F7-40B3-D99D-0862-651C463E70D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Writ</a:t>
              </a:r>
              <a:r>
                <a:rPr lang="en-ZA" dirty="0" err="1">
                  <a:solidFill>
                    <a:srgbClr val="FFFF00"/>
                  </a:solidFill>
                  <a:latin typeface="LM Roman 12" panose="00000500000000000000" pitchFamily="50" charset="0"/>
                </a:rPr>
                <a:t>ing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 structures to a binary file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5ACE2-76EA-DB79-1D3C-1BC2A18607DB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A63B8-4657-8388-80FD-E0F868C57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57" y="1430307"/>
            <a:ext cx="5533083" cy="4313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3D7756-DFFF-AF49-9F0C-E514E1E971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4885"/>
          <a:stretch>
            <a:fillRect/>
          </a:stretch>
        </p:blipFill>
        <p:spPr>
          <a:xfrm>
            <a:off x="6973454" y="935097"/>
            <a:ext cx="5141837" cy="583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54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D880-71DB-E761-1D52-03792EEC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FF824AC-75DA-5BBB-A439-E6C9F137065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1872178-A5FF-1316-848E-D4EDDDF8349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BFB591-0EA4-501D-CB37-D433E66E838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03E0F26-FD3A-AB61-DC84-0B68BFACF4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2EEC4B1-9BC4-8B4E-3B8A-02BEB9BD5A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63ABDE-4F81-67AD-A442-5B261BA2CB6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2ABE4CD-47BC-A483-7856-80F2261C6C58}"/>
                </a:ext>
              </a:extLst>
            </p:cNvPr>
            <p:cNvSpPr/>
            <p:nvPr/>
          </p:nvSpPr>
          <p:spPr>
            <a:xfrm>
              <a:off x="3708455" y="584240"/>
              <a:ext cx="3940120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Reading structures from a binary file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2F9DEDA-33F2-E457-CCCC-B5654FFBCB81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0155A-7DA1-6DFA-D4ED-727FF3ED5F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885"/>
          <a:stretch>
            <a:fillRect/>
          </a:stretch>
        </p:blipFill>
        <p:spPr>
          <a:xfrm>
            <a:off x="6973454" y="935097"/>
            <a:ext cx="5141837" cy="58371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CCB080-DF4E-BCF2-F54C-0B483A148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124" y="1313974"/>
            <a:ext cx="5610661" cy="506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5288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43F5-A1AE-6EFD-5E4F-903787A6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0690472-7808-A2AF-8692-A25367E57F2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116B257-C346-61DE-F4F8-8F6F2A3DDBA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440248-1818-BAC3-9164-93F71469BB4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598A0C-45B3-ED6F-1FEE-67BC06D6E4F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C7B36E06-287A-2294-EBB0-8D10F655B6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56F83CA-AB82-FD02-394B-C8C5D5477A7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1FB495F-156B-08CF-4E74-970F6A0BEB7D}"/>
                </a:ext>
              </a:extLst>
            </p:cNvPr>
            <p:cNvSpPr/>
            <p:nvPr/>
          </p:nvSpPr>
          <p:spPr>
            <a:xfrm>
              <a:off x="3708455" y="584240"/>
              <a:ext cx="3940120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Reading structures from a binary file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7EF7-17E1-6130-6393-44ECC26DE816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7C2692-BC26-5A20-44D1-10DCC50D9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9" y="1166667"/>
            <a:ext cx="6820037" cy="5163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CF4218-9A4E-2F47-43FB-2AF044178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5172" y="1283732"/>
            <a:ext cx="5146828" cy="424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7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895E0-79B8-E3F7-B39F-3EE21A12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108A85B-13A5-1B4C-20E1-63BD91D9415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2C8AF6B-DEFD-4965-F586-C6B5E3156A8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3958C2B-BB42-FA13-1217-5AC3EACFF7E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1ED01A-AF32-9D23-D136-4F303434DFB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2E2D177F-B3EA-926F-96A5-C335C31B45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6FF158-21D9-9E41-881F-B5860FECB10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FDBFBF2-838A-7D63-82DA-A6CBAC9DA78A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End of semester feedback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3D742103-9693-3497-11EE-5E432D5EECF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02976628"/>
                  </p:ext>
                </p:extLst>
              </p:nvPr>
            </p:nvGraphicFramePr>
            <p:xfrm>
              <a:off x="1099560" y="944642"/>
              <a:ext cx="10184341" cy="5728692"/>
            </p:xfrm>
            <a:graphic>
              <a:graphicData uri="http://schemas.microsoft.com/office/powerpoint/2016/slidezoom">
                <pslz:sldZm>
                  <pslz:sldZmObj sldId="627" cId="342749209">
                    <pslz:zmPr id="{36549AF2-16DE-4A5B-A5F8-E3D9085093F4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184341" cy="572869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" name="Slide Zoom 5">
                <a:extLst>
                  <a:ext uri="{FF2B5EF4-FFF2-40B4-BE49-F238E27FC236}">
                    <a16:creationId xmlns:a16="http://schemas.microsoft.com/office/drawing/2014/main" id="{3D742103-9693-3497-11EE-5E432D5EEC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9560" y="944642"/>
                <a:ext cx="10184341" cy="572869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411204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A2B06B-3608-53A6-298E-A41FACD82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052" y="0"/>
            <a:ext cx="50458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49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3CC69-7BAF-913C-4A40-B4D5A53B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D4CCCA4-5FDE-620D-A4D2-F69B84A211D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9C0E59D-6264-9798-9C8F-66FA3AE825C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CF8522-8FD2-5B63-6716-5FFB1124A42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97FFD9-E6A7-30BF-466D-F576CED72AE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8241F24-F918-BB20-F81D-A446196921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BFF1010-ADFA-6395-0608-846BDF0AEA5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0EA51A6-04FE-68FC-81F7-DB54709FA7A2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Perspective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AABB1FC-3515-50D4-D8B3-2168D1353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85" y="1460549"/>
            <a:ext cx="11512601" cy="428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29451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1A2C-E172-96F3-7FF2-A248CFF8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EC73604-5FD7-BFC5-D35B-DD75FBDED9F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52F0199-B4EA-2CFC-0C4C-DD09C9119D0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1794E6-39B0-77BC-44D9-E8CE60CBBD3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A0B0B3F-2013-3D29-8717-26133D80F40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EF60769-267A-7EB3-45A5-D69B7FF2D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1E50580-54BF-5667-527F-E6168B0C7A2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05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BF15938-D2FF-3104-FE0A-AD538A4A67F6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HOMEWORK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446B6BC-8784-6505-4519-350E632DE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272" y="2411642"/>
            <a:ext cx="6881456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208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5138</TotalTime>
  <Words>454</Words>
  <Application>Microsoft Office PowerPoint</Application>
  <PresentationFormat>Widescreen</PresentationFormat>
  <Paragraphs>113</Paragraphs>
  <Slides>25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Bradley Hand ITC</vt:lpstr>
      <vt:lpstr>LM Roman 12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2026-09-13T12:30:06Z</dcterms:created>
  <dcterms:modified xsi:type="dcterms:W3CDTF">2026-10-05T06:18:28Z</dcterms:modified>
</cp:coreProperties>
</file>