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597" r:id="rId2"/>
    <p:sldId id="598" r:id="rId3"/>
    <p:sldId id="599" r:id="rId4"/>
    <p:sldId id="600" r:id="rId5"/>
    <p:sldId id="601" r:id="rId6"/>
    <p:sldId id="602" r:id="rId7"/>
    <p:sldId id="603" r:id="rId8"/>
    <p:sldId id="604" r:id="rId9"/>
    <p:sldId id="605" r:id="rId10"/>
    <p:sldId id="606" r:id="rId11"/>
    <p:sldId id="607" r:id="rId12"/>
    <p:sldId id="608" r:id="rId13"/>
    <p:sldId id="609" r:id="rId14"/>
    <p:sldId id="610" r:id="rId15"/>
    <p:sldId id="611" r:id="rId16"/>
    <p:sldId id="612" r:id="rId17"/>
    <p:sldId id="6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6148F7-8D68-4A4E-8F96-2431CFD92223}" v="20" dt="2026-09-28T07:09:12.088"/>
    <p1510:client id="{FFCA97DD-E542-4296-83F9-0CD00C916175}" v="33" dt="2026-09-28T05:59:46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09-28T07:09:12.088" v="5568" actId="207"/>
      <pc:docMkLst>
        <pc:docMk/>
      </pc:docMkLst>
      <pc:sldChg chg="modSp add del mod">
        <pc:chgData name="Khobo, IL, Dr [ilkhobo@sun.ac.za]" userId="b519a442-dcea-4a28-9c45-7e29f1df5837" providerId="ADAL" clId="{8BC8A5CF-2DB3-45E9-BF57-F2ED810C291E}" dt="2026-09-28T07:09:12.088" v="5568" actId="20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27T20:43:42.738" v="5565" actId="20577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09-28T07:09:12.088" v="5568" actId="20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09-27T14:16:22.122" v="4517" actId="1076"/>
          <ac:spMkLst>
            <pc:docMk/>
            <pc:sldMk cId="2601401026" sldId="597"/>
            <ac:spMk id="19" creationId="{799DE2B1-C8C5-DEBE-B93A-8AC9B1EB7547}"/>
          </ac:spMkLst>
        </pc:spChg>
        <pc:spChg chg="mod">
          <ac:chgData name="Khobo, IL, Dr [ilkhobo@sun.ac.za]" userId="b519a442-dcea-4a28-9c45-7e29f1df5837" providerId="ADAL" clId="{8BC8A5CF-2DB3-45E9-BF57-F2ED810C291E}" dt="2026-09-15T10:02:31.272" v="51" actId="20577"/>
          <ac:spMkLst>
            <pc:docMk/>
            <pc:sldMk cId="2601401026" sldId="597"/>
            <ac:spMk id="34" creationId="{593DD671-6E7B-06CE-9A2D-78AB0133EE61}"/>
          </ac:spMkLst>
        </pc:spChg>
        <pc:picChg chg="mod">
          <ac:chgData name="Khobo, IL, Dr [ilkhobo@sun.ac.za]" userId="b519a442-dcea-4a28-9c45-7e29f1df5837" providerId="ADAL" clId="{8BC8A5CF-2DB3-45E9-BF57-F2ED810C291E}" dt="2026-09-15T10:02:47.697" v="56" actId="14100"/>
          <ac:picMkLst>
            <pc:docMk/>
            <pc:sldMk cId="2601401026" sldId="597"/>
            <ac:picMk id="4" creationId="{8E3F0134-2454-5477-8946-7D018BDF2F56}"/>
          </ac:picMkLst>
        </pc:picChg>
      </pc:sldChg>
      <pc:sldChg chg="addSp delSp modSp add mod modAnim">
        <pc:chgData name="Khobo, IL, Dr [ilkhobo@sun.ac.za]" userId="b519a442-dcea-4a28-9c45-7e29f1df5837" providerId="ADAL" clId="{8BC8A5CF-2DB3-45E9-BF57-F2ED810C291E}" dt="2026-09-27T15:00:40.401" v="4724" actId="20577"/>
        <pc:sldMkLst>
          <pc:docMk/>
          <pc:sldMk cId="3208347062" sldId="598"/>
        </pc:sldMkLst>
        <pc:spChg chg="add del mod">
          <ac:chgData name="Khobo, IL, Dr [ilkhobo@sun.ac.za]" userId="b519a442-dcea-4a28-9c45-7e29f1df5837" providerId="ADAL" clId="{8BC8A5CF-2DB3-45E9-BF57-F2ED810C291E}" dt="2026-09-27T14:32:18.221" v="4541" actId="478"/>
          <ac:spMkLst>
            <pc:docMk/>
            <pc:sldMk cId="3208347062" sldId="598"/>
            <ac:spMk id="2" creationId="{8667FE67-9EB8-1138-9BD1-0661C8E066E5}"/>
          </ac:spMkLst>
        </pc:spChg>
        <pc:spChg chg="add mod">
          <ac:chgData name="Khobo, IL, Dr [ilkhobo@sun.ac.za]" userId="b519a442-dcea-4a28-9c45-7e29f1df5837" providerId="ADAL" clId="{8BC8A5CF-2DB3-45E9-BF57-F2ED810C291E}" dt="2026-09-27T14:34:42.642" v="4575" actId="207"/>
          <ac:spMkLst>
            <pc:docMk/>
            <pc:sldMk cId="3208347062" sldId="598"/>
            <ac:spMk id="6" creationId="{4BE33306-828B-67B7-78C5-1D4301CF134E}"/>
          </ac:spMkLst>
        </pc:spChg>
        <pc:spChg chg="add mod">
          <ac:chgData name="Khobo, IL, Dr [ilkhobo@sun.ac.za]" userId="b519a442-dcea-4a28-9c45-7e29f1df5837" providerId="ADAL" clId="{8BC8A5CF-2DB3-45E9-BF57-F2ED810C291E}" dt="2026-09-27T14:34:42.642" v="4575" actId="207"/>
          <ac:spMkLst>
            <pc:docMk/>
            <pc:sldMk cId="3208347062" sldId="598"/>
            <ac:spMk id="9" creationId="{39730078-7D21-55FC-412D-3C816B231362}"/>
          </ac:spMkLst>
        </pc:spChg>
        <pc:spChg chg="mod">
          <ac:chgData name="Khobo, IL, Dr [ilkhobo@sun.ac.za]" userId="b519a442-dcea-4a28-9c45-7e29f1df5837" providerId="ADAL" clId="{8BC8A5CF-2DB3-45E9-BF57-F2ED810C291E}" dt="2026-09-27T14:29:41.904" v="4522" actId="20577"/>
          <ac:spMkLst>
            <pc:docMk/>
            <pc:sldMk cId="3208347062" sldId="598"/>
            <ac:spMk id="34" creationId="{A2D25D3D-94F9-BAD6-D6CC-3666F8DA8FDF}"/>
          </ac:spMkLst>
        </pc:spChg>
        <pc:spChg chg="mod">
          <ac:chgData name="Khobo, IL, Dr [ilkhobo@sun.ac.za]" userId="b519a442-dcea-4a28-9c45-7e29f1df5837" providerId="ADAL" clId="{8BC8A5CF-2DB3-45E9-BF57-F2ED810C291E}" dt="2026-09-27T15:00:40.401" v="4724" actId="20577"/>
          <ac:spMkLst>
            <pc:docMk/>
            <pc:sldMk cId="3208347062" sldId="598"/>
            <ac:spMk id="52" creationId="{B2B51C7C-CE2A-9367-FB7F-999F8F94AD36}"/>
          </ac:spMkLst>
        </pc:spChg>
        <pc:spChg chg="mod">
          <ac:chgData name="Khobo, IL, Dr [ilkhobo@sun.ac.za]" userId="b519a442-dcea-4a28-9c45-7e29f1df5837" providerId="ADAL" clId="{8BC8A5CF-2DB3-45E9-BF57-F2ED810C291E}" dt="2026-09-27T15:00:21.518" v="4717" actId="20577"/>
          <ac:spMkLst>
            <pc:docMk/>
            <pc:sldMk cId="3208347062" sldId="598"/>
            <ac:spMk id="58" creationId="{56712CFB-7F4C-CDC4-3C3D-2FE8C10CBB6D}"/>
          </ac:spMkLst>
        </pc:spChg>
        <pc:spChg chg="mod">
          <ac:chgData name="Khobo, IL, Dr [ilkhobo@sun.ac.za]" userId="b519a442-dcea-4a28-9c45-7e29f1df5837" providerId="ADAL" clId="{8BC8A5CF-2DB3-45E9-BF57-F2ED810C291E}" dt="2026-09-27T15:00:26.226" v="4719" actId="20577"/>
          <ac:spMkLst>
            <pc:docMk/>
            <pc:sldMk cId="3208347062" sldId="598"/>
            <ac:spMk id="60" creationId="{DA94DD87-E98A-2277-D7DF-118F496423D8}"/>
          </ac:spMkLst>
        </pc:spChg>
        <pc:spChg chg="mod">
          <ac:chgData name="Khobo, IL, Dr [ilkhobo@sun.ac.za]" userId="b519a442-dcea-4a28-9c45-7e29f1df5837" providerId="ADAL" clId="{8BC8A5CF-2DB3-45E9-BF57-F2ED810C291E}" dt="2026-09-27T14:36:09.794" v="4708" actId="20577"/>
          <ac:spMkLst>
            <pc:docMk/>
            <pc:sldMk cId="3208347062" sldId="598"/>
            <ac:spMk id="96" creationId="{3F890AB2-A1D1-9916-75CA-2AC1F2886BA6}"/>
          </ac:spMkLst>
        </pc:spChg>
        <pc:spChg chg="mod">
          <ac:chgData name="Khobo, IL, Dr [ilkhobo@sun.ac.za]" userId="b519a442-dcea-4a28-9c45-7e29f1df5837" providerId="ADAL" clId="{8BC8A5CF-2DB3-45E9-BF57-F2ED810C291E}" dt="2026-09-27T14:30:39.912" v="4539" actId="20577"/>
          <ac:spMkLst>
            <pc:docMk/>
            <pc:sldMk cId="3208347062" sldId="598"/>
            <ac:spMk id="97" creationId="{D9D37CFD-1FF4-F0B9-4303-F75EDA2CFC0B}"/>
          </ac:spMkLst>
        </pc:spChg>
        <pc:cxnChg chg="add del mod">
          <ac:chgData name="Khobo, IL, Dr [ilkhobo@sun.ac.za]" userId="b519a442-dcea-4a28-9c45-7e29f1df5837" providerId="ADAL" clId="{8BC8A5CF-2DB3-45E9-BF57-F2ED810C291E}" dt="2026-09-27T14:32:18.221" v="4541" actId="478"/>
          <ac:cxnSpMkLst>
            <pc:docMk/>
            <pc:sldMk cId="3208347062" sldId="598"/>
            <ac:cxnSpMk id="4" creationId="{4B7F677C-8223-1E7A-A27F-C30594BAD476}"/>
          </ac:cxnSpMkLst>
        </pc:cxnChg>
        <pc:cxnChg chg="add del mod">
          <ac:chgData name="Khobo, IL, Dr [ilkhobo@sun.ac.za]" userId="b519a442-dcea-4a28-9c45-7e29f1df5837" providerId="ADAL" clId="{8BC8A5CF-2DB3-45E9-BF57-F2ED810C291E}" dt="2026-09-27T14:32:46.335" v="4548" actId="478"/>
          <ac:cxnSpMkLst>
            <pc:docMk/>
            <pc:sldMk cId="3208347062" sldId="598"/>
            <ac:cxnSpMk id="13" creationId="{DE80FC2E-5067-A22C-BAD0-58BFA5B13E4A}"/>
          </ac:cxnSpMkLst>
        </pc:cxnChg>
        <pc:cxnChg chg="add mod">
          <ac:chgData name="Khobo, IL, Dr [ilkhobo@sun.ac.za]" userId="b519a442-dcea-4a28-9c45-7e29f1df5837" providerId="ADAL" clId="{8BC8A5CF-2DB3-45E9-BF57-F2ED810C291E}" dt="2026-09-27T14:34:36.803" v="4574" actId="208"/>
          <ac:cxnSpMkLst>
            <pc:docMk/>
            <pc:sldMk cId="3208347062" sldId="598"/>
            <ac:cxnSpMk id="16" creationId="{CE27081F-24DC-8897-129C-CF3557C4541C}"/>
          </ac:cxnSpMkLst>
        </pc:cxnChg>
        <pc:cxnChg chg="add mod">
          <ac:chgData name="Khobo, IL, Dr [ilkhobo@sun.ac.za]" userId="b519a442-dcea-4a28-9c45-7e29f1df5837" providerId="ADAL" clId="{8BC8A5CF-2DB3-45E9-BF57-F2ED810C291E}" dt="2026-09-27T14:34:36.803" v="4574" actId="208"/>
          <ac:cxnSpMkLst>
            <pc:docMk/>
            <pc:sldMk cId="3208347062" sldId="598"/>
            <ac:cxnSpMk id="18" creationId="{DA087E2D-ACD5-DA85-7346-A694E35ABA1C}"/>
          </ac:cxnSpMkLst>
        </pc:cxnChg>
        <pc:cxnChg chg="mod">
          <ac:chgData name="Khobo, IL, Dr [ilkhobo@sun.ac.za]" userId="b519a442-dcea-4a28-9c45-7e29f1df5837" providerId="ADAL" clId="{8BC8A5CF-2DB3-45E9-BF57-F2ED810C291E}" dt="2026-09-27T14:30:23.998" v="4525" actId="208"/>
          <ac:cxnSpMkLst>
            <pc:docMk/>
            <pc:sldMk cId="3208347062" sldId="598"/>
            <ac:cxnSpMk id="66" creationId="{F361A91D-7A7C-80AB-5298-556AB989F3E7}"/>
          </ac:cxnSpMkLst>
        </pc:cxnChg>
      </pc:sldChg>
      <pc:sldChg chg="addSp delSp modSp add mod delAnim modNotesTx">
        <pc:chgData name="Khobo, IL, Dr [ilkhobo@sun.ac.za]" userId="b519a442-dcea-4a28-9c45-7e29f1df5837" providerId="ADAL" clId="{8BC8A5CF-2DB3-45E9-BF57-F2ED810C291E}" dt="2026-09-27T16:32:41.004" v="4830" actId="1076"/>
        <pc:sldMkLst>
          <pc:docMk/>
          <pc:sldMk cId="4217422227" sldId="599"/>
        </pc:sldMkLst>
        <pc:spChg chg="add del mod">
          <ac:chgData name="Khobo, IL, Dr [ilkhobo@sun.ac.za]" userId="b519a442-dcea-4a28-9c45-7e29f1df5837" providerId="ADAL" clId="{8BC8A5CF-2DB3-45E9-BF57-F2ED810C291E}" dt="2026-09-27T16:32:37.051" v="4829" actId="1076"/>
          <ac:spMkLst>
            <pc:docMk/>
            <pc:sldMk cId="4217422227" sldId="599"/>
            <ac:spMk id="4" creationId="{33E6D6FA-237D-82AA-AEAC-C8CD78996706}"/>
          </ac:spMkLst>
        </pc:spChg>
        <pc:spChg chg="del">
          <ac:chgData name="Khobo, IL, Dr [ilkhobo@sun.ac.za]" userId="b519a442-dcea-4a28-9c45-7e29f1df5837" providerId="ADAL" clId="{8BC8A5CF-2DB3-45E9-BF57-F2ED810C291E}" dt="2026-09-27T15:02:41.829" v="4728" actId="478"/>
          <ac:spMkLst>
            <pc:docMk/>
            <pc:sldMk cId="4217422227" sldId="599"/>
            <ac:spMk id="6" creationId="{BB5FB7E7-5C3B-778C-FED2-DD7A34D0E55C}"/>
          </ac:spMkLst>
        </pc:spChg>
        <pc:spChg chg="add mod">
          <ac:chgData name="Khobo, IL, Dr [ilkhobo@sun.ac.za]" userId="b519a442-dcea-4a28-9c45-7e29f1df5837" providerId="ADAL" clId="{8BC8A5CF-2DB3-45E9-BF57-F2ED810C291E}" dt="2026-09-27T16:32:41.004" v="4830" actId="1076"/>
          <ac:spMkLst>
            <pc:docMk/>
            <pc:sldMk cId="4217422227" sldId="599"/>
            <ac:spMk id="7" creationId="{403A1BDE-825E-0AD3-EB34-BE871AD52A29}"/>
          </ac:spMkLst>
        </pc:spChg>
        <pc:spChg chg="del">
          <ac:chgData name="Khobo, IL, Dr [ilkhobo@sun.ac.za]" userId="b519a442-dcea-4a28-9c45-7e29f1df5837" providerId="ADAL" clId="{8BC8A5CF-2DB3-45E9-BF57-F2ED810C291E}" dt="2026-09-27T15:02:41.829" v="4728" actId="478"/>
          <ac:spMkLst>
            <pc:docMk/>
            <pc:sldMk cId="4217422227" sldId="599"/>
            <ac:spMk id="8" creationId="{02ACA65A-1D05-034A-47A4-09E1A1467DD0}"/>
          </ac:spMkLst>
        </pc:spChg>
        <pc:spChg chg="del">
          <ac:chgData name="Khobo, IL, Dr [ilkhobo@sun.ac.za]" userId="b519a442-dcea-4a28-9c45-7e29f1df5837" providerId="ADAL" clId="{8BC8A5CF-2DB3-45E9-BF57-F2ED810C291E}" dt="2026-09-27T15:02:41.829" v="4728" actId="478"/>
          <ac:spMkLst>
            <pc:docMk/>
            <pc:sldMk cId="4217422227" sldId="599"/>
            <ac:spMk id="9" creationId="{F11289B5-3F4C-9A2C-6259-9D217DD1D543}"/>
          </ac:spMkLst>
        </pc:spChg>
        <pc:spChg chg="del">
          <ac:chgData name="Khobo, IL, Dr [ilkhobo@sun.ac.za]" userId="b519a442-dcea-4a28-9c45-7e29f1df5837" providerId="ADAL" clId="{8BC8A5CF-2DB3-45E9-BF57-F2ED810C291E}" dt="2026-09-27T15:02:41.829" v="4728" actId="478"/>
          <ac:spMkLst>
            <pc:docMk/>
            <pc:sldMk cId="4217422227" sldId="599"/>
            <ac:spMk id="10" creationId="{182E4B96-D0BD-3811-C655-1FB9DC1A38A4}"/>
          </ac:spMkLst>
        </pc:spChg>
        <pc:spChg chg="del">
          <ac:chgData name="Khobo, IL, Dr [ilkhobo@sun.ac.za]" userId="b519a442-dcea-4a28-9c45-7e29f1df5837" providerId="ADAL" clId="{8BC8A5CF-2DB3-45E9-BF57-F2ED810C291E}" dt="2026-09-27T15:02:41.829" v="4728" actId="478"/>
          <ac:spMkLst>
            <pc:docMk/>
            <pc:sldMk cId="4217422227" sldId="599"/>
            <ac:spMk id="12" creationId="{498CFDAC-4B4A-7B03-1DED-E876DF4E8F38}"/>
          </ac:spMkLst>
        </pc:spChg>
        <pc:spChg chg="mod">
          <ac:chgData name="Khobo, IL, Dr [ilkhobo@sun.ac.za]" userId="b519a442-dcea-4a28-9c45-7e29f1df5837" providerId="ADAL" clId="{8BC8A5CF-2DB3-45E9-BF57-F2ED810C291E}" dt="2026-09-27T15:03:05.684" v="4737" actId="20577"/>
          <ac:spMkLst>
            <pc:docMk/>
            <pc:sldMk cId="4217422227" sldId="599"/>
            <ac:spMk id="36" creationId="{429E743A-632E-9EB3-5D21-ECF5187657DD}"/>
          </ac:spMkLst>
        </pc:spChg>
        <pc:spChg chg="del topLvl">
          <ac:chgData name="Khobo, IL, Dr [ilkhobo@sun.ac.za]" userId="b519a442-dcea-4a28-9c45-7e29f1df5837" providerId="ADAL" clId="{8BC8A5CF-2DB3-45E9-BF57-F2ED810C291E}" dt="2026-09-27T15:02:44.789" v="4729" actId="478"/>
          <ac:spMkLst>
            <pc:docMk/>
            <pc:sldMk cId="4217422227" sldId="599"/>
            <ac:spMk id="96" creationId="{88B6D518-0700-2329-B60D-914958B49F33}"/>
          </ac:spMkLst>
        </pc:spChg>
        <pc:spChg chg="del topLvl">
          <ac:chgData name="Khobo, IL, Dr [ilkhobo@sun.ac.za]" userId="b519a442-dcea-4a28-9c45-7e29f1df5837" providerId="ADAL" clId="{8BC8A5CF-2DB3-45E9-BF57-F2ED810C291E}" dt="2026-09-27T15:02:47.220" v="4730" actId="478"/>
          <ac:spMkLst>
            <pc:docMk/>
            <pc:sldMk cId="4217422227" sldId="599"/>
            <ac:spMk id="97" creationId="{BD1A077C-C26F-9DC1-BAFA-068DE80E932C}"/>
          </ac:spMkLst>
        </pc:spChg>
        <pc:grpChg chg="mod">
          <ac:chgData name="Khobo, IL, Dr [ilkhobo@sun.ac.za]" userId="b519a442-dcea-4a28-9c45-7e29f1df5837" providerId="ADAL" clId="{8BC8A5CF-2DB3-45E9-BF57-F2ED810C291E}" dt="2026-09-27T15:02:36.727" v="4727" actId="1076"/>
          <ac:grpSpMkLst>
            <pc:docMk/>
            <pc:sldMk cId="4217422227" sldId="599"/>
            <ac:grpSpMk id="37" creationId="{1AAF1644-2C68-6654-8F0A-184FF1A11925}"/>
          </ac:grpSpMkLst>
        </pc:grpChg>
        <pc:grpChg chg="del">
          <ac:chgData name="Khobo, IL, Dr [ilkhobo@sun.ac.za]" userId="b519a442-dcea-4a28-9c45-7e29f1df5837" providerId="ADAL" clId="{8BC8A5CF-2DB3-45E9-BF57-F2ED810C291E}" dt="2026-09-27T15:02:41.829" v="4728" actId="478"/>
          <ac:grpSpMkLst>
            <pc:docMk/>
            <pc:sldMk cId="4217422227" sldId="599"/>
            <ac:grpSpMk id="73" creationId="{B9E284A3-A051-A11A-F604-0B5FE9FA5488}"/>
          </ac:grpSpMkLst>
        </pc:grpChg>
        <pc:grpChg chg="del">
          <ac:chgData name="Khobo, IL, Dr [ilkhobo@sun.ac.za]" userId="b519a442-dcea-4a28-9c45-7e29f1df5837" providerId="ADAL" clId="{8BC8A5CF-2DB3-45E9-BF57-F2ED810C291E}" dt="2026-09-27T15:02:41.829" v="4728" actId="478"/>
          <ac:grpSpMkLst>
            <pc:docMk/>
            <pc:sldMk cId="4217422227" sldId="599"/>
            <ac:grpSpMk id="77" creationId="{DFD4660F-94C4-655C-A66A-B4DBFB9B8983}"/>
          </ac:grpSpMkLst>
        </pc:grpChg>
        <pc:grpChg chg="del">
          <ac:chgData name="Khobo, IL, Dr [ilkhobo@sun.ac.za]" userId="b519a442-dcea-4a28-9c45-7e29f1df5837" providerId="ADAL" clId="{8BC8A5CF-2DB3-45E9-BF57-F2ED810C291E}" dt="2026-09-27T15:02:41.829" v="4728" actId="478"/>
          <ac:grpSpMkLst>
            <pc:docMk/>
            <pc:sldMk cId="4217422227" sldId="599"/>
            <ac:grpSpMk id="78" creationId="{47B0429D-E682-7109-658B-59EC853FBD2E}"/>
          </ac:grpSpMkLst>
        </pc:grpChg>
        <pc:grpChg chg="del">
          <ac:chgData name="Khobo, IL, Dr [ilkhobo@sun.ac.za]" userId="b519a442-dcea-4a28-9c45-7e29f1df5837" providerId="ADAL" clId="{8BC8A5CF-2DB3-45E9-BF57-F2ED810C291E}" dt="2026-09-27T15:02:41.829" v="4728" actId="478"/>
          <ac:grpSpMkLst>
            <pc:docMk/>
            <pc:sldMk cId="4217422227" sldId="599"/>
            <ac:grpSpMk id="79" creationId="{88DA949D-1614-E50A-F92F-552E292DD2B7}"/>
          </ac:grpSpMkLst>
        </pc:grpChg>
        <pc:grpChg chg="del">
          <ac:chgData name="Khobo, IL, Dr [ilkhobo@sun.ac.za]" userId="b519a442-dcea-4a28-9c45-7e29f1df5837" providerId="ADAL" clId="{8BC8A5CF-2DB3-45E9-BF57-F2ED810C291E}" dt="2026-09-27T15:02:41.829" v="4728" actId="478"/>
          <ac:grpSpMkLst>
            <pc:docMk/>
            <pc:sldMk cId="4217422227" sldId="599"/>
            <ac:grpSpMk id="80" creationId="{E8487324-81A5-84B8-807A-475B233085C9}"/>
          </ac:grpSpMkLst>
        </pc:grpChg>
        <pc:grpChg chg="del">
          <ac:chgData name="Khobo, IL, Dr [ilkhobo@sun.ac.za]" userId="b519a442-dcea-4a28-9c45-7e29f1df5837" providerId="ADAL" clId="{8BC8A5CF-2DB3-45E9-BF57-F2ED810C291E}" dt="2026-09-27T15:02:57.209" v="4731" actId="478"/>
          <ac:grpSpMkLst>
            <pc:docMk/>
            <pc:sldMk cId="4217422227" sldId="599"/>
            <ac:grpSpMk id="81" creationId="{D8152BE9-3A8A-887D-4F98-4C15141950BC}"/>
          </ac:grpSpMkLst>
        </pc:grpChg>
        <pc:grpChg chg="del">
          <ac:chgData name="Khobo, IL, Dr [ilkhobo@sun.ac.za]" userId="b519a442-dcea-4a28-9c45-7e29f1df5837" providerId="ADAL" clId="{8BC8A5CF-2DB3-45E9-BF57-F2ED810C291E}" dt="2026-09-27T15:02:44.789" v="4729" actId="478"/>
          <ac:grpSpMkLst>
            <pc:docMk/>
            <pc:sldMk cId="4217422227" sldId="599"/>
            <ac:grpSpMk id="95" creationId="{AB1430E1-EA30-60B8-E1F9-E0914A3CFEAE}"/>
          </ac:grpSpMkLst>
        </pc:grpChg>
        <pc:cxnChg chg="mod">
          <ac:chgData name="Khobo, IL, Dr [ilkhobo@sun.ac.za]" userId="b519a442-dcea-4a28-9c45-7e29f1df5837" providerId="ADAL" clId="{8BC8A5CF-2DB3-45E9-BF57-F2ED810C291E}" dt="2026-09-27T15:02:57.209" v="4731" actId="478"/>
          <ac:cxnSpMkLst>
            <pc:docMk/>
            <pc:sldMk cId="4217422227" sldId="599"/>
            <ac:cxnSpMk id="15" creationId="{79BC77E3-7B29-F283-BF96-7F621CB286AD}"/>
          </ac:cxnSpMkLst>
        </pc:cxnChg>
      </pc:sldChg>
      <pc:sldChg chg="addSp delSp modSp add mod">
        <pc:chgData name="Khobo, IL, Dr [ilkhobo@sun.ac.za]" userId="b519a442-dcea-4a28-9c45-7e29f1df5837" providerId="ADAL" clId="{8BC8A5CF-2DB3-45E9-BF57-F2ED810C291E}" dt="2026-09-27T16:50:16.508" v="4853" actId="207"/>
        <pc:sldMkLst>
          <pc:docMk/>
          <pc:sldMk cId="2457691704" sldId="600"/>
        </pc:sldMkLst>
        <pc:spChg chg="del">
          <ac:chgData name="Khobo, IL, Dr [ilkhobo@sun.ac.za]" userId="b519a442-dcea-4a28-9c45-7e29f1df5837" providerId="ADAL" clId="{8BC8A5CF-2DB3-45E9-BF57-F2ED810C291E}" dt="2026-09-27T15:14:28.411" v="4787" actId="478"/>
          <ac:spMkLst>
            <pc:docMk/>
            <pc:sldMk cId="2457691704" sldId="600"/>
            <ac:spMk id="4" creationId="{248C0B05-2ABB-EA7C-4659-04AAF90AE747}"/>
          </ac:spMkLst>
        </pc:spChg>
        <pc:spChg chg="del">
          <ac:chgData name="Khobo, IL, Dr [ilkhobo@sun.ac.za]" userId="b519a442-dcea-4a28-9c45-7e29f1df5837" providerId="ADAL" clId="{8BC8A5CF-2DB3-45E9-BF57-F2ED810C291E}" dt="2026-09-27T15:14:28.411" v="4787" actId="478"/>
          <ac:spMkLst>
            <pc:docMk/>
            <pc:sldMk cId="2457691704" sldId="600"/>
            <ac:spMk id="7" creationId="{A263466F-1495-F462-9B8C-F2B0F87EE4C0}"/>
          </ac:spMkLst>
        </pc:spChg>
        <pc:spChg chg="mod">
          <ac:chgData name="Khobo, IL, Dr [ilkhobo@sun.ac.za]" userId="b519a442-dcea-4a28-9c45-7e29f1df5837" providerId="ADAL" clId="{8BC8A5CF-2DB3-45E9-BF57-F2ED810C291E}" dt="2026-09-27T16:50:16.508" v="4853" actId="207"/>
          <ac:spMkLst>
            <pc:docMk/>
            <pc:sldMk cId="2457691704" sldId="600"/>
            <ac:spMk id="36" creationId="{2AD91FA5-AD5D-03FE-E8B2-81F84A9F0C94}"/>
          </ac:spMkLst>
        </pc:spChg>
        <pc:picChg chg="add mod">
          <ac:chgData name="Khobo, IL, Dr [ilkhobo@sun.ac.za]" userId="b519a442-dcea-4a28-9c45-7e29f1df5837" providerId="ADAL" clId="{8BC8A5CF-2DB3-45E9-BF57-F2ED810C291E}" dt="2026-09-27T15:14:41.254" v="4793" actId="14100"/>
          <ac:picMkLst>
            <pc:docMk/>
            <pc:sldMk cId="2457691704" sldId="600"/>
            <ac:picMk id="3" creationId="{D4C79943-3E53-3CBF-4764-528CBA240780}"/>
          </ac:picMkLst>
        </pc:picChg>
      </pc:sldChg>
      <pc:sldChg chg="addSp delSp modSp add mod addAnim delAnim modAnim">
        <pc:chgData name="Khobo, IL, Dr [ilkhobo@sun.ac.za]" userId="b519a442-dcea-4a28-9c45-7e29f1df5837" providerId="ADAL" clId="{8BC8A5CF-2DB3-45E9-BF57-F2ED810C291E}" dt="2026-09-27T17:35:34.734" v="4947"/>
        <pc:sldMkLst>
          <pc:docMk/>
          <pc:sldMk cId="461514154" sldId="601"/>
        </pc:sldMkLst>
        <pc:spChg chg="add del">
          <ac:chgData name="Khobo, IL, Dr [ilkhobo@sun.ac.za]" userId="b519a442-dcea-4a28-9c45-7e29f1df5837" providerId="ADAL" clId="{8BC8A5CF-2DB3-45E9-BF57-F2ED810C291E}" dt="2026-09-27T16:50:33.853" v="4857" actId="478"/>
          <ac:spMkLst>
            <pc:docMk/>
            <pc:sldMk cId="461514154" sldId="601"/>
            <ac:spMk id="4" creationId="{114CE733-288D-C8D2-A6CA-6DD43A5732D5}"/>
          </ac:spMkLst>
        </pc:spChg>
        <pc:spChg chg="mod">
          <ac:chgData name="Khobo, IL, Dr [ilkhobo@sun.ac.za]" userId="b519a442-dcea-4a28-9c45-7e29f1df5837" providerId="ADAL" clId="{8BC8A5CF-2DB3-45E9-BF57-F2ED810C291E}" dt="2026-09-27T16:50:29.173" v="4855" actId="20577"/>
          <ac:spMkLst>
            <pc:docMk/>
            <pc:sldMk cId="461514154" sldId="601"/>
            <ac:spMk id="36" creationId="{E020663E-4294-CA1D-A1F9-B4C61EA3F125}"/>
          </ac:spMkLst>
        </pc:spChg>
        <pc:picChg chg="del">
          <ac:chgData name="Khobo, IL, Dr [ilkhobo@sun.ac.za]" userId="b519a442-dcea-4a28-9c45-7e29f1df5837" providerId="ADAL" clId="{8BC8A5CF-2DB3-45E9-BF57-F2ED810C291E}" dt="2026-09-27T16:34:20.381" v="4832" actId="478"/>
          <ac:picMkLst>
            <pc:docMk/>
            <pc:sldMk cId="461514154" sldId="601"/>
            <ac:picMk id="3" creationId="{2481A3F0-DEB9-17DC-5A6F-D1888DA11D77}"/>
          </ac:picMkLst>
        </pc:picChg>
        <pc:picChg chg="add mod">
          <ac:chgData name="Khobo, IL, Dr [ilkhobo@sun.ac.za]" userId="b519a442-dcea-4a28-9c45-7e29f1df5837" providerId="ADAL" clId="{8BC8A5CF-2DB3-45E9-BF57-F2ED810C291E}" dt="2026-09-27T16:55:59.485" v="4899" actId="1076"/>
          <ac:picMkLst>
            <pc:docMk/>
            <pc:sldMk cId="461514154" sldId="601"/>
            <ac:picMk id="6" creationId="{13815D80-4385-8E72-E5BB-D8B98AC0D46A}"/>
          </ac:picMkLst>
        </pc:picChg>
        <pc:picChg chg="add mod">
          <ac:chgData name="Khobo, IL, Dr [ilkhobo@sun.ac.za]" userId="b519a442-dcea-4a28-9c45-7e29f1df5837" providerId="ADAL" clId="{8BC8A5CF-2DB3-45E9-BF57-F2ED810C291E}" dt="2026-09-27T16:51:20.753" v="4865" actId="14100"/>
          <ac:picMkLst>
            <pc:docMk/>
            <pc:sldMk cId="461514154" sldId="601"/>
            <ac:picMk id="8" creationId="{8F2F1FCF-87AA-8562-A288-990D1979A080}"/>
          </ac:picMkLst>
        </pc:picChg>
        <pc:picChg chg="add del mod">
          <ac:chgData name="Khobo, IL, Dr [ilkhobo@sun.ac.za]" userId="b519a442-dcea-4a28-9c45-7e29f1df5837" providerId="ADAL" clId="{8BC8A5CF-2DB3-45E9-BF57-F2ED810C291E}" dt="2026-09-27T16:54:08.610" v="4872" actId="478"/>
          <ac:picMkLst>
            <pc:docMk/>
            <pc:sldMk cId="461514154" sldId="601"/>
            <ac:picMk id="10" creationId="{3691F433-4AF1-AE70-6B21-14564013D823}"/>
          </ac:picMkLst>
        </pc:picChg>
        <pc:picChg chg="add del mod modCrop">
          <ac:chgData name="Khobo, IL, Dr [ilkhobo@sun.ac.za]" userId="b519a442-dcea-4a28-9c45-7e29f1df5837" providerId="ADAL" clId="{8BC8A5CF-2DB3-45E9-BF57-F2ED810C291E}" dt="2026-09-27T16:55:44.116" v="4890" actId="478"/>
          <ac:picMkLst>
            <pc:docMk/>
            <pc:sldMk cId="461514154" sldId="601"/>
            <ac:picMk id="12" creationId="{462D6C3C-1DCB-D7A9-6D59-DAC284043A14}"/>
          </ac:picMkLst>
        </pc:picChg>
        <pc:picChg chg="add mod">
          <ac:chgData name="Khobo, IL, Dr [ilkhobo@sun.ac.za]" userId="b519a442-dcea-4a28-9c45-7e29f1df5837" providerId="ADAL" clId="{8BC8A5CF-2DB3-45E9-BF57-F2ED810C291E}" dt="2026-09-27T16:55:54.840" v="4897" actId="14100"/>
          <ac:picMkLst>
            <pc:docMk/>
            <pc:sldMk cId="461514154" sldId="601"/>
            <ac:picMk id="14" creationId="{2B2EC7A3-F344-69A7-238D-FA7DDE9F9859}"/>
          </ac:picMkLst>
        </pc:picChg>
      </pc:sldChg>
      <pc:sldChg chg="addSp delSp modSp add mod delAnim">
        <pc:chgData name="Khobo, IL, Dr [ilkhobo@sun.ac.za]" userId="b519a442-dcea-4a28-9c45-7e29f1df5837" providerId="ADAL" clId="{8BC8A5CF-2DB3-45E9-BF57-F2ED810C291E}" dt="2026-09-27T17:40:23.038" v="5078" actId="207"/>
        <pc:sldMkLst>
          <pc:docMk/>
          <pc:sldMk cId="1862102172" sldId="602"/>
        </pc:sldMkLst>
        <pc:spChg chg="add mod">
          <ac:chgData name="Khobo, IL, Dr [ilkhobo@sun.ac.za]" userId="b519a442-dcea-4a28-9c45-7e29f1df5837" providerId="ADAL" clId="{8BC8A5CF-2DB3-45E9-BF57-F2ED810C291E}" dt="2026-09-27T17:40:23.038" v="5078" actId="207"/>
          <ac:spMkLst>
            <pc:docMk/>
            <pc:sldMk cId="1862102172" sldId="602"/>
            <ac:spMk id="9" creationId="{1297C76C-A0B9-AE24-09F3-4BE1B051E2AF}"/>
          </ac:spMkLst>
        </pc:spChg>
        <pc:spChg chg="add mod">
          <ac:chgData name="Khobo, IL, Dr [ilkhobo@sun.ac.za]" userId="b519a442-dcea-4a28-9c45-7e29f1df5837" providerId="ADAL" clId="{8BC8A5CF-2DB3-45E9-BF57-F2ED810C291E}" dt="2026-09-27T17:38:28.867" v="4985" actId="20577"/>
          <ac:spMkLst>
            <pc:docMk/>
            <pc:sldMk cId="1862102172" sldId="602"/>
            <ac:spMk id="11" creationId="{419C7E7E-F19D-1D6F-66C7-8762FD51EE37}"/>
          </ac:spMkLst>
        </pc:spChg>
        <pc:spChg chg="add mod">
          <ac:chgData name="Khobo, IL, Dr [ilkhobo@sun.ac.za]" userId="b519a442-dcea-4a28-9c45-7e29f1df5837" providerId="ADAL" clId="{8BC8A5CF-2DB3-45E9-BF57-F2ED810C291E}" dt="2026-09-27T17:38:15.560" v="4964" actId="14100"/>
          <ac:spMkLst>
            <pc:docMk/>
            <pc:sldMk cId="1862102172" sldId="602"/>
            <ac:spMk id="13" creationId="{44817DF4-0A59-27B0-6D24-2E45C12203E7}"/>
          </ac:spMkLst>
        </pc:spChg>
        <pc:spChg chg="mod">
          <ac:chgData name="Khobo, IL, Dr [ilkhobo@sun.ac.za]" userId="b519a442-dcea-4a28-9c45-7e29f1df5837" providerId="ADAL" clId="{8BC8A5CF-2DB3-45E9-BF57-F2ED810C291E}" dt="2026-09-27T17:28:27.064" v="4938" actId="20577"/>
          <ac:spMkLst>
            <pc:docMk/>
            <pc:sldMk cId="1862102172" sldId="602"/>
            <ac:spMk id="36" creationId="{1D568253-6BB8-0590-F13A-C1B90078AA26}"/>
          </ac:spMkLst>
        </pc:spChg>
        <pc:picChg chg="add del mod">
          <ac:chgData name="Khobo, IL, Dr [ilkhobo@sun.ac.za]" userId="b519a442-dcea-4a28-9c45-7e29f1df5837" providerId="ADAL" clId="{8BC8A5CF-2DB3-45E9-BF57-F2ED810C291E}" dt="2026-09-27T17:28:29.543" v="4939" actId="478"/>
          <ac:picMkLst>
            <pc:docMk/>
            <pc:sldMk cId="1862102172" sldId="602"/>
            <ac:picMk id="3" creationId="{9C5884B7-9ECD-882B-B644-2446C9AFC013}"/>
          </ac:picMkLst>
        </pc:picChg>
        <pc:picChg chg="add mod">
          <ac:chgData name="Khobo, IL, Dr [ilkhobo@sun.ac.za]" userId="b519a442-dcea-4a28-9c45-7e29f1df5837" providerId="ADAL" clId="{8BC8A5CF-2DB3-45E9-BF57-F2ED810C291E}" dt="2026-09-27T17:30:39.375" v="4945" actId="1076"/>
          <ac:picMkLst>
            <pc:docMk/>
            <pc:sldMk cId="1862102172" sldId="602"/>
            <ac:picMk id="5" creationId="{006DE3FB-D295-DC5F-A183-59CA54F52B5D}"/>
          </ac:picMkLst>
        </pc:picChg>
        <pc:picChg chg="del">
          <ac:chgData name="Khobo, IL, Dr [ilkhobo@sun.ac.za]" userId="b519a442-dcea-4a28-9c45-7e29f1df5837" providerId="ADAL" clId="{8BC8A5CF-2DB3-45E9-BF57-F2ED810C291E}" dt="2026-09-27T17:11:14.517" v="4901" actId="478"/>
          <ac:picMkLst>
            <pc:docMk/>
            <pc:sldMk cId="1862102172" sldId="602"/>
            <ac:picMk id="6" creationId="{D2D1F43A-B2C7-EEF7-5931-61C695F162B5}"/>
          </ac:picMkLst>
        </pc:picChg>
        <pc:picChg chg="del">
          <ac:chgData name="Khobo, IL, Dr [ilkhobo@sun.ac.za]" userId="b519a442-dcea-4a28-9c45-7e29f1df5837" providerId="ADAL" clId="{8BC8A5CF-2DB3-45E9-BF57-F2ED810C291E}" dt="2026-09-27T17:11:14.517" v="4901" actId="478"/>
          <ac:picMkLst>
            <pc:docMk/>
            <pc:sldMk cId="1862102172" sldId="602"/>
            <ac:picMk id="8" creationId="{88D4B77F-E602-4BDA-214A-C3C71759D83A}"/>
          </ac:picMkLst>
        </pc:picChg>
        <pc:picChg chg="del">
          <ac:chgData name="Khobo, IL, Dr [ilkhobo@sun.ac.za]" userId="b519a442-dcea-4a28-9c45-7e29f1df5837" providerId="ADAL" clId="{8BC8A5CF-2DB3-45E9-BF57-F2ED810C291E}" dt="2026-09-27T17:11:14.517" v="4901" actId="478"/>
          <ac:picMkLst>
            <pc:docMk/>
            <pc:sldMk cId="1862102172" sldId="602"/>
            <ac:picMk id="14" creationId="{32C7B710-2053-48E6-F262-295E20764B6C}"/>
          </ac:picMkLst>
        </pc:picChg>
      </pc:sldChg>
      <pc:sldChg chg="modSp add mod modTransition">
        <pc:chgData name="Khobo, IL, Dr [ilkhobo@sun.ac.za]" userId="b519a442-dcea-4a28-9c45-7e29f1df5837" providerId="ADAL" clId="{8BC8A5CF-2DB3-45E9-BF57-F2ED810C291E}" dt="2026-09-27T17:41:52.291" v="5156" actId="207"/>
        <pc:sldMkLst>
          <pc:docMk/>
          <pc:sldMk cId="3057964888" sldId="603"/>
        </pc:sldMkLst>
        <pc:spChg chg="mod">
          <ac:chgData name="Khobo, IL, Dr [ilkhobo@sun.ac.za]" userId="b519a442-dcea-4a28-9c45-7e29f1df5837" providerId="ADAL" clId="{8BC8A5CF-2DB3-45E9-BF57-F2ED810C291E}" dt="2026-09-27T17:41:52.291" v="5156" actId="207"/>
          <ac:spMkLst>
            <pc:docMk/>
            <pc:sldMk cId="3057964888" sldId="603"/>
            <ac:spMk id="9" creationId="{A1E91C88-B17D-B6F1-2A3B-6A50D996A226}"/>
          </ac:spMkLst>
        </pc:spChg>
        <pc:spChg chg="mod">
          <ac:chgData name="Khobo, IL, Dr [ilkhobo@sun.ac.za]" userId="b519a442-dcea-4a28-9c45-7e29f1df5837" providerId="ADAL" clId="{8BC8A5CF-2DB3-45E9-BF57-F2ED810C291E}" dt="2026-09-27T17:41:06.164" v="5083" actId="14100"/>
          <ac:spMkLst>
            <pc:docMk/>
            <pc:sldMk cId="3057964888" sldId="603"/>
            <ac:spMk id="13" creationId="{C5A9C34E-6D79-A398-2697-ED5170F243C2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9-27T17:44:14.508" v="5276" actId="207"/>
        <pc:sldMkLst>
          <pc:docMk/>
          <pc:sldMk cId="4088622168" sldId="604"/>
        </pc:sldMkLst>
        <pc:spChg chg="mod">
          <ac:chgData name="Khobo, IL, Dr [ilkhobo@sun.ac.za]" userId="b519a442-dcea-4a28-9c45-7e29f1df5837" providerId="ADAL" clId="{8BC8A5CF-2DB3-45E9-BF57-F2ED810C291E}" dt="2026-09-27T17:44:14.508" v="5276" actId="207"/>
          <ac:spMkLst>
            <pc:docMk/>
            <pc:sldMk cId="4088622168" sldId="604"/>
            <ac:spMk id="9" creationId="{7728C9FC-64F0-BC7E-63E7-77C744CBDE5F}"/>
          </ac:spMkLst>
        </pc:spChg>
        <pc:spChg chg="mod">
          <ac:chgData name="Khobo, IL, Dr [ilkhobo@sun.ac.za]" userId="b519a442-dcea-4a28-9c45-7e29f1df5837" providerId="ADAL" clId="{8BC8A5CF-2DB3-45E9-BF57-F2ED810C291E}" dt="2026-09-27T17:42:52.618" v="5159" actId="20577"/>
          <ac:spMkLst>
            <pc:docMk/>
            <pc:sldMk cId="4088622168" sldId="604"/>
            <ac:spMk id="11" creationId="{EA679CCA-3B88-9E16-0B61-1F303F0BA66B}"/>
          </ac:spMkLst>
        </pc:spChg>
        <pc:spChg chg="mod">
          <ac:chgData name="Khobo, IL, Dr [ilkhobo@sun.ac.za]" userId="b519a442-dcea-4a28-9c45-7e29f1df5837" providerId="ADAL" clId="{8BC8A5CF-2DB3-45E9-BF57-F2ED810C291E}" dt="2026-09-27T17:43:26.896" v="5207" actId="14100"/>
          <ac:spMkLst>
            <pc:docMk/>
            <pc:sldMk cId="4088622168" sldId="604"/>
            <ac:spMk id="13" creationId="{A8A8184D-03DE-0E8E-D024-128538416291}"/>
          </ac:spMkLst>
        </pc:spChg>
      </pc:sldChg>
      <pc:sldChg chg="modSp del mod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266187088" sldId="605"/>
        </pc:sldMkLst>
      </pc:sldChg>
      <pc:sldChg chg="modSp add mod">
        <pc:chgData name="Khobo, IL, Dr [ilkhobo@sun.ac.za]" userId="b519a442-dcea-4a28-9c45-7e29f1df5837" providerId="ADAL" clId="{8BC8A5CF-2DB3-45E9-BF57-F2ED810C291E}" dt="2026-09-27T17:45:56.664" v="5355" actId="20577"/>
        <pc:sldMkLst>
          <pc:docMk/>
          <pc:sldMk cId="768079240" sldId="605"/>
        </pc:sldMkLst>
        <pc:spChg chg="mod">
          <ac:chgData name="Khobo, IL, Dr [ilkhobo@sun.ac.za]" userId="b519a442-dcea-4a28-9c45-7e29f1df5837" providerId="ADAL" clId="{8BC8A5CF-2DB3-45E9-BF57-F2ED810C291E}" dt="2026-09-27T17:45:56.664" v="5355" actId="20577"/>
          <ac:spMkLst>
            <pc:docMk/>
            <pc:sldMk cId="768079240" sldId="605"/>
            <ac:spMk id="9" creationId="{F45ED9BD-5279-11F2-9008-85E20496AF58}"/>
          </ac:spMkLst>
        </pc:spChg>
        <pc:spChg chg="mod">
          <ac:chgData name="Khobo, IL, Dr [ilkhobo@sun.ac.za]" userId="b519a442-dcea-4a28-9c45-7e29f1df5837" providerId="ADAL" clId="{8BC8A5CF-2DB3-45E9-BF57-F2ED810C291E}" dt="2026-09-27T17:45:16.522" v="5286" actId="1076"/>
          <ac:spMkLst>
            <pc:docMk/>
            <pc:sldMk cId="768079240" sldId="605"/>
            <ac:spMk id="13" creationId="{EF678066-9A2E-EAB2-F42D-6062E6BCE763}"/>
          </ac:spMkLst>
        </pc:spChg>
        <pc:picChg chg="mod">
          <ac:chgData name="Khobo, IL, Dr [ilkhobo@sun.ac.za]" userId="b519a442-dcea-4a28-9c45-7e29f1df5837" providerId="ADAL" clId="{8BC8A5CF-2DB3-45E9-BF57-F2ED810C291E}" dt="2026-09-27T17:45:10.460" v="5285" actId="1076"/>
          <ac:picMkLst>
            <pc:docMk/>
            <pc:sldMk cId="768079240" sldId="605"/>
            <ac:picMk id="5" creationId="{017BFA1E-9E07-7A7C-C72F-A50C2B4E68BF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09-27T19:12:37.021" v="5453" actId="207"/>
        <pc:sldMkLst>
          <pc:docMk/>
          <pc:sldMk cId="1492292624" sldId="606"/>
        </pc:sldMkLst>
        <pc:spChg chg="add mod">
          <ac:chgData name="Khobo, IL, Dr [ilkhobo@sun.ac.za]" userId="b519a442-dcea-4a28-9c45-7e29f1df5837" providerId="ADAL" clId="{8BC8A5CF-2DB3-45E9-BF57-F2ED810C291E}" dt="2026-09-27T19:12:37.021" v="5453" actId="207"/>
          <ac:spMkLst>
            <pc:docMk/>
            <pc:sldMk cId="1492292624" sldId="606"/>
            <ac:spMk id="6" creationId="{D5640015-E98E-A081-8BD0-AE94FC42722F}"/>
          </ac:spMkLst>
        </pc:spChg>
        <pc:spChg chg="add mod">
          <ac:chgData name="Khobo, IL, Dr [ilkhobo@sun.ac.za]" userId="b519a442-dcea-4a28-9c45-7e29f1df5837" providerId="ADAL" clId="{8BC8A5CF-2DB3-45E9-BF57-F2ED810C291E}" dt="2026-09-27T19:12:32.264" v="5452" actId="207"/>
          <ac:spMkLst>
            <pc:docMk/>
            <pc:sldMk cId="1492292624" sldId="606"/>
            <ac:spMk id="8" creationId="{8B7EE7EE-0B9A-DD15-173B-4BF776D23984}"/>
          </ac:spMkLst>
        </pc:spChg>
        <pc:spChg chg="del">
          <ac:chgData name="Khobo, IL, Dr [ilkhobo@sun.ac.za]" userId="b519a442-dcea-4a28-9c45-7e29f1df5837" providerId="ADAL" clId="{8BC8A5CF-2DB3-45E9-BF57-F2ED810C291E}" dt="2026-09-27T17:47:04.369" v="5357" actId="478"/>
          <ac:spMkLst>
            <pc:docMk/>
            <pc:sldMk cId="1492292624" sldId="606"/>
            <ac:spMk id="9" creationId="{B23B7BD7-67BB-7920-C7B3-3B0CFB0129DB}"/>
          </ac:spMkLst>
        </pc:spChg>
        <pc:spChg chg="del">
          <ac:chgData name="Khobo, IL, Dr [ilkhobo@sun.ac.za]" userId="b519a442-dcea-4a28-9c45-7e29f1df5837" providerId="ADAL" clId="{8BC8A5CF-2DB3-45E9-BF57-F2ED810C291E}" dt="2026-09-27T17:47:04.369" v="5357" actId="478"/>
          <ac:spMkLst>
            <pc:docMk/>
            <pc:sldMk cId="1492292624" sldId="606"/>
            <ac:spMk id="11" creationId="{0557CBF3-6573-ED75-168D-AC4280C1A108}"/>
          </ac:spMkLst>
        </pc:spChg>
        <pc:spChg chg="add mod">
          <ac:chgData name="Khobo, IL, Dr [ilkhobo@sun.ac.za]" userId="b519a442-dcea-4a28-9c45-7e29f1df5837" providerId="ADAL" clId="{8BC8A5CF-2DB3-45E9-BF57-F2ED810C291E}" dt="2026-09-27T18:56:41.161" v="5438" actId="14100"/>
          <ac:spMkLst>
            <pc:docMk/>
            <pc:sldMk cId="1492292624" sldId="606"/>
            <ac:spMk id="12" creationId="{00AB1B84-22BC-8B88-726E-E2D26D58FAB4}"/>
          </ac:spMkLst>
        </pc:spChg>
        <pc:spChg chg="del">
          <ac:chgData name="Khobo, IL, Dr [ilkhobo@sun.ac.za]" userId="b519a442-dcea-4a28-9c45-7e29f1df5837" providerId="ADAL" clId="{8BC8A5CF-2DB3-45E9-BF57-F2ED810C291E}" dt="2026-09-27T17:47:06.456" v="5358" actId="478"/>
          <ac:spMkLst>
            <pc:docMk/>
            <pc:sldMk cId="1492292624" sldId="606"/>
            <ac:spMk id="13" creationId="{6C1B1CAF-434F-748D-4315-BBEE7F7DB495}"/>
          </ac:spMkLst>
        </pc:spChg>
        <pc:spChg chg="mod">
          <ac:chgData name="Khobo, IL, Dr [ilkhobo@sun.ac.za]" userId="b519a442-dcea-4a28-9c45-7e29f1df5837" providerId="ADAL" clId="{8BC8A5CF-2DB3-45E9-BF57-F2ED810C291E}" dt="2026-09-27T18:36:25.994" v="5392" actId="14100"/>
          <ac:spMkLst>
            <pc:docMk/>
            <pc:sldMk cId="1492292624" sldId="606"/>
            <ac:spMk id="36" creationId="{CFC115ED-EB6A-0BAE-0CB0-22FAD51D8FD2}"/>
          </ac:spMkLst>
        </pc:spChg>
        <pc:picChg chg="add mod">
          <ac:chgData name="Khobo, IL, Dr [ilkhobo@sun.ac.za]" userId="b519a442-dcea-4a28-9c45-7e29f1df5837" providerId="ADAL" clId="{8BC8A5CF-2DB3-45E9-BF57-F2ED810C291E}" dt="2026-09-27T18:54:58.181" v="5401" actId="1076"/>
          <ac:picMkLst>
            <pc:docMk/>
            <pc:sldMk cId="1492292624" sldId="606"/>
            <ac:picMk id="3" creationId="{CDC81524-0CF8-8C4C-0B0C-05290FB8EC3F}"/>
          </ac:picMkLst>
        </pc:picChg>
        <pc:picChg chg="del">
          <ac:chgData name="Khobo, IL, Dr [ilkhobo@sun.ac.za]" userId="b519a442-dcea-4a28-9c45-7e29f1df5837" providerId="ADAL" clId="{8BC8A5CF-2DB3-45E9-BF57-F2ED810C291E}" dt="2026-09-27T17:47:04.369" v="5357" actId="478"/>
          <ac:picMkLst>
            <pc:docMk/>
            <pc:sldMk cId="1492292624" sldId="606"/>
            <ac:picMk id="5" creationId="{757D78E4-8067-7DF4-2ECB-283104AD8215}"/>
          </ac:picMkLst>
        </pc:picChg>
      </pc:sldChg>
      <pc:sldChg chg="addSp delSp modSp del mod modTransition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3010059276" sldId="606"/>
        </pc:sldMkLst>
      </pc:sldChg>
      <pc:sldChg chg="addSp delSp modSp del mod modTransition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552240031" sldId="607"/>
        </pc:sldMkLst>
      </pc:sldChg>
      <pc:sldChg chg="modSp add mod modTransition">
        <pc:chgData name="Khobo, IL, Dr [ilkhobo@sun.ac.za]" userId="b519a442-dcea-4a28-9c45-7e29f1df5837" providerId="ADAL" clId="{8BC8A5CF-2DB3-45E9-BF57-F2ED810C291E}" dt="2026-09-27T19:15:21.744" v="5455"/>
        <pc:sldMkLst>
          <pc:docMk/>
          <pc:sldMk cId="2793571528" sldId="607"/>
        </pc:sldMkLst>
        <pc:spChg chg="mod">
          <ac:chgData name="Khobo, IL, Dr [ilkhobo@sun.ac.za]" userId="b519a442-dcea-4a28-9c45-7e29f1df5837" providerId="ADAL" clId="{8BC8A5CF-2DB3-45E9-BF57-F2ED810C291E}" dt="2026-09-27T19:12:24.248" v="5451" actId="207"/>
          <ac:spMkLst>
            <pc:docMk/>
            <pc:sldMk cId="2793571528" sldId="607"/>
            <ac:spMk id="6" creationId="{49788BD0-B259-F250-8EE7-28E1A2F1A577}"/>
          </ac:spMkLst>
        </pc:spChg>
        <pc:spChg chg="mod">
          <ac:chgData name="Khobo, IL, Dr [ilkhobo@sun.ac.za]" userId="b519a442-dcea-4a28-9c45-7e29f1df5837" providerId="ADAL" clId="{8BC8A5CF-2DB3-45E9-BF57-F2ED810C291E}" dt="2026-09-27T19:12:19.638" v="5450" actId="207"/>
          <ac:spMkLst>
            <pc:docMk/>
            <pc:sldMk cId="2793571528" sldId="607"/>
            <ac:spMk id="8" creationId="{DC742729-D925-8835-4D2F-67D019218070}"/>
          </ac:spMkLst>
        </pc:spChg>
        <pc:spChg chg="mod">
          <ac:chgData name="Khobo, IL, Dr [ilkhobo@sun.ac.za]" userId="b519a442-dcea-4a28-9c45-7e29f1df5837" providerId="ADAL" clId="{8BC8A5CF-2DB3-45E9-BF57-F2ED810C291E}" dt="2026-09-27T18:58:51.831" v="5448" actId="1076"/>
          <ac:spMkLst>
            <pc:docMk/>
            <pc:sldMk cId="2793571528" sldId="607"/>
            <ac:spMk id="12" creationId="{536EEE2B-B4C0-36FF-6314-57491FB8ECE6}"/>
          </ac:spMkLst>
        </pc:spChg>
        <pc:picChg chg="mod">
          <ac:chgData name="Khobo, IL, Dr [ilkhobo@sun.ac.za]" userId="b519a442-dcea-4a28-9c45-7e29f1df5837" providerId="ADAL" clId="{8BC8A5CF-2DB3-45E9-BF57-F2ED810C291E}" dt="2026-09-27T18:58:42.330" v="5446" actId="1076"/>
          <ac:picMkLst>
            <pc:docMk/>
            <pc:sldMk cId="2793571528" sldId="607"/>
            <ac:picMk id="3" creationId="{12991F49-0950-DAA9-4268-1528B783FFE1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09-27T19:15:42.621" v="5461" actId="1076"/>
        <pc:sldMkLst>
          <pc:docMk/>
          <pc:sldMk cId="1079290609" sldId="608"/>
        </pc:sldMkLst>
        <pc:spChg chg="del">
          <ac:chgData name="Khobo, IL, Dr [ilkhobo@sun.ac.za]" userId="b519a442-dcea-4a28-9c45-7e29f1df5837" providerId="ADAL" clId="{8BC8A5CF-2DB3-45E9-BF57-F2ED810C291E}" dt="2026-09-27T19:15:38.244" v="5459" actId="478"/>
          <ac:spMkLst>
            <pc:docMk/>
            <pc:sldMk cId="1079290609" sldId="608"/>
            <ac:spMk id="6" creationId="{0AB4BF87-FC44-344F-5CEF-FD6D2E015DA0}"/>
          </ac:spMkLst>
        </pc:spChg>
        <pc:spChg chg="del">
          <ac:chgData name="Khobo, IL, Dr [ilkhobo@sun.ac.za]" userId="b519a442-dcea-4a28-9c45-7e29f1df5837" providerId="ADAL" clId="{8BC8A5CF-2DB3-45E9-BF57-F2ED810C291E}" dt="2026-09-27T19:15:36.927" v="5458" actId="478"/>
          <ac:spMkLst>
            <pc:docMk/>
            <pc:sldMk cId="1079290609" sldId="608"/>
            <ac:spMk id="8" creationId="{C1F916AB-9FA5-9103-56D8-45D17CF0E171}"/>
          </ac:spMkLst>
        </pc:spChg>
        <pc:spChg chg="del">
          <ac:chgData name="Khobo, IL, Dr [ilkhobo@sun.ac.za]" userId="b519a442-dcea-4a28-9c45-7e29f1df5837" providerId="ADAL" clId="{8BC8A5CF-2DB3-45E9-BF57-F2ED810C291E}" dt="2026-09-27T19:15:33.757" v="5457" actId="478"/>
          <ac:spMkLst>
            <pc:docMk/>
            <pc:sldMk cId="1079290609" sldId="608"/>
            <ac:spMk id="12" creationId="{4C4BAEA0-4256-540A-386E-6305607BF394}"/>
          </ac:spMkLst>
        </pc:spChg>
        <pc:picChg chg="del">
          <ac:chgData name="Khobo, IL, Dr [ilkhobo@sun.ac.za]" userId="b519a442-dcea-4a28-9c45-7e29f1df5837" providerId="ADAL" clId="{8BC8A5CF-2DB3-45E9-BF57-F2ED810C291E}" dt="2026-09-27T19:15:31.218" v="5456" actId="478"/>
          <ac:picMkLst>
            <pc:docMk/>
            <pc:sldMk cId="1079290609" sldId="608"/>
            <ac:picMk id="3" creationId="{31982C64-9535-BD98-A703-446AC0B98606}"/>
          </ac:picMkLst>
        </pc:picChg>
        <pc:picChg chg="add mod">
          <ac:chgData name="Khobo, IL, Dr [ilkhobo@sun.ac.za]" userId="b519a442-dcea-4a28-9c45-7e29f1df5837" providerId="ADAL" clId="{8BC8A5CF-2DB3-45E9-BF57-F2ED810C291E}" dt="2026-09-27T19:15:42.621" v="5461" actId="1076"/>
          <ac:picMkLst>
            <pc:docMk/>
            <pc:sldMk cId="1079290609" sldId="608"/>
            <ac:picMk id="4" creationId="{5763C635-E003-7EF9-4D1D-588CA7566CFC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09-27T20:31:16.907" v="5518" actId="20577"/>
        <pc:sldMkLst>
          <pc:docMk/>
          <pc:sldMk cId="182994409" sldId="609"/>
        </pc:sldMkLst>
        <pc:spChg chg="mod">
          <ac:chgData name="Khobo, IL, Dr [ilkhobo@sun.ac.za]" userId="b519a442-dcea-4a28-9c45-7e29f1df5837" providerId="ADAL" clId="{8BC8A5CF-2DB3-45E9-BF57-F2ED810C291E}" dt="2026-09-27T20:31:16.907" v="5518" actId="20577"/>
          <ac:spMkLst>
            <pc:docMk/>
            <pc:sldMk cId="182994409" sldId="609"/>
            <ac:spMk id="36" creationId="{30BD25B6-72B8-D91F-6BC5-40E109BEF03C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09-27T20:30:30.822" v="5489" actId="27297"/>
          <ac:graphicFrameMkLst>
            <pc:docMk/>
            <pc:sldMk cId="182994409" sldId="609"/>
            <ac:graphicFrameMk id="3" creationId="{E39D3499-E8DC-1CC4-5084-340194D4141F}"/>
          </ac:graphicFrameMkLst>
        </pc:graphicFrameChg>
        <pc:picChg chg="del">
          <ac:chgData name="Khobo, IL, Dr [ilkhobo@sun.ac.za]" userId="b519a442-dcea-4a28-9c45-7e29f1df5837" providerId="ADAL" clId="{8BC8A5CF-2DB3-45E9-BF57-F2ED810C291E}" dt="2026-09-27T20:28:29.268" v="5463" actId="478"/>
          <ac:picMkLst>
            <pc:docMk/>
            <pc:sldMk cId="182994409" sldId="609"/>
            <ac:picMk id="4" creationId="{885A7B6D-BEA5-2940-2B7A-0F30DEC003FF}"/>
          </ac:picMkLst>
        </pc:picChg>
      </pc:sldChg>
      <pc:sldChg chg="delSp modSp add del mod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3017203269" sldId="609"/>
        </pc:sldMkLst>
      </pc:sldChg>
      <pc:sldChg chg="addSp modSp add del mod modTransition modAnim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945447278" sldId="610"/>
        </pc:sldMkLst>
      </pc:sldChg>
      <pc:sldChg chg="addSp delSp modSp new mod">
        <pc:chgData name="Khobo, IL, Dr [ilkhobo@sun.ac.za]" userId="b519a442-dcea-4a28-9c45-7e29f1df5837" providerId="ADAL" clId="{8BC8A5CF-2DB3-45E9-BF57-F2ED810C291E}" dt="2026-09-27T20:33:54.467" v="5523" actId="1076"/>
        <pc:sldMkLst>
          <pc:docMk/>
          <pc:sldMk cId="1015608507" sldId="610"/>
        </pc:sldMkLst>
        <pc:spChg chg="del">
          <ac:chgData name="Khobo, IL, Dr [ilkhobo@sun.ac.za]" userId="b519a442-dcea-4a28-9c45-7e29f1df5837" providerId="ADAL" clId="{8BC8A5CF-2DB3-45E9-BF57-F2ED810C291E}" dt="2026-09-27T20:28:35.106" v="5465" actId="478"/>
          <ac:spMkLst>
            <pc:docMk/>
            <pc:sldMk cId="1015608507" sldId="610"/>
            <ac:spMk id="2" creationId="{DBC17FAF-8F00-7557-7A94-A62C85A1ADBD}"/>
          </ac:spMkLst>
        </pc:spChg>
        <pc:spChg chg="del">
          <ac:chgData name="Khobo, IL, Dr [ilkhobo@sun.ac.za]" userId="b519a442-dcea-4a28-9c45-7e29f1df5837" providerId="ADAL" clId="{8BC8A5CF-2DB3-45E9-BF57-F2ED810C291E}" dt="2026-09-27T20:28:35.106" v="5465" actId="478"/>
          <ac:spMkLst>
            <pc:docMk/>
            <pc:sldMk cId="1015608507" sldId="610"/>
            <ac:spMk id="3" creationId="{F2599663-E7C7-8948-13E3-C84747C66F9B}"/>
          </ac:spMkLst>
        </pc:spChg>
        <pc:picChg chg="add mod">
          <ac:chgData name="Khobo, IL, Dr [ilkhobo@sun.ac.za]" userId="b519a442-dcea-4a28-9c45-7e29f1df5837" providerId="ADAL" clId="{8BC8A5CF-2DB3-45E9-BF57-F2ED810C291E}" dt="2026-09-27T20:28:58.446" v="5472" actId="1076"/>
          <ac:picMkLst>
            <pc:docMk/>
            <pc:sldMk cId="1015608507" sldId="610"/>
            <ac:picMk id="5" creationId="{14B1E354-3D2B-C3E5-F10E-8EA56FE4B2E2}"/>
          </ac:picMkLst>
        </pc:picChg>
        <pc:picChg chg="add mod">
          <ac:chgData name="Khobo, IL, Dr [ilkhobo@sun.ac.za]" userId="b519a442-dcea-4a28-9c45-7e29f1df5837" providerId="ADAL" clId="{8BC8A5CF-2DB3-45E9-BF57-F2ED810C291E}" dt="2026-09-27T20:29:47.294" v="5477" actId="1076"/>
          <ac:picMkLst>
            <pc:docMk/>
            <pc:sldMk cId="1015608507" sldId="610"/>
            <ac:picMk id="7" creationId="{A42A384C-2FF4-A9C7-8966-3A77AD305C9B}"/>
          </ac:picMkLst>
        </pc:picChg>
        <pc:picChg chg="add mod">
          <ac:chgData name="Khobo, IL, Dr [ilkhobo@sun.ac.za]" userId="b519a442-dcea-4a28-9c45-7e29f1df5837" providerId="ADAL" clId="{8BC8A5CF-2DB3-45E9-BF57-F2ED810C291E}" dt="2026-09-27T20:33:54.467" v="5523" actId="1076"/>
          <ac:picMkLst>
            <pc:docMk/>
            <pc:sldMk cId="1015608507" sldId="610"/>
            <ac:picMk id="9" creationId="{2939E658-D516-DFAD-09DC-ECF5D7D2009A}"/>
          </ac:picMkLst>
        </pc:picChg>
      </pc:sldChg>
      <pc:sldChg chg="addSp delSp modSp new del mod modTransition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2367397481" sldId="611"/>
        </pc:sldMkLst>
      </pc:sldChg>
      <pc:sldChg chg="addSp modSp add mod modTransition modAnim">
        <pc:chgData name="Khobo, IL, Dr [ilkhobo@sun.ac.za]" userId="b519a442-dcea-4a28-9c45-7e29f1df5837" providerId="ADAL" clId="{8BC8A5CF-2DB3-45E9-BF57-F2ED810C291E}" dt="2026-09-27T20:34:56.297" v="5528"/>
        <pc:sldMkLst>
          <pc:docMk/>
          <pc:sldMk cId="2951523929" sldId="611"/>
        </pc:sldMkLst>
        <pc:picChg chg="add mod">
          <ac:chgData name="Khobo, IL, Dr [ilkhobo@sun.ac.za]" userId="b519a442-dcea-4a28-9c45-7e29f1df5837" providerId="ADAL" clId="{8BC8A5CF-2DB3-45E9-BF57-F2ED810C291E}" dt="2026-09-27T20:34:20.096" v="5526" actId="1076"/>
          <ac:picMkLst>
            <pc:docMk/>
            <pc:sldMk cId="2951523929" sldId="611"/>
            <ac:picMk id="3" creationId="{104F7D95-29D8-61C8-04E9-28FF16F479ED}"/>
          </ac:picMkLst>
        </pc:picChg>
        <pc:picChg chg="mod">
          <ac:chgData name="Khobo, IL, Dr [ilkhobo@sun.ac.za]" userId="b519a442-dcea-4a28-9c45-7e29f1df5837" providerId="ADAL" clId="{8BC8A5CF-2DB3-45E9-BF57-F2ED810C291E}" dt="2026-09-27T20:34:11.363" v="5524" actId="1076"/>
          <ac:picMkLst>
            <pc:docMk/>
            <pc:sldMk cId="2951523929" sldId="611"/>
            <ac:picMk id="5" creationId="{7E23F0F6-0477-424C-6345-D7EA5B79375C}"/>
          </ac:picMkLst>
        </pc:picChg>
        <pc:picChg chg="mod">
          <ac:chgData name="Khobo, IL, Dr [ilkhobo@sun.ac.za]" userId="b519a442-dcea-4a28-9c45-7e29f1df5837" providerId="ADAL" clId="{8BC8A5CF-2DB3-45E9-BF57-F2ED810C291E}" dt="2026-09-27T20:34:11.363" v="5524" actId="1076"/>
          <ac:picMkLst>
            <pc:docMk/>
            <pc:sldMk cId="2951523929" sldId="611"/>
            <ac:picMk id="7" creationId="{A7BB1778-3AA9-2C24-1924-A38B632759F6}"/>
          </ac:picMkLst>
        </pc:picChg>
      </pc:sldChg>
      <pc:sldChg chg="del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639115839" sldId="612"/>
        </pc:sldMkLst>
      </pc:sldChg>
      <pc:sldChg chg="addSp delSp modSp add mod ord">
        <pc:chgData name="Khobo, IL, Dr [ilkhobo@sun.ac.za]" userId="b519a442-dcea-4a28-9c45-7e29f1df5837" providerId="ADAL" clId="{8BC8A5CF-2DB3-45E9-BF57-F2ED810C291E}" dt="2026-09-27T20:36:47.470" v="5538" actId="1076"/>
        <pc:sldMkLst>
          <pc:docMk/>
          <pc:sldMk cId="1345419713" sldId="612"/>
        </pc:sldMkLst>
        <pc:spChg chg="mod">
          <ac:chgData name="Khobo, IL, Dr [ilkhobo@sun.ac.za]" userId="b519a442-dcea-4a28-9c45-7e29f1df5837" providerId="ADAL" clId="{8BC8A5CF-2DB3-45E9-BF57-F2ED810C291E}" dt="2026-09-27T20:36:40.818" v="5535" actId="20577"/>
          <ac:spMkLst>
            <pc:docMk/>
            <pc:sldMk cId="1345419713" sldId="612"/>
            <ac:spMk id="36" creationId="{AAF6F38E-6064-8C5D-8E7E-BF175A1451B5}"/>
          </ac:spMkLst>
        </pc:spChg>
        <pc:graphicFrameChg chg="del">
          <ac:chgData name="Khobo, IL, Dr [ilkhobo@sun.ac.za]" userId="b519a442-dcea-4a28-9c45-7e29f1df5837" providerId="ADAL" clId="{8BC8A5CF-2DB3-45E9-BF57-F2ED810C291E}" dt="2026-09-27T20:30:49.372" v="5493" actId="478"/>
          <ac:graphicFrameMkLst>
            <pc:docMk/>
            <pc:sldMk cId="1345419713" sldId="612"/>
            <ac:graphicFrameMk id="3" creationId="{A1B1CB51-44E6-DBD9-BCD0-4C092B20C1EE}"/>
          </ac:graphicFrameMkLst>
        </pc:graphicFrameChg>
        <pc:picChg chg="add mod">
          <ac:chgData name="Khobo, IL, Dr [ilkhobo@sun.ac.za]" userId="b519a442-dcea-4a28-9c45-7e29f1df5837" providerId="ADAL" clId="{8BC8A5CF-2DB3-45E9-BF57-F2ED810C291E}" dt="2026-09-27T20:36:47.470" v="5538" actId="1076"/>
          <ac:picMkLst>
            <pc:docMk/>
            <pc:sldMk cId="1345419713" sldId="612"/>
            <ac:picMk id="4" creationId="{570BF1B5-C518-2562-8D9D-15B12966F85D}"/>
          </ac:picMkLst>
        </pc:picChg>
      </pc:sldChg>
      <pc:sldChg chg="del modNotesTx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1201141998" sldId="613"/>
        </pc:sldMkLst>
      </pc:sldChg>
      <pc:sldChg chg="addSp delSp modSp add mod">
        <pc:chgData name="Khobo, IL, Dr [ilkhobo@sun.ac.za]" userId="b519a442-dcea-4a28-9c45-7e29f1df5837" providerId="ADAL" clId="{8BC8A5CF-2DB3-45E9-BF57-F2ED810C291E}" dt="2026-09-27T20:41:11.924" v="5551" actId="732"/>
        <pc:sldMkLst>
          <pc:docMk/>
          <pc:sldMk cId="3743100929" sldId="613"/>
        </pc:sldMkLst>
        <pc:picChg chg="add mod modCrop">
          <ac:chgData name="Khobo, IL, Dr [ilkhobo@sun.ac.za]" userId="b519a442-dcea-4a28-9c45-7e29f1df5837" providerId="ADAL" clId="{8BC8A5CF-2DB3-45E9-BF57-F2ED810C291E}" dt="2026-09-27T20:41:11.924" v="5551" actId="732"/>
          <ac:picMkLst>
            <pc:docMk/>
            <pc:sldMk cId="3743100929" sldId="613"/>
            <ac:picMk id="3" creationId="{0FA7B23E-55AC-D2D4-7AAC-533C53A49936}"/>
          </ac:picMkLst>
        </pc:picChg>
        <pc:picChg chg="del">
          <ac:chgData name="Khobo, IL, Dr [ilkhobo@sun.ac.za]" userId="b519a442-dcea-4a28-9c45-7e29f1df5837" providerId="ADAL" clId="{8BC8A5CF-2DB3-45E9-BF57-F2ED810C291E}" dt="2026-09-27T20:39:27.673" v="5540" actId="478"/>
          <ac:picMkLst>
            <pc:docMk/>
            <pc:sldMk cId="3743100929" sldId="613"/>
            <ac:picMk id="4" creationId="{7F9D3F51-A42F-1D3E-1453-E1481E42D527}"/>
          </ac:picMkLst>
        </pc:picChg>
      </pc:sldChg>
      <pc:sldChg chg="del modNotesTx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3114857847" sldId="614"/>
        </pc:sldMkLst>
      </pc:sldChg>
      <pc:sldChg chg="del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1978251514" sldId="616"/>
        </pc:sldMkLst>
      </pc:sldChg>
      <pc:sldChg chg="del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527048431" sldId="619"/>
        </pc:sldMkLst>
      </pc:sldChg>
      <pc:sldChg chg="addSp delSp modSp del mod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1080558192" sldId="620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1018022777" sldId="621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1497589234" sldId="622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1675154120" sldId="623"/>
        </pc:sldMkLst>
      </pc:sldChg>
      <pc:sldChg chg="del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376086277" sldId="624"/>
        </pc:sldMkLst>
      </pc:sldChg>
      <pc:sldChg chg="del">
        <pc:chgData name="Khobo, IL, Dr [ilkhobo@sun.ac.za]" userId="b519a442-dcea-4a28-9c45-7e29f1df5837" providerId="ADAL" clId="{8BC8A5CF-2DB3-45E9-BF57-F2ED810C291E}" dt="2026-09-27T14:12:51.665" v="4304" actId="47"/>
        <pc:sldMkLst>
          <pc:docMk/>
          <pc:sldMk cId="997195380" sldId="625"/>
        </pc:sldMkLst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09-28T05:59:46.819" v="2977" actId="20577"/>
      <pc:docMkLst>
        <pc:docMk/>
      </pc:docMkLst>
      <pc:sldChg chg="modSp mod modNotesTx">
        <pc:chgData name="Khobo, IL, Dr [ilkhobo@sun.ac.za]" userId="b519a442-dcea-4a28-9c45-7e29f1df5837" providerId="ADAL" clId="{D25D1C45-A404-4E0F-8657-49BD4E4887CA}" dt="2026-09-28T05:59:46.819" v="2977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28T05:59:46.819" v="2977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09-21T10:33:03.487" v="2547" actId="20577"/>
          <ac:spMkLst>
            <pc:docMk/>
            <pc:sldMk cId="2601401026" sldId="597"/>
            <ac:spMk id="34" creationId="{593DD671-6E7B-06CE-9A2D-78AB0133EE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C948-0A35-B751-4D84-44B709D7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B8E29-16BE-279E-79CB-0EB076152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B65E9-4699-786B-5EA8-2C6914301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wanted to start by stepping a bit and talking about the data types and variables we’ve used so far.</a:t>
            </a:r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20268-AAE0-825C-89E7-337BF3793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558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38C3-0141-1D8E-D8BA-BC5B77A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8DC4B-10C4-935E-50FD-18AA7E188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04EBD-F14B-E8A2-E096-298B711DE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83126-7D9B-6373-A34E-C13D98CF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975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7B63D-5990-B612-A762-51D9FFEA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82A7A-E242-3D74-F110-1AC6353B5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F2882-3C42-2839-C311-378B187C4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7B50B-760C-75DC-C09F-059E43BA5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092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6E0C-79FA-4C4C-8529-5C3A55BE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D6E58-CF6D-5865-C970-B94D898A2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AD1C6-226D-B4F4-8240-B69629532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73EA3-3365-1CE0-3432-173D05BEB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908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451A-9491-C6CA-5755-E7496159C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8AED5-0942-2E01-C11D-97651582A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4834C-FCBD-3627-3B6A-CAB659776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5F54B-F3F2-1C9F-983B-6238A0221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443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7A57-3DC4-7000-4F69-06D81A79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37207-1BAA-A39D-36A8-44D45D3E0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E2A85-C0AD-7088-9BC2-F7D77A77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4AA99-DBB7-BE0A-A591-911123C9E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636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AB6B1-56E9-5ECA-CA7C-38BF87193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FD1F0-4FE5-0A04-4982-26A61B3CF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8CC8C-0857-D8C5-EA73-B9B459ED8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FB2CB-DA8C-92E7-9DFF-CD529BAF3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877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A112-98C8-081B-054F-073D1AF42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9D93A-4E5F-BA13-5235-95D26FCFF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AA647-E6C0-7353-9BB1-13A1D2048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0593A-9A98-C467-B145-3A5D0D0D1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522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3DA8-769C-3090-5201-7E642AC6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4E0D4-77A9-B996-D8C8-D67FD758F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12BFD-C061-44A4-4352-D34C4793E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D2BCC-74B6-5283-40EE-0D831B7AD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008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389B-C8B6-DFEB-FE9A-CDB0C25B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1EB8F-DD78-3B06-83AE-9CBC5DE84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E90BF-3595-59D4-12E7-97D2BCCF1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6C455-126B-A934-E4A0-3014F1288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264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34FC-BFC3-5D7D-F265-AC894C85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B4585-4666-E37F-EDCC-F95D88B56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30A17-2A51-9709-3B45-A86B54981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36E51-91D6-D9A7-8267-089ED38C8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374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96FF-8870-B75B-D65C-B303CBB5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DFE61-9B09-B9CD-0B76-81F5A7236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399F2-B017-5A3B-2F40-92125347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6F6CE-7548-0F5F-5179-8B05FBC1A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424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6CC67-511D-B434-E18E-4F30A4EC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73A76-A4BD-C9F5-C002-7B6C1E894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1F3E2-D2F1-BA83-19D2-4AD264AA8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79997-4E46-730F-4E98-C91485191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815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3CE6-0A4E-00EE-1391-A1C438A9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1D608-A8A6-E3E9-A815-5E3B85910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29FA5-7A18-D59F-EA17-FDDAA8B4F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27745-A4DD-F0D2-C20D-E9FC8C886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309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4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10. </a:t>
            </a:r>
            <a:r>
              <a:rPr lang="en-ZA" sz="8800">
                <a:solidFill>
                  <a:prstClr val="black"/>
                </a:solidFill>
                <a:latin typeface="LM Roman 12" panose="00000500000000000000" pitchFamily="50" charset="0"/>
              </a:rPr>
              <a:t>Structures</a:t>
            </a:r>
            <a:endParaRPr kumimoji="0" lang="en-ZA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22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Structure definitions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	    </a:t>
            </a:r>
            <a:r>
              <a:rPr lang="en-US" err="1">
                <a:solidFill>
                  <a:prstClr val="black"/>
                </a:solidFill>
                <a:latin typeface="LM Roman 12" panose="00000500000000000000" pitchFamily="50" charset="0"/>
              </a:rPr>
              <a:t>Initialising</a:t>
            </a: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 structures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 Accessing members of structures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   	    Using structures with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                </a:t>
            </a:r>
            <a:r>
              <a:rPr lang="en-US">
                <a:solidFill>
                  <a:srgbClr val="00B0F0"/>
                </a:solidFill>
                <a:latin typeface="LM Roman 12" panose="00000500000000000000" pitchFamily="50" charset="0"/>
              </a:rPr>
              <a:t>typedef </a:t>
            </a:r>
            <a:r>
              <a:rPr lang="en-US">
                <a:latin typeface="LM Roman 12" panose="00000500000000000000" pitchFamily="50" charset="0"/>
              </a:rPr>
              <a:t>(creating aliases/synonyms)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322513" y="562218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23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267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10: Structures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F0134-2454-5477-8946-7D018BDF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86" y="3145383"/>
            <a:ext cx="5334214" cy="33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7546C-2090-19D4-CB69-F4848672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9D632F8-8645-3452-CAC0-02D0B59DE3A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D5D8AE6-17B5-7807-7484-4763D7612AE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63E3B0-6C68-76E6-09E0-3C30C46AC8D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B72D7B-7D40-FE40-88FF-E3960C162A6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1CD4C92-B49A-F04D-7B93-05F9275C1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D25D3D-94F9-BAD6-D6CC-3666F8DA8FD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3DDD00-AA7A-5A97-D643-603D1017AAA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Related recap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F20D7B5-BB01-AF72-9F07-1C404D1ADB9C}"/>
              </a:ext>
            </a:extLst>
          </p:cNvPr>
          <p:cNvSpPr/>
          <p:nvPr/>
        </p:nvSpPr>
        <p:spPr>
          <a:xfrm>
            <a:off x="955586" y="1879531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Primitive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19C547-BE2E-F014-4545-03102F001D7D}"/>
              </a:ext>
            </a:extLst>
          </p:cNvPr>
          <p:cNvSpPr/>
          <p:nvPr/>
        </p:nvSpPr>
        <p:spPr>
          <a:xfrm>
            <a:off x="4545453" y="1879531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User defined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96B69-2D88-46F3-4FA0-122F3083CB0E}"/>
              </a:ext>
            </a:extLst>
          </p:cNvPr>
          <p:cNvSpPr/>
          <p:nvPr/>
        </p:nvSpPr>
        <p:spPr>
          <a:xfrm>
            <a:off x="8135320" y="1879531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Derived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B0C0F43-3BC8-C06B-9E45-ED15385E1AB5}"/>
              </a:ext>
            </a:extLst>
          </p:cNvPr>
          <p:cNvGrpSpPr/>
          <p:nvPr/>
        </p:nvGrpSpPr>
        <p:grpSpPr>
          <a:xfrm>
            <a:off x="2212914" y="1045905"/>
            <a:ext cx="7179734" cy="833626"/>
            <a:chOff x="2212914" y="1045905"/>
            <a:chExt cx="7179734" cy="8336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50FB1AC-7DBB-BECB-D748-17854780AAAE}"/>
                </a:ext>
              </a:extLst>
            </p:cNvPr>
            <p:cNvSpPr/>
            <p:nvPr/>
          </p:nvSpPr>
          <p:spPr>
            <a:xfrm>
              <a:off x="4544243" y="1045905"/>
              <a:ext cx="2514655" cy="43866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Data Type in C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A2ED81-7E59-E963-5D11-98DBF612D444}"/>
                </a:ext>
              </a:extLst>
            </p:cNvPr>
            <p:cNvCxnSpPr>
              <a:stCxn id="3" idx="2"/>
              <a:endCxn id="10" idx="0"/>
            </p:cNvCxnSpPr>
            <p:nvPr/>
          </p:nvCxnSpPr>
          <p:spPr>
            <a:xfrm>
              <a:off x="5801571" y="1484572"/>
              <a:ext cx="1210" cy="3949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00FB7519-1706-194A-C6B0-CD87E8F22954}"/>
                </a:ext>
              </a:extLst>
            </p:cNvPr>
            <p:cNvCxnSpPr>
              <a:endCxn id="8" idx="0"/>
            </p:cNvCxnSpPr>
            <p:nvPr/>
          </p:nvCxnSpPr>
          <p:spPr>
            <a:xfrm rot="10800000" flipV="1">
              <a:off x="2212914" y="1682051"/>
              <a:ext cx="3588656" cy="197480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20839D47-3827-ADB7-A9C6-BA2B5B01AD75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5801570" y="1682050"/>
              <a:ext cx="3591078" cy="197481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42051F1-4392-32E6-D8E2-E8C56AF59ACA}"/>
              </a:ext>
            </a:extLst>
          </p:cNvPr>
          <p:cNvGrpSpPr/>
          <p:nvPr/>
        </p:nvGrpSpPr>
        <p:grpSpPr>
          <a:xfrm>
            <a:off x="955586" y="2098865"/>
            <a:ext cx="2514655" cy="965131"/>
            <a:chOff x="955586" y="2098865"/>
            <a:chExt cx="2514655" cy="96513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14C38-1090-6BCF-2361-7928F528F0F0}"/>
                </a:ext>
              </a:extLst>
            </p:cNvPr>
            <p:cNvSpPr/>
            <p:nvPr/>
          </p:nvSpPr>
          <p:spPr>
            <a:xfrm>
              <a:off x="1890088" y="2625329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int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440E5EDE-C6CF-1DD5-CCA5-3D48514131B6}"/>
                </a:ext>
              </a:extLst>
            </p:cNvPr>
            <p:cNvCxnSpPr>
              <a:stCxn id="8" idx="1"/>
              <a:endCxn id="31" idx="1"/>
            </p:cNvCxnSpPr>
            <p:nvPr/>
          </p:nvCxnSpPr>
          <p:spPr>
            <a:xfrm rot="10800000" flipH="1" flipV="1">
              <a:off x="955586" y="2098865"/>
              <a:ext cx="934502" cy="745798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2000C9F-D46C-8B74-38D9-9EB49340D922}"/>
              </a:ext>
            </a:extLst>
          </p:cNvPr>
          <p:cNvGrpSpPr/>
          <p:nvPr/>
        </p:nvGrpSpPr>
        <p:grpSpPr>
          <a:xfrm>
            <a:off x="4545453" y="2098865"/>
            <a:ext cx="2512519" cy="965131"/>
            <a:chOff x="4545453" y="2098865"/>
            <a:chExt cx="2512519" cy="96513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2B51C7C-CE2A-9367-FB7F-999F8F94AD36}"/>
                </a:ext>
              </a:extLst>
            </p:cNvPr>
            <p:cNvSpPr/>
            <p:nvPr/>
          </p:nvSpPr>
          <p:spPr>
            <a:xfrm>
              <a:off x="5477819" y="2625329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err="1">
                  <a:latin typeface="LM Roman 12" panose="00000500000000000000" pitchFamily="50" charset="0"/>
                </a:rPr>
                <a:t>enum</a:t>
              </a:r>
              <a:r>
                <a:rPr lang="en-ZA">
                  <a:latin typeface="LM Roman 12" panose="00000500000000000000" pitchFamily="50" charset="0"/>
                </a:rPr>
                <a:t>{}</a:t>
              </a: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1D98914F-1A6A-CAB0-7AFD-CE9A73D87A9A}"/>
                </a:ext>
              </a:extLst>
            </p:cNvPr>
            <p:cNvCxnSpPr>
              <a:stCxn id="10" idx="1"/>
              <a:endCxn id="52" idx="1"/>
            </p:cNvCxnSpPr>
            <p:nvPr/>
          </p:nvCxnSpPr>
          <p:spPr>
            <a:xfrm rot="10800000" flipH="1" flipV="1">
              <a:off x="4545453" y="2098865"/>
              <a:ext cx="932366" cy="745798"/>
            </a:xfrm>
            <a:prstGeom prst="bentConnector3">
              <a:avLst>
                <a:gd name="adj1" fmla="val -24518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0A1B3D9-FA4F-93CB-0727-6D0D1074B165}"/>
              </a:ext>
            </a:extLst>
          </p:cNvPr>
          <p:cNvGrpSpPr/>
          <p:nvPr/>
        </p:nvGrpSpPr>
        <p:grpSpPr>
          <a:xfrm>
            <a:off x="8135320" y="2098865"/>
            <a:ext cx="2510383" cy="938619"/>
            <a:chOff x="8135320" y="2098865"/>
            <a:chExt cx="2510383" cy="938619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2EE785F-2272-8A51-42DC-BA751A9F802A}"/>
                </a:ext>
              </a:extLst>
            </p:cNvPr>
            <p:cNvSpPr/>
            <p:nvPr/>
          </p:nvSpPr>
          <p:spPr>
            <a:xfrm>
              <a:off x="9065550" y="2598817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array (string)</a:t>
              </a:r>
            </a:p>
          </p:txBody>
        </p: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527A643C-1034-C1F6-C679-166D228D46BC}"/>
                </a:ext>
              </a:extLst>
            </p:cNvPr>
            <p:cNvCxnSpPr>
              <a:stCxn id="12" idx="1"/>
              <a:endCxn id="56" idx="1"/>
            </p:cNvCxnSpPr>
            <p:nvPr/>
          </p:nvCxnSpPr>
          <p:spPr>
            <a:xfrm rot="10800000" flipH="1" flipV="1">
              <a:off x="8135320" y="2098865"/>
              <a:ext cx="930230" cy="719286"/>
            </a:xfrm>
            <a:prstGeom prst="bentConnector3">
              <a:avLst>
                <a:gd name="adj1" fmla="val -2457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0175D3C-AA3C-A3F3-8E7E-F3BDB4D8A355}"/>
              </a:ext>
            </a:extLst>
          </p:cNvPr>
          <p:cNvGrpSpPr/>
          <p:nvPr/>
        </p:nvGrpSpPr>
        <p:grpSpPr>
          <a:xfrm>
            <a:off x="8135319" y="2098865"/>
            <a:ext cx="2510383" cy="1657905"/>
            <a:chOff x="8135319" y="2098865"/>
            <a:chExt cx="2510383" cy="165790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6712CFB-7F4C-CDC4-3C3D-2FE8C10CBB6D}"/>
                </a:ext>
              </a:extLst>
            </p:cNvPr>
            <p:cNvSpPr/>
            <p:nvPr/>
          </p:nvSpPr>
          <p:spPr>
            <a:xfrm>
              <a:off x="9065549" y="3318103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function()</a:t>
              </a:r>
            </a:p>
          </p:txBody>
        </p: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08B3C1A3-4A77-F3A3-3C18-DACC1A108967}"/>
                </a:ext>
              </a:extLst>
            </p:cNvPr>
            <p:cNvCxnSpPr>
              <a:stCxn id="12" idx="1"/>
              <a:endCxn id="58" idx="1"/>
            </p:cNvCxnSpPr>
            <p:nvPr/>
          </p:nvCxnSpPr>
          <p:spPr>
            <a:xfrm rot="10800000" flipH="1" flipV="1">
              <a:off x="8135319" y="2098865"/>
              <a:ext cx="930229" cy="1438572"/>
            </a:xfrm>
            <a:prstGeom prst="bentConnector3">
              <a:avLst>
                <a:gd name="adj1" fmla="val -2457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0BC98B7-6F34-C336-83E9-8741FBE3A673}"/>
              </a:ext>
            </a:extLst>
          </p:cNvPr>
          <p:cNvGrpSpPr/>
          <p:nvPr/>
        </p:nvGrpSpPr>
        <p:grpSpPr>
          <a:xfrm>
            <a:off x="8135319" y="2098865"/>
            <a:ext cx="2510383" cy="2377191"/>
            <a:chOff x="8135319" y="2098865"/>
            <a:chExt cx="2510383" cy="2377191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A94DD87-E98A-2277-D7DF-118F496423D8}"/>
                </a:ext>
              </a:extLst>
            </p:cNvPr>
            <p:cNvSpPr/>
            <p:nvPr/>
          </p:nvSpPr>
          <p:spPr>
            <a:xfrm>
              <a:off x="9065549" y="4037389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*pointer</a:t>
              </a:r>
            </a:p>
          </p:txBody>
        </p:sp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F361A91D-7A7C-80AB-5298-556AB989F3E7}"/>
                </a:ext>
              </a:extLst>
            </p:cNvPr>
            <p:cNvCxnSpPr>
              <a:cxnSpLocks/>
              <a:stCxn id="12" idx="1"/>
              <a:endCxn id="60" idx="1"/>
            </p:cNvCxnSpPr>
            <p:nvPr/>
          </p:nvCxnSpPr>
          <p:spPr>
            <a:xfrm rot="10800000" flipH="1" flipV="1">
              <a:off x="8135319" y="2098865"/>
              <a:ext cx="930229" cy="2157858"/>
            </a:xfrm>
            <a:prstGeom prst="bentConnector3">
              <a:avLst>
                <a:gd name="adj1" fmla="val -24575"/>
              </a:avLst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2D6200F-2777-2597-F623-878DDDB28067}"/>
              </a:ext>
            </a:extLst>
          </p:cNvPr>
          <p:cNvGrpSpPr/>
          <p:nvPr/>
        </p:nvGrpSpPr>
        <p:grpSpPr>
          <a:xfrm>
            <a:off x="955585" y="2098864"/>
            <a:ext cx="2514655" cy="1549469"/>
            <a:chOff x="955585" y="2098864"/>
            <a:chExt cx="2514655" cy="154946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B714BEC-32AE-70D8-C4EA-27A892C6B92A}"/>
                </a:ext>
              </a:extLst>
            </p:cNvPr>
            <p:cNvSpPr/>
            <p:nvPr/>
          </p:nvSpPr>
          <p:spPr>
            <a:xfrm>
              <a:off x="1890087" y="3209666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float</a:t>
              </a:r>
            </a:p>
          </p:txBody>
        </p: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13517976-D16D-499D-1DC1-16E8983C10A7}"/>
                </a:ext>
              </a:extLst>
            </p:cNvPr>
            <p:cNvCxnSpPr>
              <a:stCxn id="8" idx="1"/>
              <a:endCxn id="33" idx="1"/>
            </p:cNvCxnSpPr>
            <p:nvPr/>
          </p:nvCxnSpPr>
          <p:spPr>
            <a:xfrm rot="10800000" flipH="1" flipV="1">
              <a:off x="955585" y="2098864"/>
              <a:ext cx="934501" cy="1330135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9AFEE6B-8423-A148-D9CE-CF9F8BE556F1}"/>
              </a:ext>
            </a:extLst>
          </p:cNvPr>
          <p:cNvGrpSpPr/>
          <p:nvPr/>
        </p:nvGrpSpPr>
        <p:grpSpPr>
          <a:xfrm>
            <a:off x="955586" y="2098865"/>
            <a:ext cx="2514653" cy="2164333"/>
            <a:chOff x="955586" y="2098865"/>
            <a:chExt cx="2514653" cy="216433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5B851A9-AE52-03B8-7F62-2D4FF58868D0}"/>
                </a:ext>
              </a:extLst>
            </p:cNvPr>
            <p:cNvSpPr/>
            <p:nvPr/>
          </p:nvSpPr>
          <p:spPr>
            <a:xfrm>
              <a:off x="1890086" y="3824531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double</a:t>
              </a:r>
            </a:p>
          </p:txBody>
        </p: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10445CD2-9982-08AA-5C97-1B3067362094}"/>
                </a:ext>
              </a:extLst>
            </p:cNvPr>
            <p:cNvCxnSpPr>
              <a:stCxn id="8" idx="1"/>
              <a:endCxn id="39" idx="1"/>
            </p:cNvCxnSpPr>
            <p:nvPr/>
          </p:nvCxnSpPr>
          <p:spPr>
            <a:xfrm rot="10800000" flipH="1" flipV="1">
              <a:off x="955586" y="2098865"/>
              <a:ext cx="934500" cy="1945000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DBA7D58-2492-9676-BC23-49EACE3FEAA9}"/>
              </a:ext>
            </a:extLst>
          </p:cNvPr>
          <p:cNvGrpSpPr/>
          <p:nvPr/>
        </p:nvGrpSpPr>
        <p:grpSpPr>
          <a:xfrm>
            <a:off x="955586" y="2098864"/>
            <a:ext cx="2514653" cy="2756769"/>
            <a:chOff x="955586" y="2098864"/>
            <a:chExt cx="2514653" cy="275676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7F7D2C4-E029-E2ED-AD42-188C156B649D}"/>
                </a:ext>
              </a:extLst>
            </p:cNvPr>
            <p:cNvSpPr/>
            <p:nvPr/>
          </p:nvSpPr>
          <p:spPr>
            <a:xfrm>
              <a:off x="1890086" y="4416966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char</a:t>
              </a:r>
            </a:p>
          </p:txBody>
        </p: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D746F43E-CEB5-DBED-C1F8-326CB23F8724}"/>
                </a:ext>
              </a:extLst>
            </p:cNvPr>
            <p:cNvCxnSpPr>
              <a:stCxn id="8" idx="1"/>
              <a:endCxn id="41" idx="1"/>
            </p:cNvCxnSpPr>
            <p:nvPr/>
          </p:nvCxnSpPr>
          <p:spPr>
            <a:xfrm rot="10800000" flipH="1" flipV="1">
              <a:off x="955586" y="2098864"/>
              <a:ext cx="934500" cy="2537435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A8DE99B-C7E5-D13E-FD52-BE723500B35C}"/>
              </a:ext>
            </a:extLst>
          </p:cNvPr>
          <p:cNvGrpSpPr/>
          <p:nvPr/>
        </p:nvGrpSpPr>
        <p:grpSpPr>
          <a:xfrm>
            <a:off x="4068566" y="4991861"/>
            <a:ext cx="6577136" cy="1502817"/>
            <a:chOff x="3412067" y="2286000"/>
            <a:chExt cx="4318001" cy="289806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F890AB2-A1D1-9916-75CA-2AC1F2886BA6}"/>
                </a:ext>
              </a:extLst>
            </p:cNvPr>
            <p:cNvSpPr/>
            <p:nvPr/>
          </p:nvSpPr>
          <p:spPr>
            <a:xfrm>
              <a:off x="3412067" y="2286000"/>
              <a:ext cx="4318001" cy="28980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>
                  <a:solidFill>
                    <a:schemeClr val="tx1"/>
                  </a:solidFill>
                  <a:latin typeface="LM Roman 12" panose="00000500000000000000" pitchFamily="50" charset="0"/>
                </a:rPr>
                <a:t>Collections of related variables (aggregates) under one variable name</a:t>
              </a:r>
              <a:endParaRPr lang="en-ZA" sz="200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9D37CFD-1FF4-F0B9-4303-F75EDA2CFC0B}"/>
                </a:ext>
              </a:extLst>
            </p:cNvPr>
            <p:cNvSpPr/>
            <p:nvPr/>
          </p:nvSpPr>
          <p:spPr>
            <a:xfrm>
              <a:off x="3412067" y="2286000"/>
              <a:ext cx="4318000" cy="845934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>
                  <a:latin typeface="LM Roman 12" panose="00000500000000000000" pitchFamily="50" charset="0"/>
                </a:rPr>
                <a:t>structures</a:t>
              </a:r>
              <a:endParaRPr lang="en-ZA">
                <a:latin typeface="LM Roman 12" panose="00000500000000000000" pitchFamily="50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BE33306-828B-67B7-78C5-1D4301CF134E}"/>
              </a:ext>
            </a:extLst>
          </p:cNvPr>
          <p:cNvSpPr/>
          <p:nvPr/>
        </p:nvSpPr>
        <p:spPr>
          <a:xfrm>
            <a:off x="5477819" y="3285381"/>
            <a:ext cx="1580153" cy="438667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struct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730078-7D21-55FC-412D-3C816B231362}"/>
              </a:ext>
            </a:extLst>
          </p:cNvPr>
          <p:cNvSpPr/>
          <p:nvPr/>
        </p:nvSpPr>
        <p:spPr>
          <a:xfrm>
            <a:off x="5477817" y="3953083"/>
            <a:ext cx="1580153" cy="438667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typedef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E27081F-24DC-8897-129C-CF3557C4541C}"/>
              </a:ext>
            </a:extLst>
          </p:cNvPr>
          <p:cNvCxnSpPr>
            <a:stCxn id="10" idx="1"/>
            <a:endCxn id="6" idx="1"/>
          </p:cNvCxnSpPr>
          <p:nvPr/>
        </p:nvCxnSpPr>
        <p:spPr>
          <a:xfrm rot="10800000" flipH="1" flipV="1">
            <a:off x="4545453" y="2098865"/>
            <a:ext cx="932366" cy="1405850"/>
          </a:xfrm>
          <a:prstGeom prst="bentConnector3">
            <a:avLst>
              <a:gd name="adj1" fmla="val -2451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A087E2D-ACD5-DA85-7346-A694E35ABA1C}"/>
              </a:ext>
            </a:extLst>
          </p:cNvPr>
          <p:cNvCxnSpPr>
            <a:stCxn id="10" idx="1"/>
            <a:endCxn id="9" idx="1"/>
          </p:cNvCxnSpPr>
          <p:nvPr/>
        </p:nvCxnSpPr>
        <p:spPr>
          <a:xfrm rot="10800000" flipH="1" flipV="1">
            <a:off x="4545453" y="2098865"/>
            <a:ext cx="932364" cy="2073552"/>
          </a:xfrm>
          <a:prstGeom prst="bentConnector3">
            <a:avLst>
              <a:gd name="adj1" fmla="val -2451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347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25D0-5AC8-B825-0E17-2ED1D3BE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AF1644-2C68-6654-8F0A-184FF1A1192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42DAD1-556A-FA8E-9CC4-0B6997C379C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EA2319-0841-C4C0-1968-66099B0DD5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D92169-A53D-E18F-925C-E4299266DDE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0DA4B42-331A-AD23-98AF-6EC59A81F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FEF9E1-FBFC-4B6A-7F48-8A966783448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29E743A-632E-9EB3-5D21-ECF5187657D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struct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3E6D6FA-237D-82AA-AEAC-C8CD78996706}"/>
              </a:ext>
            </a:extLst>
          </p:cNvPr>
          <p:cNvSpPr/>
          <p:nvPr/>
        </p:nvSpPr>
        <p:spPr>
          <a:xfrm>
            <a:off x="-583638" y="2939567"/>
            <a:ext cx="11003545" cy="2462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>
                <a:solidFill>
                  <a:srgbClr val="00B0F0"/>
                </a:solidFill>
                <a:latin typeface="LM Roman 12" panose="00000500000000000000" pitchFamily="50" charset="0"/>
              </a:rPr>
              <a:t>struct</a:t>
            </a:r>
            <a:r>
              <a:rPr lang="en-ZA" sz="4400" b="1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4400" b="1" err="1">
                <a:solidFill>
                  <a:srgbClr val="FF0000"/>
                </a:solidFill>
                <a:latin typeface="LM Roman 12" panose="00000500000000000000" pitchFamily="50" charset="0"/>
              </a:rPr>
              <a:t>structName</a:t>
            </a:r>
            <a:r>
              <a:rPr lang="en-ZA" sz="4400">
                <a:latin typeface="LM Roman 12" panose="00000500000000000000" pitchFamily="50" charset="0"/>
              </a:rPr>
              <a:t> </a:t>
            </a:r>
            <a:r>
              <a:rPr lang="en-ZA" sz="4400" b="1">
                <a:solidFill>
                  <a:schemeClr val="tx1"/>
                </a:solidFill>
                <a:latin typeface="LM Roman 12" panose="00000500000000000000" pitchFamily="50" charset="0"/>
              </a:rPr>
              <a:t>{</a:t>
            </a:r>
          </a:p>
          <a:p>
            <a:pPr algn="ctr"/>
            <a:r>
              <a:rPr lang="en-ZA" sz="4400" b="1">
                <a:solidFill>
                  <a:srgbClr val="00B0F0"/>
                </a:solidFill>
                <a:latin typeface="LM Roman 12" panose="00000500000000000000" pitchFamily="50" charset="0"/>
              </a:rPr>
              <a:t>								member1</a:t>
            </a:r>
            <a:r>
              <a:rPr lang="en-ZA" sz="4400" b="1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</a:p>
          <a:p>
            <a:pPr algn="ctr"/>
            <a:r>
              <a:rPr lang="en-ZA" sz="4400" b="1">
                <a:solidFill>
                  <a:srgbClr val="00B0F0"/>
                </a:solidFill>
                <a:latin typeface="LM Roman 12" panose="00000500000000000000" pitchFamily="50" charset="0"/>
              </a:rPr>
              <a:t>								member2</a:t>
            </a:r>
            <a:r>
              <a:rPr lang="en-ZA" sz="4400" b="1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</a:p>
          <a:p>
            <a:pPr algn="ctr"/>
            <a:r>
              <a:rPr lang="en-ZA" sz="4400" b="1">
                <a:solidFill>
                  <a:srgbClr val="00B0F0"/>
                </a:solidFill>
                <a:latin typeface="LM Roman 12" panose="00000500000000000000" pitchFamily="50" charset="0"/>
              </a:rPr>
              <a:t>								member3</a:t>
            </a:r>
            <a:r>
              <a:rPr lang="en-ZA" sz="4400" b="1">
                <a:solidFill>
                  <a:schemeClr val="tx1"/>
                </a:solidFill>
                <a:latin typeface="LM Roman 12" panose="00000500000000000000" pitchFamily="50" charset="0"/>
              </a:rPr>
              <a:t>, </a:t>
            </a:r>
          </a:p>
          <a:p>
            <a:pPr algn="ctr"/>
            <a:r>
              <a:rPr lang="en-ZA" sz="4400" b="1">
                <a:solidFill>
                  <a:schemeClr val="tx1"/>
                </a:solidFill>
                <a:latin typeface="LM Roman 12" panose="00000500000000000000" pitchFamily="50" charset="0"/>
              </a:rPr>
              <a:t>					… } 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A1BDE-825E-0AD3-EB34-BE871AD52A29}"/>
              </a:ext>
            </a:extLst>
          </p:cNvPr>
          <p:cNvSpPr txBox="1"/>
          <p:nvPr/>
        </p:nvSpPr>
        <p:spPr>
          <a:xfrm>
            <a:off x="4373001" y="1323163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>
                <a:latin typeface="LM Roman 12" panose="00000500000000000000" pitchFamily="50" charset="0"/>
              </a:rPr>
              <a:t>FORMAT</a:t>
            </a:r>
            <a:endParaRPr lang="en-ZA" sz="4400" b="1" u="sng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4222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C9465-E33E-70B3-0589-AE212EBF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E4C505C-DDA7-877E-C63D-81AF31BF301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2CC537-FF50-CFB1-965C-D0D12975D8E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62800E6-B5B3-B3CC-E0F2-DE7D5613CCA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46395E5-BA8A-FD3B-6F39-7564DA5D9A5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5C74AC1-BEC2-A13A-1203-D4E436CA27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11AD69-484F-5310-0847-AA7FD7D35DD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AD91FA5-AD5D-03FE-E8B2-81F84A9F0C9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</a:t>
              </a:r>
              <a:r>
                <a:rPr kumimoji="0" lang="en-ZA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truct</a:t>
              </a: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: Example I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4C79943-3E53-3CBF-4764-528CBA240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808" y="1488529"/>
            <a:ext cx="9817763" cy="415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9170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8D46-14D7-D6E4-D1B5-BFE18C5E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7C6DA2F-A7CD-948C-F907-4A1107C45A6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F28E99-3F03-E142-2105-995109B2469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7242540-E803-CE38-EB1A-601BBFEB7A7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1F37EB-5252-04FB-E578-C665140DE35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184D4A3-5D52-5236-6F5C-F75B8E7A6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782E408-EE5E-AE4E-7CA3-E5C4B8AA859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020663E-4294-CA1D-A1F9-B4C61EA3F12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Example II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3815D80-4385-8E72-E5BB-D8B98AC0D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13" y="1274137"/>
            <a:ext cx="7153367" cy="29239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2F1FCF-87AA-8562-A288-990D1979A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1244" y="4466111"/>
            <a:ext cx="8800682" cy="23171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2EC7A3-F344-69A7-238D-FA7DDE9F98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5564" y="1809610"/>
            <a:ext cx="4089462" cy="1191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15141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82A4-CFD4-275E-E25C-82FBA0843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2488FBB-151B-EB7A-DFA2-E4029EBC216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F58B4D-6833-1A42-A8EA-835B6BF0C8F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43244C-B25F-F489-39D3-42A2147BF6A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4C46A3-6EE3-7165-FD9B-2A64A47F33A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FBAC0DF-8131-02A3-D1C8-A6014A53B8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C94F9D-5D16-E101-0F15-BC3EBC81D02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568253-6BB8-0590-F13A-C1B90078AA2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Valid operations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06DE3FB-D295-DC5F-A183-59CA54F52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4" y="1245641"/>
            <a:ext cx="7305602" cy="53472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97C76C-A0B9-AE24-09F3-4BE1B051E2AF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Assign a structure variable to a structure variable of the same type</a:t>
            </a:r>
          </a:p>
          <a:p>
            <a:pPr algn="ctr"/>
            <a:r>
              <a:rPr lang="en-ZA" sz="2000" b="1" err="1">
                <a:solidFill>
                  <a:schemeClr val="tx1"/>
                </a:solidFill>
                <a:latin typeface="LM Roman 12" panose="00000500000000000000" pitchFamily="50" charset="0"/>
              </a:rPr>
              <a:t>i.e</a:t>
            </a:r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, </a:t>
            </a:r>
            <a:r>
              <a:rPr lang="en-ZA" sz="2000" b="1" err="1">
                <a:solidFill>
                  <a:srgbClr val="FF0000"/>
                </a:solidFill>
                <a:latin typeface="LM Roman 12" panose="00000500000000000000" pitchFamily="50" charset="0"/>
              </a:rPr>
              <a:t>studentX</a:t>
            </a:r>
            <a:r>
              <a:rPr lang="en-ZA" sz="2000" b="1">
                <a:solidFill>
                  <a:srgbClr val="FF0000"/>
                </a:solidFill>
                <a:latin typeface="LM Roman 12" panose="00000500000000000000" pitchFamily="50" charset="0"/>
              </a:rPr>
              <a:t> = </a:t>
            </a:r>
            <a:r>
              <a:rPr lang="en-ZA" sz="2000" b="1" err="1">
                <a:solidFill>
                  <a:srgbClr val="FF0000"/>
                </a:solidFill>
                <a:latin typeface="LM Roman 12" panose="00000500000000000000" pitchFamily="50" charset="0"/>
              </a:rPr>
              <a:t>studentY</a:t>
            </a:r>
            <a:r>
              <a:rPr lang="en-ZA" sz="2000" b="1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endParaRPr lang="en-ZA" sz="200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9C7E7E-F19D-1D6F-66C7-8762FD51EE37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Valid operations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44817DF4-0A59-27B0-6D24-2E45C12203E7}"/>
              </a:ext>
            </a:extLst>
          </p:cNvPr>
          <p:cNvSpPr/>
          <p:nvPr/>
        </p:nvSpPr>
        <p:spPr>
          <a:xfrm rot="286471">
            <a:off x="5045305" y="3600980"/>
            <a:ext cx="1648953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210217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B8B4E-E824-C68D-231D-D453A7A3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D10C4CE-2576-48FE-B2C8-6669C7E21C7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390FB03-A1F2-99C4-C87A-F0ACC5994EB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E43680-4473-C659-2214-C472E4761D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4397EE5-723E-96B5-5807-338717E2909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361D855-ACF8-F75D-B561-193AE890C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F6465F-FD2C-CBFA-3BE7-185A0A6569D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451ABAB-1354-047B-9C65-2CE7D013826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Valid operations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8AA7236-0651-98BD-D5B4-601CB358F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4" y="1245641"/>
            <a:ext cx="7305602" cy="53472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E91C88-B17D-B6F1-2A3B-6A50D996A226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Take the address (</a:t>
            </a:r>
            <a:r>
              <a:rPr lang="en-ZA" sz="2000" b="1">
                <a:solidFill>
                  <a:srgbClr val="FF0000"/>
                </a:solidFill>
                <a:latin typeface="LM Roman 12" panose="00000500000000000000" pitchFamily="50" charset="0"/>
              </a:rPr>
              <a:t>&amp;</a:t>
            </a:r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) of a structure variable and point to it in memory</a:t>
            </a:r>
            <a:endParaRPr lang="en-ZA" sz="200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6F8231-C463-0994-E34B-ACCC0DC71081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Valid operations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C5A9C34E-6D79-A398-2697-ED5170F243C2}"/>
              </a:ext>
            </a:extLst>
          </p:cNvPr>
          <p:cNvSpPr/>
          <p:nvPr/>
        </p:nvSpPr>
        <p:spPr>
          <a:xfrm rot="20896906">
            <a:off x="4387527" y="4163200"/>
            <a:ext cx="2267997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7964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1040-3119-68B9-D4F1-EC221070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85A5B79-754B-E855-0009-9D35241E387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56820DA-BF2D-F759-E074-7801FE85595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54C1BC-84BA-18F7-7836-0DD061450D1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65F1CC4-5340-6557-1C51-D8B85E842A8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2C584EE-EFC2-64AA-D7AF-5B1FDB2EA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418D8C-0838-E2A4-1138-3118FA67C44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662D7F1-F427-0419-5475-6529B1D2E75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Valid operations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6794E62-0592-09A2-1404-C90C45D4B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4" y="1245641"/>
            <a:ext cx="7305602" cy="53472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28C9FC-64F0-BC7E-63E7-77C744CBDE5F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Access the individual members of a structure</a:t>
            </a:r>
          </a:p>
          <a:p>
            <a:pPr algn="ctr"/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i.e., </a:t>
            </a:r>
            <a:r>
              <a:rPr lang="en-ZA" sz="2000" b="1">
                <a:solidFill>
                  <a:srgbClr val="FF0000"/>
                </a:solidFill>
                <a:latin typeface="LM Roman 12" panose="00000500000000000000" pitchFamily="50" charset="0"/>
              </a:rPr>
              <a:t>studentX.name will access “John” (next section)</a:t>
            </a:r>
            <a:endParaRPr lang="en-ZA" sz="200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79CCA-3B88-9E16-0B61-1F303F0BA66B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Valid operations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A8A8184D-03DE-0E8E-D024-128538416291}"/>
              </a:ext>
            </a:extLst>
          </p:cNvPr>
          <p:cNvSpPr/>
          <p:nvPr/>
        </p:nvSpPr>
        <p:spPr>
          <a:xfrm rot="633277">
            <a:off x="5086962" y="3786504"/>
            <a:ext cx="1536338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622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3F43-4C75-F792-6050-D95D90B0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128D826-D001-509D-7601-7B8C9292852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6846888-8456-FA2C-3AD6-CFEB299C62D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FEAF1E-6A6B-A8DC-0185-5B19762137A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DDC84AA-C7A7-5991-DB5E-A36D1A55DBA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F319F50-A7AA-0261-3419-67832269C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DF1423-567C-1F16-5A67-9B693BEE1A2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C0C450-DF4F-F2CE-1AED-C1841E30B23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Valid operations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7BFA1E-9E07-7A7C-C72F-A50C2B4E6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4" y="1245641"/>
            <a:ext cx="7305602" cy="53472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5ED9BD-5279-11F2-9008-85E20496AF58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Use the </a:t>
            </a:r>
            <a:r>
              <a:rPr lang="en-ZA" sz="2000" b="1" err="1">
                <a:solidFill>
                  <a:srgbClr val="00B0F0"/>
                </a:solidFill>
                <a:latin typeface="LM Roman 12" panose="00000500000000000000" pitchFamily="50" charset="0"/>
              </a:rPr>
              <a:t>sizeof</a:t>
            </a:r>
            <a:r>
              <a:rPr lang="en-ZA" sz="2000" b="1">
                <a:solidFill>
                  <a:srgbClr val="00B0F0"/>
                </a:solidFill>
                <a:latin typeface="LM Roman 12" panose="00000500000000000000" pitchFamily="50" charset="0"/>
              </a:rPr>
              <a:t> </a:t>
            </a:r>
            <a:r>
              <a:rPr lang="en-ZA" sz="2000" b="1">
                <a:solidFill>
                  <a:schemeClr val="tx1"/>
                </a:solidFill>
                <a:latin typeface="LM Roman 12" panose="00000500000000000000" pitchFamily="50" charset="0"/>
              </a:rPr>
              <a:t>operator to determine the size of a structure</a:t>
            </a:r>
            <a:endParaRPr lang="en-ZA" sz="200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42AFA-A754-1328-7480-651B1E10CA0E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Valid operations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EF678066-9A2E-EAB2-F42D-6062E6BCE763}"/>
              </a:ext>
            </a:extLst>
          </p:cNvPr>
          <p:cNvSpPr/>
          <p:nvPr/>
        </p:nvSpPr>
        <p:spPr>
          <a:xfrm rot="20752862">
            <a:off x="4105578" y="4613040"/>
            <a:ext cx="2553095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8079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9757E-8692-D059-507D-E444FDB87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832E19D-2CE0-EA7E-2373-AEB6758BB02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EB8200C-4EEE-A2C8-9CE2-C0AEB737624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B9FCC1-F131-C90F-4553-F3F10423AD7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7FE612-F0E5-2139-F0D9-53F2E60F952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4896B8C-AE39-4CAF-B982-04C6051CF2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7BA3C15-11F6-D37A-0349-702965E76F4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C115ED-EB6A-0BAE-0CB0-22FAD51D8FD2}"/>
                </a:ext>
              </a:extLst>
            </p:cNvPr>
            <p:cNvSpPr/>
            <p:nvPr/>
          </p:nvSpPr>
          <p:spPr>
            <a:xfrm>
              <a:off x="3708455" y="584240"/>
              <a:ext cx="4319126" cy="3301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accessing members of structures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DC81524-0CF8-8C4C-0B0C-05290FB8E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61" y="1099066"/>
            <a:ext cx="5578557" cy="57210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640015-E98E-A081-8BD0-AE94FC42722F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Dot operator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(.)</a:t>
            </a:r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 used to access members by means of the structure </a:t>
            </a:r>
          </a:p>
          <a:p>
            <a:pPr algn="ctr"/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name</a:t>
            </a:r>
            <a:endParaRPr lang="en-ZA" sz="200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EE7EE-0B9A-DD15-173B-4BF776D23984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solidFill>
                  <a:srgbClr val="FF0000"/>
                </a:solidFill>
                <a:latin typeface="LM Roman 12" panose="00000500000000000000" pitchFamily="50" charset="0"/>
              </a:rPr>
              <a:t>(.)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00AB1B84-22BC-8B88-726E-E2D26D58FAB4}"/>
              </a:ext>
            </a:extLst>
          </p:cNvPr>
          <p:cNvSpPr/>
          <p:nvPr/>
        </p:nvSpPr>
        <p:spPr>
          <a:xfrm rot="20737795">
            <a:off x="4167914" y="4124789"/>
            <a:ext cx="2513228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29262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1CFEC-2949-72A9-A13D-2C8B511F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A70AD6C-E4B5-AFCA-797D-A6EA62745D4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858064A-80EF-B20F-8B51-43625E89F84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45FA9C-9904-0FEE-155F-5B70AE83066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7A00F21-A0FB-5B4A-9A6D-CAEECBDFF27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3B2E17A-0E78-9C0A-2421-8E3510AA4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08446F-5F69-3C30-EE5C-BD96E72D7CC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224DC82-C35E-0583-FC34-E4E4D3747A7E}"/>
                </a:ext>
              </a:extLst>
            </p:cNvPr>
            <p:cNvSpPr/>
            <p:nvPr/>
          </p:nvSpPr>
          <p:spPr>
            <a:xfrm>
              <a:off x="3708455" y="584240"/>
              <a:ext cx="4319126" cy="3301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accessing members of structures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991F49-0950-DAA9-4268-1528B783F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61" y="1099066"/>
            <a:ext cx="5578557" cy="57210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788BD0-B259-F250-8EE7-28E1A2F1A577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Arrow operator </a:t>
            </a:r>
            <a:r>
              <a:rPr lang="en-US" sz="2000" b="1">
                <a:solidFill>
                  <a:srgbClr val="FF0000"/>
                </a:solidFill>
                <a:latin typeface="LM Roman 12" panose="00000500000000000000" pitchFamily="50" charset="0"/>
              </a:rPr>
              <a:t>(-&gt;)</a:t>
            </a:r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 used to access members by means of a pointer to </a:t>
            </a:r>
          </a:p>
          <a:p>
            <a:pPr algn="ctr"/>
            <a:r>
              <a:rPr lang="en-US" sz="2000" b="1">
                <a:solidFill>
                  <a:schemeClr val="tx1"/>
                </a:solidFill>
                <a:latin typeface="LM Roman 12" panose="00000500000000000000" pitchFamily="50" charset="0"/>
              </a:rPr>
              <a:t>the structure</a:t>
            </a:r>
            <a:endParaRPr lang="en-ZA" sz="2000">
              <a:solidFill>
                <a:srgbClr val="FF0000"/>
              </a:solidFill>
              <a:latin typeface="LM Roman 12" panose="000005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742729-D925-8835-4D2F-67D019218070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solidFill>
                  <a:srgbClr val="FF0000"/>
                </a:solidFill>
                <a:latin typeface="LM Roman 12" panose="00000500000000000000" pitchFamily="50" charset="0"/>
              </a:rPr>
              <a:t>(-&gt;)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536EEE2B-B4C0-36FF-6314-57491FB8ECE6}"/>
              </a:ext>
            </a:extLst>
          </p:cNvPr>
          <p:cNvSpPr/>
          <p:nvPr/>
        </p:nvSpPr>
        <p:spPr>
          <a:xfrm rot="19699986">
            <a:off x="4325861" y="4576760"/>
            <a:ext cx="2513228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3571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4E791-C2FC-E3FE-2F03-A616B9B8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8D2C353-F543-534C-BB76-DB076903B24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0A5CF9C-7034-E0F6-469A-D87939D3CAD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4C2A46-7E61-9C1C-E664-CBADD5D0855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333C46-30F3-5F86-D64C-D4470DC2CCC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C6A9C6B-E139-A8A8-B9B3-B3A9E0265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000576-6AA6-6482-E0A1-6BA37E2F8D0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16D8028-EDA6-D76F-3DE5-A3B984FE4563}"/>
                </a:ext>
              </a:extLst>
            </p:cNvPr>
            <p:cNvSpPr/>
            <p:nvPr/>
          </p:nvSpPr>
          <p:spPr>
            <a:xfrm>
              <a:off x="3708455" y="584240"/>
              <a:ext cx="4319126" cy="3301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accessing members of structures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763C635-E003-7EF9-4D1D-588CA7566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689" y="1245641"/>
            <a:ext cx="8786621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9060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1396-BA75-BC9C-501D-F0587014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8828C02-26C8-F891-38EB-7EEF87A7A74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8661744-2B01-F1B8-4348-CF74428D5D4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85BE3C-65DF-8CBB-3D68-61B948B59C4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C08B2E5-CB22-F575-F606-99E85BBDF8F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A249F6B-ECDE-CFD7-E7F9-A113CB6DD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1356F70-D1C6-EB3B-226A-8E2FA0AD801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0BD25B6-72B8-D91F-6BC5-40E109BEF03C}"/>
                </a:ext>
              </a:extLst>
            </p:cNvPr>
            <p:cNvSpPr/>
            <p:nvPr/>
          </p:nvSpPr>
          <p:spPr>
            <a:xfrm>
              <a:off x="3708455" y="584240"/>
              <a:ext cx="4319126" cy="3301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struct</a:t>
              </a: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: Using structures with functions</a:t>
              </a:r>
            </a:p>
          </p:txBody>
        </p:sp>
      </p:grp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E39D3499-E8DC-1CC4-5084-340194D414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3998967"/>
                  </p:ext>
                </p:extLst>
              </p:nvPr>
            </p:nvGraphicFramePr>
            <p:xfrm>
              <a:off x="1601680" y="1129308"/>
              <a:ext cx="8988639" cy="5056110"/>
            </p:xfrm>
            <a:graphic>
              <a:graphicData uri="http://schemas.microsoft.com/office/powerpoint/2016/slidezoom">
                <pslz:sldZm>
                  <pslz:sldZmObj sldId="610" cId="1015608507">
                    <pslz:zmPr id="{A4B01A6B-313A-49E8-8E13-854383C01E70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988639" cy="505611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E39D3499-E8DC-1CC4-5084-340194D414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1680" y="1129308"/>
                <a:ext cx="8988639" cy="50561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99440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B1E354-3D2B-C3E5-F10E-8EA56FE4B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148" y="0"/>
            <a:ext cx="7754047" cy="6621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A384C-2FF4-A9C7-8966-3A77AD30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149" y="6858000"/>
            <a:ext cx="7754046" cy="4299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9E658-D516-DFAD-09DC-ECF5D7D20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294" y="11157862"/>
            <a:ext cx="7735901" cy="197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08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8EE33-918C-C0C6-D229-FFDDB88A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23F0F6-0477-424C-6345-D7EA5B793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171" y="-6621034"/>
            <a:ext cx="7754047" cy="6621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BB1778-3AA9-2C24-1924-A38B63275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172" y="236966"/>
            <a:ext cx="7754046" cy="42998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4F7D95-29D8-61C8-04E9-28FF16F47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317" y="4773794"/>
            <a:ext cx="7735901" cy="197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23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96B3F-6F47-3643-B1BA-CA63CB43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70023CF-0375-EA23-05E6-89B0C9B372E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9E6141-DC0C-D3AB-E0FC-C1E251CCCF9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F8CEB8-D7BC-49F8-6239-2F117AD42EA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8C9A22-B878-6489-FF0C-46EE3FCF752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D15B1B8-7AD4-B9BA-F604-F7033EE32F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0F688E8-546C-7EE7-87C1-90AFF25F592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AF6F38E-6064-8C5D-8E7E-BF175A1451B5}"/>
                </a:ext>
              </a:extLst>
            </p:cNvPr>
            <p:cNvSpPr/>
            <p:nvPr/>
          </p:nvSpPr>
          <p:spPr>
            <a:xfrm>
              <a:off x="3708455" y="584240"/>
              <a:ext cx="4319126" cy="3301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typedef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70BF1B5-C518-2562-8D9D-15B12966F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997" y="1129308"/>
            <a:ext cx="8672312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1971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19BF-FD35-9997-2E40-F86357A7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27B6C8B-2558-24ED-573F-8BBCD84F8D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54FDF41-6977-6AFC-634A-0E1B856B7CC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32B14C-3417-1491-0346-2824A3E3B71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B1DC805-FE2F-75ED-D5DD-07EF8FDF8F3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0282D32-E358-70A5-6752-264AC19F0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1B1D1B-3E40-07DD-62C9-8D2E687326B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28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76E3864-B8FD-6027-7925-BB0211BAA89B}"/>
                </a:ext>
              </a:extLst>
            </p:cNvPr>
            <p:cNvSpPr/>
            <p:nvPr/>
          </p:nvSpPr>
          <p:spPr>
            <a:xfrm>
              <a:off x="3708455" y="584240"/>
              <a:ext cx="4319126" cy="3301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ZA">
                  <a:solidFill>
                    <a:srgbClr val="00B0F0"/>
                  </a:solidFill>
                  <a:latin typeface="LM Roman 12" panose="00000500000000000000" pitchFamily="50" charset="0"/>
                </a:rPr>
                <a:t>typedef</a:t>
              </a:r>
              <a:endParaRPr lang="en-ZA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FA7B23E-55AC-D2D4-7AAC-533C53A499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74997" y="944642"/>
            <a:ext cx="9907937" cy="572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0092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revision>1</cp:revision>
  <dcterms:created xsi:type="dcterms:W3CDTF">2026-09-13T12:30:06Z</dcterms:created>
  <dcterms:modified xsi:type="dcterms:W3CDTF">2026-09-28T07:09:11Z</dcterms:modified>
</cp:coreProperties>
</file>