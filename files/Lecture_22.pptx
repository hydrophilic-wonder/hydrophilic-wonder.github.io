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597" r:id="rId2"/>
    <p:sldId id="598" r:id="rId3"/>
    <p:sldId id="599" r:id="rId4"/>
    <p:sldId id="600" r:id="rId5"/>
    <p:sldId id="601" r:id="rId6"/>
    <p:sldId id="602" r:id="rId7"/>
    <p:sldId id="603" r:id="rId8"/>
    <p:sldId id="604" r:id="rId9"/>
    <p:sldId id="605" r:id="rId10"/>
    <p:sldId id="606" r:id="rId11"/>
    <p:sldId id="607" r:id="rId12"/>
    <p:sldId id="608" r:id="rId13"/>
    <p:sldId id="609" r:id="rId14"/>
    <p:sldId id="610" r:id="rId15"/>
    <p:sldId id="611" r:id="rId16"/>
    <p:sldId id="612" r:id="rId17"/>
    <p:sldId id="61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E6148F7-8D68-4A4E-8F96-2431CFD92223}" v="22" dt="2026-09-28T15:57:26.7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288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hobo, IL, Dr [ilkhobo@sun.ac.za]" userId="b519a442-dcea-4a28-9c45-7e29f1df5837" providerId="ADAL" clId="{8BC8A5CF-2DB3-45E9-BF57-F2ED810C291E}"/>
    <pc:docChg chg="undo custSel addSld delSld modSld sldOrd">
      <pc:chgData name="Khobo, IL, Dr [ilkhobo@sun.ac.za]" userId="b519a442-dcea-4a28-9c45-7e29f1df5837" providerId="ADAL" clId="{8BC8A5CF-2DB3-45E9-BF57-F2ED810C291E}" dt="2026-09-28T15:57:26.701" v="5570" actId="20577"/>
      <pc:docMkLst>
        <pc:docMk/>
      </pc:docMkLst>
      <pc:sldChg chg="modSp add del mod">
        <pc:chgData name="Khobo, IL, Dr [ilkhobo@sun.ac.za]" userId="b519a442-dcea-4a28-9c45-7e29f1df5837" providerId="ADAL" clId="{8BC8A5CF-2DB3-45E9-BF57-F2ED810C291E}" dt="2026-09-28T15:57:26.701" v="5570" actId="20577"/>
        <pc:sldMkLst>
          <pc:docMk/>
          <pc:sldMk cId="2601401026" sldId="597"/>
        </pc:sldMkLst>
        <pc:spChg chg="mod">
          <ac:chgData name="Khobo, IL, Dr [ilkhobo@sun.ac.za]" userId="b519a442-dcea-4a28-9c45-7e29f1df5837" providerId="ADAL" clId="{8BC8A5CF-2DB3-45E9-BF57-F2ED810C291E}" dt="2026-09-27T20:43:42.738" v="5565" actId="20577"/>
          <ac:spMkLst>
            <pc:docMk/>
            <pc:sldMk cId="2601401026" sldId="597"/>
            <ac:spMk id="13" creationId="{20076924-44A7-AFA3-D2D3-FEB8DE4DD9A9}"/>
          </ac:spMkLst>
        </pc:spChg>
        <pc:spChg chg="mod">
          <ac:chgData name="Khobo, IL, Dr [ilkhobo@sun.ac.za]" userId="b519a442-dcea-4a28-9c45-7e29f1df5837" providerId="ADAL" clId="{8BC8A5CF-2DB3-45E9-BF57-F2ED810C291E}" dt="2026-09-28T07:09:12.088" v="5568" actId="207"/>
          <ac:spMkLst>
            <pc:docMk/>
            <pc:sldMk cId="2601401026" sldId="597"/>
            <ac:spMk id="17" creationId="{7EC74C40-289A-CA47-2A9E-CB243EF9FF06}"/>
          </ac:spMkLst>
        </pc:spChg>
        <pc:spChg chg="mod">
          <ac:chgData name="Khobo, IL, Dr [ilkhobo@sun.ac.za]" userId="b519a442-dcea-4a28-9c45-7e29f1df5837" providerId="ADAL" clId="{8BC8A5CF-2DB3-45E9-BF57-F2ED810C291E}" dt="2026-09-27T14:16:22.122" v="4517" actId="1076"/>
          <ac:spMkLst>
            <pc:docMk/>
            <pc:sldMk cId="2601401026" sldId="597"/>
            <ac:spMk id="19" creationId="{799DE2B1-C8C5-DEBE-B93A-8AC9B1EB7547}"/>
          </ac:spMkLst>
        </pc:spChg>
        <pc:spChg chg="mod">
          <ac:chgData name="Khobo, IL, Dr [ilkhobo@sun.ac.za]" userId="b519a442-dcea-4a28-9c45-7e29f1df5837" providerId="ADAL" clId="{8BC8A5CF-2DB3-45E9-BF57-F2ED810C291E}" dt="2026-09-28T15:57:26.701" v="5570" actId="20577"/>
          <ac:spMkLst>
            <pc:docMk/>
            <pc:sldMk cId="2601401026" sldId="597"/>
            <ac:spMk id="34" creationId="{593DD671-6E7B-06CE-9A2D-78AB0133EE61}"/>
          </ac:spMkLst>
        </pc:spChg>
        <pc:picChg chg="mod">
          <ac:chgData name="Khobo, IL, Dr [ilkhobo@sun.ac.za]" userId="b519a442-dcea-4a28-9c45-7e29f1df5837" providerId="ADAL" clId="{8BC8A5CF-2DB3-45E9-BF57-F2ED810C291E}" dt="2026-09-15T10:02:47.697" v="56" actId="14100"/>
          <ac:picMkLst>
            <pc:docMk/>
            <pc:sldMk cId="2601401026" sldId="597"/>
            <ac:picMk id="4" creationId="{8E3F0134-2454-5477-8946-7D018BDF2F56}"/>
          </ac:picMkLst>
        </pc:picChg>
      </pc:sldChg>
      <pc:sldChg chg="addSp delSp modSp add mod modAnim">
        <pc:chgData name="Khobo, IL, Dr [ilkhobo@sun.ac.za]" userId="b519a442-dcea-4a28-9c45-7e29f1df5837" providerId="ADAL" clId="{8BC8A5CF-2DB3-45E9-BF57-F2ED810C291E}" dt="2026-09-27T15:00:40.401" v="4724" actId="20577"/>
        <pc:sldMkLst>
          <pc:docMk/>
          <pc:sldMk cId="3208347062" sldId="598"/>
        </pc:sldMkLst>
        <pc:spChg chg="add mod">
          <ac:chgData name="Khobo, IL, Dr [ilkhobo@sun.ac.za]" userId="b519a442-dcea-4a28-9c45-7e29f1df5837" providerId="ADAL" clId="{8BC8A5CF-2DB3-45E9-BF57-F2ED810C291E}" dt="2026-09-27T14:34:42.642" v="4575" actId="207"/>
          <ac:spMkLst>
            <pc:docMk/>
            <pc:sldMk cId="3208347062" sldId="598"/>
            <ac:spMk id="6" creationId="{4BE33306-828B-67B7-78C5-1D4301CF134E}"/>
          </ac:spMkLst>
        </pc:spChg>
        <pc:spChg chg="add mod">
          <ac:chgData name="Khobo, IL, Dr [ilkhobo@sun.ac.za]" userId="b519a442-dcea-4a28-9c45-7e29f1df5837" providerId="ADAL" clId="{8BC8A5CF-2DB3-45E9-BF57-F2ED810C291E}" dt="2026-09-27T14:34:42.642" v="4575" actId="207"/>
          <ac:spMkLst>
            <pc:docMk/>
            <pc:sldMk cId="3208347062" sldId="598"/>
            <ac:spMk id="9" creationId="{39730078-7D21-55FC-412D-3C816B231362}"/>
          </ac:spMkLst>
        </pc:spChg>
        <pc:spChg chg="mod">
          <ac:chgData name="Khobo, IL, Dr [ilkhobo@sun.ac.za]" userId="b519a442-dcea-4a28-9c45-7e29f1df5837" providerId="ADAL" clId="{8BC8A5CF-2DB3-45E9-BF57-F2ED810C291E}" dt="2026-09-27T14:29:41.904" v="4522" actId="20577"/>
          <ac:spMkLst>
            <pc:docMk/>
            <pc:sldMk cId="3208347062" sldId="598"/>
            <ac:spMk id="34" creationId="{A2D25D3D-94F9-BAD6-D6CC-3666F8DA8FDF}"/>
          </ac:spMkLst>
        </pc:spChg>
        <pc:spChg chg="mod">
          <ac:chgData name="Khobo, IL, Dr [ilkhobo@sun.ac.za]" userId="b519a442-dcea-4a28-9c45-7e29f1df5837" providerId="ADAL" clId="{8BC8A5CF-2DB3-45E9-BF57-F2ED810C291E}" dt="2026-09-27T15:00:40.401" v="4724" actId="20577"/>
          <ac:spMkLst>
            <pc:docMk/>
            <pc:sldMk cId="3208347062" sldId="598"/>
            <ac:spMk id="52" creationId="{B2B51C7C-CE2A-9367-FB7F-999F8F94AD36}"/>
          </ac:spMkLst>
        </pc:spChg>
        <pc:spChg chg="mod">
          <ac:chgData name="Khobo, IL, Dr [ilkhobo@sun.ac.za]" userId="b519a442-dcea-4a28-9c45-7e29f1df5837" providerId="ADAL" clId="{8BC8A5CF-2DB3-45E9-BF57-F2ED810C291E}" dt="2026-09-27T15:00:21.518" v="4717" actId="20577"/>
          <ac:spMkLst>
            <pc:docMk/>
            <pc:sldMk cId="3208347062" sldId="598"/>
            <ac:spMk id="58" creationId="{56712CFB-7F4C-CDC4-3C3D-2FE8C10CBB6D}"/>
          </ac:spMkLst>
        </pc:spChg>
        <pc:spChg chg="mod">
          <ac:chgData name="Khobo, IL, Dr [ilkhobo@sun.ac.za]" userId="b519a442-dcea-4a28-9c45-7e29f1df5837" providerId="ADAL" clId="{8BC8A5CF-2DB3-45E9-BF57-F2ED810C291E}" dt="2026-09-27T15:00:26.226" v="4719" actId="20577"/>
          <ac:spMkLst>
            <pc:docMk/>
            <pc:sldMk cId="3208347062" sldId="598"/>
            <ac:spMk id="60" creationId="{DA94DD87-E98A-2277-D7DF-118F496423D8}"/>
          </ac:spMkLst>
        </pc:spChg>
        <pc:spChg chg="mod">
          <ac:chgData name="Khobo, IL, Dr [ilkhobo@sun.ac.za]" userId="b519a442-dcea-4a28-9c45-7e29f1df5837" providerId="ADAL" clId="{8BC8A5CF-2DB3-45E9-BF57-F2ED810C291E}" dt="2026-09-27T14:36:09.794" v="4708" actId="20577"/>
          <ac:spMkLst>
            <pc:docMk/>
            <pc:sldMk cId="3208347062" sldId="598"/>
            <ac:spMk id="96" creationId="{3F890AB2-A1D1-9916-75CA-2AC1F2886BA6}"/>
          </ac:spMkLst>
        </pc:spChg>
        <pc:spChg chg="mod">
          <ac:chgData name="Khobo, IL, Dr [ilkhobo@sun.ac.za]" userId="b519a442-dcea-4a28-9c45-7e29f1df5837" providerId="ADAL" clId="{8BC8A5CF-2DB3-45E9-BF57-F2ED810C291E}" dt="2026-09-27T14:30:39.912" v="4539" actId="20577"/>
          <ac:spMkLst>
            <pc:docMk/>
            <pc:sldMk cId="3208347062" sldId="598"/>
            <ac:spMk id="97" creationId="{D9D37CFD-1FF4-F0B9-4303-F75EDA2CFC0B}"/>
          </ac:spMkLst>
        </pc:spChg>
        <pc:cxnChg chg="add mod">
          <ac:chgData name="Khobo, IL, Dr [ilkhobo@sun.ac.za]" userId="b519a442-dcea-4a28-9c45-7e29f1df5837" providerId="ADAL" clId="{8BC8A5CF-2DB3-45E9-BF57-F2ED810C291E}" dt="2026-09-27T14:34:36.803" v="4574" actId="208"/>
          <ac:cxnSpMkLst>
            <pc:docMk/>
            <pc:sldMk cId="3208347062" sldId="598"/>
            <ac:cxnSpMk id="16" creationId="{CE27081F-24DC-8897-129C-CF3557C4541C}"/>
          </ac:cxnSpMkLst>
        </pc:cxnChg>
        <pc:cxnChg chg="add mod">
          <ac:chgData name="Khobo, IL, Dr [ilkhobo@sun.ac.za]" userId="b519a442-dcea-4a28-9c45-7e29f1df5837" providerId="ADAL" clId="{8BC8A5CF-2DB3-45E9-BF57-F2ED810C291E}" dt="2026-09-27T14:34:36.803" v="4574" actId="208"/>
          <ac:cxnSpMkLst>
            <pc:docMk/>
            <pc:sldMk cId="3208347062" sldId="598"/>
            <ac:cxnSpMk id="18" creationId="{DA087E2D-ACD5-DA85-7346-A694E35ABA1C}"/>
          </ac:cxnSpMkLst>
        </pc:cxnChg>
        <pc:cxnChg chg="mod">
          <ac:chgData name="Khobo, IL, Dr [ilkhobo@sun.ac.za]" userId="b519a442-dcea-4a28-9c45-7e29f1df5837" providerId="ADAL" clId="{8BC8A5CF-2DB3-45E9-BF57-F2ED810C291E}" dt="2026-09-27T14:30:23.998" v="4525" actId="208"/>
          <ac:cxnSpMkLst>
            <pc:docMk/>
            <pc:sldMk cId="3208347062" sldId="598"/>
            <ac:cxnSpMk id="66" creationId="{F361A91D-7A7C-80AB-5298-556AB989F3E7}"/>
          </ac:cxnSpMkLst>
        </pc:cxnChg>
      </pc:sldChg>
      <pc:sldChg chg="addSp delSp modSp add mod delAnim modNotesTx">
        <pc:chgData name="Khobo, IL, Dr [ilkhobo@sun.ac.za]" userId="b519a442-dcea-4a28-9c45-7e29f1df5837" providerId="ADAL" clId="{8BC8A5CF-2DB3-45E9-BF57-F2ED810C291E}" dt="2026-09-27T16:32:41.004" v="4830" actId="1076"/>
        <pc:sldMkLst>
          <pc:docMk/>
          <pc:sldMk cId="4217422227" sldId="599"/>
        </pc:sldMkLst>
        <pc:spChg chg="add del mod">
          <ac:chgData name="Khobo, IL, Dr [ilkhobo@sun.ac.za]" userId="b519a442-dcea-4a28-9c45-7e29f1df5837" providerId="ADAL" clId="{8BC8A5CF-2DB3-45E9-BF57-F2ED810C291E}" dt="2026-09-27T16:32:37.051" v="4829" actId="1076"/>
          <ac:spMkLst>
            <pc:docMk/>
            <pc:sldMk cId="4217422227" sldId="599"/>
            <ac:spMk id="4" creationId="{33E6D6FA-237D-82AA-AEAC-C8CD78996706}"/>
          </ac:spMkLst>
        </pc:spChg>
        <pc:spChg chg="add mod">
          <ac:chgData name="Khobo, IL, Dr [ilkhobo@sun.ac.za]" userId="b519a442-dcea-4a28-9c45-7e29f1df5837" providerId="ADAL" clId="{8BC8A5CF-2DB3-45E9-BF57-F2ED810C291E}" dt="2026-09-27T16:32:41.004" v="4830" actId="1076"/>
          <ac:spMkLst>
            <pc:docMk/>
            <pc:sldMk cId="4217422227" sldId="599"/>
            <ac:spMk id="7" creationId="{403A1BDE-825E-0AD3-EB34-BE871AD52A29}"/>
          </ac:spMkLst>
        </pc:spChg>
        <pc:spChg chg="mod">
          <ac:chgData name="Khobo, IL, Dr [ilkhobo@sun.ac.za]" userId="b519a442-dcea-4a28-9c45-7e29f1df5837" providerId="ADAL" clId="{8BC8A5CF-2DB3-45E9-BF57-F2ED810C291E}" dt="2026-09-27T15:03:05.684" v="4737" actId="20577"/>
          <ac:spMkLst>
            <pc:docMk/>
            <pc:sldMk cId="4217422227" sldId="599"/>
            <ac:spMk id="36" creationId="{429E743A-632E-9EB3-5D21-ECF5187657DD}"/>
          </ac:spMkLst>
        </pc:spChg>
        <pc:grpChg chg="mod">
          <ac:chgData name="Khobo, IL, Dr [ilkhobo@sun.ac.za]" userId="b519a442-dcea-4a28-9c45-7e29f1df5837" providerId="ADAL" clId="{8BC8A5CF-2DB3-45E9-BF57-F2ED810C291E}" dt="2026-09-27T15:02:36.727" v="4727" actId="1076"/>
          <ac:grpSpMkLst>
            <pc:docMk/>
            <pc:sldMk cId="4217422227" sldId="599"/>
            <ac:grpSpMk id="37" creationId="{1AAF1644-2C68-6654-8F0A-184FF1A11925}"/>
          </ac:grpSpMkLst>
        </pc:grpChg>
      </pc:sldChg>
      <pc:sldChg chg="addSp delSp modSp add mod">
        <pc:chgData name="Khobo, IL, Dr [ilkhobo@sun.ac.za]" userId="b519a442-dcea-4a28-9c45-7e29f1df5837" providerId="ADAL" clId="{8BC8A5CF-2DB3-45E9-BF57-F2ED810C291E}" dt="2026-09-27T16:50:16.508" v="4853" actId="207"/>
        <pc:sldMkLst>
          <pc:docMk/>
          <pc:sldMk cId="2457691704" sldId="600"/>
        </pc:sldMkLst>
        <pc:spChg chg="mod">
          <ac:chgData name="Khobo, IL, Dr [ilkhobo@sun.ac.za]" userId="b519a442-dcea-4a28-9c45-7e29f1df5837" providerId="ADAL" clId="{8BC8A5CF-2DB3-45E9-BF57-F2ED810C291E}" dt="2026-09-27T16:50:16.508" v="4853" actId="207"/>
          <ac:spMkLst>
            <pc:docMk/>
            <pc:sldMk cId="2457691704" sldId="600"/>
            <ac:spMk id="36" creationId="{2AD91FA5-AD5D-03FE-E8B2-81F84A9F0C94}"/>
          </ac:spMkLst>
        </pc:spChg>
        <pc:picChg chg="add mod">
          <ac:chgData name="Khobo, IL, Dr [ilkhobo@sun.ac.za]" userId="b519a442-dcea-4a28-9c45-7e29f1df5837" providerId="ADAL" clId="{8BC8A5CF-2DB3-45E9-BF57-F2ED810C291E}" dt="2026-09-27T15:14:41.254" v="4793" actId="14100"/>
          <ac:picMkLst>
            <pc:docMk/>
            <pc:sldMk cId="2457691704" sldId="600"/>
            <ac:picMk id="3" creationId="{D4C79943-3E53-3CBF-4764-528CBA240780}"/>
          </ac:picMkLst>
        </pc:picChg>
      </pc:sldChg>
      <pc:sldChg chg="addSp delSp modSp add mod addAnim delAnim modAnim">
        <pc:chgData name="Khobo, IL, Dr [ilkhobo@sun.ac.za]" userId="b519a442-dcea-4a28-9c45-7e29f1df5837" providerId="ADAL" clId="{8BC8A5CF-2DB3-45E9-BF57-F2ED810C291E}" dt="2026-09-27T17:35:34.734" v="4947"/>
        <pc:sldMkLst>
          <pc:docMk/>
          <pc:sldMk cId="461514154" sldId="601"/>
        </pc:sldMkLst>
        <pc:spChg chg="mod">
          <ac:chgData name="Khobo, IL, Dr [ilkhobo@sun.ac.za]" userId="b519a442-dcea-4a28-9c45-7e29f1df5837" providerId="ADAL" clId="{8BC8A5CF-2DB3-45E9-BF57-F2ED810C291E}" dt="2026-09-27T16:50:29.173" v="4855" actId="20577"/>
          <ac:spMkLst>
            <pc:docMk/>
            <pc:sldMk cId="461514154" sldId="601"/>
            <ac:spMk id="36" creationId="{E020663E-4294-CA1D-A1F9-B4C61EA3F125}"/>
          </ac:spMkLst>
        </pc:spChg>
        <pc:picChg chg="add mod">
          <ac:chgData name="Khobo, IL, Dr [ilkhobo@sun.ac.za]" userId="b519a442-dcea-4a28-9c45-7e29f1df5837" providerId="ADAL" clId="{8BC8A5CF-2DB3-45E9-BF57-F2ED810C291E}" dt="2026-09-27T16:55:59.485" v="4899" actId="1076"/>
          <ac:picMkLst>
            <pc:docMk/>
            <pc:sldMk cId="461514154" sldId="601"/>
            <ac:picMk id="6" creationId="{13815D80-4385-8E72-E5BB-D8B98AC0D46A}"/>
          </ac:picMkLst>
        </pc:picChg>
        <pc:picChg chg="add mod">
          <ac:chgData name="Khobo, IL, Dr [ilkhobo@sun.ac.za]" userId="b519a442-dcea-4a28-9c45-7e29f1df5837" providerId="ADAL" clId="{8BC8A5CF-2DB3-45E9-BF57-F2ED810C291E}" dt="2026-09-27T16:51:20.753" v="4865" actId="14100"/>
          <ac:picMkLst>
            <pc:docMk/>
            <pc:sldMk cId="461514154" sldId="601"/>
            <ac:picMk id="8" creationId="{8F2F1FCF-87AA-8562-A288-990D1979A080}"/>
          </ac:picMkLst>
        </pc:picChg>
        <pc:picChg chg="add mod">
          <ac:chgData name="Khobo, IL, Dr [ilkhobo@sun.ac.za]" userId="b519a442-dcea-4a28-9c45-7e29f1df5837" providerId="ADAL" clId="{8BC8A5CF-2DB3-45E9-BF57-F2ED810C291E}" dt="2026-09-27T16:55:54.840" v="4897" actId="14100"/>
          <ac:picMkLst>
            <pc:docMk/>
            <pc:sldMk cId="461514154" sldId="601"/>
            <ac:picMk id="14" creationId="{2B2EC7A3-F344-69A7-238D-FA7DDE9F9859}"/>
          </ac:picMkLst>
        </pc:picChg>
      </pc:sldChg>
      <pc:sldChg chg="addSp delSp modSp add mod delAnim">
        <pc:chgData name="Khobo, IL, Dr [ilkhobo@sun.ac.za]" userId="b519a442-dcea-4a28-9c45-7e29f1df5837" providerId="ADAL" clId="{8BC8A5CF-2DB3-45E9-BF57-F2ED810C291E}" dt="2026-09-27T17:40:23.038" v="5078" actId="207"/>
        <pc:sldMkLst>
          <pc:docMk/>
          <pc:sldMk cId="1862102172" sldId="602"/>
        </pc:sldMkLst>
        <pc:spChg chg="add mod">
          <ac:chgData name="Khobo, IL, Dr [ilkhobo@sun.ac.za]" userId="b519a442-dcea-4a28-9c45-7e29f1df5837" providerId="ADAL" clId="{8BC8A5CF-2DB3-45E9-BF57-F2ED810C291E}" dt="2026-09-27T17:40:23.038" v="5078" actId="207"/>
          <ac:spMkLst>
            <pc:docMk/>
            <pc:sldMk cId="1862102172" sldId="602"/>
            <ac:spMk id="9" creationId="{1297C76C-A0B9-AE24-09F3-4BE1B051E2AF}"/>
          </ac:spMkLst>
        </pc:spChg>
        <pc:spChg chg="add mod">
          <ac:chgData name="Khobo, IL, Dr [ilkhobo@sun.ac.za]" userId="b519a442-dcea-4a28-9c45-7e29f1df5837" providerId="ADAL" clId="{8BC8A5CF-2DB3-45E9-BF57-F2ED810C291E}" dt="2026-09-27T17:38:28.867" v="4985" actId="20577"/>
          <ac:spMkLst>
            <pc:docMk/>
            <pc:sldMk cId="1862102172" sldId="602"/>
            <ac:spMk id="11" creationId="{419C7E7E-F19D-1D6F-66C7-8762FD51EE37}"/>
          </ac:spMkLst>
        </pc:spChg>
        <pc:spChg chg="add mod">
          <ac:chgData name="Khobo, IL, Dr [ilkhobo@sun.ac.za]" userId="b519a442-dcea-4a28-9c45-7e29f1df5837" providerId="ADAL" clId="{8BC8A5CF-2DB3-45E9-BF57-F2ED810C291E}" dt="2026-09-27T17:38:15.560" v="4964" actId="14100"/>
          <ac:spMkLst>
            <pc:docMk/>
            <pc:sldMk cId="1862102172" sldId="602"/>
            <ac:spMk id="13" creationId="{44817DF4-0A59-27B0-6D24-2E45C12203E7}"/>
          </ac:spMkLst>
        </pc:spChg>
        <pc:spChg chg="mod">
          <ac:chgData name="Khobo, IL, Dr [ilkhobo@sun.ac.za]" userId="b519a442-dcea-4a28-9c45-7e29f1df5837" providerId="ADAL" clId="{8BC8A5CF-2DB3-45E9-BF57-F2ED810C291E}" dt="2026-09-27T17:28:27.064" v="4938" actId="20577"/>
          <ac:spMkLst>
            <pc:docMk/>
            <pc:sldMk cId="1862102172" sldId="602"/>
            <ac:spMk id="36" creationId="{1D568253-6BB8-0590-F13A-C1B90078AA26}"/>
          </ac:spMkLst>
        </pc:spChg>
        <pc:picChg chg="add mod">
          <ac:chgData name="Khobo, IL, Dr [ilkhobo@sun.ac.za]" userId="b519a442-dcea-4a28-9c45-7e29f1df5837" providerId="ADAL" clId="{8BC8A5CF-2DB3-45E9-BF57-F2ED810C291E}" dt="2026-09-27T17:30:39.375" v="4945" actId="1076"/>
          <ac:picMkLst>
            <pc:docMk/>
            <pc:sldMk cId="1862102172" sldId="602"/>
            <ac:picMk id="5" creationId="{006DE3FB-D295-DC5F-A183-59CA54F52B5D}"/>
          </ac:picMkLst>
        </pc:picChg>
      </pc:sldChg>
      <pc:sldChg chg="modSp add mod modTransition">
        <pc:chgData name="Khobo, IL, Dr [ilkhobo@sun.ac.za]" userId="b519a442-dcea-4a28-9c45-7e29f1df5837" providerId="ADAL" clId="{8BC8A5CF-2DB3-45E9-BF57-F2ED810C291E}" dt="2026-09-27T17:41:52.291" v="5156" actId="207"/>
        <pc:sldMkLst>
          <pc:docMk/>
          <pc:sldMk cId="3057964888" sldId="603"/>
        </pc:sldMkLst>
        <pc:spChg chg="mod">
          <ac:chgData name="Khobo, IL, Dr [ilkhobo@sun.ac.za]" userId="b519a442-dcea-4a28-9c45-7e29f1df5837" providerId="ADAL" clId="{8BC8A5CF-2DB3-45E9-BF57-F2ED810C291E}" dt="2026-09-27T17:41:52.291" v="5156" actId="207"/>
          <ac:spMkLst>
            <pc:docMk/>
            <pc:sldMk cId="3057964888" sldId="603"/>
            <ac:spMk id="9" creationId="{A1E91C88-B17D-B6F1-2A3B-6A50D996A226}"/>
          </ac:spMkLst>
        </pc:spChg>
        <pc:spChg chg="mod">
          <ac:chgData name="Khobo, IL, Dr [ilkhobo@sun.ac.za]" userId="b519a442-dcea-4a28-9c45-7e29f1df5837" providerId="ADAL" clId="{8BC8A5CF-2DB3-45E9-BF57-F2ED810C291E}" dt="2026-09-27T17:41:06.164" v="5083" actId="14100"/>
          <ac:spMkLst>
            <pc:docMk/>
            <pc:sldMk cId="3057964888" sldId="603"/>
            <ac:spMk id="13" creationId="{C5A9C34E-6D79-A398-2697-ED5170F243C2}"/>
          </ac:spMkLst>
        </pc:spChg>
      </pc:sldChg>
      <pc:sldChg chg="modSp add mod">
        <pc:chgData name="Khobo, IL, Dr [ilkhobo@sun.ac.za]" userId="b519a442-dcea-4a28-9c45-7e29f1df5837" providerId="ADAL" clId="{8BC8A5CF-2DB3-45E9-BF57-F2ED810C291E}" dt="2026-09-27T17:44:14.508" v="5276" actId="207"/>
        <pc:sldMkLst>
          <pc:docMk/>
          <pc:sldMk cId="4088622168" sldId="604"/>
        </pc:sldMkLst>
        <pc:spChg chg="mod">
          <ac:chgData name="Khobo, IL, Dr [ilkhobo@sun.ac.za]" userId="b519a442-dcea-4a28-9c45-7e29f1df5837" providerId="ADAL" clId="{8BC8A5CF-2DB3-45E9-BF57-F2ED810C291E}" dt="2026-09-27T17:44:14.508" v="5276" actId="207"/>
          <ac:spMkLst>
            <pc:docMk/>
            <pc:sldMk cId="4088622168" sldId="604"/>
            <ac:spMk id="9" creationId="{7728C9FC-64F0-BC7E-63E7-77C744CBDE5F}"/>
          </ac:spMkLst>
        </pc:spChg>
        <pc:spChg chg="mod">
          <ac:chgData name="Khobo, IL, Dr [ilkhobo@sun.ac.za]" userId="b519a442-dcea-4a28-9c45-7e29f1df5837" providerId="ADAL" clId="{8BC8A5CF-2DB3-45E9-BF57-F2ED810C291E}" dt="2026-09-27T17:42:52.618" v="5159" actId="20577"/>
          <ac:spMkLst>
            <pc:docMk/>
            <pc:sldMk cId="4088622168" sldId="604"/>
            <ac:spMk id="11" creationId="{EA679CCA-3B88-9E16-0B61-1F303F0BA66B}"/>
          </ac:spMkLst>
        </pc:spChg>
        <pc:spChg chg="mod">
          <ac:chgData name="Khobo, IL, Dr [ilkhobo@sun.ac.za]" userId="b519a442-dcea-4a28-9c45-7e29f1df5837" providerId="ADAL" clId="{8BC8A5CF-2DB3-45E9-BF57-F2ED810C291E}" dt="2026-09-27T17:43:26.896" v="5207" actId="14100"/>
          <ac:spMkLst>
            <pc:docMk/>
            <pc:sldMk cId="4088622168" sldId="604"/>
            <ac:spMk id="13" creationId="{A8A8184D-03DE-0E8E-D024-128538416291}"/>
          </ac:spMkLst>
        </pc:spChg>
      </pc:sldChg>
      <pc:sldChg chg="modSp add mod">
        <pc:chgData name="Khobo, IL, Dr [ilkhobo@sun.ac.za]" userId="b519a442-dcea-4a28-9c45-7e29f1df5837" providerId="ADAL" clId="{8BC8A5CF-2DB3-45E9-BF57-F2ED810C291E}" dt="2026-09-27T17:45:56.664" v="5355" actId="20577"/>
        <pc:sldMkLst>
          <pc:docMk/>
          <pc:sldMk cId="768079240" sldId="605"/>
        </pc:sldMkLst>
        <pc:spChg chg="mod">
          <ac:chgData name="Khobo, IL, Dr [ilkhobo@sun.ac.za]" userId="b519a442-dcea-4a28-9c45-7e29f1df5837" providerId="ADAL" clId="{8BC8A5CF-2DB3-45E9-BF57-F2ED810C291E}" dt="2026-09-27T17:45:56.664" v="5355" actId="20577"/>
          <ac:spMkLst>
            <pc:docMk/>
            <pc:sldMk cId="768079240" sldId="605"/>
            <ac:spMk id="9" creationId="{F45ED9BD-5279-11F2-9008-85E20496AF58}"/>
          </ac:spMkLst>
        </pc:spChg>
        <pc:spChg chg="mod">
          <ac:chgData name="Khobo, IL, Dr [ilkhobo@sun.ac.za]" userId="b519a442-dcea-4a28-9c45-7e29f1df5837" providerId="ADAL" clId="{8BC8A5CF-2DB3-45E9-BF57-F2ED810C291E}" dt="2026-09-27T17:45:16.522" v="5286" actId="1076"/>
          <ac:spMkLst>
            <pc:docMk/>
            <pc:sldMk cId="768079240" sldId="605"/>
            <ac:spMk id="13" creationId="{EF678066-9A2E-EAB2-F42D-6062E6BCE763}"/>
          </ac:spMkLst>
        </pc:spChg>
        <pc:picChg chg="mod">
          <ac:chgData name="Khobo, IL, Dr [ilkhobo@sun.ac.za]" userId="b519a442-dcea-4a28-9c45-7e29f1df5837" providerId="ADAL" clId="{8BC8A5CF-2DB3-45E9-BF57-F2ED810C291E}" dt="2026-09-27T17:45:10.460" v="5285" actId="1076"/>
          <ac:picMkLst>
            <pc:docMk/>
            <pc:sldMk cId="768079240" sldId="605"/>
            <ac:picMk id="5" creationId="{017BFA1E-9E07-7A7C-C72F-A50C2B4E68BF}"/>
          </ac:picMkLst>
        </pc:picChg>
      </pc:sldChg>
      <pc:sldChg chg="addSp delSp modSp add mod modTransition">
        <pc:chgData name="Khobo, IL, Dr [ilkhobo@sun.ac.za]" userId="b519a442-dcea-4a28-9c45-7e29f1df5837" providerId="ADAL" clId="{8BC8A5CF-2DB3-45E9-BF57-F2ED810C291E}" dt="2026-09-27T19:12:37.021" v="5453" actId="207"/>
        <pc:sldMkLst>
          <pc:docMk/>
          <pc:sldMk cId="1492292624" sldId="606"/>
        </pc:sldMkLst>
        <pc:spChg chg="add mod">
          <ac:chgData name="Khobo, IL, Dr [ilkhobo@sun.ac.za]" userId="b519a442-dcea-4a28-9c45-7e29f1df5837" providerId="ADAL" clId="{8BC8A5CF-2DB3-45E9-BF57-F2ED810C291E}" dt="2026-09-27T19:12:37.021" v="5453" actId="207"/>
          <ac:spMkLst>
            <pc:docMk/>
            <pc:sldMk cId="1492292624" sldId="606"/>
            <ac:spMk id="6" creationId="{D5640015-E98E-A081-8BD0-AE94FC42722F}"/>
          </ac:spMkLst>
        </pc:spChg>
        <pc:spChg chg="add mod">
          <ac:chgData name="Khobo, IL, Dr [ilkhobo@sun.ac.za]" userId="b519a442-dcea-4a28-9c45-7e29f1df5837" providerId="ADAL" clId="{8BC8A5CF-2DB3-45E9-BF57-F2ED810C291E}" dt="2026-09-27T19:12:32.264" v="5452" actId="207"/>
          <ac:spMkLst>
            <pc:docMk/>
            <pc:sldMk cId="1492292624" sldId="606"/>
            <ac:spMk id="8" creationId="{8B7EE7EE-0B9A-DD15-173B-4BF776D23984}"/>
          </ac:spMkLst>
        </pc:spChg>
        <pc:spChg chg="add mod">
          <ac:chgData name="Khobo, IL, Dr [ilkhobo@sun.ac.za]" userId="b519a442-dcea-4a28-9c45-7e29f1df5837" providerId="ADAL" clId="{8BC8A5CF-2DB3-45E9-BF57-F2ED810C291E}" dt="2026-09-27T18:56:41.161" v="5438" actId="14100"/>
          <ac:spMkLst>
            <pc:docMk/>
            <pc:sldMk cId="1492292624" sldId="606"/>
            <ac:spMk id="12" creationId="{00AB1B84-22BC-8B88-726E-E2D26D58FAB4}"/>
          </ac:spMkLst>
        </pc:spChg>
        <pc:spChg chg="mod">
          <ac:chgData name="Khobo, IL, Dr [ilkhobo@sun.ac.za]" userId="b519a442-dcea-4a28-9c45-7e29f1df5837" providerId="ADAL" clId="{8BC8A5CF-2DB3-45E9-BF57-F2ED810C291E}" dt="2026-09-27T18:36:25.994" v="5392" actId="14100"/>
          <ac:spMkLst>
            <pc:docMk/>
            <pc:sldMk cId="1492292624" sldId="606"/>
            <ac:spMk id="36" creationId="{CFC115ED-EB6A-0BAE-0CB0-22FAD51D8FD2}"/>
          </ac:spMkLst>
        </pc:spChg>
        <pc:picChg chg="add mod">
          <ac:chgData name="Khobo, IL, Dr [ilkhobo@sun.ac.za]" userId="b519a442-dcea-4a28-9c45-7e29f1df5837" providerId="ADAL" clId="{8BC8A5CF-2DB3-45E9-BF57-F2ED810C291E}" dt="2026-09-27T18:54:58.181" v="5401" actId="1076"/>
          <ac:picMkLst>
            <pc:docMk/>
            <pc:sldMk cId="1492292624" sldId="606"/>
            <ac:picMk id="3" creationId="{CDC81524-0CF8-8C4C-0B0C-05290FB8EC3F}"/>
          </ac:picMkLst>
        </pc:picChg>
      </pc:sldChg>
      <pc:sldChg chg="modSp add mod modTransition">
        <pc:chgData name="Khobo, IL, Dr [ilkhobo@sun.ac.za]" userId="b519a442-dcea-4a28-9c45-7e29f1df5837" providerId="ADAL" clId="{8BC8A5CF-2DB3-45E9-BF57-F2ED810C291E}" dt="2026-09-27T19:15:21.744" v="5455"/>
        <pc:sldMkLst>
          <pc:docMk/>
          <pc:sldMk cId="2793571528" sldId="607"/>
        </pc:sldMkLst>
        <pc:spChg chg="mod">
          <ac:chgData name="Khobo, IL, Dr [ilkhobo@sun.ac.za]" userId="b519a442-dcea-4a28-9c45-7e29f1df5837" providerId="ADAL" clId="{8BC8A5CF-2DB3-45E9-BF57-F2ED810C291E}" dt="2026-09-27T19:12:24.248" v="5451" actId="207"/>
          <ac:spMkLst>
            <pc:docMk/>
            <pc:sldMk cId="2793571528" sldId="607"/>
            <ac:spMk id="6" creationId="{49788BD0-B259-F250-8EE7-28E1A2F1A577}"/>
          </ac:spMkLst>
        </pc:spChg>
        <pc:spChg chg="mod">
          <ac:chgData name="Khobo, IL, Dr [ilkhobo@sun.ac.za]" userId="b519a442-dcea-4a28-9c45-7e29f1df5837" providerId="ADAL" clId="{8BC8A5CF-2DB3-45E9-BF57-F2ED810C291E}" dt="2026-09-27T19:12:19.638" v="5450" actId="207"/>
          <ac:spMkLst>
            <pc:docMk/>
            <pc:sldMk cId="2793571528" sldId="607"/>
            <ac:spMk id="8" creationId="{DC742729-D925-8835-4D2F-67D019218070}"/>
          </ac:spMkLst>
        </pc:spChg>
        <pc:spChg chg="mod">
          <ac:chgData name="Khobo, IL, Dr [ilkhobo@sun.ac.za]" userId="b519a442-dcea-4a28-9c45-7e29f1df5837" providerId="ADAL" clId="{8BC8A5CF-2DB3-45E9-BF57-F2ED810C291E}" dt="2026-09-27T18:58:51.831" v="5448" actId="1076"/>
          <ac:spMkLst>
            <pc:docMk/>
            <pc:sldMk cId="2793571528" sldId="607"/>
            <ac:spMk id="12" creationId="{536EEE2B-B4C0-36FF-6314-57491FB8ECE6}"/>
          </ac:spMkLst>
        </pc:spChg>
        <pc:picChg chg="mod">
          <ac:chgData name="Khobo, IL, Dr [ilkhobo@sun.ac.za]" userId="b519a442-dcea-4a28-9c45-7e29f1df5837" providerId="ADAL" clId="{8BC8A5CF-2DB3-45E9-BF57-F2ED810C291E}" dt="2026-09-27T18:58:42.330" v="5446" actId="1076"/>
          <ac:picMkLst>
            <pc:docMk/>
            <pc:sldMk cId="2793571528" sldId="607"/>
            <ac:picMk id="3" creationId="{12991F49-0950-DAA9-4268-1528B783FFE1}"/>
          </ac:picMkLst>
        </pc:picChg>
      </pc:sldChg>
      <pc:sldChg chg="addSp delSp modSp add mod">
        <pc:chgData name="Khobo, IL, Dr [ilkhobo@sun.ac.za]" userId="b519a442-dcea-4a28-9c45-7e29f1df5837" providerId="ADAL" clId="{8BC8A5CF-2DB3-45E9-BF57-F2ED810C291E}" dt="2026-09-27T19:15:42.621" v="5461" actId="1076"/>
        <pc:sldMkLst>
          <pc:docMk/>
          <pc:sldMk cId="1079290609" sldId="608"/>
        </pc:sldMkLst>
        <pc:picChg chg="add mod">
          <ac:chgData name="Khobo, IL, Dr [ilkhobo@sun.ac.za]" userId="b519a442-dcea-4a28-9c45-7e29f1df5837" providerId="ADAL" clId="{8BC8A5CF-2DB3-45E9-BF57-F2ED810C291E}" dt="2026-09-27T19:15:42.621" v="5461" actId="1076"/>
          <ac:picMkLst>
            <pc:docMk/>
            <pc:sldMk cId="1079290609" sldId="608"/>
            <ac:picMk id="4" creationId="{5763C635-E003-7EF9-4D1D-588CA7566CFC}"/>
          </ac:picMkLst>
        </pc:picChg>
      </pc:sldChg>
      <pc:sldChg chg="addSp delSp modSp add mod">
        <pc:chgData name="Khobo, IL, Dr [ilkhobo@sun.ac.za]" userId="b519a442-dcea-4a28-9c45-7e29f1df5837" providerId="ADAL" clId="{8BC8A5CF-2DB3-45E9-BF57-F2ED810C291E}" dt="2026-09-27T20:31:16.907" v="5518" actId="20577"/>
        <pc:sldMkLst>
          <pc:docMk/>
          <pc:sldMk cId="182994409" sldId="609"/>
        </pc:sldMkLst>
        <pc:spChg chg="mod">
          <ac:chgData name="Khobo, IL, Dr [ilkhobo@sun.ac.za]" userId="b519a442-dcea-4a28-9c45-7e29f1df5837" providerId="ADAL" clId="{8BC8A5CF-2DB3-45E9-BF57-F2ED810C291E}" dt="2026-09-27T20:31:16.907" v="5518" actId="20577"/>
          <ac:spMkLst>
            <pc:docMk/>
            <pc:sldMk cId="182994409" sldId="609"/>
            <ac:spMk id="36" creationId="{30BD25B6-72B8-D91F-6BC5-40E109BEF03C}"/>
          </ac:spMkLst>
        </pc:spChg>
        <pc:graphicFrameChg chg="add mod modGraphic">
          <ac:chgData name="Khobo, IL, Dr [ilkhobo@sun.ac.za]" userId="b519a442-dcea-4a28-9c45-7e29f1df5837" providerId="ADAL" clId="{8BC8A5CF-2DB3-45E9-BF57-F2ED810C291E}" dt="2026-09-27T20:30:30.822" v="5489" actId="27297"/>
          <ac:graphicFrameMkLst>
            <pc:docMk/>
            <pc:sldMk cId="182994409" sldId="609"/>
            <ac:graphicFrameMk id="3" creationId="{E39D3499-E8DC-1CC4-5084-340194D4141F}"/>
          </ac:graphicFrameMkLst>
        </pc:graphicFrameChg>
      </pc:sldChg>
      <pc:sldChg chg="addSp delSp modSp new mod">
        <pc:chgData name="Khobo, IL, Dr [ilkhobo@sun.ac.za]" userId="b519a442-dcea-4a28-9c45-7e29f1df5837" providerId="ADAL" clId="{8BC8A5CF-2DB3-45E9-BF57-F2ED810C291E}" dt="2026-09-27T20:33:54.467" v="5523" actId="1076"/>
        <pc:sldMkLst>
          <pc:docMk/>
          <pc:sldMk cId="1015608507" sldId="610"/>
        </pc:sldMkLst>
        <pc:picChg chg="add mod">
          <ac:chgData name="Khobo, IL, Dr [ilkhobo@sun.ac.za]" userId="b519a442-dcea-4a28-9c45-7e29f1df5837" providerId="ADAL" clId="{8BC8A5CF-2DB3-45E9-BF57-F2ED810C291E}" dt="2026-09-27T20:28:58.446" v="5472" actId="1076"/>
          <ac:picMkLst>
            <pc:docMk/>
            <pc:sldMk cId="1015608507" sldId="610"/>
            <ac:picMk id="5" creationId="{14B1E354-3D2B-C3E5-F10E-8EA56FE4B2E2}"/>
          </ac:picMkLst>
        </pc:picChg>
        <pc:picChg chg="add mod">
          <ac:chgData name="Khobo, IL, Dr [ilkhobo@sun.ac.za]" userId="b519a442-dcea-4a28-9c45-7e29f1df5837" providerId="ADAL" clId="{8BC8A5CF-2DB3-45E9-BF57-F2ED810C291E}" dt="2026-09-27T20:29:47.294" v="5477" actId="1076"/>
          <ac:picMkLst>
            <pc:docMk/>
            <pc:sldMk cId="1015608507" sldId="610"/>
            <ac:picMk id="7" creationId="{A42A384C-2FF4-A9C7-8966-3A77AD305C9B}"/>
          </ac:picMkLst>
        </pc:picChg>
        <pc:picChg chg="add mod">
          <ac:chgData name="Khobo, IL, Dr [ilkhobo@sun.ac.za]" userId="b519a442-dcea-4a28-9c45-7e29f1df5837" providerId="ADAL" clId="{8BC8A5CF-2DB3-45E9-BF57-F2ED810C291E}" dt="2026-09-27T20:33:54.467" v="5523" actId="1076"/>
          <ac:picMkLst>
            <pc:docMk/>
            <pc:sldMk cId="1015608507" sldId="610"/>
            <ac:picMk id="9" creationId="{2939E658-D516-DFAD-09DC-ECF5D7D2009A}"/>
          </ac:picMkLst>
        </pc:picChg>
      </pc:sldChg>
      <pc:sldChg chg="addSp modSp add mod modTransition modAnim">
        <pc:chgData name="Khobo, IL, Dr [ilkhobo@sun.ac.za]" userId="b519a442-dcea-4a28-9c45-7e29f1df5837" providerId="ADAL" clId="{8BC8A5CF-2DB3-45E9-BF57-F2ED810C291E}" dt="2026-09-27T20:34:56.297" v="5528"/>
        <pc:sldMkLst>
          <pc:docMk/>
          <pc:sldMk cId="2951523929" sldId="611"/>
        </pc:sldMkLst>
        <pc:picChg chg="add mod">
          <ac:chgData name="Khobo, IL, Dr [ilkhobo@sun.ac.za]" userId="b519a442-dcea-4a28-9c45-7e29f1df5837" providerId="ADAL" clId="{8BC8A5CF-2DB3-45E9-BF57-F2ED810C291E}" dt="2026-09-27T20:34:20.096" v="5526" actId="1076"/>
          <ac:picMkLst>
            <pc:docMk/>
            <pc:sldMk cId="2951523929" sldId="611"/>
            <ac:picMk id="3" creationId="{104F7D95-29D8-61C8-04E9-28FF16F479ED}"/>
          </ac:picMkLst>
        </pc:picChg>
        <pc:picChg chg="mod">
          <ac:chgData name="Khobo, IL, Dr [ilkhobo@sun.ac.za]" userId="b519a442-dcea-4a28-9c45-7e29f1df5837" providerId="ADAL" clId="{8BC8A5CF-2DB3-45E9-BF57-F2ED810C291E}" dt="2026-09-27T20:34:11.363" v="5524" actId="1076"/>
          <ac:picMkLst>
            <pc:docMk/>
            <pc:sldMk cId="2951523929" sldId="611"/>
            <ac:picMk id="5" creationId="{7E23F0F6-0477-424C-6345-D7EA5B79375C}"/>
          </ac:picMkLst>
        </pc:picChg>
        <pc:picChg chg="mod">
          <ac:chgData name="Khobo, IL, Dr [ilkhobo@sun.ac.za]" userId="b519a442-dcea-4a28-9c45-7e29f1df5837" providerId="ADAL" clId="{8BC8A5CF-2DB3-45E9-BF57-F2ED810C291E}" dt="2026-09-27T20:34:11.363" v="5524" actId="1076"/>
          <ac:picMkLst>
            <pc:docMk/>
            <pc:sldMk cId="2951523929" sldId="611"/>
            <ac:picMk id="7" creationId="{A7BB1778-3AA9-2C24-1924-A38B632759F6}"/>
          </ac:picMkLst>
        </pc:picChg>
      </pc:sldChg>
      <pc:sldChg chg="addSp delSp modSp add mod ord">
        <pc:chgData name="Khobo, IL, Dr [ilkhobo@sun.ac.za]" userId="b519a442-dcea-4a28-9c45-7e29f1df5837" providerId="ADAL" clId="{8BC8A5CF-2DB3-45E9-BF57-F2ED810C291E}" dt="2026-09-27T20:36:47.470" v="5538" actId="1076"/>
        <pc:sldMkLst>
          <pc:docMk/>
          <pc:sldMk cId="1345419713" sldId="612"/>
        </pc:sldMkLst>
        <pc:spChg chg="mod">
          <ac:chgData name="Khobo, IL, Dr [ilkhobo@sun.ac.za]" userId="b519a442-dcea-4a28-9c45-7e29f1df5837" providerId="ADAL" clId="{8BC8A5CF-2DB3-45E9-BF57-F2ED810C291E}" dt="2026-09-27T20:36:40.818" v="5535" actId="20577"/>
          <ac:spMkLst>
            <pc:docMk/>
            <pc:sldMk cId="1345419713" sldId="612"/>
            <ac:spMk id="36" creationId="{AAF6F38E-6064-8C5D-8E7E-BF175A1451B5}"/>
          </ac:spMkLst>
        </pc:spChg>
        <pc:picChg chg="add mod">
          <ac:chgData name="Khobo, IL, Dr [ilkhobo@sun.ac.za]" userId="b519a442-dcea-4a28-9c45-7e29f1df5837" providerId="ADAL" clId="{8BC8A5CF-2DB3-45E9-BF57-F2ED810C291E}" dt="2026-09-27T20:36:47.470" v="5538" actId="1076"/>
          <ac:picMkLst>
            <pc:docMk/>
            <pc:sldMk cId="1345419713" sldId="612"/>
            <ac:picMk id="4" creationId="{570BF1B5-C518-2562-8D9D-15B12966F85D}"/>
          </ac:picMkLst>
        </pc:picChg>
      </pc:sldChg>
      <pc:sldChg chg="addSp delSp modSp add mod">
        <pc:chgData name="Khobo, IL, Dr [ilkhobo@sun.ac.za]" userId="b519a442-dcea-4a28-9c45-7e29f1df5837" providerId="ADAL" clId="{8BC8A5CF-2DB3-45E9-BF57-F2ED810C291E}" dt="2026-09-27T20:41:11.924" v="5551" actId="732"/>
        <pc:sldMkLst>
          <pc:docMk/>
          <pc:sldMk cId="3743100929" sldId="613"/>
        </pc:sldMkLst>
        <pc:picChg chg="add mod modCrop">
          <ac:chgData name="Khobo, IL, Dr [ilkhobo@sun.ac.za]" userId="b519a442-dcea-4a28-9c45-7e29f1df5837" providerId="ADAL" clId="{8BC8A5CF-2DB3-45E9-BF57-F2ED810C291E}" dt="2026-09-27T20:41:11.924" v="5551" actId="732"/>
          <ac:picMkLst>
            <pc:docMk/>
            <pc:sldMk cId="3743100929" sldId="613"/>
            <ac:picMk id="3" creationId="{0FA7B23E-55AC-D2D4-7AAC-533C53A49936}"/>
          </ac:picMkLst>
        </pc:picChg>
      </pc:sldChg>
    </pc:docChg>
  </pc:docChgLst>
  <pc:docChgLst>
    <pc:chgData name="Khobo, IL, Dr [ilkhobo@sun.ac.za]" userId="b519a442-dcea-4a28-9c45-7e29f1df5837" providerId="ADAL" clId="{D25D1C45-A404-4E0F-8657-49BD4E4887CA}"/>
    <pc:docChg chg="undo redo custSel addSld delSld modSld">
      <pc:chgData name="Khobo, IL, Dr [ilkhobo@sun.ac.za]" userId="b519a442-dcea-4a28-9c45-7e29f1df5837" providerId="ADAL" clId="{D25D1C45-A404-4E0F-8657-49BD4E4887CA}" dt="2026-09-29T12:21:56.408" v="2992" actId="20577"/>
      <pc:docMkLst>
        <pc:docMk/>
      </pc:docMkLst>
      <pc:sldChg chg="modSp mod modNotesTx">
        <pc:chgData name="Khobo, IL, Dr [ilkhobo@sun.ac.za]" userId="b519a442-dcea-4a28-9c45-7e29f1df5837" providerId="ADAL" clId="{D25D1C45-A404-4E0F-8657-49BD4E4887CA}" dt="2026-09-28T05:59:46.819" v="2977" actId="20577"/>
        <pc:sldMkLst>
          <pc:docMk/>
          <pc:sldMk cId="2601401026" sldId="597"/>
        </pc:sldMkLst>
        <pc:spChg chg="mod">
          <ac:chgData name="Khobo, IL, Dr [ilkhobo@sun.ac.za]" userId="b519a442-dcea-4a28-9c45-7e29f1df5837" providerId="ADAL" clId="{D25D1C45-A404-4E0F-8657-49BD4E4887CA}" dt="2026-09-28T05:59:46.819" v="2977" actId="20577"/>
          <ac:spMkLst>
            <pc:docMk/>
            <pc:sldMk cId="2601401026" sldId="597"/>
            <ac:spMk id="17" creationId="{7EC74C40-289A-CA47-2A9E-CB243EF9FF06}"/>
          </ac:spMkLst>
        </pc:spChg>
        <pc:spChg chg="mod">
          <ac:chgData name="Khobo, IL, Dr [ilkhobo@sun.ac.za]" userId="b519a442-dcea-4a28-9c45-7e29f1df5837" providerId="ADAL" clId="{D25D1C45-A404-4E0F-8657-49BD4E4887CA}" dt="2026-09-21T10:33:03.487" v="2547" actId="20577"/>
          <ac:spMkLst>
            <pc:docMk/>
            <pc:sldMk cId="2601401026" sldId="597"/>
            <ac:spMk id="34" creationId="{593DD671-6E7B-06CE-9A2D-78AB0133EE61}"/>
          </ac:spMkLst>
        </pc:spChg>
      </pc:sldChg>
      <pc:sldChg chg="modSp mod">
        <pc:chgData name="Khobo, IL, Dr [ilkhobo@sun.ac.za]" userId="b519a442-dcea-4a28-9c45-7e29f1df5837" providerId="ADAL" clId="{D25D1C45-A404-4E0F-8657-49BD4E4887CA}" dt="2026-09-29T12:21:56.408" v="2992" actId="20577"/>
        <pc:sldMkLst>
          <pc:docMk/>
          <pc:sldMk cId="3208347062" sldId="598"/>
        </pc:sldMkLst>
        <pc:spChg chg="mod">
          <ac:chgData name="Khobo, IL, Dr [ilkhobo@sun.ac.za]" userId="b519a442-dcea-4a28-9c45-7e29f1df5837" providerId="ADAL" clId="{D25D1C45-A404-4E0F-8657-49BD4E4887CA}" dt="2026-09-29T12:21:56.408" v="2992" actId="20577"/>
          <ac:spMkLst>
            <pc:docMk/>
            <pc:sldMk cId="3208347062" sldId="598"/>
            <ac:spMk id="8" creationId="{DF20D7B5-BB01-AF72-9F07-1C404D1ADB9C}"/>
          </ac:spMkLst>
        </pc:spChg>
      </pc:sldChg>
      <pc:sldChg chg="modSp mod">
        <pc:chgData name="Khobo, IL, Dr [ilkhobo@sun.ac.za]" userId="b519a442-dcea-4a28-9c45-7e29f1df5837" providerId="ADAL" clId="{D25D1C45-A404-4E0F-8657-49BD4E4887CA}" dt="2026-09-29T07:48:14.167" v="2983" actId="20577"/>
        <pc:sldMkLst>
          <pc:docMk/>
          <pc:sldMk cId="4217422227" sldId="599"/>
        </pc:sldMkLst>
        <pc:spChg chg="mod">
          <ac:chgData name="Khobo, IL, Dr [ilkhobo@sun.ac.za]" userId="b519a442-dcea-4a28-9c45-7e29f1df5837" providerId="ADAL" clId="{D25D1C45-A404-4E0F-8657-49BD4E4887CA}" dt="2026-09-29T07:48:14.167" v="2983" actId="20577"/>
          <ac:spMkLst>
            <pc:docMk/>
            <pc:sldMk cId="4217422227" sldId="599"/>
            <ac:spMk id="4" creationId="{33E6D6FA-237D-82AA-AEAC-C8CD7899670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A4F8E5-B141-4125-AE90-AB7E5CBBF318}" type="datetimeFigureOut">
              <a:rPr lang="en-ZA" smtClean="0"/>
              <a:t>2026/09/29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D4BACC-9E44-4D5F-A407-4AC8A14A1A3B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911211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FD383-9F30-7F88-BD61-47F2BFE22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47B729-C356-F1ED-4A68-5F571B6BEA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76E9E0-55EF-83D2-E7BC-B836169232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69AB1F-4700-36D7-8D2E-F4808B0E4D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9985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CC948-0A35-B751-4D84-44B709D78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B8E29-16BE-279E-79CB-0EB0761525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9B65E9-4699-786B-5EA8-2C69143011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 wanted to start by stepping a bit and talking about the data types and variables we’ve used so far.</a:t>
            </a:r>
          </a:p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20268-AAE0-825C-89E7-337BF37938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05581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738C3-0141-1D8E-D8BA-BC5B77AA6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C8DC4B-10C4-935E-50FD-18AA7E188C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504EBD-F14B-E8A2-E096-298B711DE2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83126-7D9B-6373-A34E-C13D98CFBF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19750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7B63D-5990-B612-A762-51D9FFEAB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782A7A-E242-3D74-F110-1AC6353B5B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6F2882-3C42-2839-C311-378B187C4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57B50B-760C-75DC-C09F-059E43BA53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3092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36E0C-79FA-4C4C-8529-5C3A55BE2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AD6E58-CF6D-5865-C970-B94D898A2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6AD1C6-226D-B4F4-8240-B69629532D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073EA3-3365-1CE0-3432-173D05BEB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69080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D451A-9491-C6CA-5755-E7496159C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48AED5-0942-2E01-C11D-97651582A5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14834C-FCBD-3627-3B6A-CAB659776C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5F54B-F3F2-1C9F-983B-6238A0221F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04432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17A57-3DC4-7000-4F69-06D81A793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337207-1BAA-A39D-36A8-44D45D3E0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BE2A85-C0AD-7088-9BC2-F7D77A7724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F4AA99-DBB7-BE0A-A591-911123C9EA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76362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AB6B1-56E9-5ECA-CA7C-38BF87193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FFD1F0-4FE5-0A04-4982-26A61B3CF8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A8CC8C-0857-D8C5-EA73-B9B459ED89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3FB2CB-DA8C-92E7-9DFF-CD529BAF32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08770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FA112-98C8-081B-054F-073D1AF4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B9D93A-4E5F-BA13-5235-95D26FCFFA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1AA647-E6C0-7353-9BB1-13A1D2048D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A0593A-9A98-C467-B145-3A5D0D0D12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035222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D3DA8-769C-3090-5201-7E642AC69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E4E0D4-77A9-B996-D8C8-D67FD758FE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612BFD-C061-44A4-4352-D34C4793E5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2D2BCC-74B6-5283-40EE-0D831B7AD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520087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7389B-C8B6-DFEB-FE9A-CDB0C25BC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41EB8F-DD78-3B06-83AE-9CBC5DE84A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E90BF-3595-59D4-12E7-97D2BCCF16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76C455-126B-A934-E4A0-3014F1288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12644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534FC-BFC3-5D7D-F265-AC894C859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3B4585-4666-E37F-EDCC-F95D88B567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130A17-2A51-9709-3B45-A86B54981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B36E51-91D6-D9A7-8267-089ED38C80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73745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896FF-8870-B75B-D65C-B303CBB56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2DFE61-9B09-B9CD-0B76-81F5A72365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0399F2-B017-5A3B-2F40-9212534707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6F6CE-7548-0F5F-5179-8B05FBC1AE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54249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6CC67-511D-B434-E18E-4F30A4EC6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073A76-A4BD-C9F5-C002-7B6C1E894D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61F3E2-D2F1-BA83-19D2-4AD264AA8D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279997-4E46-730F-4E98-C914851914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68155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A3CE6-0A4E-00EE-1391-A1C438A93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C1D608-A8A6-E3E9-A815-5E3B85910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429FA5-7A18-D59F-EA17-FDDAA8B4F1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27745-A4DD-F0D2-C20D-E9FC8C8861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33092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CCF25-1556-466E-864B-A3C07847E4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17426E-2BE7-1883-9660-3581ADAE05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C9FEC-FAC9-0518-2A1C-E2EB48660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2026/09/29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9E6A5-FDDD-53A9-3038-937E45940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2285B7-3B0C-9FA6-B7F5-5A461BB54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67325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540D9-C6CB-2719-8934-6B0114567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5C497-C0D5-1152-D24E-35CD89CB3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E2283D-6827-3224-BC6A-899C99B9B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2026/09/29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3EC184-718B-DF52-F070-95D42A727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4FFF9D-4A4F-264A-2FFE-D4307E666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744002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D4C11-491D-0E57-7CCE-41165E8BA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09D483-A042-128F-D3B7-E8C14E00EB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BD57B0-F5E6-58C9-CA4D-6872DB62E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2026/09/29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6BF4A-F8B6-8B61-91B0-EB042AEB7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598B23-E53B-A5A8-6B2D-F2A26ECE7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701765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FFA65-E34C-9606-E1B7-63258C955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E39D4-4B5B-3C82-39F5-EDE849A3A9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375FF4-621C-9E0E-57BB-6949EACEF0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FD9EB6-5CCD-15CE-8137-300A28FD5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2026/09/29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DBD1E-1AE4-B3D7-5A79-752D06B70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1B3833-B89B-EC2B-94A9-59B64A1A6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672274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544B8-36C8-0A93-4FFA-AB7E201D5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91B294-8CCE-2035-6577-2154E852C3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139742-7175-1597-B067-66BF0362EC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26E28A-39A1-D1AA-1169-BA9A9F7646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4291F6-3067-CBE3-27F0-70A9D4A4E8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FE68EA-B0EE-B285-E9FB-C1A95C56B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2026/09/29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1F9E5-C35E-CC2F-16E7-12BBC912F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8D05B2-B2C3-8729-4DA8-81FE8BD73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637402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80390-E35D-1322-BF0E-545E9C0CF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F9A727-219A-CDA4-A0E3-88E592B9E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2026/09/29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37D0CD-7FBD-6DEB-7CBF-CD1C43756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AF934C-C7E1-5738-4872-2F317D65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73419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7D8D04-C266-AB3A-F877-5A1AAB9A6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2026/09/29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AE0A76-5CEC-8CAE-CD48-0FD64CFC7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9582D-403E-A828-C4E6-08D8C3F9B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70506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99E1B-96FE-02AF-207E-7C0924C21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784E2-8218-99F8-2483-E5C6086226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94DFA9-EE10-1A6E-748E-B66AE2F8A6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62A653-1997-95E5-A7FA-E5240EB8A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2026/09/29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6F7CAA-BA83-8786-7016-E655CA66C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0DAEA5-50F2-F37C-4F99-75A30DAC1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309440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CF57E-ED87-0DEE-EB59-8BEE35949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F4DAFC-04FB-F01B-9FF1-7A5FCC4FFC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0F361-E8C4-456F-DACA-AB422B6517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FB1B53-7080-A3CE-DAD5-F6D8E373E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2026/09/29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75F7F7-AA20-E76C-EA29-F89E2F1C1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26AFB5-91BC-C8C0-A5E3-339EB3A5D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377666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E7BA6-5167-5A15-0F5B-10A1AD9B0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7D7E56-63E1-98BE-EEF3-7A64C48B4A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A5A0C1-EFEE-E432-DD54-7A73B2916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2026/09/29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42985-481D-2551-40AF-C4AD8E74B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18EE37-3C0D-4ACA-1B4B-F74FF3F48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057309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9459BF8-4887-7102-ED14-A5E5A228F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1B6688-8957-8A74-2CA2-5FE1FF28F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D28AC5-1562-C603-1FD6-BBECEA2EE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2026/09/29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B17385-48A1-0DD6-0E9D-F70D3E5EE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7B9B3-5DAA-A964-0A3D-5112F8F0C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853216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0FE460-70E4-9C9D-EBA5-CDDC2C318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B588BF-3A1D-615F-321D-DE3E54CDF4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6B3DD7-E6D9-ADAC-2CB6-2B60A2C8E7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7883AC-2ECA-4D97-B466-56E37F2202F1}" type="datetimeFigureOut">
              <a:rPr lang="en-ZA" smtClean="0"/>
              <a:t>2026/09/29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45C6D6-F4F6-C773-B807-0710444E93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C1813-D1E4-4495-4962-08C7FE7383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707172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lkhobo@sun.ac.za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0.png"/><Relationship Id="rId5" Type="http://schemas.openxmlformats.org/officeDocument/2006/relationships/slide" Target="slide14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B5248-0A11-1014-9595-284654579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7EC74C40-289A-CA47-2A9E-CB243EF9FF06}"/>
              </a:ext>
            </a:extLst>
          </p:cNvPr>
          <p:cNvSpPr txBox="1"/>
          <p:nvPr/>
        </p:nvSpPr>
        <p:spPr>
          <a:xfrm>
            <a:off x="322513" y="1882740"/>
            <a:ext cx="11332779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ZA" sz="8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10. </a:t>
            </a:r>
            <a:r>
              <a:rPr lang="en-ZA" sz="8800">
                <a:solidFill>
                  <a:prstClr val="black"/>
                </a:solidFill>
                <a:latin typeface="LM Roman 12" panose="00000500000000000000" pitchFamily="50" charset="0"/>
              </a:rPr>
              <a:t>Structures</a:t>
            </a:r>
            <a:endParaRPr kumimoji="0" lang="en-ZA" sz="4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M Roman 12" panose="00000500000000000000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Lecture </a:t>
            </a:r>
            <a:r>
              <a:rPr lang="en-US">
                <a:solidFill>
                  <a:prstClr val="black"/>
                </a:solidFill>
                <a:latin typeface="LM Roman 12" panose="00000500000000000000" pitchFamily="50" charset="0"/>
              </a:rPr>
              <a:t>22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| Structure definitions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solidFill>
                  <a:prstClr val="black"/>
                </a:solidFill>
                <a:latin typeface="LM Roman 12" panose="00000500000000000000" pitchFamily="50" charset="0"/>
              </a:rPr>
              <a:t>	    </a:t>
            </a:r>
            <a:r>
              <a:rPr lang="en-US" err="1">
                <a:solidFill>
                  <a:prstClr val="black"/>
                </a:solidFill>
                <a:latin typeface="LM Roman 12" panose="00000500000000000000" pitchFamily="50" charset="0"/>
              </a:rPr>
              <a:t>Initialising</a:t>
            </a:r>
            <a:r>
              <a:rPr lang="en-US">
                <a:solidFill>
                  <a:prstClr val="black"/>
                </a:solidFill>
                <a:latin typeface="LM Roman 12" panose="00000500000000000000" pitchFamily="50" charset="0"/>
              </a:rPr>
              <a:t> structures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	    Accessing members of structures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    	    Using structures with functions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solidFill>
                  <a:prstClr val="black"/>
                </a:solidFill>
                <a:latin typeface="LM Roman 12" panose="00000500000000000000" pitchFamily="50" charset="0"/>
              </a:rPr>
              <a:t>                </a:t>
            </a:r>
            <a:r>
              <a:rPr lang="en-US">
                <a:solidFill>
                  <a:srgbClr val="00B0F0"/>
                </a:solidFill>
                <a:latin typeface="LM Roman 12" panose="00000500000000000000" pitchFamily="50" charset="0"/>
              </a:rPr>
              <a:t>typedef </a:t>
            </a:r>
            <a:r>
              <a:rPr lang="en-US">
                <a:latin typeface="LM Roman 12" panose="00000500000000000000" pitchFamily="50" charset="0"/>
              </a:rPr>
              <a:t>(creating aliases/synonyms)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LM Roman 12" panose="00000500000000000000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M Roman 12" panose="00000500000000000000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	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9DE2B1-C8C5-DEBE-B93A-8AC9B1EB7547}"/>
              </a:ext>
            </a:extLst>
          </p:cNvPr>
          <p:cNvSpPr txBox="1"/>
          <p:nvPr/>
        </p:nvSpPr>
        <p:spPr>
          <a:xfrm>
            <a:off x="322513" y="5622184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Isaac Khobo, PhD (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  <a:hlinkClick r:id="rId3"/>
              </a:rPr>
              <a:t>ilkhobo@sun.ac.za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) 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3594C48-601C-D5CE-431C-D921186F1323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B5681A8-2EBE-6A64-9DDA-1BE624E59B75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1078CB2-B273-986D-CD04-FAC5C419FB3F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A7D41F6-C4F6-42E9-1E60-17867AA4F1C3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DB167F92-740E-6BA7-27A0-DB69BBAD4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93DD671-6E7B-06CE-9A2D-78AB0133EE61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28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F6909DB-321F-0D3E-C4DE-934341ACBEE7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PROGRAMMING IN 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0076924-44A7-AFA3-D2D3-FEB8DE4DD9A9}"/>
              </a:ext>
            </a:extLst>
          </p:cNvPr>
          <p:cNvSpPr txBox="1"/>
          <p:nvPr/>
        </p:nvSpPr>
        <p:spPr>
          <a:xfrm>
            <a:off x="8564849" y="6488628"/>
            <a:ext cx="2678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ZA" sz="1800" b="1" i="0" u="sng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Chapters 10: Structures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3F0134-2454-5477-8946-7D018BDF2F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4586" y="3145383"/>
            <a:ext cx="5334214" cy="3350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401026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7546C-2090-19D4-CB69-F48486720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79D632F8-8645-3452-CAC0-02D0B59DE3AA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D5D8AE6-17B5-7807-7484-4763D7612AE0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F63E3B0-6C68-76E6-09E0-3C30C46AC8DA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DB72D7B-7D40-FE40-88FF-E3960C162A6E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91CD4C92-B49A-F04D-7B93-05F9275C10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2D25D3D-94F9-BAD6-D6CC-3666F8DA8FDF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A3DDD00-AA7A-5A97-D643-603D1017AAA0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Related recap</a:t>
              </a: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DF20D7B5-BB01-AF72-9F07-1C404D1ADB9C}"/>
              </a:ext>
            </a:extLst>
          </p:cNvPr>
          <p:cNvSpPr/>
          <p:nvPr/>
        </p:nvSpPr>
        <p:spPr>
          <a:xfrm>
            <a:off x="955586" y="1879531"/>
            <a:ext cx="2514655" cy="438667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dirty="0">
                <a:latin typeface="LM Roman 12" panose="00000500000000000000" pitchFamily="50" charset="0"/>
              </a:rPr>
              <a:t>Built-in/Primitive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19C547-BE2E-F014-4545-03102F001D7D}"/>
              </a:ext>
            </a:extLst>
          </p:cNvPr>
          <p:cNvSpPr/>
          <p:nvPr/>
        </p:nvSpPr>
        <p:spPr>
          <a:xfrm>
            <a:off x="4545453" y="1879531"/>
            <a:ext cx="2514655" cy="438667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>
                <a:latin typeface="LM Roman 12" panose="00000500000000000000" pitchFamily="50" charset="0"/>
              </a:rPr>
              <a:t>User defined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696B69-2D88-46F3-4FA0-122F3083CB0E}"/>
              </a:ext>
            </a:extLst>
          </p:cNvPr>
          <p:cNvSpPr/>
          <p:nvPr/>
        </p:nvSpPr>
        <p:spPr>
          <a:xfrm>
            <a:off x="8135320" y="1879531"/>
            <a:ext cx="2514655" cy="438667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>
                <a:latin typeface="LM Roman 12" panose="00000500000000000000" pitchFamily="50" charset="0"/>
              </a:rPr>
              <a:t>Derived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DB0C0F43-3BC8-C06B-9E45-ED15385E1AB5}"/>
              </a:ext>
            </a:extLst>
          </p:cNvPr>
          <p:cNvGrpSpPr/>
          <p:nvPr/>
        </p:nvGrpSpPr>
        <p:grpSpPr>
          <a:xfrm>
            <a:off x="2212914" y="1045905"/>
            <a:ext cx="7179734" cy="833626"/>
            <a:chOff x="2212914" y="1045905"/>
            <a:chExt cx="7179734" cy="83362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50FB1AC-7DBB-BECB-D748-17854780AAAE}"/>
                </a:ext>
              </a:extLst>
            </p:cNvPr>
            <p:cNvSpPr/>
            <p:nvPr/>
          </p:nvSpPr>
          <p:spPr>
            <a:xfrm>
              <a:off x="4544243" y="1045905"/>
              <a:ext cx="2514655" cy="438667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ZA">
                  <a:latin typeface="LM Roman 12" panose="00000500000000000000" pitchFamily="50" charset="0"/>
                </a:rPr>
                <a:t>Data Type in C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6A2ED81-7E59-E963-5D11-98DBF612D444}"/>
                </a:ext>
              </a:extLst>
            </p:cNvPr>
            <p:cNvCxnSpPr>
              <a:stCxn id="3" idx="2"/>
              <a:endCxn id="10" idx="0"/>
            </p:cNvCxnSpPr>
            <p:nvPr/>
          </p:nvCxnSpPr>
          <p:spPr>
            <a:xfrm>
              <a:off x="5801571" y="1484572"/>
              <a:ext cx="1210" cy="39495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00FB7519-1706-194A-C6B0-CD87E8F22954}"/>
                </a:ext>
              </a:extLst>
            </p:cNvPr>
            <p:cNvCxnSpPr>
              <a:endCxn id="8" idx="0"/>
            </p:cNvCxnSpPr>
            <p:nvPr/>
          </p:nvCxnSpPr>
          <p:spPr>
            <a:xfrm rot="10800000" flipV="1">
              <a:off x="2212914" y="1682051"/>
              <a:ext cx="3588656" cy="197480"/>
            </a:xfrm>
            <a:prstGeom prst="bentConnector2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20839D47-3827-ADB7-A9C6-BA2B5B01AD75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5801570" y="1682050"/>
              <a:ext cx="3591078" cy="197481"/>
            </a:xfrm>
            <a:prstGeom prst="bentConnector2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42051F1-4392-32E6-D8E2-E8C56AF59ACA}"/>
              </a:ext>
            </a:extLst>
          </p:cNvPr>
          <p:cNvGrpSpPr/>
          <p:nvPr/>
        </p:nvGrpSpPr>
        <p:grpSpPr>
          <a:xfrm>
            <a:off x="955586" y="2098865"/>
            <a:ext cx="2514655" cy="965131"/>
            <a:chOff x="955586" y="2098865"/>
            <a:chExt cx="2514655" cy="965131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8F14C38-1090-6BCF-2361-7928F528F0F0}"/>
                </a:ext>
              </a:extLst>
            </p:cNvPr>
            <p:cNvSpPr/>
            <p:nvPr/>
          </p:nvSpPr>
          <p:spPr>
            <a:xfrm>
              <a:off x="1890088" y="2625329"/>
              <a:ext cx="1580153" cy="43866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cene3d>
              <a:camera prst="orthographicFront">
                <a:rot lat="0" lon="0" rev="0"/>
              </a:camera>
              <a:lightRig rig="soft" dir="t">
                <a:rot lat="0" lon="0" rev="0"/>
              </a:lightRig>
            </a:scene3d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ZA">
                  <a:latin typeface="LM Roman 12" panose="00000500000000000000" pitchFamily="50" charset="0"/>
                </a:rPr>
                <a:t>int</a:t>
              </a:r>
            </a:p>
          </p:txBody>
        </p: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440E5EDE-C6CF-1DD5-CCA5-3D48514131B6}"/>
                </a:ext>
              </a:extLst>
            </p:cNvPr>
            <p:cNvCxnSpPr>
              <a:stCxn id="8" idx="1"/>
              <a:endCxn id="31" idx="1"/>
            </p:cNvCxnSpPr>
            <p:nvPr/>
          </p:nvCxnSpPr>
          <p:spPr>
            <a:xfrm rot="10800000" flipH="1" flipV="1">
              <a:off x="955586" y="2098865"/>
              <a:ext cx="934502" cy="745798"/>
            </a:xfrm>
            <a:prstGeom prst="bentConnector3">
              <a:avLst>
                <a:gd name="adj1" fmla="val -24462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2000C9F-D46C-8B74-38D9-9EB49340D922}"/>
              </a:ext>
            </a:extLst>
          </p:cNvPr>
          <p:cNvGrpSpPr/>
          <p:nvPr/>
        </p:nvGrpSpPr>
        <p:grpSpPr>
          <a:xfrm>
            <a:off x="4545453" y="2098865"/>
            <a:ext cx="2512519" cy="965131"/>
            <a:chOff x="4545453" y="2098865"/>
            <a:chExt cx="2512519" cy="965131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B2B51C7C-CE2A-9367-FB7F-999F8F94AD36}"/>
                </a:ext>
              </a:extLst>
            </p:cNvPr>
            <p:cNvSpPr/>
            <p:nvPr/>
          </p:nvSpPr>
          <p:spPr>
            <a:xfrm>
              <a:off x="5477819" y="2625329"/>
              <a:ext cx="1580153" cy="43866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cene3d>
              <a:camera prst="orthographicFront">
                <a:rot lat="0" lon="0" rev="0"/>
              </a:camera>
              <a:lightRig rig="soft" dir="t">
                <a:rot lat="0" lon="0" rev="0"/>
              </a:lightRig>
            </a:scene3d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ZA" err="1">
                  <a:latin typeface="LM Roman 12" panose="00000500000000000000" pitchFamily="50" charset="0"/>
                </a:rPr>
                <a:t>enum</a:t>
              </a:r>
              <a:r>
                <a:rPr lang="en-ZA">
                  <a:latin typeface="LM Roman 12" panose="00000500000000000000" pitchFamily="50" charset="0"/>
                </a:rPr>
                <a:t>{}</a:t>
              </a:r>
            </a:p>
          </p:txBody>
        </p:sp>
        <p:cxnSp>
          <p:nvCxnSpPr>
            <p:cNvPr id="54" name="Connector: Elbow 53">
              <a:extLst>
                <a:ext uri="{FF2B5EF4-FFF2-40B4-BE49-F238E27FC236}">
                  <a16:creationId xmlns:a16="http://schemas.microsoft.com/office/drawing/2014/main" id="{1D98914F-1A6A-CAB0-7AFD-CE9A73D87A9A}"/>
                </a:ext>
              </a:extLst>
            </p:cNvPr>
            <p:cNvCxnSpPr>
              <a:stCxn id="10" idx="1"/>
              <a:endCxn id="52" idx="1"/>
            </p:cNvCxnSpPr>
            <p:nvPr/>
          </p:nvCxnSpPr>
          <p:spPr>
            <a:xfrm rot="10800000" flipH="1" flipV="1">
              <a:off x="4545453" y="2098865"/>
              <a:ext cx="932366" cy="745798"/>
            </a:xfrm>
            <a:prstGeom prst="bentConnector3">
              <a:avLst>
                <a:gd name="adj1" fmla="val -24518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C0A1B3D9-FA4F-93CB-0727-6D0D1074B165}"/>
              </a:ext>
            </a:extLst>
          </p:cNvPr>
          <p:cNvGrpSpPr/>
          <p:nvPr/>
        </p:nvGrpSpPr>
        <p:grpSpPr>
          <a:xfrm>
            <a:off x="8135320" y="2098865"/>
            <a:ext cx="2510383" cy="938619"/>
            <a:chOff x="8135320" y="2098865"/>
            <a:chExt cx="2510383" cy="938619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2EE785F-2272-8A51-42DC-BA751A9F802A}"/>
                </a:ext>
              </a:extLst>
            </p:cNvPr>
            <p:cNvSpPr/>
            <p:nvPr/>
          </p:nvSpPr>
          <p:spPr>
            <a:xfrm>
              <a:off x="9065550" y="2598817"/>
              <a:ext cx="1580153" cy="43866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cene3d>
              <a:camera prst="orthographicFront">
                <a:rot lat="0" lon="0" rev="0"/>
              </a:camera>
              <a:lightRig rig="soft" dir="t">
                <a:rot lat="0" lon="0" rev="0"/>
              </a:lightRig>
            </a:scene3d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ZA">
                  <a:latin typeface="LM Roman 12" panose="00000500000000000000" pitchFamily="50" charset="0"/>
                </a:rPr>
                <a:t>array (string)</a:t>
              </a:r>
            </a:p>
          </p:txBody>
        </p: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527A643C-1034-C1F6-C679-166D228D46BC}"/>
                </a:ext>
              </a:extLst>
            </p:cNvPr>
            <p:cNvCxnSpPr>
              <a:stCxn id="12" idx="1"/>
              <a:endCxn id="56" idx="1"/>
            </p:cNvCxnSpPr>
            <p:nvPr/>
          </p:nvCxnSpPr>
          <p:spPr>
            <a:xfrm rot="10800000" flipH="1" flipV="1">
              <a:off x="8135320" y="2098865"/>
              <a:ext cx="930230" cy="719286"/>
            </a:xfrm>
            <a:prstGeom prst="bentConnector3">
              <a:avLst>
                <a:gd name="adj1" fmla="val -24575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90175D3C-AA3C-A3F3-8E7E-F3BDB4D8A355}"/>
              </a:ext>
            </a:extLst>
          </p:cNvPr>
          <p:cNvGrpSpPr/>
          <p:nvPr/>
        </p:nvGrpSpPr>
        <p:grpSpPr>
          <a:xfrm>
            <a:off x="8135319" y="2098865"/>
            <a:ext cx="2510383" cy="1657905"/>
            <a:chOff x="8135319" y="2098865"/>
            <a:chExt cx="2510383" cy="1657905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56712CFB-7F4C-CDC4-3C3D-2FE8C10CBB6D}"/>
                </a:ext>
              </a:extLst>
            </p:cNvPr>
            <p:cNvSpPr/>
            <p:nvPr/>
          </p:nvSpPr>
          <p:spPr>
            <a:xfrm>
              <a:off x="9065549" y="3318103"/>
              <a:ext cx="1580153" cy="43866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cene3d>
              <a:camera prst="orthographicFront">
                <a:rot lat="0" lon="0" rev="0"/>
              </a:camera>
              <a:lightRig rig="soft" dir="t">
                <a:rot lat="0" lon="0" rev="0"/>
              </a:lightRig>
            </a:scene3d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ZA">
                  <a:latin typeface="LM Roman 12" panose="00000500000000000000" pitchFamily="50" charset="0"/>
                </a:rPr>
                <a:t>function()</a:t>
              </a:r>
            </a:p>
          </p:txBody>
        </p:sp>
        <p:cxnSp>
          <p:nvCxnSpPr>
            <p:cNvPr id="64" name="Connector: Elbow 63">
              <a:extLst>
                <a:ext uri="{FF2B5EF4-FFF2-40B4-BE49-F238E27FC236}">
                  <a16:creationId xmlns:a16="http://schemas.microsoft.com/office/drawing/2014/main" id="{08B3C1A3-4A77-F3A3-3C18-DACC1A108967}"/>
                </a:ext>
              </a:extLst>
            </p:cNvPr>
            <p:cNvCxnSpPr>
              <a:stCxn id="12" idx="1"/>
              <a:endCxn id="58" idx="1"/>
            </p:cNvCxnSpPr>
            <p:nvPr/>
          </p:nvCxnSpPr>
          <p:spPr>
            <a:xfrm rot="10800000" flipH="1" flipV="1">
              <a:off x="8135319" y="2098865"/>
              <a:ext cx="930229" cy="1438572"/>
            </a:xfrm>
            <a:prstGeom prst="bentConnector3">
              <a:avLst>
                <a:gd name="adj1" fmla="val -24575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0BC98B7-6F34-C336-83E9-8741FBE3A673}"/>
              </a:ext>
            </a:extLst>
          </p:cNvPr>
          <p:cNvGrpSpPr/>
          <p:nvPr/>
        </p:nvGrpSpPr>
        <p:grpSpPr>
          <a:xfrm>
            <a:off x="8135319" y="2098865"/>
            <a:ext cx="2510383" cy="2377191"/>
            <a:chOff x="8135319" y="2098865"/>
            <a:chExt cx="2510383" cy="2377191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DA94DD87-E98A-2277-D7DF-118F496423D8}"/>
                </a:ext>
              </a:extLst>
            </p:cNvPr>
            <p:cNvSpPr/>
            <p:nvPr/>
          </p:nvSpPr>
          <p:spPr>
            <a:xfrm>
              <a:off x="9065549" y="4037389"/>
              <a:ext cx="1580153" cy="43866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cene3d>
              <a:camera prst="orthographicFront">
                <a:rot lat="0" lon="0" rev="0"/>
              </a:camera>
              <a:lightRig rig="soft" dir="t">
                <a:rot lat="0" lon="0" rev="0"/>
              </a:lightRig>
            </a:scene3d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ZA">
                  <a:latin typeface="LM Roman 12" panose="00000500000000000000" pitchFamily="50" charset="0"/>
                </a:rPr>
                <a:t>*pointer</a:t>
              </a:r>
            </a:p>
          </p:txBody>
        </p:sp>
        <p:cxnSp>
          <p:nvCxnSpPr>
            <p:cNvPr id="66" name="Connector: Elbow 65">
              <a:extLst>
                <a:ext uri="{FF2B5EF4-FFF2-40B4-BE49-F238E27FC236}">
                  <a16:creationId xmlns:a16="http://schemas.microsoft.com/office/drawing/2014/main" id="{F361A91D-7A7C-80AB-5298-556AB989F3E7}"/>
                </a:ext>
              </a:extLst>
            </p:cNvPr>
            <p:cNvCxnSpPr>
              <a:cxnSpLocks/>
              <a:stCxn id="12" idx="1"/>
              <a:endCxn id="60" idx="1"/>
            </p:cNvCxnSpPr>
            <p:nvPr/>
          </p:nvCxnSpPr>
          <p:spPr>
            <a:xfrm rot="10800000" flipH="1" flipV="1">
              <a:off x="8135319" y="2098865"/>
              <a:ext cx="930229" cy="2157858"/>
            </a:xfrm>
            <a:prstGeom prst="bentConnector3">
              <a:avLst>
                <a:gd name="adj1" fmla="val -24575"/>
              </a:avLst>
            </a:prstGeom>
            <a:ln>
              <a:solidFill>
                <a:schemeClr val="accent1"/>
              </a:solidFill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2D6200F-2777-2597-F623-878DDDB28067}"/>
              </a:ext>
            </a:extLst>
          </p:cNvPr>
          <p:cNvGrpSpPr/>
          <p:nvPr/>
        </p:nvGrpSpPr>
        <p:grpSpPr>
          <a:xfrm>
            <a:off x="955585" y="2098864"/>
            <a:ext cx="2514655" cy="1549469"/>
            <a:chOff x="955585" y="2098864"/>
            <a:chExt cx="2514655" cy="1549469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B714BEC-32AE-70D8-C4EA-27A892C6B92A}"/>
                </a:ext>
              </a:extLst>
            </p:cNvPr>
            <p:cNvSpPr/>
            <p:nvPr/>
          </p:nvSpPr>
          <p:spPr>
            <a:xfrm>
              <a:off x="1890087" y="3209666"/>
              <a:ext cx="1580153" cy="43866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cene3d>
              <a:camera prst="orthographicFront">
                <a:rot lat="0" lon="0" rev="0"/>
              </a:camera>
              <a:lightRig rig="soft" dir="t">
                <a:rot lat="0" lon="0" rev="0"/>
              </a:lightRig>
            </a:scene3d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ZA">
                  <a:latin typeface="LM Roman 12" panose="00000500000000000000" pitchFamily="50" charset="0"/>
                </a:rPr>
                <a:t>float</a:t>
              </a:r>
            </a:p>
          </p:txBody>
        </p:sp>
        <p:cxnSp>
          <p:nvCxnSpPr>
            <p:cNvPr id="68" name="Connector: Elbow 67">
              <a:extLst>
                <a:ext uri="{FF2B5EF4-FFF2-40B4-BE49-F238E27FC236}">
                  <a16:creationId xmlns:a16="http://schemas.microsoft.com/office/drawing/2014/main" id="{13517976-D16D-499D-1DC1-16E8983C10A7}"/>
                </a:ext>
              </a:extLst>
            </p:cNvPr>
            <p:cNvCxnSpPr>
              <a:stCxn id="8" idx="1"/>
              <a:endCxn id="33" idx="1"/>
            </p:cNvCxnSpPr>
            <p:nvPr/>
          </p:nvCxnSpPr>
          <p:spPr>
            <a:xfrm rot="10800000" flipH="1" flipV="1">
              <a:off x="955585" y="2098864"/>
              <a:ext cx="934501" cy="1330135"/>
            </a:xfrm>
            <a:prstGeom prst="bentConnector3">
              <a:avLst>
                <a:gd name="adj1" fmla="val -24462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39AFEE6B-8423-A148-D9CE-CF9F8BE556F1}"/>
              </a:ext>
            </a:extLst>
          </p:cNvPr>
          <p:cNvGrpSpPr/>
          <p:nvPr/>
        </p:nvGrpSpPr>
        <p:grpSpPr>
          <a:xfrm>
            <a:off x="955586" y="2098865"/>
            <a:ext cx="2514653" cy="2164333"/>
            <a:chOff x="955586" y="2098865"/>
            <a:chExt cx="2514653" cy="2164333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C5B851A9-AE52-03B8-7F62-2D4FF58868D0}"/>
                </a:ext>
              </a:extLst>
            </p:cNvPr>
            <p:cNvSpPr/>
            <p:nvPr/>
          </p:nvSpPr>
          <p:spPr>
            <a:xfrm>
              <a:off x="1890086" y="3824531"/>
              <a:ext cx="1580153" cy="43866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cene3d>
              <a:camera prst="orthographicFront">
                <a:rot lat="0" lon="0" rev="0"/>
              </a:camera>
              <a:lightRig rig="soft" dir="t">
                <a:rot lat="0" lon="0" rev="0"/>
              </a:lightRig>
            </a:scene3d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ZA">
                  <a:latin typeface="LM Roman 12" panose="00000500000000000000" pitchFamily="50" charset="0"/>
                </a:rPr>
                <a:t>double</a:t>
              </a:r>
            </a:p>
          </p:txBody>
        </p:sp>
        <p:cxnSp>
          <p:nvCxnSpPr>
            <p:cNvPr id="70" name="Connector: Elbow 69">
              <a:extLst>
                <a:ext uri="{FF2B5EF4-FFF2-40B4-BE49-F238E27FC236}">
                  <a16:creationId xmlns:a16="http://schemas.microsoft.com/office/drawing/2014/main" id="{10445CD2-9982-08AA-5C97-1B3067362094}"/>
                </a:ext>
              </a:extLst>
            </p:cNvPr>
            <p:cNvCxnSpPr>
              <a:stCxn id="8" idx="1"/>
              <a:endCxn id="39" idx="1"/>
            </p:cNvCxnSpPr>
            <p:nvPr/>
          </p:nvCxnSpPr>
          <p:spPr>
            <a:xfrm rot="10800000" flipH="1" flipV="1">
              <a:off x="955586" y="2098865"/>
              <a:ext cx="934500" cy="1945000"/>
            </a:xfrm>
            <a:prstGeom prst="bentConnector3">
              <a:avLst>
                <a:gd name="adj1" fmla="val -24462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DBA7D58-2492-9676-BC23-49EACE3FEAA9}"/>
              </a:ext>
            </a:extLst>
          </p:cNvPr>
          <p:cNvGrpSpPr/>
          <p:nvPr/>
        </p:nvGrpSpPr>
        <p:grpSpPr>
          <a:xfrm>
            <a:off x="955586" y="2098864"/>
            <a:ext cx="2514653" cy="2756769"/>
            <a:chOff x="955586" y="2098864"/>
            <a:chExt cx="2514653" cy="2756769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A7F7D2C4-E029-E2ED-AD42-188C156B649D}"/>
                </a:ext>
              </a:extLst>
            </p:cNvPr>
            <p:cNvSpPr/>
            <p:nvPr/>
          </p:nvSpPr>
          <p:spPr>
            <a:xfrm>
              <a:off x="1890086" y="4416966"/>
              <a:ext cx="1580153" cy="43866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cene3d>
              <a:camera prst="orthographicFront">
                <a:rot lat="0" lon="0" rev="0"/>
              </a:camera>
              <a:lightRig rig="soft" dir="t">
                <a:rot lat="0" lon="0" rev="0"/>
              </a:lightRig>
            </a:scene3d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ZA">
                  <a:latin typeface="LM Roman 12" panose="00000500000000000000" pitchFamily="50" charset="0"/>
                </a:rPr>
                <a:t>char</a:t>
              </a:r>
            </a:p>
          </p:txBody>
        </p:sp>
        <p:cxnSp>
          <p:nvCxnSpPr>
            <p:cNvPr id="72" name="Connector: Elbow 71">
              <a:extLst>
                <a:ext uri="{FF2B5EF4-FFF2-40B4-BE49-F238E27FC236}">
                  <a16:creationId xmlns:a16="http://schemas.microsoft.com/office/drawing/2014/main" id="{D746F43E-CEB5-DBED-C1F8-326CB23F8724}"/>
                </a:ext>
              </a:extLst>
            </p:cNvPr>
            <p:cNvCxnSpPr>
              <a:stCxn id="8" idx="1"/>
              <a:endCxn id="41" idx="1"/>
            </p:cNvCxnSpPr>
            <p:nvPr/>
          </p:nvCxnSpPr>
          <p:spPr>
            <a:xfrm rot="10800000" flipH="1" flipV="1">
              <a:off x="955586" y="2098864"/>
              <a:ext cx="934500" cy="2537435"/>
            </a:xfrm>
            <a:prstGeom prst="bentConnector3">
              <a:avLst>
                <a:gd name="adj1" fmla="val -24462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CA8DE99B-C7E5-D13E-FD52-BE723500B35C}"/>
              </a:ext>
            </a:extLst>
          </p:cNvPr>
          <p:cNvGrpSpPr/>
          <p:nvPr/>
        </p:nvGrpSpPr>
        <p:grpSpPr>
          <a:xfrm>
            <a:off x="4068566" y="4991861"/>
            <a:ext cx="6577136" cy="1502817"/>
            <a:chOff x="3412067" y="2286000"/>
            <a:chExt cx="4318001" cy="2898067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3F890AB2-A1D1-9916-75CA-2AC1F2886BA6}"/>
                </a:ext>
              </a:extLst>
            </p:cNvPr>
            <p:cNvSpPr/>
            <p:nvPr/>
          </p:nvSpPr>
          <p:spPr>
            <a:xfrm>
              <a:off x="3412067" y="2286000"/>
              <a:ext cx="4318001" cy="289806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342900" indent="-342900" algn="ctr">
                <a:buFont typeface="Wingdings" panose="05000000000000000000" pitchFamily="2" charset="2"/>
                <a:buChar char="v"/>
              </a:pPr>
              <a:r>
                <a:rPr lang="en-US" sz="2000">
                  <a:solidFill>
                    <a:schemeClr val="tx1"/>
                  </a:solidFill>
                  <a:latin typeface="LM Roman 12" panose="00000500000000000000" pitchFamily="50" charset="0"/>
                </a:rPr>
                <a:t>Collections of related variables (aggregates) under one variable name</a:t>
              </a:r>
              <a:endParaRPr lang="en-ZA" sz="2000">
                <a:solidFill>
                  <a:schemeClr val="tx1"/>
                </a:solidFill>
                <a:latin typeface="LM Roman 12" panose="00000500000000000000" pitchFamily="50" charset="0"/>
              </a:endParaRPr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9D37CFD-1FF4-F0B9-4303-F75EDA2CFC0B}"/>
                </a:ext>
              </a:extLst>
            </p:cNvPr>
            <p:cNvSpPr/>
            <p:nvPr/>
          </p:nvSpPr>
          <p:spPr>
            <a:xfrm>
              <a:off x="3412067" y="2286000"/>
              <a:ext cx="4318000" cy="845934"/>
            </a:xfrm>
            <a:prstGeom prst="rect">
              <a:avLst/>
            </a:prstGeom>
            <a:solidFill>
              <a:srgbClr val="0046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ZA" sz="2800">
                  <a:latin typeface="LM Roman 12" panose="00000500000000000000" pitchFamily="50" charset="0"/>
                </a:rPr>
                <a:t>structures</a:t>
              </a:r>
              <a:endParaRPr lang="en-ZA">
                <a:latin typeface="LM Roman 12" panose="00000500000000000000" pitchFamily="50" charset="0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4BE33306-828B-67B7-78C5-1D4301CF134E}"/>
              </a:ext>
            </a:extLst>
          </p:cNvPr>
          <p:cNvSpPr/>
          <p:nvPr/>
        </p:nvSpPr>
        <p:spPr>
          <a:xfrm>
            <a:off x="5477819" y="3285381"/>
            <a:ext cx="1580153" cy="438667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outerShdw blurRad="107950" dist="12700" dir="5400000" algn="ctr">
              <a:srgbClr val="000000"/>
            </a:outerShdw>
          </a:effectLst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>
                <a:latin typeface="LM Roman 12" panose="00000500000000000000" pitchFamily="50" charset="0"/>
              </a:rPr>
              <a:t>struct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730078-7D21-55FC-412D-3C816B231362}"/>
              </a:ext>
            </a:extLst>
          </p:cNvPr>
          <p:cNvSpPr/>
          <p:nvPr/>
        </p:nvSpPr>
        <p:spPr>
          <a:xfrm>
            <a:off x="5477817" y="3953083"/>
            <a:ext cx="1580153" cy="438667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outerShdw blurRad="107950" dist="12700" dir="5400000" algn="ctr">
              <a:srgbClr val="000000"/>
            </a:outerShdw>
          </a:effectLst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>
                <a:latin typeface="LM Roman 12" panose="00000500000000000000" pitchFamily="50" charset="0"/>
              </a:rPr>
              <a:t>typedef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CE27081F-24DC-8897-129C-CF3557C4541C}"/>
              </a:ext>
            </a:extLst>
          </p:cNvPr>
          <p:cNvCxnSpPr>
            <a:stCxn id="10" idx="1"/>
            <a:endCxn id="6" idx="1"/>
          </p:cNvCxnSpPr>
          <p:nvPr/>
        </p:nvCxnSpPr>
        <p:spPr>
          <a:xfrm rot="10800000" flipH="1" flipV="1">
            <a:off x="4545453" y="2098865"/>
            <a:ext cx="932366" cy="1405850"/>
          </a:xfrm>
          <a:prstGeom prst="bentConnector3">
            <a:avLst>
              <a:gd name="adj1" fmla="val -24518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A087E2D-ACD5-DA85-7346-A694E35ABA1C}"/>
              </a:ext>
            </a:extLst>
          </p:cNvPr>
          <p:cNvCxnSpPr>
            <a:stCxn id="10" idx="1"/>
            <a:endCxn id="9" idx="1"/>
          </p:cNvCxnSpPr>
          <p:nvPr/>
        </p:nvCxnSpPr>
        <p:spPr>
          <a:xfrm rot="10800000" flipH="1" flipV="1">
            <a:off x="4545453" y="2098865"/>
            <a:ext cx="932364" cy="2073552"/>
          </a:xfrm>
          <a:prstGeom prst="bentConnector3">
            <a:avLst>
              <a:gd name="adj1" fmla="val -24518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834706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D25D0-5AC8-B825-0E17-2ED1D3BEE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1AAF1644-2C68-6654-8F0A-184FF1A11925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C42DAD1-556A-FA8E-9CC4-0B6997C379C3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0EA2319-0841-C4C0-1968-66099B0DD561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BD92169-A53D-E18F-925C-E4299266DDEC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80DA4B42-331A-AD23-98AF-6EC59A81FE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3FEF9E1-FBFC-4B6A-7F48-8A9667834489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29E743A-632E-9EB3-5D21-ECF5187657DD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struct</a:t>
              </a: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33E6D6FA-237D-82AA-AEAC-C8CD78996706}"/>
              </a:ext>
            </a:extLst>
          </p:cNvPr>
          <p:cNvSpPr/>
          <p:nvPr/>
        </p:nvSpPr>
        <p:spPr>
          <a:xfrm>
            <a:off x="-583638" y="2939567"/>
            <a:ext cx="11003545" cy="24621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4400" b="1" dirty="0">
                <a:solidFill>
                  <a:srgbClr val="00B0F0"/>
                </a:solidFill>
                <a:latin typeface="LM Roman 12" panose="00000500000000000000" pitchFamily="50" charset="0"/>
              </a:rPr>
              <a:t>struct</a:t>
            </a:r>
            <a:r>
              <a:rPr lang="en-ZA" sz="4400" b="1" dirty="0">
                <a:solidFill>
                  <a:srgbClr val="FF0000"/>
                </a:solidFill>
                <a:latin typeface="LM Roman 12" panose="00000500000000000000" pitchFamily="50" charset="0"/>
              </a:rPr>
              <a:t> </a:t>
            </a:r>
            <a:r>
              <a:rPr lang="en-ZA" sz="4400" b="1" dirty="0" err="1">
                <a:solidFill>
                  <a:srgbClr val="FF0000"/>
                </a:solidFill>
                <a:latin typeface="LM Roman 12" panose="00000500000000000000" pitchFamily="50" charset="0"/>
              </a:rPr>
              <a:t>structName</a:t>
            </a:r>
            <a:r>
              <a:rPr lang="en-ZA" sz="4400" dirty="0">
                <a:latin typeface="LM Roman 12" panose="00000500000000000000" pitchFamily="50" charset="0"/>
              </a:rPr>
              <a:t> </a:t>
            </a:r>
            <a:r>
              <a:rPr lang="en-ZA" sz="4400" b="1" dirty="0">
                <a:solidFill>
                  <a:schemeClr val="tx1"/>
                </a:solidFill>
                <a:latin typeface="LM Roman 12" panose="00000500000000000000" pitchFamily="50" charset="0"/>
              </a:rPr>
              <a:t>{</a:t>
            </a:r>
          </a:p>
          <a:p>
            <a:pPr algn="ctr"/>
            <a:r>
              <a:rPr lang="en-ZA" sz="4400" b="1" dirty="0">
                <a:solidFill>
                  <a:srgbClr val="00B0F0"/>
                </a:solidFill>
                <a:latin typeface="LM Roman 12" panose="00000500000000000000" pitchFamily="50" charset="0"/>
              </a:rPr>
              <a:t>								member1</a:t>
            </a:r>
            <a:r>
              <a:rPr lang="en-ZA" sz="4400" b="1" dirty="0">
                <a:solidFill>
                  <a:schemeClr val="tx1"/>
                </a:solidFill>
                <a:latin typeface="LM Roman 12" panose="00000500000000000000" pitchFamily="50" charset="0"/>
              </a:rPr>
              <a:t> ; </a:t>
            </a:r>
          </a:p>
          <a:p>
            <a:pPr algn="ctr"/>
            <a:r>
              <a:rPr lang="en-ZA" sz="4400" b="1" dirty="0">
                <a:solidFill>
                  <a:srgbClr val="00B0F0"/>
                </a:solidFill>
                <a:latin typeface="LM Roman 12" panose="00000500000000000000" pitchFamily="50" charset="0"/>
              </a:rPr>
              <a:t>								member2</a:t>
            </a:r>
            <a:r>
              <a:rPr lang="en-ZA" sz="4400" b="1" dirty="0">
                <a:solidFill>
                  <a:schemeClr val="tx1"/>
                </a:solidFill>
                <a:latin typeface="LM Roman 12" panose="00000500000000000000" pitchFamily="50" charset="0"/>
              </a:rPr>
              <a:t> ; </a:t>
            </a:r>
          </a:p>
          <a:p>
            <a:pPr algn="ctr"/>
            <a:r>
              <a:rPr lang="en-ZA" sz="4400" b="1" dirty="0">
                <a:solidFill>
                  <a:srgbClr val="00B0F0"/>
                </a:solidFill>
                <a:latin typeface="LM Roman 12" panose="00000500000000000000" pitchFamily="50" charset="0"/>
              </a:rPr>
              <a:t>								member3</a:t>
            </a:r>
            <a:r>
              <a:rPr lang="en-ZA" sz="4400" b="1" dirty="0">
                <a:solidFill>
                  <a:schemeClr val="tx1"/>
                </a:solidFill>
                <a:latin typeface="LM Roman 12" panose="00000500000000000000" pitchFamily="50" charset="0"/>
              </a:rPr>
              <a:t>; </a:t>
            </a:r>
          </a:p>
          <a:p>
            <a:pPr algn="ctr"/>
            <a:r>
              <a:rPr lang="en-ZA" sz="4400" b="1" dirty="0">
                <a:solidFill>
                  <a:schemeClr val="tx1"/>
                </a:solidFill>
                <a:latin typeface="LM Roman 12" panose="00000500000000000000" pitchFamily="50" charset="0"/>
              </a:rPr>
              <a:t>					… } 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3A1BDE-825E-0AD3-EB34-BE871AD52A29}"/>
              </a:ext>
            </a:extLst>
          </p:cNvPr>
          <p:cNvSpPr txBox="1"/>
          <p:nvPr/>
        </p:nvSpPr>
        <p:spPr>
          <a:xfrm>
            <a:off x="4373001" y="1323163"/>
            <a:ext cx="272959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4400" b="1" u="sng">
                <a:latin typeface="LM Roman 12" panose="00000500000000000000" pitchFamily="50" charset="0"/>
              </a:rPr>
              <a:t>FORMAT</a:t>
            </a:r>
            <a:endParaRPr lang="en-ZA" sz="4400" b="1" u="sng">
              <a:solidFill>
                <a:srgbClr val="00B0F0"/>
              </a:solidFill>
              <a:latin typeface="LM Roman 12" panose="000005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7422227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C9465-E33E-70B3-0589-AE212EBF5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CE4C505C-DDA7-877E-C63D-81AF31BF301C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E2CC537-FF50-CFB1-965C-D0D12975D8E8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62800E6-B5B3-B3CC-E0F2-DE7D5613CCA9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46395E5-BA8A-FD3B-6F39-7564DA5D9A52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55C74AC1-BEC2-A13A-1203-D4E436CA27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111AD69-484F-5310-0847-AA7FD7D35DD0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AD91FA5-AD5D-03FE-E8B2-81F84A9F0C94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s</a:t>
              </a:r>
              <a:r>
                <a:rPr kumimoji="0" lang="en-ZA" sz="1800" b="0" i="0" u="none" strike="noStrike" kern="1200" cap="none" spc="0" normalizeH="0" baseline="0" noProof="0" err="1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truct</a:t>
              </a:r>
              <a:r>
                <a: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: Example I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D4C79943-3E53-3CBF-4764-528CBA2407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7808" y="1488529"/>
            <a:ext cx="9817763" cy="415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691704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18D46-14D7-D6E4-D1B5-BFE18C5E7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E7C6DA2F-A7CD-948C-F907-4A1107C45A60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BF28E99-3F03-E142-2105-995109B2469C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7242540-E803-CE38-EB1A-601BBFEB7A79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91F37EB-5252-04FB-E578-C665140DE35A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8184D4A3-5D52-5236-6F5C-F75B8E7A6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782E408-EE5E-AE4E-7CA3-E5C4B8AA8597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E020663E-4294-CA1D-A1F9-B4C61EA3F125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struct</a:t>
              </a:r>
              <a:r>
                <a:rPr lang="en-ZA">
                  <a:solidFill>
                    <a:srgbClr val="FFFF00"/>
                  </a:solidFill>
                  <a:latin typeface="LM Roman 12" panose="00000500000000000000" pitchFamily="50" charset="0"/>
                </a:rPr>
                <a:t>: Example II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13815D80-4385-8E72-E5BB-D8B98AC0D4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513" y="1274137"/>
            <a:ext cx="7153367" cy="29239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F2F1FCF-87AA-8562-A288-990D1979A0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1244" y="4466111"/>
            <a:ext cx="8800682" cy="23171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B2EC7A3-F344-69A7-238D-FA7DDE9F98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5564" y="1809610"/>
            <a:ext cx="4089462" cy="11915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6151415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982A4-CFD4-275E-E25C-82FBA0843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D2488FBB-151B-EB7A-DFA2-E4029EBC216C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4F58B4D-6833-1A42-A8EA-835B6BF0C8F7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C43244C-B25F-F489-39D3-42A2147BF6A7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4C46A3-6EE3-7165-FD9B-2A64A47F33A1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4FBAC0DF-8131-02A3-D1C8-A6014A53B8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DC94F9D-5D16-E101-0F15-BC3EBC81D02A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D568253-6BB8-0590-F13A-C1B90078AA26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struct</a:t>
              </a:r>
              <a:r>
                <a:rPr lang="en-ZA">
                  <a:solidFill>
                    <a:srgbClr val="FFFF00"/>
                  </a:solidFill>
                  <a:latin typeface="LM Roman 12" panose="00000500000000000000" pitchFamily="50" charset="0"/>
                </a:rPr>
                <a:t>: Valid operations</a:t>
              </a: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006DE3FB-D295-DC5F-A183-59CA54F52B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54" y="1245641"/>
            <a:ext cx="7305602" cy="534720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297C76C-A0B9-AE24-09F3-4BE1B051E2AF}"/>
              </a:ext>
            </a:extLst>
          </p:cNvPr>
          <p:cNvSpPr/>
          <p:nvPr/>
        </p:nvSpPr>
        <p:spPr>
          <a:xfrm>
            <a:off x="6609525" y="2593144"/>
            <a:ext cx="5481781" cy="294390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2000" b="1">
                <a:solidFill>
                  <a:schemeClr val="tx1"/>
                </a:solidFill>
                <a:latin typeface="LM Roman 12" panose="00000500000000000000" pitchFamily="50" charset="0"/>
              </a:rPr>
              <a:t>Assign a structure variable to a structure variable of the same type</a:t>
            </a:r>
          </a:p>
          <a:p>
            <a:pPr algn="ctr"/>
            <a:r>
              <a:rPr lang="en-ZA" sz="2000" b="1" err="1">
                <a:solidFill>
                  <a:schemeClr val="tx1"/>
                </a:solidFill>
                <a:latin typeface="LM Roman 12" panose="00000500000000000000" pitchFamily="50" charset="0"/>
              </a:rPr>
              <a:t>i.e</a:t>
            </a:r>
            <a:r>
              <a:rPr lang="en-ZA" sz="2000" b="1">
                <a:solidFill>
                  <a:schemeClr val="tx1"/>
                </a:solidFill>
                <a:latin typeface="LM Roman 12" panose="00000500000000000000" pitchFamily="50" charset="0"/>
              </a:rPr>
              <a:t>, </a:t>
            </a:r>
            <a:r>
              <a:rPr lang="en-ZA" sz="2000" b="1" err="1">
                <a:solidFill>
                  <a:srgbClr val="FF0000"/>
                </a:solidFill>
                <a:latin typeface="LM Roman 12" panose="00000500000000000000" pitchFamily="50" charset="0"/>
              </a:rPr>
              <a:t>studentX</a:t>
            </a:r>
            <a:r>
              <a:rPr lang="en-ZA" sz="2000" b="1">
                <a:solidFill>
                  <a:srgbClr val="FF0000"/>
                </a:solidFill>
                <a:latin typeface="LM Roman 12" panose="00000500000000000000" pitchFamily="50" charset="0"/>
              </a:rPr>
              <a:t> = </a:t>
            </a:r>
            <a:r>
              <a:rPr lang="en-ZA" sz="2000" b="1" err="1">
                <a:solidFill>
                  <a:srgbClr val="FF0000"/>
                </a:solidFill>
                <a:latin typeface="LM Roman 12" panose="00000500000000000000" pitchFamily="50" charset="0"/>
              </a:rPr>
              <a:t>studentY</a:t>
            </a:r>
            <a:r>
              <a:rPr lang="en-ZA" sz="2000" b="1">
                <a:solidFill>
                  <a:srgbClr val="FF0000"/>
                </a:solidFill>
                <a:latin typeface="LM Roman 12" panose="00000500000000000000" pitchFamily="50" charset="0"/>
              </a:rPr>
              <a:t> </a:t>
            </a:r>
            <a:endParaRPr lang="en-ZA" sz="2000">
              <a:solidFill>
                <a:srgbClr val="FF0000"/>
              </a:solidFill>
              <a:latin typeface="LM Roman 12" panose="00000500000000000000" pitchFamily="50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9C7E7E-F19D-1D6F-66C7-8762FD51EE37}"/>
              </a:ext>
            </a:extLst>
          </p:cNvPr>
          <p:cNvSpPr/>
          <p:nvPr/>
        </p:nvSpPr>
        <p:spPr>
          <a:xfrm>
            <a:off x="6609525" y="2648746"/>
            <a:ext cx="5481781" cy="48928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>
                <a:latin typeface="LM Roman 12" panose="00000500000000000000" pitchFamily="50" charset="0"/>
              </a:rPr>
              <a:t>Valid operations</a:t>
            </a:r>
          </a:p>
        </p:txBody>
      </p:sp>
      <p:sp>
        <p:nvSpPr>
          <p:cNvPr id="13" name="Arrow: Left 12">
            <a:extLst>
              <a:ext uri="{FF2B5EF4-FFF2-40B4-BE49-F238E27FC236}">
                <a16:creationId xmlns:a16="http://schemas.microsoft.com/office/drawing/2014/main" id="{44817DF4-0A59-27B0-6D24-2E45C12203E7}"/>
              </a:ext>
            </a:extLst>
          </p:cNvPr>
          <p:cNvSpPr/>
          <p:nvPr/>
        </p:nvSpPr>
        <p:spPr>
          <a:xfrm rot="286471">
            <a:off x="5045305" y="3600980"/>
            <a:ext cx="1648953" cy="622005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862102172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B8B4E-E824-C68D-231D-D453A7A36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DD10C4CE-2576-48FE-B2C8-6669C7E21C7B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390FB03-A1F2-99C4-C87A-F0ACC5994EB2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BE43680-4473-C659-2214-C472E4761D61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4397EE5-723E-96B5-5807-338717E2909F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4361D855-ACF8-F75D-B561-193AE890CC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1F6465F-FD2C-CBFA-3BE7-185A0A6569DA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451ABAB-1354-047B-9C65-2CE7D0138268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struct</a:t>
              </a:r>
              <a:r>
                <a:rPr lang="en-ZA">
                  <a:solidFill>
                    <a:srgbClr val="FFFF00"/>
                  </a:solidFill>
                  <a:latin typeface="LM Roman 12" panose="00000500000000000000" pitchFamily="50" charset="0"/>
                </a:rPr>
                <a:t>: Valid operations</a:t>
              </a: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38AA7236-0651-98BD-D5B4-601CB358FF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54" y="1245641"/>
            <a:ext cx="7305602" cy="534720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1E91C88-B17D-B6F1-2A3B-6A50D996A226}"/>
              </a:ext>
            </a:extLst>
          </p:cNvPr>
          <p:cNvSpPr/>
          <p:nvPr/>
        </p:nvSpPr>
        <p:spPr>
          <a:xfrm>
            <a:off x="6609525" y="2593144"/>
            <a:ext cx="5481781" cy="294390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2000" b="1">
                <a:solidFill>
                  <a:schemeClr val="tx1"/>
                </a:solidFill>
                <a:latin typeface="LM Roman 12" panose="00000500000000000000" pitchFamily="50" charset="0"/>
              </a:rPr>
              <a:t>Take the address (</a:t>
            </a:r>
            <a:r>
              <a:rPr lang="en-ZA" sz="2000" b="1">
                <a:solidFill>
                  <a:srgbClr val="FF0000"/>
                </a:solidFill>
                <a:latin typeface="LM Roman 12" panose="00000500000000000000" pitchFamily="50" charset="0"/>
              </a:rPr>
              <a:t>&amp;</a:t>
            </a:r>
            <a:r>
              <a:rPr lang="en-ZA" sz="2000" b="1">
                <a:solidFill>
                  <a:schemeClr val="tx1"/>
                </a:solidFill>
                <a:latin typeface="LM Roman 12" panose="00000500000000000000" pitchFamily="50" charset="0"/>
              </a:rPr>
              <a:t>) of a structure variable and point to it in memory</a:t>
            </a:r>
            <a:endParaRPr lang="en-ZA" sz="2000">
              <a:solidFill>
                <a:srgbClr val="FF0000"/>
              </a:solidFill>
              <a:latin typeface="LM Roman 12" panose="00000500000000000000" pitchFamily="50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6F8231-C463-0994-E34B-ACCC0DC71081}"/>
              </a:ext>
            </a:extLst>
          </p:cNvPr>
          <p:cNvSpPr/>
          <p:nvPr/>
        </p:nvSpPr>
        <p:spPr>
          <a:xfrm>
            <a:off x="6609525" y="2648746"/>
            <a:ext cx="5481781" cy="48928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>
                <a:latin typeface="LM Roman 12" panose="00000500000000000000" pitchFamily="50" charset="0"/>
              </a:rPr>
              <a:t>Valid operations</a:t>
            </a:r>
          </a:p>
        </p:txBody>
      </p:sp>
      <p:sp>
        <p:nvSpPr>
          <p:cNvPr id="13" name="Arrow: Left 12">
            <a:extLst>
              <a:ext uri="{FF2B5EF4-FFF2-40B4-BE49-F238E27FC236}">
                <a16:creationId xmlns:a16="http://schemas.microsoft.com/office/drawing/2014/main" id="{C5A9C34E-6D79-A398-2697-ED5170F243C2}"/>
              </a:ext>
            </a:extLst>
          </p:cNvPr>
          <p:cNvSpPr/>
          <p:nvPr/>
        </p:nvSpPr>
        <p:spPr>
          <a:xfrm rot="20896906">
            <a:off x="4387527" y="4163200"/>
            <a:ext cx="2267997" cy="622005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0579648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11040-3119-68B9-D4F1-EC221070A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885A5B79-754B-E855-0009-9D35241E387C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56820DA-BF2D-F759-E074-7801FE85595D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954C1BC-84BA-18F7-7836-0DD061450D15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65F1CC4-5340-6557-1C51-D8B85E842A8F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B2C584EE-EFC2-64AA-D7AF-5B1FDB2EAC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7418D8C-0838-E2A4-1138-3118FA67C44B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662D7F1-F427-0419-5475-6529B1D2E75A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struct</a:t>
              </a:r>
              <a:r>
                <a:rPr lang="en-ZA">
                  <a:solidFill>
                    <a:srgbClr val="FFFF00"/>
                  </a:solidFill>
                  <a:latin typeface="LM Roman 12" panose="00000500000000000000" pitchFamily="50" charset="0"/>
                </a:rPr>
                <a:t>: Valid operations</a:t>
              </a: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46794E62-0592-09A2-1404-C90C45D4BD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54" y="1245641"/>
            <a:ext cx="7305602" cy="534720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728C9FC-64F0-BC7E-63E7-77C744CBDE5F}"/>
              </a:ext>
            </a:extLst>
          </p:cNvPr>
          <p:cNvSpPr/>
          <p:nvPr/>
        </p:nvSpPr>
        <p:spPr>
          <a:xfrm>
            <a:off x="6609525" y="2593144"/>
            <a:ext cx="5481781" cy="294390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2000" b="1">
                <a:solidFill>
                  <a:schemeClr val="tx1"/>
                </a:solidFill>
                <a:latin typeface="LM Roman 12" panose="00000500000000000000" pitchFamily="50" charset="0"/>
              </a:rPr>
              <a:t>Access the individual members of a structure</a:t>
            </a:r>
          </a:p>
          <a:p>
            <a:pPr algn="ctr"/>
            <a:r>
              <a:rPr lang="en-ZA" sz="2000" b="1">
                <a:solidFill>
                  <a:schemeClr val="tx1"/>
                </a:solidFill>
                <a:latin typeface="LM Roman 12" panose="00000500000000000000" pitchFamily="50" charset="0"/>
              </a:rPr>
              <a:t>i.e., </a:t>
            </a:r>
            <a:r>
              <a:rPr lang="en-ZA" sz="2000" b="1">
                <a:solidFill>
                  <a:srgbClr val="FF0000"/>
                </a:solidFill>
                <a:latin typeface="LM Roman 12" panose="00000500000000000000" pitchFamily="50" charset="0"/>
              </a:rPr>
              <a:t>studentX.name will access “John” (next section)</a:t>
            </a:r>
            <a:endParaRPr lang="en-ZA" sz="2000">
              <a:solidFill>
                <a:srgbClr val="FF0000"/>
              </a:solidFill>
              <a:latin typeface="LM Roman 12" panose="00000500000000000000" pitchFamily="50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679CCA-3B88-9E16-0B61-1F303F0BA66B}"/>
              </a:ext>
            </a:extLst>
          </p:cNvPr>
          <p:cNvSpPr/>
          <p:nvPr/>
        </p:nvSpPr>
        <p:spPr>
          <a:xfrm>
            <a:off x="6609525" y="2648746"/>
            <a:ext cx="5481781" cy="48928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>
                <a:latin typeface="LM Roman 12" panose="00000500000000000000" pitchFamily="50" charset="0"/>
              </a:rPr>
              <a:t>Valid operations</a:t>
            </a:r>
          </a:p>
        </p:txBody>
      </p:sp>
      <p:sp>
        <p:nvSpPr>
          <p:cNvPr id="13" name="Arrow: Left 12">
            <a:extLst>
              <a:ext uri="{FF2B5EF4-FFF2-40B4-BE49-F238E27FC236}">
                <a16:creationId xmlns:a16="http://schemas.microsoft.com/office/drawing/2014/main" id="{A8A8184D-03DE-0E8E-D024-128538416291}"/>
              </a:ext>
            </a:extLst>
          </p:cNvPr>
          <p:cNvSpPr/>
          <p:nvPr/>
        </p:nvSpPr>
        <p:spPr>
          <a:xfrm rot="633277">
            <a:off x="5086962" y="3786504"/>
            <a:ext cx="1536338" cy="622005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0886221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73F43-4C75-F792-6050-D95D90B05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2128D826-D001-509D-7601-7B8C9292852A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6846888-8456-FA2C-3AD6-CFEB299C62D9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AFEAF1E-6A6B-A8DC-0185-5B19762137A8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DDC84AA-C7A7-5991-DB5E-A36D1A55DBA4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3F319F50-A7AA-0261-3419-67832269CC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EDF1423-567C-1F16-5A67-9B693BEE1A2F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1C0C450-DF4F-F2CE-1AED-C1841E30B239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struct</a:t>
              </a:r>
              <a:r>
                <a:rPr lang="en-ZA">
                  <a:solidFill>
                    <a:srgbClr val="FFFF00"/>
                  </a:solidFill>
                  <a:latin typeface="LM Roman 12" panose="00000500000000000000" pitchFamily="50" charset="0"/>
                </a:rPr>
                <a:t>: Valid operations</a:t>
              </a: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017BFA1E-9E07-7A7C-C72F-A50C2B4E68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54" y="1245641"/>
            <a:ext cx="7305602" cy="534720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45ED9BD-5279-11F2-9008-85E20496AF58}"/>
              </a:ext>
            </a:extLst>
          </p:cNvPr>
          <p:cNvSpPr/>
          <p:nvPr/>
        </p:nvSpPr>
        <p:spPr>
          <a:xfrm>
            <a:off x="6609525" y="2593144"/>
            <a:ext cx="5481781" cy="294390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2000" b="1">
                <a:solidFill>
                  <a:schemeClr val="tx1"/>
                </a:solidFill>
                <a:latin typeface="LM Roman 12" panose="00000500000000000000" pitchFamily="50" charset="0"/>
              </a:rPr>
              <a:t>Use the </a:t>
            </a:r>
            <a:r>
              <a:rPr lang="en-ZA" sz="2000" b="1" err="1">
                <a:solidFill>
                  <a:srgbClr val="00B0F0"/>
                </a:solidFill>
                <a:latin typeface="LM Roman 12" panose="00000500000000000000" pitchFamily="50" charset="0"/>
              </a:rPr>
              <a:t>sizeof</a:t>
            </a:r>
            <a:r>
              <a:rPr lang="en-ZA" sz="2000" b="1">
                <a:solidFill>
                  <a:srgbClr val="00B0F0"/>
                </a:solidFill>
                <a:latin typeface="LM Roman 12" panose="00000500000000000000" pitchFamily="50" charset="0"/>
              </a:rPr>
              <a:t> </a:t>
            </a:r>
            <a:r>
              <a:rPr lang="en-ZA" sz="2000" b="1">
                <a:solidFill>
                  <a:schemeClr val="tx1"/>
                </a:solidFill>
                <a:latin typeface="LM Roman 12" panose="00000500000000000000" pitchFamily="50" charset="0"/>
              </a:rPr>
              <a:t>operator to determine the size of a structure</a:t>
            </a:r>
            <a:endParaRPr lang="en-ZA" sz="2000">
              <a:solidFill>
                <a:srgbClr val="00B0F0"/>
              </a:solidFill>
              <a:latin typeface="LM Roman 12" panose="00000500000000000000" pitchFamily="50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C142AFA-A754-1328-7480-651B1E10CA0E}"/>
              </a:ext>
            </a:extLst>
          </p:cNvPr>
          <p:cNvSpPr/>
          <p:nvPr/>
        </p:nvSpPr>
        <p:spPr>
          <a:xfrm>
            <a:off x="6609525" y="2648746"/>
            <a:ext cx="5481781" cy="48928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>
                <a:latin typeface="LM Roman 12" panose="00000500000000000000" pitchFamily="50" charset="0"/>
              </a:rPr>
              <a:t>Valid operations</a:t>
            </a:r>
          </a:p>
        </p:txBody>
      </p:sp>
      <p:sp>
        <p:nvSpPr>
          <p:cNvPr id="13" name="Arrow: Left 12">
            <a:extLst>
              <a:ext uri="{FF2B5EF4-FFF2-40B4-BE49-F238E27FC236}">
                <a16:creationId xmlns:a16="http://schemas.microsoft.com/office/drawing/2014/main" id="{EF678066-9A2E-EAB2-F42D-6062E6BCE763}"/>
              </a:ext>
            </a:extLst>
          </p:cNvPr>
          <p:cNvSpPr/>
          <p:nvPr/>
        </p:nvSpPr>
        <p:spPr>
          <a:xfrm rot="20752862">
            <a:off x="4105578" y="4613040"/>
            <a:ext cx="2553095" cy="622005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680792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9757E-8692-D059-507D-E444FDB87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B832E19D-2CE0-EA7E-2373-AEB6758BB02E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EB8200C-4EEE-A2C8-9CE2-C0AEB737624B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CB9FCC1-F131-C90F-4553-F3F10423AD79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47FE612-F0E5-2139-F0D9-53F2E60F952E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84896B8C-AE39-4CAF-B982-04C6051CF2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7BA3C15-11F6-D37A-0349-702965E76F4D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CFC115ED-EB6A-0BAE-0CB0-22FAD51D8FD2}"/>
                </a:ext>
              </a:extLst>
            </p:cNvPr>
            <p:cNvSpPr/>
            <p:nvPr/>
          </p:nvSpPr>
          <p:spPr>
            <a:xfrm>
              <a:off x="3708455" y="584240"/>
              <a:ext cx="4319126" cy="33016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struct</a:t>
              </a:r>
              <a:r>
                <a:rPr lang="en-ZA">
                  <a:solidFill>
                    <a:srgbClr val="FFFF00"/>
                  </a:solidFill>
                  <a:latin typeface="LM Roman 12" panose="00000500000000000000" pitchFamily="50" charset="0"/>
                </a:rPr>
                <a:t>: accessing members of structures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CDC81524-0CF8-8C4C-0B0C-05290FB8EC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461" y="1099066"/>
            <a:ext cx="5578557" cy="57210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5640015-E98E-A081-8BD0-AE94FC42722F}"/>
              </a:ext>
            </a:extLst>
          </p:cNvPr>
          <p:cNvSpPr/>
          <p:nvPr/>
        </p:nvSpPr>
        <p:spPr>
          <a:xfrm>
            <a:off x="6609525" y="2593144"/>
            <a:ext cx="5481781" cy="294390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LM Roman 12" panose="00000500000000000000" pitchFamily="50" charset="0"/>
              </a:rPr>
              <a:t>Dot operator </a:t>
            </a:r>
            <a:r>
              <a:rPr lang="en-US" sz="2000" b="1">
                <a:solidFill>
                  <a:srgbClr val="FF0000"/>
                </a:solidFill>
                <a:latin typeface="LM Roman 12" panose="00000500000000000000" pitchFamily="50" charset="0"/>
              </a:rPr>
              <a:t>(.)</a:t>
            </a:r>
            <a:r>
              <a:rPr lang="en-US" sz="2000" b="1">
                <a:solidFill>
                  <a:schemeClr val="tx1"/>
                </a:solidFill>
                <a:latin typeface="LM Roman 12" panose="00000500000000000000" pitchFamily="50" charset="0"/>
              </a:rPr>
              <a:t> used to access members by means of the structure </a:t>
            </a:r>
          </a:p>
          <a:p>
            <a:pPr algn="ctr"/>
            <a:r>
              <a:rPr lang="en-US" sz="2000" b="1">
                <a:solidFill>
                  <a:schemeClr val="tx1"/>
                </a:solidFill>
                <a:latin typeface="LM Roman 12" panose="00000500000000000000" pitchFamily="50" charset="0"/>
              </a:rPr>
              <a:t>name</a:t>
            </a:r>
            <a:endParaRPr lang="en-ZA" sz="2000">
              <a:solidFill>
                <a:srgbClr val="FF0000"/>
              </a:solidFill>
              <a:latin typeface="LM Roman 12" panose="00000500000000000000" pitchFamily="50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7EE7EE-0B9A-DD15-173B-4BF776D23984}"/>
              </a:ext>
            </a:extLst>
          </p:cNvPr>
          <p:cNvSpPr/>
          <p:nvPr/>
        </p:nvSpPr>
        <p:spPr>
          <a:xfrm>
            <a:off x="6609525" y="2648746"/>
            <a:ext cx="5481781" cy="48928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>
                <a:solidFill>
                  <a:srgbClr val="FF0000"/>
                </a:solidFill>
                <a:latin typeface="LM Roman 12" panose="00000500000000000000" pitchFamily="50" charset="0"/>
              </a:rPr>
              <a:t>(.)</a:t>
            </a:r>
          </a:p>
        </p:txBody>
      </p:sp>
      <p:sp>
        <p:nvSpPr>
          <p:cNvPr id="12" name="Arrow: Left 11">
            <a:extLst>
              <a:ext uri="{FF2B5EF4-FFF2-40B4-BE49-F238E27FC236}">
                <a16:creationId xmlns:a16="http://schemas.microsoft.com/office/drawing/2014/main" id="{00AB1B84-22BC-8B88-726E-E2D26D58FAB4}"/>
              </a:ext>
            </a:extLst>
          </p:cNvPr>
          <p:cNvSpPr/>
          <p:nvPr/>
        </p:nvSpPr>
        <p:spPr>
          <a:xfrm rot="20737795">
            <a:off x="4167914" y="4124789"/>
            <a:ext cx="2513228" cy="622005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492292624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1CFEC-2949-72A9-A13D-2C8B511F2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2A70AD6C-E4B5-AFCA-797D-A6EA62745D4D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58064A-80EF-B20F-8B51-43625E89F845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945FA9C-9904-0FEE-155F-5B70AE830663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7A00F21-A0FB-5B4A-9A6D-CAEECBDFF270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B3B2E17A-0E78-9C0A-2421-8E3510AA4C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A08446F-5F69-3C30-EE5C-BD96E72D7CC6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224DC82-C35E-0583-FC34-E4E4D3747A7E}"/>
                </a:ext>
              </a:extLst>
            </p:cNvPr>
            <p:cNvSpPr/>
            <p:nvPr/>
          </p:nvSpPr>
          <p:spPr>
            <a:xfrm>
              <a:off x="3708455" y="584240"/>
              <a:ext cx="4319126" cy="33016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struct</a:t>
              </a:r>
              <a:r>
                <a:rPr lang="en-ZA">
                  <a:solidFill>
                    <a:srgbClr val="FFFF00"/>
                  </a:solidFill>
                  <a:latin typeface="LM Roman 12" panose="00000500000000000000" pitchFamily="50" charset="0"/>
                </a:rPr>
                <a:t>: accessing members of structures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2991F49-0950-DAA9-4268-1528B783FF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461" y="1099066"/>
            <a:ext cx="5578557" cy="57210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9788BD0-B259-F250-8EE7-28E1A2F1A577}"/>
              </a:ext>
            </a:extLst>
          </p:cNvPr>
          <p:cNvSpPr/>
          <p:nvPr/>
        </p:nvSpPr>
        <p:spPr>
          <a:xfrm>
            <a:off x="6609525" y="2593144"/>
            <a:ext cx="5481781" cy="294390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LM Roman 12" panose="00000500000000000000" pitchFamily="50" charset="0"/>
              </a:rPr>
              <a:t>Arrow operator </a:t>
            </a:r>
            <a:r>
              <a:rPr lang="en-US" sz="2000" b="1">
                <a:solidFill>
                  <a:srgbClr val="FF0000"/>
                </a:solidFill>
                <a:latin typeface="LM Roman 12" panose="00000500000000000000" pitchFamily="50" charset="0"/>
              </a:rPr>
              <a:t>(-&gt;)</a:t>
            </a:r>
            <a:r>
              <a:rPr lang="en-US" sz="2000" b="1">
                <a:solidFill>
                  <a:schemeClr val="tx1"/>
                </a:solidFill>
                <a:latin typeface="LM Roman 12" panose="00000500000000000000" pitchFamily="50" charset="0"/>
              </a:rPr>
              <a:t> used to access members by means of a pointer to </a:t>
            </a:r>
          </a:p>
          <a:p>
            <a:pPr algn="ctr"/>
            <a:r>
              <a:rPr lang="en-US" sz="2000" b="1">
                <a:solidFill>
                  <a:schemeClr val="tx1"/>
                </a:solidFill>
                <a:latin typeface="LM Roman 12" panose="00000500000000000000" pitchFamily="50" charset="0"/>
              </a:rPr>
              <a:t>the structure</a:t>
            </a:r>
            <a:endParaRPr lang="en-ZA" sz="2000">
              <a:solidFill>
                <a:srgbClr val="FF0000"/>
              </a:solidFill>
              <a:latin typeface="LM Roman 12" panose="00000500000000000000" pitchFamily="50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742729-D925-8835-4D2F-67D019218070}"/>
              </a:ext>
            </a:extLst>
          </p:cNvPr>
          <p:cNvSpPr/>
          <p:nvPr/>
        </p:nvSpPr>
        <p:spPr>
          <a:xfrm>
            <a:off x="6609525" y="2648746"/>
            <a:ext cx="5481781" cy="48928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>
                <a:solidFill>
                  <a:srgbClr val="FF0000"/>
                </a:solidFill>
                <a:latin typeface="LM Roman 12" panose="00000500000000000000" pitchFamily="50" charset="0"/>
              </a:rPr>
              <a:t>(-&gt;)</a:t>
            </a:r>
          </a:p>
        </p:txBody>
      </p:sp>
      <p:sp>
        <p:nvSpPr>
          <p:cNvPr id="12" name="Arrow: Left 11">
            <a:extLst>
              <a:ext uri="{FF2B5EF4-FFF2-40B4-BE49-F238E27FC236}">
                <a16:creationId xmlns:a16="http://schemas.microsoft.com/office/drawing/2014/main" id="{536EEE2B-B4C0-36FF-6314-57491FB8ECE6}"/>
              </a:ext>
            </a:extLst>
          </p:cNvPr>
          <p:cNvSpPr/>
          <p:nvPr/>
        </p:nvSpPr>
        <p:spPr>
          <a:xfrm rot="19699986">
            <a:off x="4325861" y="4576760"/>
            <a:ext cx="2513228" cy="622005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93571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4E791-C2FC-E3FE-2F03-A616B9B8D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78D2C353-F543-534C-BB76-DB076903B245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0A5CF9C-7034-E0F6-469A-D87939D3CADF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94C2A46-7E61-9C1C-E664-CBADD5D08558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D333C46-30F3-5F86-D64C-D4470DC2CCCB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EC6A9C6B-E139-A8A8-B9B3-B3A9E0265B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7000576-6AA6-6482-E0A1-6BA37E2F8D0D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16D8028-EDA6-D76F-3DE5-A3B984FE4563}"/>
                </a:ext>
              </a:extLst>
            </p:cNvPr>
            <p:cNvSpPr/>
            <p:nvPr/>
          </p:nvSpPr>
          <p:spPr>
            <a:xfrm>
              <a:off x="3708455" y="584240"/>
              <a:ext cx="4319126" cy="33016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struct</a:t>
              </a:r>
              <a:r>
                <a:rPr lang="en-ZA">
                  <a:solidFill>
                    <a:srgbClr val="FFFF00"/>
                  </a:solidFill>
                  <a:latin typeface="LM Roman 12" panose="00000500000000000000" pitchFamily="50" charset="0"/>
                </a:rPr>
                <a:t>: accessing members of structures</a:t>
              </a: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5763C635-E003-7EF9-4D1D-588CA7566C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2689" y="1245641"/>
            <a:ext cx="8786621" cy="548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290609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F1396-BA75-BC9C-501D-F05870147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88828C02-26C8-F891-38EB-7EEF87A7A743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8661744-2B01-F1B8-4348-CF74428D5D47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585BE3C-65DF-8CBB-3D68-61B948B59C4D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C08B2E5-CB22-F575-F606-99E85BBDF8FB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BA249F6B-ECDE-CFD7-E7F9-A113CB6DD7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1356F70-D1C6-EB3B-226A-8E2FA0AD801F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0BD25B6-72B8-D91F-6BC5-40E109BEF03C}"/>
                </a:ext>
              </a:extLst>
            </p:cNvPr>
            <p:cNvSpPr/>
            <p:nvPr/>
          </p:nvSpPr>
          <p:spPr>
            <a:xfrm>
              <a:off x="3708455" y="584240"/>
              <a:ext cx="4319126" cy="33016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struct</a:t>
              </a:r>
              <a:r>
                <a:rPr lang="en-ZA">
                  <a:solidFill>
                    <a:srgbClr val="FFFF00"/>
                  </a:solidFill>
                  <a:latin typeface="LM Roman 12" panose="00000500000000000000" pitchFamily="50" charset="0"/>
                </a:rPr>
                <a:t>: Using structures with functions</a:t>
              </a:r>
            </a:p>
          </p:txBody>
        </p:sp>
      </p:grp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" name="Slide Zoom 2">
                <a:extLst>
                  <a:ext uri="{FF2B5EF4-FFF2-40B4-BE49-F238E27FC236}">
                    <a16:creationId xmlns:a16="http://schemas.microsoft.com/office/drawing/2014/main" id="{E39D3499-E8DC-1CC4-5084-340194D4141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73998967"/>
                  </p:ext>
                </p:extLst>
              </p:nvPr>
            </p:nvGraphicFramePr>
            <p:xfrm>
              <a:off x="1601680" y="1129308"/>
              <a:ext cx="8988639" cy="5056110"/>
            </p:xfrm>
            <a:graphic>
              <a:graphicData uri="http://schemas.microsoft.com/office/powerpoint/2016/slidezoom">
                <pslz:sldZm>
                  <pslz:sldZmObj sldId="610" cId="1015608507">
                    <pslz:zmPr id="{A4B01A6B-313A-49E8-8E13-854383C01E70}" returnToParent="0" transitionDur="1000" showBg="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8988639" cy="5056110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" name="Slide Zoom 2">
                <a:hlinkClick r:id="rId5" action="ppaction://hlinksldjump"/>
                <a:extLst>
                  <a:ext uri="{FF2B5EF4-FFF2-40B4-BE49-F238E27FC236}">
                    <a16:creationId xmlns:a16="http://schemas.microsoft.com/office/drawing/2014/main" id="{E39D3499-E8DC-1CC4-5084-340194D4141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01680" y="1129308"/>
                <a:ext cx="8988639" cy="505611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2994409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4B1E354-3D2B-C3E5-F10E-8EA56FE4B2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148" y="0"/>
            <a:ext cx="7754047" cy="66210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42A384C-2FF4-A9C7-8966-3A77AD305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8149" y="6858000"/>
            <a:ext cx="7754046" cy="42998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939E658-D516-DFAD-09DC-ECF5D7D200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6294" y="11157862"/>
            <a:ext cx="7735901" cy="1979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6085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8EE33-918C-C0C6-D229-FFDDB88A2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E23F0F6-0477-424C-6345-D7EA5B7937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4171" y="-6621034"/>
            <a:ext cx="7754047" cy="66210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BB1778-3AA9-2C24-1924-A38B63275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4172" y="236966"/>
            <a:ext cx="7754046" cy="429986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04F7D95-29D8-61C8-04E9-28FF16F479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2317" y="4773794"/>
            <a:ext cx="7735901" cy="1979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5239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96B3F-6F47-3643-B1BA-CA63CB433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470023CF-0375-EA23-05E6-89B0C9B372E2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79E6141-DC0C-D3AB-E0FC-C1E251CCCF99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5F8CEB8-D7BC-49F8-6239-2F117AD42EAD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18C9A22-B878-6489-FF0C-46EE3FCF7523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ED15B1B8-7AD4-B9BA-F604-F7033EE32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0F688E8-546C-7EE7-87C1-90AFF25F5924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AF6F38E-6064-8C5D-8E7E-BF175A1451B5}"/>
                </a:ext>
              </a:extLst>
            </p:cNvPr>
            <p:cNvSpPr/>
            <p:nvPr/>
          </p:nvSpPr>
          <p:spPr>
            <a:xfrm>
              <a:off x="3708455" y="584240"/>
              <a:ext cx="4319126" cy="33016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typedef</a:t>
              </a:r>
              <a:endParaRPr lang="en-ZA">
                <a:solidFill>
                  <a:srgbClr val="FFFF00"/>
                </a:solidFill>
                <a:latin typeface="LM Roman 12" panose="00000500000000000000" pitchFamily="50" charset="0"/>
              </a:endParaRP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570BF1B5-C518-2562-8D9D-15B12966F8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997" y="1129308"/>
            <a:ext cx="8672312" cy="5677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419713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019BF-FD35-9997-2E40-F86357A70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827B6C8B-2558-24ED-573F-8BBCD84F8DFA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54FDF41-6977-6AFC-634A-0E1B856B7CC5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732B14C-3417-1491-0346-2824A3E3B717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B1DC805-FE2F-75ED-D5DD-07EF8FDF8F32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60282D32-E358-70A5-6752-264AC19F05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11B1D1B-3E40-07DD-62C9-8D2E687326B2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</a:t>
                </a:r>
                <a:r>
                  <a:rPr lang="en-ZA" sz="2400">
                    <a:solidFill>
                      <a:prstClr val="white"/>
                    </a:solidFill>
                    <a:latin typeface="Aptos" panose="02110004020202020204"/>
                  </a:rPr>
                  <a:t>28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September </a:t>
                </a:r>
                <a:r>
                  <a:rPr kumimoji="0" lang="en-ZA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76E3864-B8FD-6027-7925-BB0211BAA89B}"/>
                </a:ext>
              </a:extLst>
            </p:cNvPr>
            <p:cNvSpPr/>
            <p:nvPr/>
          </p:nvSpPr>
          <p:spPr>
            <a:xfrm>
              <a:off x="3708455" y="584240"/>
              <a:ext cx="4319126" cy="33016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defRPr/>
              </a:pPr>
              <a:r>
                <a:rPr lang="en-ZA">
                  <a:solidFill>
                    <a:srgbClr val="00B0F0"/>
                  </a:solidFill>
                  <a:latin typeface="LM Roman 12" panose="00000500000000000000" pitchFamily="50" charset="0"/>
                </a:rPr>
                <a:t>typedef</a:t>
              </a:r>
              <a:endParaRPr lang="en-ZA">
                <a:solidFill>
                  <a:srgbClr val="FFFF00"/>
                </a:solidFill>
                <a:latin typeface="LM Roman 12" panose="00000500000000000000" pitchFamily="50" charset="0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0FA7B23E-55AC-D2D4-7AAC-533C53A4993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74997" y="944642"/>
            <a:ext cx="9907937" cy="5728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100929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508</Words>
  <Application>Microsoft Office PowerPoint</Application>
  <PresentationFormat>Widescreen</PresentationFormat>
  <Paragraphs>109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Aptos Display</vt:lpstr>
      <vt:lpstr>Arial</vt:lpstr>
      <vt:lpstr>Bradley Hand ITC</vt:lpstr>
      <vt:lpstr>LM Roman 12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Isaac Khobo</dc:creator>
  <cp:lastModifiedBy>Isaac Khobo</cp:lastModifiedBy>
  <cp:revision>1</cp:revision>
  <dcterms:created xsi:type="dcterms:W3CDTF">2026-09-13T12:30:06Z</dcterms:created>
  <dcterms:modified xsi:type="dcterms:W3CDTF">2026-09-29T12:22:02Z</dcterms:modified>
</cp:coreProperties>
</file>