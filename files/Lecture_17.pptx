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597" r:id="rId2"/>
    <p:sldId id="598" r:id="rId3"/>
    <p:sldId id="599" r:id="rId4"/>
    <p:sldId id="600" r:id="rId5"/>
    <p:sldId id="603" r:id="rId6"/>
    <p:sldId id="602" r:id="rId7"/>
    <p:sldId id="601" r:id="rId8"/>
    <p:sldId id="604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EE18E-7B64-468E-92AF-1F8DBBFB9F20}" v="772" dt="2026-09-14T06:47:23.081"/>
    <p1510:client id="{E7367DBF-DBC7-4021-998E-7A4A5DC72B51}" v="49" dt="2026-09-13T17:34:04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modSld sldOrd">
      <pc:chgData name="Khobo, IL, Dr [ilkhobo@sun.ac.za]" userId="b519a442-dcea-4a28-9c45-7e29f1df5837" providerId="ADAL" clId="{8BC8A5CF-2DB3-45E9-BF57-F2ED810C291E}" dt="2026-09-13T17:34:04.740" v="49" actId="207"/>
      <pc:docMkLst>
        <pc:docMk/>
      </pc:docMkLst>
      <pc:sldChg chg="addSp modSp modAnim">
        <pc:chgData name="Khobo, IL, Dr [ilkhobo@sun.ac.za]" userId="b519a442-dcea-4a28-9c45-7e29f1df5837" providerId="ADAL" clId="{8BC8A5CF-2DB3-45E9-BF57-F2ED810C291E}" dt="2026-09-13T14:42:09.098" v="20"/>
        <pc:sldMkLst>
          <pc:docMk/>
          <pc:sldMk cId="3208347062" sldId="598"/>
        </pc:sldMkLst>
        <pc:spChg chg="add mod">
          <ac:chgData name="Khobo, IL, Dr [ilkhobo@sun.ac.za]" userId="b519a442-dcea-4a28-9c45-7e29f1df5837" providerId="ADAL" clId="{8BC8A5CF-2DB3-45E9-BF57-F2ED810C291E}" dt="2026-09-13T12:38:40.239" v="0" actId="767"/>
          <ac:spMkLst>
            <pc:docMk/>
            <pc:sldMk cId="3208347062" sldId="598"/>
            <ac:spMk id="2" creationId="{8BA5EB14-8F95-6797-4E9F-77EC85622D2B}"/>
          </ac:spMkLst>
        </pc:spChg>
        <pc:spChg chg="mod">
          <ac:chgData name="Khobo, IL, Dr [ilkhobo@sun.ac.za]" userId="b519a442-dcea-4a28-9c45-7e29f1df5837" providerId="ADAL" clId="{8BC8A5CF-2DB3-45E9-BF57-F2ED810C291E}" dt="2026-09-13T13:01:14.241" v="17" actId="164"/>
          <ac:spMkLst>
            <pc:docMk/>
            <pc:sldMk cId="3208347062" sldId="598"/>
            <ac:spMk id="3" creationId="{550FB1AC-7DBB-BECB-D748-17854780AAAE}"/>
          </ac:spMkLst>
        </pc:spChg>
        <pc:spChg chg="mod">
          <ac:chgData name="Khobo, IL, Dr [ilkhobo@sun.ac.za]" userId="b519a442-dcea-4a28-9c45-7e29f1df5837" providerId="ADAL" clId="{8BC8A5CF-2DB3-45E9-BF57-F2ED810C291E}" dt="2026-09-13T12:46:30.212" v="1" actId="339"/>
          <ac:spMkLst>
            <pc:docMk/>
            <pc:sldMk cId="3208347062" sldId="598"/>
            <ac:spMk id="8" creationId="{DF20D7B5-BB01-AF72-9F07-1C404D1ADB9C}"/>
          </ac:spMkLst>
        </pc:spChg>
        <pc:spChg chg="mod">
          <ac:chgData name="Khobo, IL, Dr [ilkhobo@sun.ac.za]" userId="b519a442-dcea-4a28-9c45-7e29f1df5837" providerId="ADAL" clId="{8BC8A5CF-2DB3-45E9-BF57-F2ED810C291E}" dt="2026-09-13T12:46:30.212" v="1" actId="339"/>
          <ac:spMkLst>
            <pc:docMk/>
            <pc:sldMk cId="3208347062" sldId="598"/>
            <ac:spMk id="10" creationId="{FB19C547-BE2E-F014-4545-03102F001D7D}"/>
          </ac:spMkLst>
        </pc:spChg>
        <pc:spChg chg="mod">
          <ac:chgData name="Khobo, IL, Dr [ilkhobo@sun.ac.za]" userId="b519a442-dcea-4a28-9c45-7e29f1df5837" providerId="ADAL" clId="{8BC8A5CF-2DB3-45E9-BF57-F2ED810C291E}" dt="2026-09-13T12:46:30.212" v="1" actId="339"/>
          <ac:spMkLst>
            <pc:docMk/>
            <pc:sldMk cId="3208347062" sldId="598"/>
            <ac:spMk id="12" creationId="{C0696B69-2D88-46F3-4FA0-122F3083CB0E}"/>
          </ac:spMkLst>
        </pc:spChg>
        <pc:spChg chg="add mod">
          <ac:chgData name="Khobo, IL, Dr [ilkhobo@sun.ac.za]" userId="b519a442-dcea-4a28-9c45-7e29f1df5837" providerId="ADAL" clId="{8BC8A5CF-2DB3-45E9-BF57-F2ED810C291E}" dt="2026-09-13T12:48:05.614" v="2" actId="767"/>
          <ac:spMkLst>
            <pc:docMk/>
            <pc:sldMk cId="3208347062" sldId="598"/>
            <ac:spMk id="29" creationId="{C4C606C6-AAEB-FB68-91F4-FB2AB5CAE66E}"/>
          </ac:spMkLst>
        </pc:spChg>
        <pc:spChg chg="mod">
          <ac:chgData name="Khobo, IL, Dr [ilkhobo@sun.ac.za]" userId="b519a442-dcea-4a28-9c45-7e29f1df5837" providerId="ADAL" clId="{8BC8A5CF-2DB3-45E9-BF57-F2ED810C291E}" dt="2026-09-13T13:00:03.753" v="10" actId="164"/>
          <ac:spMkLst>
            <pc:docMk/>
            <pc:sldMk cId="3208347062" sldId="598"/>
            <ac:spMk id="31" creationId="{48F14C38-1090-6BCF-2361-7928F528F0F0}"/>
          </ac:spMkLst>
        </pc:spChg>
        <pc:spChg chg="mod">
          <ac:chgData name="Khobo, IL, Dr [ilkhobo@sun.ac.za]" userId="b519a442-dcea-4a28-9c45-7e29f1df5837" providerId="ADAL" clId="{8BC8A5CF-2DB3-45E9-BF57-F2ED810C291E}" dt="2026-09-13T13:00:08.297" v="11" actId="164"/>
          <ac:spMkLst>
            <pc:docMk/>
            <pc:sldMk cId="3208347062" sldId="598"/>
            <ac:spMk id="33" creationId="{6B714BEC-32AE-70D8-C4EA-27A892C6B92A}"/>
          </ac:spMkLst>
        </pc:spChg>
        <pc:spChg chg="mod">
          <ac:chgData name="Khobo, IL, Dr [ilkhobo@sun.ac.za]" userId="b519a442-dcea-4a28-9c45-7e29f1df5837" providerId="ADAL" clId="{8BC8A5CF-2DB3-45E9-BF57-F2ED810C291E}" dt="2026-09-13T13:00:13.456" v="12" actId="164"/>
          <ac:spMkLst>
            <pc:docMk/>
            <pc:sldMk cId="3208347062" sldId="598"/>
            <ac:spMk id="39" creationId="{C5B851A9-AE52-03B8-7F62-2D4FF58868D0}"/>
          </ac:spMkLst>
        </pc:spChg>
        <pc:spChg chg="mod">
          <ac:chgData name="Khobo, IL, Dr [ilkhobo@sun.ac.za]" userId="b519a442-dcea-4a28-9c45-7e29f1df5837" providerId="ADAL" clId="{8BC8A5CF-2DB3-45E9-BF57-F2ED810C291E}" dt="2026-09-13T13:00:18.310" v="13" actId="164"/>
          <ac:spMkLst>
            <pc:docMk/>
            <pc:sldMk cId="3208347062" sldId="598"/>
            <ac:spMk id="41" creationId="{A7F7D2C4-E029-E2ED-AD42-188C156B649D}"/>
          </ac:spMkLst>
        </pc:spChg>
        <pc:spChg chg="mod">
          <ac:chgData name="Khobo, IL, Dr [ilkhobo@sun.ac.za]" userId="b519a442-dcea-4a28-9c45-7e29f1df5837" providerId="ADAL" clId="{8BC8A5CF-2DB3-45E9-BF57-F2ED810C291E}" dt="2026-09-13T13:00:35.092" v="14" actId="164"/>
          <ac:spMkLst>
            <pc:docMk/>
            <pc:sldMk cId="3208347062" sldId="598"/>
            <ac:spMk id="52" creationId="{B2B51C7C-CE2A-9367-FB7F-999F8F94AD36}"/>
          </ac:spMkLst>
        </pc:spChg>
        <pc:spChg chg="mod">
          <ac:chgData name="Khobo, IL, Dr [ilkhobo@sun.ac.za]" userId="b519a442-dcea-4a28-9c45-7e29f1df5837" providerId="ADAL" clId="{8BC8A5CF-2DB3-45E9-BF57-F2ED810C291E}" dt="2026-09-13T13:00:40.048" v="15" actId="164"/>
          <ac:spMkLst>
            <pc:docMk/>
            <pc:sldMk cId="3208347062" sldId="598"/>
            <ac:spMk id="56" creationId="{32EE785F-2272-8A51-42DC-BA751A9F802A}"/>
          </ac:spMkLst>
        </pc:spChg>
        <pc:spChg chg="mod">
          <ac:chgData name="Khobo, IL, Dr [ilkhobo@sun.ac.za]" userId="b519a442-dcea-4a28-9c45-7e29f1df5837" providerId="ADAL" clId="{8BC8A5CF-2DB3-45E9-BF57-F2ED810C291E}" dt="2026-09-13T13:00:45.083" v="16" actId="164"/>
          <ac:spMkLst>
            <pc:docMk/>
            <pc:sldMk cId="3208347062" sldId="598"/>
            <ac:spMk id="58" creationId="{56712CFB-7F4C-CDC4-3C3D-2FE8C10CBB6D}"/>
          </ac:spMkLst>
        </pc:spChg>
        <pc:spChg chg="mod">
          <ac:chgData name="Khobo, IL, Dr [ilkhobo@sun.ac.za]" userId="b519a442-dcea-4a28-9c45-7e29f1df5837" providerId="ADAL" clId="{8BC8A5CF-2DB3-45E9-BF57-F2ED810C291E}" dt="2026-09-13T12:59:23.096" v="7" actId="164"/>
          <ac:spMkLst>
            <pc:docMk/>
            <pc:sldMk cId="3208347062" sldId="598"/>
            <ac:spMk id="60" creationId="{DA94DD87-E98A-2277-D7DF-118F496423D8}"/>
          </ac:spMkLst>
        </pc:spChg>
        <pc:spChg chg="mod">
          <ac:chgData name="Khobo, IL, Dr [ilkhobo@sun.ac.za]" userId="b519a442-dcea-4a28-9c45-7e29f1df5837" providerId="ADAL" clId="{8BC8A5CF-2DB3-45E9-BF57-F2ED810C291E}" dt="2026-09-13T14:40:07.822" v="19"/>
          <ac:spMkLst>
            <pc:docMk/>
            <pc:sldMk cId="3208347062" sldId="598"/>
            <ac:spMk id="96" creationId="{3F890AB2-A1D1-9916-75CA-2AC1F2886BA6}"/>
          </ac:spMkLst>
        </pc:spChg>
        <pc:spChg chg="mod">
          <ac:chgData name="Khobo, IL, Dr [ilkhobo@sun.ac.za]" userId="b519a442-dcea-4a28-9c45-7e29f1df5837" providerId="ADAL" clId="{8BC8A5CF-2DB3-45E9-BF57-F2ED810C291E}" dt="2026-09-13T14:40:07.822" v="19"/>
          <ac:spMkLst>
            <pc:docMk/>
            <pc:sldMk cId="3208347062" sldId="598"/>
            <ac:spMk id="97" creationId="{D9D37CFD-1FF4-F0B9-4303-F75EDA2CFC0B}"/>
          </ac:spMkLst>
        </pc:spChg>
        <pc:grpChg chg="add mod">
          <ac:chgData name="Khobo, IL, Dr [ilkhobo@sun.ac.za]" userId="b519a442-dcea-4a28-9c45-7e29f1df5837" providerId="ADAL" clId="{8BC8A5CF-2DB3-45E9-BF57-F2ED810C291E}" dt="2026-09-13T12:59:23.096" v="7" actId="164"/>
          <ac:grpSpMkLst>
            <pc:docMk/>
            <pc:sldMk cId="3208347062" sldId="598"/>
            <ac:grpSpMk id="73" creationId="{90BC98B7-6F34-C336-83E9-8741FBE3A673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03.753" v="10" actId="164"/>
          <ac:grpSpMkLst>
            <pc:docMk/>
            <pc:sldMk cId="3208347062" sldId="598"/>
            <ac:grpSpMk id="74" creationId="{242051F1-4392-32E6-D8E2-E8C56AF59ACA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08.297" v="11" actId="164"/>
          <ac:grpSpMkLst>
            <pc:docMk/>
            <pc:sldMk cId="3208347062" sldId="598"/>
            <ac:grpSpMk id="75" creationId="{42D6200F-2777-2597-F623-878DDDB28067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13.456" v="12" actId="164"/>
          <ac:grpSpMkLst>
            <pc:docMk/>
            <pc:sldMk cId="3208347062" sldId="598"/>
            <ac:grpSpMk id="76" creationId="{39AFEE6B-8423-A148-D9CE-CF9F8BE556F1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18.310" v="13" actId="164"/>
          <ac:grpSpMkLst>
            <pc:docMk/>
            <pc:sldMk cId="3208347062" sldId="598"/>
            <ac:grpSpMk id="77" creationId="{BDBA7D58-2492-9676-BC23-49EACE3FEAA9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35.092" v="14" actId="164"/>
          <ac:grpSpMkLst>
            <pc:docMk/>
            <pc:sldMk cId="3208347062" sldId="598"/>
            <ac:grpSpMk id="78" creationId="{D2000C9F-D46C-8B74-38D9-9EB49340D922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40.048" v="15" actId="164"/>
          <ac:grpSpMkLst>
            <pc:docMk/>
            <pc:sldMk cId="3208347062" sldId="598"/>
            <ac:grpSpMk id="79" creationId="{C0A1B3D9-FA4F-93CB-0727-6D0D1074B165}"/>
          </ac:grpSpMkLst>
        </pc:grpChg>
        <pc:grpChg chg="add mod">
          <ac:chgData name="Khobo, IL, Dr [ilkhobo@sun.ac.za]" userId="b519a442-dcea-4a28-9c45-7e29f1df5837" providerId="ADAL" clId="{8BC8A5CF-2DB3-45E9-BF57-F2ED810C291E}" dt="2026-09-13T13:00:45.083" v="16" actId="164"/>
          <ac:grpSpMkLst>
            <pc:docMk/>
            <pc:sldMk cId="3208347062" sldId="598"/>
            <ac:grpSpMk id="80" creationId="{90175D3C-AA3C-A3F3-8E7E-F3BDB4D8A355}"/>
          </ac:grpSpMkLst>
        </pc:grpChg>
        <pc:grpChg chg="add mod">
          <ac:chgData name="Khobo, IL, Dr [ilkhobo@sun.ac.za]" userId="b519a442-dcea-4a28-9c45-7e29f1df5837" providerId="ADAL" clId="{8BC8A5CF-2DB3-45E9-BF57-F2ED810C291E}" dt="2026-09-13T13:01:14.241" v="17" actId="164"/>
          <ac:grpSpMkLst>
            <pc:docMk/>
            <pc:sldMk cId="3208347062" sldId="598"/>
            <ac:grpSpMk id="81" creationId="{DB0C0F43-3BC8-C06B-9E45-ED15385E1AB5}"/>
          </ac:grpSpMkLst>
        </pc:grpChg>
        <pc:grpChg chg="add mod">
          <ac:chgData name="Khobo, IL, Dr [ilkhobo@sun.ac.za]" userId="b519a442-dcea-4a28-9c45-7e29f1df5837" providerId="ADAL" clId="{8BC8A5CF-2DB3-45E9-BF57-F2ED810C291E}" dt="2026-09-13T14:40:07.822" v="19"/>
          <ac:grpSpMkLst>
            <pc:docMk/>
            <pc:sldMk cId="3208347062" sldId="598"/>
            <ac:grpSpMk id="95" creationId="{CA8DE99B-C7E5-D13E-FD52-BE723500B35C}"/>
          </ac:grpSpMkLst>
        </pc:grpChg>
        <pc:cxnChg chg="mod">
          <ac:chgData name="Khobo, IL, Dr [ilkhobo@sun.ac.za]" userId="b519a442-dcea-4a28-9c45-7e29f1df5837" providerId="ADAL" clId="{8BC8A5CF-2DB3-45E9-BF57-F2ED810C291E}" dt="2026-09-13T13:01:14.241" v="17" actId="164"/>
          <ac:cxnSpMkLst>
            <pc:docMk/>
            <pc:sldMk cId="3208347062" sldId="598"/>
            <ac:cxnSpMk id="15" creationId="{56A2ED81-7E59-E963-5D11-98DBF612D444}"/>
          </ac:cxnSpMkLst>
        </pc:cxnChg>
        <pc:cxnChg chg="mod">
          <ac:chgData name="Khobo, IL, Dr [ilkhobo@sun.ac.za]" userId="b519a442-dcea-4a28-9c45-7e29f1df5837" providerId="ADAL" clId="{8BC8A5CF-2DB3-45E9-BF57-F2ED810C291E}" dt="2026-09-13T13:01:14.241" v="17" actId="164"/>
          <ac:cxnSpMkLst>
            <pc:docMk/>
            <pc:sldMk cId="3208347062" sldId="598"/>
            <ac:cxnSpMk id="20" creationId="{00FB7519-1706-194A-C6B0-CD87E8F22954}"/>
          </ac:cxnSpMkLst>
        </pc:cxnChg>
        <pc:cxnChg chg="mod">
          <ac:chgData name="Khobo, IL, Dr [ilkhobo@sun.ac.za]" userId="b519a442-dcea-4a28-9c45-7e29f1df5837" providerId="ADAL" clId="{8BC8A5CF-2DB3-45E9-BF57-F2ED810C291E}" dt="2026-09-13T13:01:14.241" v="17" actId="164"/>
          <ac:cxnSpMkLst>
            <pc:docMk/>
            <pc:sldMk cId="3208347062" sldId="598"/>
            <ac:cxnSpMk id="27" creationId="{20839D47-3827-ADB7-A9C6-BA2B5B01AD75}"/>
          </ac:cxnSpMkLst>
        </pc:cxnChg>
        <pc:cxnChg chg="mod">
          <ac:chgData name="Khobo, IL, Dr [ilkhobo@sun.ac.za]" userId="b519a442-dcea-4a28-9c45-7e29f1df5837" providerId="ADAL" clId="{8BC8A5CF-2DB3-45E9-BF57-F2ED810C291E}" dt="2026-09-13T13:00:03.753" v="10" actId="164"/>
          <ac:cxnSpMkLst>
            <pc:docMk/>
            <pc:sldMk cId="3208347062" sldId="598"/>
            <ac:cxnSpMk id="43" creationId="{440E5EDE-C6CF-1DD5-CCA5-3D48514131B6}"/>
          </ac:cxnSpMkLst>
        </pc:cxnChg>
        <pc:cxnChg chg="add mod">
          <ac:chgData name="Khobo, IL, Dr [ilkhobo@sun.ac.za]" userId="b519a442-dcea-4a28-9c45-7e29f1df5837" providerId="ADAL" clId="{8BC8A5CF-2DB3-45E9-BF57-F2ED810C291E}" dt="2026-09-13T12:51:20.996" v="5"/>
          <ac:cxnSpMkLst>
            <pc:docMk/>
            <pc:sldMk cId="3208347062" sldId="598"/>
            <ac:cxnSpMk id="49" creationId="{D84CCFED-FEB8-6935-A181-2A16120FC6A5}"/>
          </ac:cxnSpMkLst>
        </pc:cxnChg>
        <pc:cxnChg chg="add mod">
          <ac:chgData name="Khobo, IL, Dr [ilkhobo@sun.ac.za]" userId="b519a442-dcea-4a28-9c45-7e29f1df5837" providerId="ADAL" clId="{8BC8A5CF-2DB3-45E9-BF57-F2ED810C291E}" dt="2026-09-13T12:51:31.197" v="6"/>
          <ac:cxnSpMkLst>
            <pc:docMk/>
            <pc:sldMk cId="3208347062" sldId="598"/>
            <ac:cxnSpMk id="50" creationId="{FBEF44D6-B88A-DB8D-8977-E9B71E09484A}"/>
          </ac:cxnSpMkLst>
        </pc:cxnChg>
        <pc:cxnChg chg="mod">
          <ac:chgData name="Khobo, IL, Dr [ilkhobo@sun.ac.za]" userId="b519a442-dcea-4a28-9c45-7e29f1df5837" providerId="ADAL" clId="{8BC8A5CF-2DB3-45E9-BF57-F2ED810C291E}" dt="2026-09-13T13:00:35.092" v="14" actId="164"/>
          <ac:cxnSpMkLst>
            <pc:docMk/>
            <pc:sldMk cId="3208347062" sldId="598"/>
            <ac:cxnSpMk id="54" creationId="{1D98914F-1A6A-CAB0-7AFD-CE9A73D87A9A}"/>
          </ac:cxnSpMkLst>
        </pc:cxnChg>
        <pc:cxnChg chg="mod">
          <ac:chgData name="Khobo, IL, Dr [ilkhobo@sun.ac.za]" userId="b519a442-dcea-4a28-9c45-7e29f1df5837" providerId="ADAL" clId="{8BC8A5CF-2DB3-45E9-BF57-F2ED810C291E}" dt="2026-09-13T13:00:40.048" v="15" actId="164"/>
          <ac:cxnSpMkLst>
            <pc:docMk/>
            <pc:sldMk cId="3208347062" sldId="598"/>
            <ac:cxnSpMk id="62" creationId="{527A643C-1034-C1F6-C679-166D228D46BC}"/>
          </ac:cxnSpMkLst>
        </pc:cxnChg>
        <pc:cxnChg chg="mod">
          <ac:chgData name="Khobo, IL, Dr [ilkhobo@sun.ac.za]" userId="b519a442-dcea-4a28-9c45-7e29f1df5837" providerId="ADAL" clId="{8BC8A5CF-2DB3-45E9-BF57-F2ED810C291E}" dt="2026-09-13T13:00:45.083" v="16" actId="164"/>
          <ac:cxnSpMkLst>
            <pc:docMk/>
            <pc:sldMk cId="3208347062" sldId="598"/>
            <ac:cxnSpMk id="64" creationId="{08B3C1A3-4A77-F3A3-3C18-DACC1A108967}"/>
          </ac:cxnSpMkLst>
        </pc:cxnChg>
        <pc:cxnChg chg="mod">
          <ac:chgData name="Khobo, IL, Dr [ilkhobo@sun.ac.za]" userId="b519a442-dcea-4a28-9c45-7e29f1df5837" providerId="ADAL" clId="{8BC8A5CF-2DB3-45E9-BF57-F2ED810C291E}" dt="2026-09-13T12:59:23.096" v="7" actId="164"/>
          <ac:cxnSpMkLst>
            <pc:docMk/>
            <pc:sldMk cId="3208347062" sldId="598"/>
            <ac:cxnSpMk id="66" creationId="{F361A91D-7A7C-80AB-5298-556AB989F3E7}"/>
          </ac:cxnSpMkLst>
        </pc:cxnChg>
        <pc:cxnChg chg="mod">
          <ac:chgData name="Khobo, IL, Dr [ilkhobo@sun.ac.za]" userId="b519a442-dcea-4a28-9c45-7e29f1df5837" providerId="ADAL" clId="{8BC8A5CF-2DB3-45E9-BF57-F2ED810C291E}" dt="2026-09-13T13:00:08.297" v="11" actId="164"/>
          <ac:cxnSpMkLst>
            <pc:docMk/>
            <pc:sldMk cId="3208347062" sldId="598"/>
            <ac:cxnSpMk id="68" creationId="{13517976-D16D-499D-1DC1-16E8983C10A7}"/>
          </ac:cxnSpMkLst>
        </pc:cxnChg>
        <pc:cxnChg chg="mod">
          <ac:chgData name="Khobo, IL, Dr [ilkhobo@sun.ac.za]" userId="b519a442-dcea-4a28-9c45-7e29f1df5837" providerId="ADAL" clId="{8BC8A5CF-2DB3-45E9-BF57-F2ED810C291E}" dt="2026-09-13T13:00:13.456" v="12" actId="164"/>
          <ac:cxnSpMkLst>
            <pc:docMk/>
            <pc:sldMk cId="3208347062" sldId="598"/>
            <ac:cxnSpMk id="70" creationId="{10445CD2-9982-08AA-5C97-1B3067362094}"/>
          </ac:cxnSpMkLst>
        </pc:cxnChg>
        <pc:cxnChg chg="mod">
          <ac:chgData name="Khobo, IL, Dr [ilkhobo@sun.ac.za]" userId="b519a442-dcea-4a28-9c45-7e29f1df5837" providerId="ADAL" clId="{8BC8A5CF-2DB3-45E9-BF57-F2ED810C291E}" dt="2026-09-13T13:00:18.310" v="13" actId="164"/>
          <ac:cxnSpMkLst>
            <pc:docMk/>
            <pc:sldMk cId="3208347062" sldId="598"/>
            <ac:cxnSpMk id="72" creationId="{D746F43E-CEB5-DBED-C1F8-326CB23F8724}"/>
          </ac:cxnSpMkLst>
        </pc:cxnChg>
      </pc:sldChg>
      <pc:sldChg chg="addSp modSp modAnim">
        <pc:chgData name="Khobo, IL, Dr [ilkhobo@sun.ac.za]" userId="b519a442-dcea-4a28-9c45-7e29f1df5837" providerId="ADAL" clId="{8BC8A5CF-2DB3-45E9-BF57-F2ED810C291E}" dt="2026-09-13T15:18:47.639" v="30"/>
        <pc:sldMkLst>
          <pc:docMk/>
          <pc:sldMk cId="2649292944" sldId="599"/>
        </pc:sldMkLst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9" creationId="{2D1ABBAC-6344-906A-5AF9-9FAC48F646E6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21" creationId="{143222F7-DA65-0718-82DD-6D3C681E087D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25" creationId="{821E0926-BFCF-E683-A927-9300A162D470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38" creationId="{35F6B90F-7369-B66E-88C7-DF6997B9F29E}"/>
          </ac:spMkLst>
        </pc:spChg>
        <pc:spChg chg="add 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44" creationId="{8275A3C8-AB05-6E91-C3BB-F26AD0E76B15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48" creationId="{D8D6EC75-B885-D5E7-53B9-9E445CEDF890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57" creationId="{40E298CF-8E0D-B9C2-0F88-28A804ACA5D2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61" creationId="{00618B15-08C3-920A-F1E7-8A88B96CB754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65" creationId="{3993AF18-6D39-AEBC-39CB-2C36F7BC427A}"/>
          </ac:spMkLst>
        </pc:spChg>
        <pc:spChg chg="mod">
          <ac:chgData name="Khobo, IL, Dr [ilkhobo@sun.ac.za]" userId="b519a442-dcea-4a28-9c45-7e29f1df5837" providerId="ADAL" clId="{8BC8A5CF-2DB3-45E9-BF57-F2ED810C291E}" dt="2026-09-13T15:05:31.873" v="25" actId="164"/>
          <ac:spMkLst>
            <pc:docMk/>
            <pc:sldMk cId="2649292944" sldId="599"/>
            <ac:spMk id="69" creationId="{67F55081-6314-594E-E671-E8A9E19B6C4D}"/>
          </ac:spMkLst>
        </pc:spChg>
        <pc:spChg chg="add mod">
          <ac:chgData name="Khobo, IL, Dr [ilkhobo@sun.ac.za]" userId="b519a442-dcea-4a28-9c45-7e29f1df5837" providerId="ADAL" clId="{8BC8A5CF-2DB3-45E9-BF57-F2ED810C291E}" dt="2026-09-13T15:03:07.306" v="24"/>
          <ac:spMkLst>
            <pc:docMk/>
            <pc:sldMk cId="2649292944" sldId="599"/>
            <ac:spMk id="83" creationId="{1F12E437-55B3-330E-82A5-6FB0B840512A}"/>
          </ac:spMkLst>
        </pc:spChg>
        <pc:spChg chg="mod">
          <ac:chgData name="Khobo, IL, Dr [ilkhobo@sun.ac.za]" userId="b519a442-dcea-4a28-9c45-7e29f1df5837" providerId="ADAL" clId="{8BC8A5CF-2DB3-45E9-BF57-F2ED810C291E}" dt="2026-09-13T15:06:15.517" v="26"/>
          <ac:spMkLst>
            <pc:docMk/>
            <pc:sldMk cId="2649292944" sldId="599"/>
            <ac:spMk id="87" creationId="{DADE1D8E-D46D-EE0D-92C4-08AC1F665525}"/>
          </ac:spMkLst>
        </pc:spChg>
        <pc:grpChg chg="mod">
          <ac:chgData name="Khobo, IL, Dr [ilkhobo@sun.ac.za]" userId="b519a442-dcea-4a28-9c45-7e29f1df5837" providerId="ADAL" clId="{8BC8A5CF-2DB3-45E9-BF57-F2ED810C291E}" dt="2026-09-13T15:18:43.928" v="29" actId="164"/>
          <ac:grpSpMkLst>
            <pc:docMk/>
            <pc:sldMk cId="2649292944" sldId="599"/>
            <ac:grpSpMk id="90" creationId="{ACFB3C12-449C-FF1D-2A79-A5ABCFAACB40}"/>
          </ac:grpSpMkLst>
        </pc:grpChg>
        <pc:grpChg chg="add mod">
          <ac:chgData name="Khobo, IL, Dr [ilkhobo@sun.ac.za]" userId="b519a442-dcea-4a28-9c45-7e29f1df5837" providerId="ADAL" clId="{8BC8A5CF-2DB3-45E9-BF57-F2ED810C291E}" dt="2026-09-13T15:18:43.928" v="29" actId="164"/>
          <ac:grpSpMkLst>
            <pc:docMk/>
            <pc:sldMk cId="2649292944" sldId="599"/>
            <ac:grpSpMk id="111" creationId="{F10F596F-B343-437E-7627-41A04D8EBF35}"/>
          </ac:grpSpMkLst>
        </pc:grpChg>
        <pc:picChg chg="mod">
          <ac:chgData name="Khobo, IL, Dr [ilkhobo@sun.ac.za]" userId="b519a442-dcea-4a28-9c45-7e29f1df5837" providerId="ADAL" clId="{8BC8A5CF-2DB3-45E9-BF57-F2ED810C291E}" dt="2026-09-13T15:18:43.928" v="29" actId="164"/>
          <ac:picMkLst>
            <pc:docMk/>
            <pc:sldMk cId="2649292944" sldId="599"/>
            <ac:picMk id="110" creationId="{DCA606F6-0127-0185-BE08-3FED1B5AC7E1}"/>
          </ac:picMkLst>
        </pc:picChg>
      </pc:sldChg>
      <pc:sldChg chg="addSp modSp modTransition modAnim">
        <pc:chgData name="Khobo, IL, Dr [ilkhobo@sun.ac.za]" userId="b519a442-dcea-4a28-9c45-7e29f1df5837" providerId="ADAL" clId="{8BC8A5CF-2DB3-45E9-BF57-F2ED810C291E}" dt="2026-09-13T15:19:50.329" v="32"/>
        <pc:sldMkLst>
          <pc:docMk/>
          <pc:sldMk cId="4284941631" sldId="600"/>
        </pc:sldMkLst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10" creationId="{6FDC2A4E-C077-B075-7C61-528B9E3CF5FF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13" creationId="{71121E7E-CE96-0FBD-9CC2-0E888A5E1DB6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14" creationId="{8BC84BE2-1DCD-1F68-CA5D-70549F8227A2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16" creationId="{4D2774B5-0284-5981-2F69-10EAC7749E68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17" creationId="{FA67F185-B2A3-D840-6B37-4863F1C09161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20" creationId="{44090E9E-280C-1398-9880-BAB8DA2C9EF1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23" creationId="{64F34E24-D1F9-3CA8-E4BF-5BD116DBB642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26" creationId="{662EE1E1-5B0B-1350-745A-84BAAE4E0719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32" creationId="{2EEE953B-53FB-4286-97B0-0041C29CA72E}"/>
          </ac:spMkLst>
        </pc:spChg>
        <pc:spChg chg="mod">
          <ac:chgData name="Khobo, IL, Dr [ilkhobo@sun.ac.za]" userId="b519a442-dcea-4a28-9c45-7e29f1df5837" providerId="ADAL" clId="{8BC8A5CF-2DB3-45E9-BF57-F2ED810C291E}" dt="2026-09-13T15:19:17.320" v="31"/>
          <ac:spMkLst>
            <pc:docMk/>
            <pc:sldMk cId="4284941631" sldId="600"/>
            <ac:spMk id="39" creationId="{67BA1435-4DC5-89C7-A55E-76EE12B4B64F}"/>
          </ac:spMkLst>
        </pc:spChg>
      </pc:sldChg>
      <pc:sldChg chg="ord modTransition">
        <pc:chgData name="Khobo, IL, Dr [ilkhobo@sun.ac.za]" userId="b519a442-dcea-4a28-9c45-7e29f1df5837" providerId="ADAL" clId="{8BC8A5CF-2DB3-45E9-BF57-F2ED810C291E}" dt="2026-09-13T15:42:22.032" v="34"/>
        <pc:sldMkLst>
          <pc:docMk/>
          <pc:sldMk cId="501993202" sldId="601"/>
        </pc:sldMkLst>
      </pc:sldChg>
      <pc:sldChg chg="addSp modSp modAnim">
        <pc:chgData name="Khobo, IL, Dr [ilkhobo@sun.ac.za]" userId="b519a442-dcea-4a28-9c45-7e29f1df5837" providerId="ADAL" clId="{8BC8A5CF-2DB3-45E9-BF57-F2ED810C291E}" dt="2026-09-13T16:31:11.699" v="44"/>
        <pc:sldMkLst>
          <pc:docMk/>
          <pc:sldMk cId="2617875510" sldId="604"/>
        </pc:sldMkLst>
        <pc:spChg chg="add mod">
          <ac:chgData name="Khobo, IL, Dr [ilkhobo@sun.ac.za]" userId="b519a442-dcea-4a28-9c45-7e29f1df5837" providerId="ADAL" clId="{8BC8A5CF-2DB3-45E9-BF57-F2ED810C291E}" dt="2026-09-13T16:15:54.157" v="39"/>
          <ac:spMkLst>
            <pc:docMk/>
            <pc:sldMk cId="2617875510" sldId="604"/>
            <ac:spMk id="4" creationId="{C7B6DE80-80A4-DF8A-8740-9CF534147258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0" creationId="{E6B3655F-C85E-8C75-7DE1-E3E27575BD1E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2" creationId="{DCA36C94-A033-3CBC-1CC4-343737F42E42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3" creationId="{5A896FAB-FB5B-5212-D926-1B75ED50E5AC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6" creationId="{44CC3A86-17A2-C69F-FD60-D548B5A3E542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7" creationId="{E09BCD09-DD7E-EA72-90EE-6E8C230D3DED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18" creationId="{FC7C668B-5F74-BB28-7D65-3D803948D05A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26" creationId="{A390E0C6-F2A5-6CF1-3099-CFBDD95857D6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31" creationId="{44B174FB-6ABE-3815-CC2B-0950C6FD1841}"/>
          </ac:spMkLst>
        </pc:spChg>
        <pc:spChg chg="mod">
          <ac:chgData name="Khobo, IL, Dr [ilkhobo@sun.ac.za]" userId="b519a442-dcea-4a28-9c45-7e29f1df5837" providerId="ADAL" clId="{8BC8A5CF-2DB3-45E9-BF57-F2ED810C291E}" dt="2026-09-13T16:08:12.840" v="35"/>
          <ac:spMkLst>
            <pc:docMk/>
            <pc:sldMk cId="2617875510" sldId="604"/>
            <ac:spMk id="32" creationId="{77958F9F-ECC2-D22C-C708-CA0E51A7B46F}"/>
          </ac:spMkLst>
        </pc:spChg>
        <pc:spChg chg="mod">
          <ac:chgData name="Khobo, IL, Dr [ilkhobo@sun.ac.za]" userId="b519a442-dcea-4a28-9c45-7e29f1df5837" providerId="ADAL" clId="{8BC8A5CF-2DB3-45E9-BF57-F2ED810C291E}" dt="2026-09-13T16:12:27.287" v="37"/>
          <ac:spMkLst>
            <pc:docMk/>
            <pc:sldMk cId="2617875510" sldId="604"/>
            <ac:spMk id="46" creationId="{B8DB0BF1-266F-6477-24D4-FFCACDD4E48C}"/>
          </ac:spMkLst>
        </pc:spChg>
        <pc:spChg chg="mod">
          <ac:chgData name="Khobo, IL, Dr [ilkhobo@sun.ac.za]" userId="b519a442-dcea-4a28-9c45-7e29f1df5837" providerId="ADAL" clId="{8BC8A5CF-2DB3-45E9-BF57-F2ED810C291E}" dt="2026-09-13T16:10:52.992" v="36"/>
          <ac:spMkLst>
            <pc:docMk/>
            <pc:sldMk cId="2617875510" sldId="604"/>
            <ac:spMk id="47" creationId="{8B957AFB-247E-32DB-EF37-7880DA4C6824}"/>
          </ac:spMkLst>
        </pc:spChg>
        <pc:grpChg chg="add mod">
          <ac:chgData name="Khobo, IL, Dr [ilkhobo@sun.ac.za]" userId="b519a442-dcea-4a28-9c45-7e29f1df5837" providerId="ADAL" clId="{8BC8A5CF-2DB3-45E9-BF57-F2ED810C291E}" dt="2026-09-13T16:10:52.992" v="36"/>
          <ac:grpSpMkLst>
            <pc:docMk/>
            <pc:sldMk cId="2617875510" sldId="604"/>
            <ac:grpSpMk id="45" creationId="{D83EEC23-5B5C-3B4F-A34C-5EE0DC7CB29A}"/>
          </ac:grpSpMkLst>
        </pc:grpChg>
      </pc:sldChg>
      <pc:sldChg chg="addSp modSp modTransition modAnim">
        <pc:chgData name="Khobo, IL, Dr [ilkhobo@sun.ac.za]" userId="b519a442-dcea-4a28-9c45-7e29f1df5837" providerId="ADAL" clId="{8BC8A5CF-2DB3-45E9-BF57-F2ED810C291E}" dt="2026-09-13T17:34:04.740" v="49" actId="207"/>
        <pc:sldMkLst>
          <pc:docMk/>
          <pc:sldMk cId="2730558392" sldId="606"/>
        </pc:sldMkLst>
        <pc:spChg chg="mod">
          <ac:chgData name="Khobo, IL, Dr [ilkhobo@sun.ac.za]" userId="b519a442-dcea-4a28-9c45-7e29f1df5837" providerId="ADAL" clId="{8BC8A5CF-2DB3-45E9-BF57-F2ED810C291E}" dt="2026-09-13T17:34:04.740" v="49" actId="207"/>
          <ac:spMkLst>
            <pc:docMk/>
            <pc:sldMk cId="2730558392" sldId="606"/>
            <ac:spMk id="54" creationId="{586B1E20-13B5-B99F-F573-96BDDD46C3C0}"/>
          </ac:spMkLst>
        </pc:spChg>
        <pc:spChg chg="mod">
          <ac:chgData name="Khobo, IL, Dr [ilkhobo@sun.ac.za]" userId="b519a442-dcea-4a28-9c45-7e29f1df5837" providerId="ADAL" clId="{8BC8A5CF-2DB3-45E9-BF57-F2ED810C291E}" dt="2026-09-13T16:25:45.990" v="43"/>
          <ac:spMkLst>
            <pc:docMk/>
            <pc:sldMk cId="2730558392" sldId="606"/>
            <ac:spMk id="58" creationId="{4DBA7EF0-1B10-D101-1EF1-CB9829FF2970}"/>
          </ac:spMkLst>
        </pc:spChg>
        <pc:spChg chg="mod">
          <ac:chgData name="Khobo, IL, Dr [ilkhobo@sun.ac.za]" userId="b519a442-dcea-4a28-9c45-7e29f1df5837" providerId="ADAL" clId="{8BC8A5CF-2DB3-45E9-BF57-F2ED810C291E}" dt="2026-09-13T16:25:45.990" v="43"/>
          <ac:spMkLst>
            <pc:docMk/>
            <pc:sldMk cId="2730558392" sldId="606"/>
            <ac:spMk id="59" creationId="{6C532EB2-74CC-41F6-43B8-EFC8BE6A5F8F}"/>
          </ac:spMkLst>
        </pc:spChg>
        <pc:grpChg chg="add mod">
          <ac:chgData name="Khobo, IL, Dr [ilkhobo@sun.ac.za]" userId="b519a442-dcea-4a28-9c45-7e29f1df5837" providerId="ADAL" clId="{8BC8A5CF-2DB3-45E9-BF57-F2ED810C291E}" dt="2026-09-13T16:25:45.990" v="43"/>
          <ac:grpSpMkLst>
            <pc:docMk/>
            <pc:sldMk cId="2730558392" sldId="606"/>
            <ac:grpSpMk id="57" creationId="{B18B6829-E8E8-859B-B9D1-3206573C6932}"/>
          </ac:grpSpMkLst>
        </pc:grpChg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995236150" sldId="609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4291752700" sldId="610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2659670836" sldId="611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1232320393" sldId="612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1010666066" sldId="613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2261601680" sldId="614"/>
        </pc:sldMkLst>
      </pc:sldChg>
      <pc:sldChg chg="modTransition">
        <pc:chgData name="Khobo, IL, Dr [ilkhobo@sun.ac.za]" userId="b519a442-dcea-4a28-9c45-7e29f1df5837" providerId="ADAL" clId="{8BC8A5CF-2DB3-45E9-BF57-F2ED810C291E}" dt="2026-09-13T16:50:24.902" v="47"/>
        <pc:sldMkLst>
          <pc:docMk/>
          <pc:sldMk cId="2445336303" sldId="615"/>
        </pc:sldMkLst>
      </pc:sldChg>
      <pc:sldChg chg="modTransition">
        <pc:chgData name="Khobo, IL, Dr [ilkhobo@sun.ac.za]" userId="b519a442-dcea-4a28-9c45-7e29f1df5837" providerId="ADAL" clId="{8BC8A5CF-2DB3-45E9-BF57-F2ED810C291E}" dt="2026-09-13T17:18:38.097" v="48"/>
        <pc:sldMkLst>
          <pc:docMk/>
          <pc:sldMk cId="2987790422" sldId="615"/>
        </pc:sldMkLst>
      </pc:sldChg>
    </pc:docChg>
  </pc:docChgLst>
  <pc:docChgLst>
    <pc:chgData name="Khobo, IL, Dr [ilkhobo@sun.ac.za]" userId="b519a442-dcea-4a28-9c45-7e29f1df5837" providerId="ADAL" clId="{D25D1C45-A404-4E0F-8657-49BD4E4887CA}"/>
    <pc:docChg chg="custSel modSld">
      <pc:chgData name="Khobo, IL, Dr [ilkhobo@sun.ac.za]" userId="b519a442-dcea-4a28-9c45-7e29f1df5837" providerId="ADAL" clId="{D25D1C45-A404-4E0F-8657-49BD4E4887CA}" dt="2026-09-14T06:47:23.081" v="771" actId="20577"/>
      <pc:docMkLst>
        <pc:docMk/>
      </pc:docMkLst>
      <pc:sldChg chg="modNotesTx">
        <pc:chgData name="Khobo, IL, Dr [ilkhobo@sun.ac.za]" userId="b519a442-dcea-4a28-9c45-7e29f1df5837" providerId="ADAL" clId="{D25D1C45-A404-4E0F-8657-49BD4E4887CA}" dt="2026-09-14T06:12:40.768" v="575" actId="20577"/>
        <pc:sldMkLst>
          <pc:docMk/>
          <pc:sldMk cId="2601401026" sldId="597"/>
        </pc:sldMkLst>
      </pc:sldChg>
      <pc:sldChg chg="modNotesTx">
        <pc:chgData name="Khobo, IL, Dr [ilkhobo@sun.ac.za]" userId="b519a442-dcea-4a28-9c45-7e29f1df5837" providerId="ADAL" clId="{D25D1C45-A404-4E0F-8657-49BD4E4887CA}" dt="2026-09-14T06:26:17.286" v="688" actId="20577"/>
        <pc:sldMkLst>
          <pc:docMk/>
          <pc:sldMk cId="3208347062" sldId="598"/>
        </pc:sldMkLst>
      </pc:sldChg>
      <pc:sldChg chg="modNotesTx">
        <pc:chgData name="Khobo, IL, Dr [ilkhobo@sun.ac.za]" userId="b519a442-dcea-4a28-9c45-7e29f1df5837" providerId="ADAL" clId="{D25D1C45-A404-4E0F-8657-49BD4E4887CA}" dt="2026-09-14T06:47:23.081" v="771" actId="20577"/>
        <pc:sldMkLst>
          <pc:docMk/>
          <pc:sldMk cId="2730558392" sldId="6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morning everybody, welcome back to the 4</a:t>
            </a:r>
            <a:r>
              <a:rPr lang="en-US" baseline="30000"/>
              <a:t>th</a:t>
            </a:r>
            <a:r>
              <a:rPr lang="en-US"/>
              <a:t> term. </a:t>
            </a:r>
          </a:p>
          <a:p>
            <a:r>
              <a:rPr lang="en-US"/>
              <a:t>And Lecture 17:</a:t>
            </a:r>
          </a:p>
          <a:p>
            <a:r>
              <a:rPr lang="en-US"/>
              <a:t>We’ll be looking at Pointers for the next five or so lectures. </a:t>
            </a:r>
          </a:p>
          <a:p>
            <a:r>
              <a:rPr lang="en-US"/>
              <a:t>When I was introduced to C programming a while ago. Pointers where one of those unintuitive concepts in the module I struggled a bit with.</a:t>
            </a:r>
          </a:p>
          <a:p>
            <a:r>
              <a:rPr lang="en-US"/>
              <a:t>I will make them as simple as I can.</a:t>
            </a:r>
          </a:p>
          <a:p>
            <a:endParaRPr lang="en-US"/>
          </a:p>
          <a:p>
            <a:r>
              <a:rPr lang="en-US"/>
              <a:t>So broad overview, today we’re looking at pointers basics, so declaration and </a:t>
            </a:r>
            <a:r>
              <a:rPr lang="en-US" err="1"/>
              <a:t>initialisations</a:t>
            </a:r>
            <a:r>
              <a:rPr lang="en-US"/>
              <a:t>, and pointer operators.</a:t>
            </a: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C948-0A35-B751-4D84-44B709D7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B8E29-16BE-279E-79CB-0EB07615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B65E9-4699-786B-5EA8-2C6914301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wanted to start by stepping a bit and talking about the data types and variables we’ve used so far.</a:t>
            </a: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20268-AAE0-825C-89E7-337BF3793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558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805F-4CC0-DA07-DF8F-7C3764B0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3935E-A255-1677-C572-567663226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8A04E-2E98-2932-8B97-FA84C923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E2C4-9A86-CA66-59AD-65882D83E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A31C-59C5-C287-5291-9815334F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FB208-98D9-7718-339E-5254B97E7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60EFC-47C1-B609-C5EB-83810C828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5749-ADDA-EE7B-82C8-1C15D559E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633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EB73-2209-59AF-89D8-0A07E63B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5614-CE58-8571-103D-F6D6CBD23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E229A-A7FF-E3B5-5DDA-C4EFE978E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D66E3-9126-6510-62D9-71A3B5FF1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796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57D8-0369-F39C-D264-7A1EFDA2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613FF-82D2-56D4-8B35-DDB4CFD3D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070A7-E5A0-74C3-63D0-1DFE8E1D2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880A9-C669-8911-0741-BB1CF6662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701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9576-5621-3C57-20EB-3B1C8EBF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5DF22-BFFC-593B-7098-65E2E35A3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EC182-271C-DFB6-FC74-EDFEC3D23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819B-C9F7-4801-8EE2-31D0EC2AE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93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56C2-9D11-B79E-FCCE-EBCF4DAE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EA0DA-4138-5BA9-A0A1-9AAA58AF3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8A496-C0BA-F8CD-9A27-0A0E6EC8D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They are called pointer variables because they point to address of other variables.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BB683-D80D-AFDB-0728-7B753EE1A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143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880E-528A-3AD2-77D3-14F950DE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F7B4D-EE93-8F67-FB03-AAE1D00CB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DD42F-21BF-04CC-D8AA-2B1BAF27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123A0-5CF5-DEFF-CA8D-F653D81E5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630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2077-77B1-DA4F-7984-2230E5C1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8BAEB-8840-8742-354E-2A88A70D6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47D8B-44F4-01AE-0187-3B9DFD9BB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B2BDD-E4AC-6384-E70A-9A2AC58F1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405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62A8-E321-A8F1-0D19-8B4DF059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1B22B-C0BC-FA14-607A-D19A1DA42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49F86-BCE5-5335-7766-3CCFA9873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C5856-6986-89FA-FA07-57B706CE7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433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D6C5-AF66-44C7-C2A9-0AF87149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5CB83-6BD9-91B8-B7A1-90ECC121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7EAE8-5461-3F41-EAD8-50ACF746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DE4B0-5C98-DD38-D50E-D4562AEB8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28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87C14-9980-4AB9-C8F1-48955CE9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056AC-F6BB-183B-5392-707E4BFF4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89FA5-8713-7556-4441-B2C3440D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1B148-94CC-A483-8B29-70D370E12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140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805A-9A60-AA59-126C-1E2E70F9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18B4F-9AE1-BF1B-8258-94940FF13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4BBB5-B9E8-69C7-74D8-35FCB50E1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8F11B-9F8F-818F-DFD6-BE19F8CA6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383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A44D1-7283-88F8-C6C3-78A156CA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4B043-7240-8FD7-78DE-8421EE10A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E5514-4312-651A-DE01-567D65826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6105E-0C61-4669-FDE5-1AF22D961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912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8D00-AD0E-936D-677E-6B22B07D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E67A5-FEF0-C227-D78D-E0AF2EE8B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C9C14-1B5A-0972-F3AF-8FB79851A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1B860-6E97-CBB9-BB0F-40E1123C8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169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2383-217F-CB01-AC4B-308FDF32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F4EE6-02A5-EF96-67F0-696F5A5A9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645B-B0A8-99D4-C0AA-03921243B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56691-7045-2D76-8543-C2F76A0E2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045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FBEA-B5E3-1CF9-1B4F-76AF764C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EE5EE-069D-D74C-8D43-028A31B3D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41A12-237C-5CED-0DDB-9865F9D6D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5C8D0-69B5-899C-B92E-6522888CD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84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8800">
                <a:solidFill>
                  <a:prstClr val="black"/>
                </a:solidFill>
                <a:latin typeface="LM Roman 12" panose="00000500000000000000" pitchFamily="50" charset="0"/>
              </a:rPr>
              <a:t>7</a:t>
            </a:r>
            <a:r>
              <a:rPr kumimoji="0" lang="en-ZA" sz="8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. Pointers I</a:t>
            </a:r>
            <a:endParaRPr kumimoji="0" lang="en-ZA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17| Pointer </a:t>
            </a: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declaration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&amp; initialization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	    Pointer operators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LM Roman 12" panose="00000500000000000000" pitchFamily="50" charset="0"/>
              </a:rPr>
              <a:t>	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7980649" y="6304002"/>
            <a:ext cx="233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7: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935" y="2633091"/>
            <a:ext cx="5656214" cy="355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546C-2090-19D4-CB69-F4848672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9D632F8-8645-3452-CAC0-02D0B59DE3A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D5D8AE6-17B5-7807-7484-4763D7612AE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63E3B0-6C68-76E6-09E0-3C30C46AC8D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B72D7B-7D40-FE40-88FF-E3960C162A6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1CD4C92-B49A-F04D-7B93-05F9275C1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D25D3D-94F9-BAD6-D6CC-3666F8DA8FD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3DDD00-AA7A-5A97-D643-603D1017AAA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Related recap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F20D7B5-BB01-AF72-9F07-1C404D1ADB9C}"/>
              </a:ext>
            </a:extLst>
          </p:cNvPr>
          <p:cNvSpPr/>
          <p:nvPr/>
        </p:nvSpPr>
        <p:spPr>
          <a:xfrm>
            <a:off x="955586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Primitive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9C547-BE2E-F014-4545-03102F001D7D}"/>
              </a:ext>
            </a:extLst>
          </p:cNvPr>
          <p:cNvSpPr/>
          <p:nvPr/>
        </p:nvSpPr>
        <p:spPr>
          <a:xfrm>
            <a:off x="4545453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User defined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96B69-2D88-46F3-4FA0-122F3083CB0E}"/>
              </a:ext>
            </a:extLst>
          </p:cNvPr>
          <p:cNvSpPr/>
          <p:nvPr/>
        </p:nvSpPr>
        <p:spPr>
          <a:xfrm>
            <a:off x="8135320" y="1879531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Derived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B0C0F43-3BC8-C06B-9E45-ED15385E1AB5}"/>
              </a:ext>
            </a:extLst>
          </p:cNvPr>
          <p:cNvGrpSpPr/>
          <p:nvPr/>
        </p:nvGrpSpPr>
        <p:grpSpPr>
          <a:xfrm>
            <a:off x="2212914" y="1045905"/>
            <a:ext cx="7179734" cy="833626"/>
            <a:chOff x="2212914" y="1045905"/>
            <a:chExt cx="7179734" cy="8336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50FB1AC-7DBB-BECB-D748-17854780AAAE}"/>
                </a:ext>
              </a:extLst>
            </p:cNvPr>
            <p:cNvSpPr/>
            <p:nvPr/>
          </p:nvSpPr>
          <p:spPr>
            <a:xfrm>
              <a:off x="4544243" y="1045905"/>
              <a:ext cx="2514655" cy="43866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Data Type in C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A2ED81-7E59-E963-5D11-98DBF612D444}"/>
                </a:ext>
              </a:extLst>
            </p:cNvPr>
            <p:cNvCxnSpPr>
              <a:stCxn id="3" idx="2"/>
              <a:endCxn id="10" idx="0"/>
            </p:cNvCxnSpPr>
            <p:nvPr/>
          </p:nvCxnSpPr>
          <p:spPr>
            <a:xfrm>
              <a:off x="5801571" y="1484572"/>
              <a:ext cx="1210" cy="3949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00FB7519-1706-194A-C6B0-CD87E8F22954}"/>
                </a:ext>
              </a:extLst>
            </p:cNvPr>
            <p:cNvCxnSpPr>
              <a:endCxn id="8" idx="0"/>
            </p:cNvCxnSpPr>
            <p:nvPr/>
          </p:nvCxnSpPr>
          <p:spPr>
            <a:xfrm rot="10800000" flipV="1">
              <a:off x="2212914" y="1682051"/>
              <a:ext cx="3588656" cy="197480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20839D47-3827-ADB7-A9C6-BA2B5B01AD75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5801570" y="1682050"/>
              <a:ext cx="3591078" cy="197481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42051F1-4392-32E6-D8E2-E8C56AF59ACA}"/>
              </a:ext>
            </a:extLst>
          </p:cNvPr>
          <p:cNvGrpSpPr/>
          <p:nvPr/>
        </p:nvGrpSpPr>
        <p:grpSpPr>
          <a:xfrm>
            <a:off x="955586" y="2098865"/>
            <a:ext cx="2514655" cy="965131"/>
            <a:chOff x="955586" y="2098865"/>
            <a:chExt cx="2514655" cy="96513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14C38-1090-6BCF-2361-7928F528F0F0}"/>
                </a:ext>
              </a:extLst>
            </p:cNvPr>
            <p:cNvSpPr/>
            <p:nvPr/>
          </p:nvSpPr>
          <p:spPr>
            <a:xfrm>
              <a:off x="1890088" y="2625329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int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440E5EDE-C6CF-1DD5-CCA5-3D48514131B6}"/>
                </a:ext>
              </a:extLst>
            </p:cNvPr>
            <p:cNvCxnSpPr>
              <a:stCxn id="8" idx="1"/>
              <a:endCxn id="31" idx="1"/>
            </p:cNvCxnSpPr>
            <p:nvPr/>
          </p:nvCxnSpPr>
          <p:spPr>
            <a:xfrm rot="10800000" flipH="1" flipV="1">
              <a:off x="955586" y="2098865"/>
              <a:ext cx="934502" cy="745798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2000C9F-D46C-8B74-38D9-9EB49340D922}"/>
              </a:ext>
            </a:extLst>
          </p:cNvPr>
          <p:cNvGrpSpPr/>
          <p:nvPr/>
        </p:nvGrpSpPr>
        <p:grpSpPr>
          <a:xfrm>
            <a:off x="4545453" y="2098865"/>
            <a:ext cx="2512519" cy="965131"/>
            <a:chOff x="4545453" y="2098865"/>
            <a:chExt cx="2512519" cy="96513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2B51C7C-CE2A-9367-FB7F-999F8F94AD36}"/>
                </a:ext>
              </a:extLst>
            </p:cNvPr>
            <p:cNvSpPr/>
            <p:nvPr/>
          </p:nvSpPr>
          <p:spPr>
            <a:xfrm>
              <a:off x="5477819" y="2625329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err="1">
                  <a:latin typeface="LM Roman 12" panose="00000500000000000000" pitchFamily="50" charset="0"/>
                </a:rPr>
                <a:t>enum</a:t>
              </a:r>
              <a:endParaRPr lang="en-ZA">
                <a:latin typeface="LM Roman 12" panose="00000500000000000000" pitchFamily="50" charset="0"/>
              </a:endParaRP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1D98914F-1A6A-CAB0-7AFD-CE9A73D87A9A}"/>
                </a:ext>
              </a:extLst>
            </p:cNvPr>
            <p:cNvCxnSpPr>
              <a:stCxn id="10" idx="1"/>
              <a:endCxn id="52" idx="1"/>
            </p:cNvCxnSpPr>
            <p:nvPr/>
          </p:nvCxnSpPr>
          <p:spPr>
            <a:xfrm rot="10800000" flipH="1" flipV="1">
              <a:off x="4545453" y="2098865"/>
              <a:ext cx="932366" cy="745798"/>
            </a:xfrm>
            <a:prstGeom prst="bentConnector3">
              <a:avLst>
                <a:gd name="adj1" fmla="val -24518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0A1B3D9-FA4F-93CB-0727-6D0D1074B165}"/>
              </a:ext>
            </a:extLst>
          </p:cNvPr>
          <p:cNvGrpSpPr/>
          <p:nvPr/>
        </p:nvGrpSpPr>
        <p:grpSpPr>
          <a:xfrm>
            <a:off x="8135320" y="2098865"/>
            <a:ext cx="2510383" cy="938619"/>
            <a:chOff x="8135320" y="2098865"/>
            <a:chExt cx="2510383" cy="938619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2EE785F-2272-8A51-42DC-BA751A9F802A}"/>
                </a:ext>
              </a:extLst>
            </p:cNvPr>
            <p:cNvSpPr/>
            <p:nvPr/>
          </p:nvSpPr>
          <p:spPr>
            <a:xfrm>
              <a:off x="9065550" y="2598817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array (string)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527A643C-1034-C1F6-C679-166D228D46BC}"/>
                </a:ext>
              </a:extLst>
            </p:cNvPr>
            <p:cNvCxnSpPr>
              <a:stCxn id="12" idx="1"/>
              <a:endCxn id="56" idx="1"/>
            </p:cNvCxnSpPr>
            <p:nvPr/>
          </p:nvCxnSpPr>
          <p:spPr>
            <a:xfrm rot="10800000" flipH="1" flipV="1">
              <a:off x="8135320" y="2098865"/>
              <a:ext cx="930230" cy="719286"/>
            </a:xfrm>
            <a:prstGeom prst="bentConnector3">
              <a:avLst>
                <a:gd name="adj1" fmla="val -2457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0175D3C-AA3C-A3F3-8E7E-F3BDB4D8A355}"/>
              </a:ext>
            </a:extLst>
          </p:cNvPr>
          <p:cNvGrpSpPr/>
          <p:nvPr/>
        </p:nvGrpSpPr>
        <p:grpSpPr>
          <a:xfrm>
            <a:off x="8135319" y="2098865"/>
            <a:ext cx="2510383" cy="1657905"/>
            <a:chOff x="8135319" y="2098865"/>
            <a:chExt cx="2510383" cy="165790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6712CFB-7F4C-CDC4-3C3D-2FE8C10CBB6D}"/>
                </a:ext>
              </a:extLst>
            </p:cNvPr>
            <p:cNvSpPr/>
            <p:nvPr/>
          </p:nvSpPr>
          <p:spPr>
            <a:xfrm>
              <a:off x="9065549" y="3318103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function</a:t>
              </a:r>
            </a:p>
          </p:txBody>
        </p: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08B3C1A3-4A77-F3A3-3C18-DACC1A108967}"/>
                </a:ext>
              </a:extLst>
            </p:cNvPr>
            <p:cNvCxnSpPr>
              <a:stCxn id="12" idx="1"/>
              <a:endCxn id="58" idx="1"/>
            </p:cNvCxnSpPr>
            <p:nvPr/>
          </p:nvCxnSpPr>
          <p:spPr>
            <a:xfrm rot="10800000" flipH="1" flipV="1">
              <a:off x="8135319" y="2098865"/>
              <a:ext cx="930229" cy="1438572"/>
            </a:xfrm>
            <a:prstGeom prst="bentConnector3">
              <a:avLst>
                <a:gd name="adj1" fmla="val -2457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0BC98B7-6F34-C336-83E9-8741FBE3A673}"/>
              </a:ext>
            </a:extLst>
          </p:cNvPr>
          <p:cNvGrpSpPr/>
          <p:nvPr/>
        </p:nvGrpSpPr>
        <p:grpSpPr>
          <a:xfrm>
            <a:off x="8135319" y="2098865"/>
            <a:ext cx="2510383" cy="2377191"/>
            <a:chOff x="8135319" y="2098865"/>
            <a:chExt cx="2510383" cy="237719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A94DD87-E98A-2277-D7DF-118F496423D8}"/>
                </a:ext>
              </a:extLst>
            </p:cNvPr>
            <p:cNvSpPr/>
            <p:nvPr/>
          </p:nvSpPr>
          <p:spPr>
            <a:xfrm>
              <a:off x="9065549" y="4037389"/>
              <a:ext cx="1580153" cy="4386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pointer</a:t>
              </a:r>
            </a:p>
          </p:txBody>
        </p: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F361A91D-7A7C-80AB-5298-556AB989F3E7}"/>
                </a:ext>
              </a:extLst>
            </p:cNvPr>
            <p:cNvCxnSpPr>
              <a:cxnSpLocks/>
              <a:stCxn id="12" idx="1"/>
              <a:endCxn id="60" idx="1"/>
            </p:cNvCxnSpPr>
            <p:nvPr/>
          </p:nvCxnSpPr>
          <p:spPr>
            <a:xfrm rot="10800000" flipH="1" flipV="1">
              <a:off x="8135319" y="2098865"/>
              <a:ext cx="930229" cy="2157858"/>
            </a:xfrm>
            <a:prstGeom prst="bentConnector3">
              <a:avLst>
                <a:gd name="adj1" fmla="val -24575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D6200F-2777-2597-F623-878DDDB28067}"/>
              </a:ext>
            </a:extLst>
          </p:cNvPr>
          <p:cNvGrpSpPr/>
          <p:nvPr/>
        </p:nvGrpSpPr>
        <p:grpSpPr>
          <a:xfrm>
            <a:off x="955585" y="2098864"/>
            <a:ext cx="2514655" cy="1549469"/>
            <a:chOff x="955585" y="2098864"/>
            <a:chExt cx="2514655" cy="154946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714BEC-32AE-70D8-C4EA-27A892C6B92A}"/>
                </a:ext>
              </a:extLst>
            </p:cNvPr>
            <p:cNvSpPr/>
            <p:nvPr/>
          </p:nvSpPr>
          <p:spPr>
            <a:xfrm>
              <a:off x="1890087" y="3209666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float</a:t>
              </a:r>
            </a:p>
          </p:txBody>
        </p: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13517976-D16D-499D-1DC1-16E8983C10A7}"/>
                </a:ext>
              </a:extLst>
            </p:cNvPr>
            <p:cNvCxnSpPr>
              <a:stCxn id="8" idx="1"/>
              <a:endCxn id="33" idx="1"/>
            </p:cNvCxnSpPr>
            <p:nvPr/>
          </p:nvCxnSpPr>
          <p:spPr>
            <a:xfrm rot="10800000" flipH="1" flipV="1">
              <a:off x="955585" y="2098864"/>
              <a:ext cx="934501" cy="1330135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9AFEE6B-8423-A148-D9CE-CF9F8BE556F1}"/>
              </a:ext>
            </a:extLst>
          </p:cNvPr>
          <p:cNvGrpSpPr/>
          <p:nvPr/>
        </p:nvGrpSpPr>
        <p:grpSpPr>
          <a:xfrm>
            <a:off x="955586" y="2098865"/>
            <a:ext cx="2514653" cy="2164333"/>
            <a:chOff x="955586" y="2098865"/>
            <a:chExt cx="2514653" cy="216433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5B851A9-AE52-03B8-7F62-2D4FF58868D0}"/>
                </a:ext>
              </a:extLst>
            </p:cNvPr>
            <p:cNvSpPr/>
            <p:nvPr/>
          </p:nvSpPr>
          <p:spPr>
            <a:xfrm>
              <a:off x="1890086" y="3824531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double</a:t>
              </a:r>
            </a:p>
          </p:txBody>
        </p: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10445CD2-9982-08AA-5C97-1B3067362094}"/>
                </a:ext>
              </a:extLst>
            </p:cNvPr>
            <p:cNvCxnSpPr>
              <a:stCxn id="8" idx="1"/>
              <a:endCxn id="39" idx="1"/>
            </p:cNvCxnSpPr>
            <p:nvPr/>
          </p:nvCxnSpPr>
          <p:spPr>
            <a:xfrm rot="10800000" flipH="1" flipV="1">
              <a:off x="955586" y="2098865"/>
              <a:ext cx="934500" cy="1945000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DBA7D58-2492-9676-BC23-49EACE3FEAA9}"/>
              </a:ext>
            </a:extLst>
          </p:cNvPr>
          <p:cNvGrpSpPr/>
          <p:nvPr/>
        </p:nvGrpSpPr>
        <p:grpSpPr>
          <a:xfrm>
            <a:off x="955586" y="2098864"/>
            <a:ext cx="2514653" cy="2756769"/>
            <a:chOff x="955586" y="2098864"/>
            <a:chExt cx="2514653" cy="275676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7F7D2C4-E029-E2ED-AD42-188C156B649D}"/>
                </a:ext>
              </a:extLst>
            </p:cNvPr>
            <p:cNvSpPr/>
            <p:nvPr/>
          </p:nvSpPr>
          <p:spPr>
            <a:xfrm>
              <a:off x="1890086" y="4416966"/>
              <a:ext cx="1580153" cy="43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>
                  <a:latin typeface="LM Roman 12" panose="00000500000000000000" pitchFamily="50" charset="0"/>
                </a:rPr>
                <a:t>char</a:t>
              </a: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D746F43E-CEB5-DBED-C1F8-326CB23F8724}"/>
                </a:ext>
              </a:extLst>
            </p:cNvPr>
            <p:cNvCxnSpPr>
              <a:stCxn id="8" idx="1"/>
              <a:endCxn id="41" idx="1"/>
            </p:cNvCxnSpPr>
            <p:nvPr/>
          </p:nvCxnSpPr>
          <p:spPr>
            <a:xfrm rot="10800000" flipH="1" flipV="1">
              <a:off x="955586" y="2098864"/>
              <a:ext cx="934500" cy="2537435"/>
            </a:xfrm>
            <a:prstGeom prst="bentConnector3">
              <a:avLst>
                <a:gd name="adj1" fmla="val -2446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8DE99B-C7E5-D13E-FD52-BE723500B35C}"/>
              </a:ext>
            </a:extLst>
          </p:cNvPr>
          <p:cNvGrpSpPr/>
          <p:nvPr/>
        </p:nvGrpSpPr>
        <p:grpSpPr>
          <a:xfrm>
            <a:off x="4068566" y="4991861"/>
            <a:ext cx="6577136" cy="1502817"/>
            <a:chOff x="3412067" y="2286000"/>
            <a:chExt cx="4318001" cy="289806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F890AB2-A1D1-9916-75CA-2AC1F2886BA6}"/>
                </a:ext>
              </a:extLst>
            </p:cNvPr>
            <p:cNvSpPr/>
            <p:nvPr/>
          </p:nvSpPr>
          <p:spPr>
            <a:xfrm>
              <a:off x="3412067" y="2286000"/>
              <a:ext cx="4318001" cy="28980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>
                  <a:solidFill>
                    <a:schemeClr val="tx1"/>
                  </a:solidFill>
                  <a:latin typeface="LM Roman 12" panose="00000500000000000000" pitchFamily="50" charset="0"/>
                </a:rPr>
                <a:t>Variables that store memory addresses of other variables</a:t>
              </a:r>
              <a:endParaRPr lang="en-ZA" sz="200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9D37CFD-1FF4-F0B9-4303-F75EDA2CFC0B}"/>
                </a:ext>
              </a:extLst>
            </p:cNvPr>
            <p:cNvSpPr/>
            <p:nvPr/>
          </p:nvSpPr>
          <p:spPr>
            <a:xfrm>
              <a:off x="3412067" y="2286000"/>
              <a:ext cx="4318000" cy="845934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>
                  <a:latin typeface="LM Roman 12" panose="00000500000000000000" pitchFamily="50" charset="0"/>
                </a:rPr>
                <a:t>pointers</a:t>
              </a:r>
              <a:endParaRPr lang="en-ZA">
                <a:latin typeface="LM Roman 12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347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B727-23E7-5C5E-4864-350431C2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620A516-0E84-C842-8CA1-55F1989D07E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608E90F-CDD7-B09D-4E7F-6CDDBC1F598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52F6C67-4D24-9529-C994-65AB29083DA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D6A591-B3EB-FCA5-C426-6998FDC2AEB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A32999D-20B5-6E9B-1515-40A3EF923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6D6828-27D7-25CE-58BF-42CC216EA8F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D06200-ED98-BA48-6A40-017A813AA5E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Memory concepts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F12E437-55B3-330E-82A5-6FB0B840512A}"/>
              </a:ext>
            </a:extLst>
          </p:cNvPr>
          <p:cNvSpPr txBox="1"/>
          <p:nvPr/>
        </p:nvSpPr>
        <p:spPr>
          <a:xfrm>
            <a:off x="677578" y="1911093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D5D701-B21E-8006-7814-B27FEC0A3061}"/>
              </a:ext>
            </a:extLst>
          </p:cNvPr>
          <p:cNvSpPr txBox="1"/>
          <p:nvPr/>
        </p:nvSpPr>
        <p:spPr>
          <a:xfrm>
            <a:off x="677578" y="2391803"/>
            <a:ext cx="1465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float</a:t>
            </a:r>
            <a:r>
              <a:rPr lang="en-ZA"/>
              <a:t> </a:t>
            </a:r>
            <a:r>
              <a:rPr lang="en-ZA" b="1"/>
              <a:t>myVar2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DE1D8E-D46D-EE0D-92C4-08AC1F665525}"/>
              </a:ext>
            </a:extLst>
          </p:cNvPr>
          <p:cNvSpPr txBox="1"/>
          <p:nvPr/>
        </p:nvSpPr>
        <p:spPr>
          <a:xfrm>
            <a:off x="677578" y="2856416"/>
            <a:ext cx="17100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double</a:t>
            </a:r>
            <a:r>
              <a:rPr lang="en-ZA"/>
              <a:t> </a:t>
            </a:r>
            <a:r>
              <a:rPr lang="en-ZA" b="1"/>
              <a:t>myVar3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A8AF62-0282-F960-1A66-D9EA0D6E339E}"/>
              </a:ext>
            </a:extLst>
          </p:cNvPr>
          <p:cNvSpPr txBox="1"/>
          <p:nvPr/>
        </p:nvSpPr>
        <p:spPr>
          <a:xfrm>
            <a:off x="677578" y="3399510"/>
            <a:ext cx="14631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char</a:t>
            </a:r>
            <a:r>
              <a:rPr lang="en-ZA"/>
              <a:t> </a:t>
            </a:r>
            <a:r>
              <a:rPr lang="en-ZA" b="1"/>
              <a:t>myVar4</a:t>
            </a:r>
          </a:p>
        </p:txBody>
      </p:sp>
      <p:sp>
        <p:nvSpPr>
          <p:cNvPr id="91" name="Equals 90">
            <a:extLst>
              <a:ext uri="{FF2B5EF4-FFF2-40B4-BE49-F238E27FC236}">
                <a16:creationId xmlns:a16="http://schemas.microsoft.com/office/drawing/2014/main" id="{DAD5FABF-73B6-61EA-E015-69A313D7A113}"/>
              </a:ext>
            </a:extLst>
          </p:cNvPr>
          <p:cNvSpPr/>
          <p:nvPr/>
        </p:nvSpPr>
        <p:spPr>
          <a:xfrm>
            <a:off x="2387598" y="1935619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D5F7212D-0919-83BE-E466-4CB9EFAB5A4A}"/>
              </a:ext>
            </a:extLst>
          </p:cNvPr>
          <p:cNvSpPr/>
          <p:nvPr/>
        </p:nvSpPr>
        <p:spPr>
          <a:xfrm>
            <a:off x="2387598" y="2489184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98" name="Equals 97">
            <a:extLst>
              <a:ext uri="{FF2B5EF4-FFF2-40B4-BE49-F238E27FC236}">
                <a16:creationId xmlns:a16="http://schemas.microsoft.com/office/drawing/2014/main" id="{BC59C0F0-65D1-B603-A3F9-D889BE33133B}"/>
              </a:ext>
            </a:extLst>
          </p:cNvPr>
          <p:cNvSpPr/>
          <p:nvPr/>
        </p:nvSpPr>
        <p:spPr>
          <a:xfrm>
            <a:off x="2387598" y="2913410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00" name="Equals 99">
            <a:extLst>
              <a:ext uri="{FF2B5EF4-FFF2-40B4-BE49-F238E27FC236}">
                <a16:creationId xmlns:a16="http://schemas.microsoft.com/office/drawing/2014/main" id="{8CEAA6B9-EBCE-CDE9-5756-FB64833A0440}"/>
              </a:ext>
            </a:extLst>
          </p:cNvPr>
          <p:cNvSpPr/>
          <p:nvPr/>
        </p:nvSpPr>
        <p:spPr>
          <a:xfrm>
            <a:off x="2387598" y="3451436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1107A00-42B8-11C2-3DF6-DAC2CEB5910A}"/>
              </a:ext>
            </a:extLst>
          </p:cNvPr>
          <p:cNvSpPr txBox="1"/>
          <p:nvPr/>
        </p:nvSpPr>
        <p:spPr>
          <a:xfrm>
            <a:off x="3059161" y="1884016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8F1DFDA-998A-D9D3-A6B9-582129AE12E3}"/>
              </a:ext>
            </a:extLst>
          </p:cNvPr>
          <p:cNvSpPr txBox="1"/>
          <p:nvPr/>
        </p:nvSpPr>
        <p:spPr>
          <a:xfrm>
            <a:off x="3059161" y="2391803"/>
            <a:ext cx="5004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2.5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32C2ABE-BB09-2C58-7A75-60CD193E670A}"/>
              </a:ext>
            </a:extLst>
          </p:cNvPr>
          <p:cNvSpPr txBox="1"/>
          <p:nvPr/>
        </p:nvSpPr>
        <p:spPr>
          <a:xfrm>
            <a:off x="3071247" y="2842851"/>
            <a:ext cx="7473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2.521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F65F7A-8BF3-A987-32FD-05F661A76AE3}"/>
              </a:ext>
            </a:extLst>
          </p:cNvPr>
          <p:cNvSpPr txBox="1"/>
          <p:nvPr/>
        </p:nvSpPr>
        <p:spPr>
          <a:xfrm>
            <a:off x="3059161" y="3384699"/>
            <a:ext cx="4383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‘A’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0F596F-B343-437E-7627-41A04D8EBF35}"/>
              </a:ext>
            </a:extLst>
          </p:cNvPr>
          <p:cNvGrpSpPr/>
          <p:nvPr/>
        </p:nvGrpSpPr>
        <p:grpSpPr>
          <a:xfrm>
            <a:off x="6705487" y="1037686"/>
            <a:ext cx="4487448" cy="5073215"/>
            <a:chOff x="6705487" y="1037686"/>
            <a:chExt cx="4487448" cy="5073215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CFB3C12-449C-FF1D-2A79-A5ABCFAACB40}"/>
                </a:ext>
              </a:extLst>
            </p:cNvPr>
            <p:cNvGrpSpPr/>
            <p:nvPr/>
          </p:nvGrpSpPr>
          <p:grpSpPr>
            <a:xfrm>
              <a:off x="6705487" y="1445450"/>
              <a:ext cx="4487448" cy="4665451"/>
              <a:chOff x="84553" y="1939552"/>
              <a:chExt cx="4487448" cy="466545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D1ABBAC-6344-906A-5AF9-9FAC48F646E6}"/>
                  </a:ext>
                </a:extLst>
              </p:cNvPr>
              <p:cNvSpPr/>
              <p:nvPr/>
            </p:nvSpPr>
            <p:spPr>
              <a:xfrm>
                <a:off x="84553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name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658160B-3C58-7F6E-47F0-8EC06AB2D7EE}"/>
                  </a:ext>
                </a:extLst>
              </p:cNvPr>
              <p:cNvSpPr/>
              <p:nvPr/>
            </p:nvSpPr>
            <p:spPr>
              <a:xfrm>
                <a:off x="1617020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value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43222F7-DA65-0718-82DD-6D3C681E087D}"/>
                  </a:ext>
                </a:extLst>
              </p:cNvPr>
              <p:cNvSpPr/>
              <p:nvPr/>
            </p:nvSpPr>
            <p:spPr>
              <a:xfrm>
                <a:off x="3149487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address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B732774-AC39-F0EB-F853-251C4A2B97BA}"/>
                  </a:ext>
                </a:extLst>
              </p:cNvPr>
              <p:cNvSpPr/>
              <p:nvPr/>
            </p:nvSpPr>
            <p:spPr>
              <a:xfrm>
                <a:off x="1617020" y="263346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21E0926-BFCF-E683-A927-9300A162D470}"/>
                  </a:ext>
                </a:extLst>
              </p:cNvPr>
              <p:cNvSpPr/>
              <p:nvPr/>
            </p:nvSpPr>
            <p:spPr>
              <a:xfrm>
                <a:off x="1617020" y="316477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9BB76D3-D87C-5489-1AD4-F375584101ED}"/>
                  </a:ext>
                </a:extLst>
              </p:cNvPr>
              <p:cNvSpPr/>
              <p:nvPr/>
            </p:nvSpPr>
            <p:spPr>
              <a:xfrm>
                <a:off x="1617020" y="3706285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5F6B90F-7369-B66E-88C7-DF6997B9F29E}"/>
                  </a:ext>
                </a:extLst>
              </p:cNvPr>
              <p:cNvSpPr/>
              <p:nvPr/>
            </p:nvSpPr>
            <p:spPr>
              <a:xfrm>
                <a:off x="1617020" y="4284414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C030D50-D9AD-D07A-1360-1C449BAB1223}"/>
                  </a:ext>
                </a:extLst>
              </p:cNvPr>
              <p:cNvSpPr/>
              <p:nvPr/>
            </p:nvSpPr>
            <p:spPr>
              <a:xfrm>
                <a:off x="1617020" y="5577928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275A3C8-AB05-6E91-C3BB-F26AD0E76B15}"/>
                  </a:ext>
                </a:extLst>
              </p:cNvPr>
              <p:cNvSpPr txBox="1"/>
              <p:nvPr/>
            </p:nvSpPr>
            <p:spPr>
              <a:xfrm>
                <a:off x="2237652" y="4654598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ED846B9-8F48-4202-0C61-2865C055A9B8}"/>
                  </a:ext>
                </a:extLst>
              </p:cNvPr>
              <p:cNvSpPr txBox="1"/>
              <p:nvPr/>
            </p:nvSpPr>
            <p:spPr>
              <a:xfrm>
                <a:off x="545420" y="4743200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8D6EC75-B885-D5E7-53B9-9E445CEDF890}"/>
                  </a:ext>
                </a:extLst>
              </p:cNvPr>
              <p:cNvSpPr txBox="1"/>
              <p:nvPr/>
            </p:nvSpPr>
            <p:spPr>
              <a:xfrm>
                <a:off x="3965424" y="4638491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313ED7-2DC2-4596-55C9-D82EFCABECB9}"/>
                  </a:ext>
                </a:extLst>
              </p:cNvPr>
              <p:cNvSpPr txBox="1"/>
              <p:nvPr/>
            </p:nvSpPr>
            <p:spPr>
              <a:xfrm>
                <a:off x="3699830" y="263346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B50CFF6-CCE0-6CC4-2FC3-B58DA3F0BE8C}"/>
                  </a:ext>
                </a:extLst>
              </p:cNvPr>
              <p:cNvSpPr txBox="1"/>
              <p:nvPr/>
            </p:nvSpPr>
            <p:spPr>
              <a:xfrm>
                <a:off x="3699830" y="32022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0x01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0E298CF-8E0D-B9C2-0F88-28A804ACA5D2}"/>
                  </a:ext>
                </a:extLst>
              </p:cNvPr>
              <p:cNvSpPr txBox="1"/>
              <p:nvPr/>
            </p:nvSpPr>
            <p:spPr>
              <a:xfrm>
                <a:off x="3699830" y="3756800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0x02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0618B15-08C3-920A-F1E7-8A88B96CB754}"/>
                  </a:ext>
                </a:extLst>
              </p:cNvPr>
              <p:cNvSpPr txBox="1"/>
              <p:nvPr/>
            </p:nvSpPr>
            <p:spPr>
              <a:xfrm>
                <a:off x="3699830" y="5703599"/>
                <a:ext cx="718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993AF18-6D39-AEBC-39CB-2C36F7BC427A}"/>
                  </a:ext>
                </a:extLst>
              </p:cNvPr>
              <p:cNvSpPr/>
              <p:nvPr/>
            </p:nvSpPr>
            <p:spPr>
              <a:xfrm>
                <a:off x="1617020" y="6110000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7F55081-6314-594E-E671-E8A9E19B6C4D}"/>
                  </a:ext>
                </a:extLst>
              </p:cNvPr>
              <p:cNvSpPr txBox="1"/>
              <p:nvPr/>
            </p:nvSpPr>
            <p:spPr>
              <a:xfrm>
                <a:off x="3699830" y="6235671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0xFF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E702C32-8EB3-C8C1-4268-EDC4C2EA4DA4}"/>
                  </a:ext>
                </a:extLst>
              </p:cNvPr>
              <p:cNvSpPr txBox="1"/>
              <p:nvPr/>
            </p:nvSpPr>
            <p:spPr>
              <a:xfrm>
                <a:off x="3699830" y="433200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0x03</a:t>
                </a:r>
              </a:p>
            </p:txBody>
          </p:sp>
        </p:grp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DCA606F6-0127-0185-BE08-3FED1B5AC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5946" y="1037686"/>
              <a:ext cx="2514818" cy="3048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9292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961D-5B81-79CC-A335-BFCD3956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E76187E-468B-C96C-BDDF-252AD8E49DDA}"/>
              </a:ext>
            </a:extLst>
          </p:cNvPr>
          <p:cNvGrpSpPr/>
          <p:nvPr/>
        </p:nvGrpSpPr>
        <p:grpSpPr>
          <a:xfrm>
            <a:off x="6705487" y="1037686"/>
            <a:ext cx="4487448" cy="5073215"/>
            <a:chOff x="6705487" y="1037686"/>
            <a:chExt cx="4487448" cy="50732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547DF0-330E-E7D1-F6F8-203B415650DD}"/>
                </a:ext>
              </a:extLst>
            </p:cNvPr>
            <p:cNvGrpSpPr/>
            <p:nvPr/>
          </p:nvGrpSpPr>
          <p:grpSpPr>
            <a:xfrm>
              <a:off x="6705487" y="1445450"/>
              <a:ext cx="4487448" cy="4665451"/>
              <a:chOff x="84553" y="1939552"/>
              <a:chExt cx="4487448" cy="466545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FDC2A4E-C077-B075-7C61-528B9E3CF5FF}"/>
                  </a:ext>
                </a:extLst>
              </p:cNvPr>
              <p:cNvSpPr/>
              <p:nvPr/>
            </p:nvSpPr>
            <p:spPr>
              <a:xfrm>
                <a:off x="84553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name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CE742F-47BC-88FE-2EAA-C926AAD46423}"/>
                  </a:ext>
                </a:extLst>
              </p:cNvPr>
              <p:cNvSpPr/>
              <p:nvPr/>
            </p:nvSpPr>
            <p:spPr>
              <a:xfrm>
                <a:off x="1617020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value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EEF2C00-AABF-F416-D386-6172F5483730}"/>
                  </a:ext>
                </a:extLst>
              </p:cNvPr>
              <p:cNvSpPr/>
              <p:nvPr/>
            </p:nvSpPr>
            <p:spPr>
              <a:xfrm>
                <a:off x="3149487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address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1121E7E-CE96-0FBD-9CC2-0E888A5E1DB6}"/>
                  </a:ext>
                </a:extLst>
              </p:cNvPr>
              <p:cNvSpPr/>
              <p:nvPr/>
            </p:nvSpPr>
            <p:spPr>
              <a:xfrm>
                <a:off x="1617020" y="263346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BC84BE2-1DCD-1F68-CA5D-70549F8227A2}"/>
                  </a:ext>
                </a:extLst>
              </p:cNvPr>
              <p:cNvSpPr/>
              <p:nvPr/>
            </p:nvSpPr>
            <p:spPr>
              <a:xfrm>
                <a:off x="1617020" y="316477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3D874DD-53B3-893A-6E67-626056BB42B9}"/>
                  </a:ext>
                </a:extLst>
              </p:cNvPr>
              <p:cNvSpPr/>
              <p:nvPr/>
            </p:nvSpPr>
            <p:spPr>
              <a:xfrm>
                <a:off x="1617020" y="3706285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2774B5-0284-5981-2F69-10EAC7749E68}"/>
                  </a:ext>
                </a:extLst>
              </p:cNvPr>
              <p:cNvSpPr/>
              <p:nvPr/>
            </p:nvSpPr>
            <p:spPr>
              <a:xfrm>
                <a:off x="1617020" y="4284414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A67F185-B2A3-D840-6B37-4863F1C09161}"/>
                  </a:ext>
                </a:extLst>
              </p:cNvPr>
              <p:cNvSpPr/>
              <p:nvPr/>
            </p:nvSpPr>
            <p:spPr>
              <a:xfrm>
                <a:off x="1617020" y="5577928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614C99-C5D9-B90B-5176-45008E0019F7}"/>
                  </a:ext>
                </a:extLst>
              </p:cNvPr>
              <p:cNvSpPr txBox="1"/>
              <p:nvPr/>
            </p:nvSpPr>
            <p:spPr>
              <a:xfrm>
                <a:off x="2237652" y="4654598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090E9E-280C-1398-9880-BAB8DA2C9EF1}"/>
                  </a:ext>
                </a:extLst>
              </p:cNvPr>
              <p:cNvSpPr txBox="1"/>
              <p:nvPr/>
            </p:nvSpPr>
            <p:spPr>
              <a:xfrm>
                <a:off x="545420" y="4743200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F34E24-D1F9-3CA8-E4BF-5BD116DBB642}"/>
                  </a:ext>
                </a:extLst>
              </p:cNvPr>
              <p:cNvSpPr txBox="1"/>
              <p:nvPr/>
            </p:nvSpPr>
            <p:spPr>
              <a:xfrm>
                <a:off x="3965424" y="4638491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2EE1E1-5B0B-1350-745A-84BAAE4E0719}"/>
                  </a:ext>
                </a:extLst>
              </p:cNvPr>
              <p:cNvSpPr txBox="1"/>
              <p:nvPr/>
            </p:nvSpPr>
            <p:spPr>
              <a:xfrm>
                <a:off x="3699830" y="263346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4D2D299-7EFD-6F78-B373-9AB2D7A2C476}"/>
                  </a:ext>
                </a:extLst>
              </p:cNvPr>
              <p:cNvSpPr txBox="1"/>
              <p:nvPr/>
            </p:nvSpPr>
            <p:spPr>
              <a:xfrm>
                <a:off x="3699830" y="32022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85B28D-58D6-27A0-2A2B-0BB2DB703DE4}"/>
                  </a:ext>
                </a:extLst>
              </p:cNvPr>
              <p:cNvSpPr txBox="1"/>
              <p:nvPr/>
            </p:nvSpPr>
            <p:spPr>
              <a:xfrm>
                <a:off x="3699830" y="3756800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E953B-53FB-4286-97B0-0041C29CA72E}"/>
                  </a:ext>
                </a:extLst>
              </p:cNvPr>
              <p:cNvSpPr txBox="1"/>
              <p:nvPr/>
            </p:nvSpPr>
            <p:spPr>
              <a:xfrm>
                <a:off x="3699830" y="5703599"/>
                <a:ext cx="718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237C7E-14A3-EBF7-8089-83276DB48241}"/>
                  </a:ext>
                </a:extLst>
              </p:cNvPr>
              <p:cNvSpPr/>
              <p:nvPr/>
            </p:nvSpPr>
            <p:spPr>
              <a:xfrm>
                <a:off x="1617020" y="6110000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BA1435-4DC5-89C7-A55E-76EE12B4B64F}"/>
                  </a:ext>
                </a:extLst>
              </p:cNvPr>
              <p:cNvSpPr txBox="1"/>
              <p:nvPr/>
            </p:nvSpPr>
            <p:spPr>
              <a:xfrm>
                <a:off x="3699830" y="6235671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0xFF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7640A2-68C3-1A95-E611-BBAF3F360357}"/>
                  </a:ext>
                </a:extLst>
              </p:cNvPr>
              <p:cNvSpPr txBox="1"/>
              <p:nvPr/>
            </p:nvSpPr>
            <p:spPr>
              <a:xfrm>
                <a:off x="3699830" y="433200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0x03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99569E-11DE-71BD-83A8-5592E9643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5946" y="1037686"/>
              <a:ext cx="2514818" cy="30482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795081-DA2D-8A42-1204-2DCEEA52007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3824C45-6A79-BC12-274D-80ABDB7800E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B17798-D386-FAEE-3FA0-DA40FDE75AA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FE51C9-87DE-D1F5-94F1-2A6844A93C2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597FC1B-17A7-9774-CC48-109DC0CBE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6CB97B-E082-61D7-F66D-0A87EA08D0A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1BBDAC1-18E0-BBEF-63CC-E54D97D8313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Memory concepts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E1B329B-A2D8-5B97-0F97-690F176A5FFE}"/>
              </a:ext>
            </a:extLst>
          </p:cNvPr>
          <p:cNvSpPr txBox="1"/>
          <p:nvPr/>
        </p:nvSpPr>
        <p:spPr>
          <a:xfrm>
            <a:off x="6781345" y="2172909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1DF1258-586A-069E-4B1A-B9FB5B286F17}"/>
              </a:ext>
            </a:extLst>
          </p:cNvPr>
          <p:cNvSpPr txBox="1"/>
          <p:nvPr/>
        </p:nvSpPr>
        <p:spPr>
          <a:xfrm>
            <a:off x="6662087" y="2700501"/>
            <a:ext cx="1465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float</a:t>
            </a:r>
            <a:r>
              <a:rPr lang="en-ZA"/>
              <a:t> </a:t>
            </a:r>
            <a:r>
              <a:rPr lang="en-ZA" b="1"/>
              <a:t>myVar2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10EC01-1F4B-E3FC-7C9F-F4440413965A}"/>
              </a:ext>
            </a:extLst>
          </p:cNvPr>
          <p:cNvSpPr txBox="1"/>
          <p:nvPr/>
        </p:nvSpPr>
        <p:spPr>
          <a:xfrm>
            <a:off x="6436539" y="3244334"/>
            <a:ext cx="17100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double</a:t>
            </a:r>
            <a:r>
              <a:rPr lang="en-ZA"/>
              <a:t> </a:t>
            </a:r>
            <a:r>
              <a:rPr lang="en-ZA" b="1"/>
              <a:t>myVar3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A9A556-66A0-BDF9-9304-F0D0A2DEE3F6}"/>
              </a:ext>
            </a:extLst>
          </p:cNvPr>
          <p:cNvSpPr txBox="1"/>
          <p:nvPr/>
        </p:nvSpPr>
        <p:spPr>
          <a:xfrm>
            <a:off x="6691446" y="3843618"/>
            <a:ext cx="14631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char</a:t>
            </a:r>
            <a:r>
              <a:rPr lang="en-ZA"/>
              <a:t> </a:t>
            </a:r>
            <a:r>
              <a:rPr lang="en-ZA" b="1"/>
              <a:t>myVar4</a:t>
            </a:r>
          </a:p>
        </p:txBody>
      </p:sp>
      <p:sp>
        <p:nvSpPr>
          <p:cNvPr id="91" name="Equals 90">
            <a:extLst>
              <a:ext uri="{FF2B5EF4-FFF2-40B4-BE49-F238E27FC236}">
                <a16:creationId xmlns:a16="http://schemas.microsoft.com/office/drawing/2014/main" id="{55FA940E-A316-5530-C54D-8E0D3CC3B924}"/>
              </a:ext>
            </a:extLst>
          </p:cNvPr>
          <p:cNvSpPr/>
          <p:nvPr/>
        </p:nvSpPr>
        <p:spPr>
          <a:xfrm>
            <a:off x="2387598" y="1935619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46F57E0C-D883-E1C9-9F7E-E42B1971269A}"/>
              </a:ext>
            </a:extLst>
          </p:cNvPr>
          <p:cNvSpPr/>
          <p:nvPr/>
        </p:nvSpPr>
        <p:spPr>
          <a:xfrm>
            <a:off x="2387598" y="2489184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98" name="Equals 97">
            <a:extLst>
              <a:ext uri="{FF2B5EF4-FFF2-40B4-BE49-F238E27FC236}">
                <a16:creationId xmlns:a16="http://schemas.microsoft.com/office/drawing/2014/main" id="{2D2EFF40-73A3-2827-638A-30A881248BF8}"/>
              </a:ext>
            </a:extLst>
          </p:cNvPr>
          <p:cNvSpPr/>
          <p:nvPr/>
        </p:nvSpPr>
        <p:spPr>
          <a:xfrm>
            <a:off x="2387598" y="2913410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00" name="Equals 99">
            <a:extLst>
              <a:ext uri="{FF2B5EF4-FFF2-40B4-BE49-F238E27FC236}">
                <a16:creationId xmlns:a16="http://schemas.microsoft.com/office/drawing/2014/main" id="{A2F0110B-F1EE-59DA-8C3F-B6DC383687D0}"/>
              </a:ext>
            </a:extLst>
          </p:cNvPr>
          <p:cNvSpPr/>
          <p:nvPr/>
        </p:nvSpPr>
        <p:spPr>
          <a:xfrm>
            <a:off x="2387598" y="3451436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B526B3D-83A3-0129-A245-A87A86F17694}"/>
              </a:ext>
            </a:extLst>
          </p:cNvPr>
          <p:cNvSpPr txBox="1"/>
          <p:nvPr/>
        </p:nvSpPr>
        <p:spPr>
          <a:xfrm>
            <a:off x="8694384" y="2189876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59F0541-1C31-EC40-A87A-950979D9D5BA}"/>
              </a:ext>
            </a:extLst>
          </p:cNvPr>
          <p:cNvSpPr txBox="1"/>
          <p:nvPr/>
        </p:nvSpPr>
        <p:spPr>
          <a:xfrm>
            <a:off x="8698982" y="2738959"/>
            <a:ext cx="5004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2.5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E052F4-2E93-32C5-72EB-E4C5B2F1AB1C}"/>
              </a:ext>
            </a:extLst>
          </p:cNvPr>
          <p:cNvSpPr txBox="1"/>
          <p:nvPr/>
        </p:nvSpPr>
        <p:spPr>
          <a:xfrm>
            <a:off x="8610121" y="3293809"/>
            <a:ext cx="7473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2.521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FE820-BCC8-2664-FD79-010779909D50}"/>
              </a:ext>
            </a:extLst>
          </p:cNvPr>
          <p:cNvSpPr txBox="1"/>
          <p:nvPr/>
        </p:nvSpPr>
        <p:spPr>
          <a:xfrm>
            <a:off x="8610121" y="3837906"/>
            <a:ext cx="4383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‘A’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7515A-ACF2-9F26-C4F6-F8CEADCAC860}"/>
              </a:ext>
            </a:extLst>
          </p:cNvPr>
          <p:cNvSpPr txBox="1"/>
          <p:nvPr/>
        </p:nvSpPr>
        <p:spPr>
          <a:xfrm>
            <a:off x="9192327" y="3835151"/>
            <a:ext cx="89723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(ASCII)</a:t>
            </a:r>
          </a:p>
        </p:txBody>
      </p:sp>
    </p:spTree>
    <p:extLst>
      <p:ext uri="{BB962C8B-B14F-4D97-AF65-F5344CB8AC3E}">
        <p14:creationId xmlns:p14="http://schemas.microsoft.com/office/powerpoint/2010/main" val="4284941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0223-82F9-1EC0-0AEE-9D9C530E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D3F29F8-5111-B77F-642D-1D833644E6C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9298BF6-83CB-0436-AF81-66153D05662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D895D5-54B7-0CCD-A7A9-F87D007A94C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A3A9A6-4BFF-E666-017D-6B6E4086183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1BFD0B6-666D-106F-0AA4-B354FD1BAB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5CBBEFE-5BF0-2CFA-E272-448CE6F0173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9B188D8-36AD-6364-561B-F4060298545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Memory concepts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2E1ACC9-36B6-A716-AECD-22CF637DF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405" y="1313974"/>
            <a:ext cx="8763759" cy="4397121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5FF67C9D-3336-D32F-EC3F-A971BF1F21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02133" y="4205817"/>
              <a:ext cx="3048000" cy="1714500"/>
            </p:xfrm>
            <a:graphic>
              <a:graphicData uri="http://schemas.microsoft.com/office/powerpoint/2016/slidezoom">
                <pslz:sldZm>
                  <pslz:sldZmObj sldId="602" cId="295802328">
                    <pslz:zmPr id="{232F1084-913A-473B-B424-4EF2071B81B9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8" name="Slide Zoom 1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FF67C9D-3336-D32F-EC3F-A971BF1F21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02133" y="4205817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26871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366F30-4C38-764E-8AF5-B99368B54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9"/>
          <a:stretch>
            <a:fillRect/>
          </a:stretch>
        </p:blipFill>
        <p:spPr>
          <a:xfrm>
            <a:off x="692421" y="1380066"/>
            <a:ext cx="5815642" cy="3801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3D766-92DB-8B9C-1A60-25A4DFCE0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637" y="2271998"/>
            <a:ext cx="5235394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1823-2F5E-B1B2-14BA-40616B54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B8CD008-1857-7D02-84D5-71A517403DB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80CF4F1-5771-B473-BB25-73D7E649E7B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135E93-57F9-1450-1EFF-E409C610A35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1E3CCF-9F79-9ADF-41CC-43E13EACEFB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EC10A9F-269D-8B5B-A1E2-EABA9CFDB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BFD958-4FF8-9225-F045-4F74A4D94E6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9ADFD5-8B16-82E2-24EF-D1985DC8744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declaration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E4C2D62-7F80-6CBE-6941-26760AF1E7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91"/>
          <a:stretch>
            <a:fillRect/>
          </a:stretch>
        </p:blipFill>
        <p:spPr>
          <a:xfrm>
            <a:off x="1695068" y="2668161"/>
            <a:ext cx="8168599" cy="41898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E6CA68-4AB0-4729-FA0B-4B5CBE8AA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471" y="914400"/>
            <a:ext cx="4347697" cy="177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9320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7D67-C537-B5E5-6814-5EE1C1B1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F0D6776-0AF1-2639-4B07-ED76B95D9E9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7351C6F-27A4-85D8-6860-354353B85A3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DBC8F6-1A1A-CEC4-F4FE-415E35CA89F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822ACA-C37D-1712-830C-13CE9FB5CCB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7E0E121-E1B9-7892-814A-ABDFF0E9E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7DDA3E-BCCC-43AC-6903-69865797E90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094AE48-F08E-2D7F-A327-926F3D2EC71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(&amp;)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7B6DE80-80A4-DF8A-8740-9CF534147258}"/>
              </a:ext>
            </a:extLst>
          </p:cNvPr>
          <p:cNvSpPr txBox="1"/>
          <p:nvPr/>
        </p:nvSpPr>
        <p:spPr>
          <a:xfrm>
            <a:off x="677578" y="1911093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4A3F22E4-458A-7747-49C1-C4E9B72F7302}"/>
              </a:ext>
            </a:extLst>
          </p:cNvPr>
          <p:cNvSpPr/>
          <p:nvPr/>
        </p:nvSpPr>
        <p:spPr>
          <a:xfrm>
            <a:off x="2387598" y="1935619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C1E68-360D-20EC-93D0-2F050A4B2165}"/>
              </a:ext>
            </a:extLst>
          </p:cNvPr>
          <p:cNvSpPr txBox="1"/>
          <p:nvPr/>
        </p:nvSpPr>
        <p:spPr>
          <a:xfrm>
            <a:off x="3059161" y="1884016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8EC637-7D91-1A76-B90B-4F825C3CAC7D}"/>
              </a:ext>
            </a:extLst>
          </p:cNvPr>
          <p:cNvGrpSpPr/>
          <p:nvPr/>
        </p:nvGrpSpPr>
        <p:grpSpPr>
          <a:xfrm>
            <a:off x="6705487" y="1037686"/>
            <a:ext cx="4487448" cy="5073215"/>
            <a:chOff x="6705487" y="1037686"/>
            <a:chExt cx="4487448" cy="50732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AFAF396-8DFC-4653-27BB-F41FE89439B3}"/>
                </a:ext>
              </a:extLst>
            </p:cNvPr>
            <p:cNvGrpSpPr/>
            <p:nvPr/>
          </p:nvGrpSpPr>
          <p:grpSpPr>
            <a:xfrm>
              <a:off x="6705487" y="1445450"/>
              <a:ext cx="4487448" cy="4665451"/>
              <a:chOff x="84553" y="1939552"/>
              <a:chExt cx="4487448" cy="466545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B3655F-C85E-8C75-7DE1-E3E27575BD1E}"/>
                  </a:ext>
                </a:extLst>
              </p:cNvPr>
              <p:cNvSpPr/>
              <p:nvPr/>
            </p:nvSpPr>
            <p:spPr>
              <a:xfrm>
                <a:off x="84553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name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7D5178A-07C6-BBCA-07BF-F53FCA7B9B40}"/>
                  </a:ext>
                </a:extLst>
              </p:cNvPr>
              <p:cNvSpPr/>
              <p:nvPr/>
            </p:nvSpPr>
            <p:spPr>
              <a:xfrm>
                <a:off x="1617020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value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A36C94-A033-3CBC-1CC4-343737F42E42}"/>
                  </a:ext>
                </a:extLst>
              </p:cNvPr>
              <p:cNvSpPr/>
              <p:nvPr/>
            </p:nvSpPr>
            <p:spPr>
              <a:xfrm>
                <a:off x="3149487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address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A896FAB-FB5B-5212-D926-1B75ED50E5AC}"/>
                  </a:ext>
                </a:extLst>
              </p:cNvPr>
              <p:cNvSpPr/>
              <p:nvPr/>
            </p:nvSpPr>
            <p:spPr>
              <a:xfrm>
                <a:off x="1617020" y="263346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945B279-3E5D-3C29-9175-C6CF5A4EAAB7}"/>
                  </a:ext>
                </a:extLst>
              </p:cNvPr>
              <p:cNvSpPr/>
              <p:nvPr/>
            </p:nvSpPr>
            <p:spPr>
              <a:xfrm>
                <a:off x="1617020" y="316477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7098C03-C7AE-5F80-7CBE-08F9758F88D8}"/>
                  </a:ext>
                </a:extLst>
              </p:cNvPr>
              <p:cNvSpPr/>
              <p:nvPr/>
            </p:nvSpPr>
            <p:spPr>
              <a:xfrm>
                <a:off x="1617020" y="3706285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CC3A86-17A2-C69F-FD60-D548B5A3E542}"/>
                  </a:ext>
                </a:extLst>
              </p:cNvPr>
              <p:cNvSpPr/>
              <p:nvPr/>
            </p:nvSpPr>
            <p:spPr>
              <a:xfrm>
                <a:off x="1617020" y="4284414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9BCD09-DD7E-EA72-90EE-6E8C230D3DED}"/>
                  </a:ext>
                </a:extLst>
              </p:cNvPr>
              <p:cNvSpPr/>
              <p:nvPr/>
            </p:nvSpPr>
            <p:spPr>
              <a:xfrm>
                <a:off x="1617020" y="5577928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7C668B-5F74-BB28-7D65-3D803948D05A}"/>
                  </a:ext>
                </a:extLst>
              </p:cNvPr>
              <p:cNvSpPr txBox="1"/>
              <p:nvPr/>
            </p:nvSpPr>
            <p:spPr>
              <a:xfrm>
                <a:off x="2237652" y="4654598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4CA0F5-2351-F696-62AC-AB35381E583E}"/>
                  </a:ext>
                </a:extLst>
              </p:cNvPr>
              <p:cNvSpPr txBox="1"/>
              <p:nvPr/>
            </p:nvSpPr>
            <p:spPr>
              <a:xfrm>
                <a:off x="545420" y="4743200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99FC64-8FF4-50F9-FDD6-FD8B3D76E845}"/>
                  </a:ext>
                </a:extLst>
              </p:cNvPr>
              <p:cNvSpPr txBox="1"/>
              <p:nvPr/>
            </p:nvSpPr>
            <p:spPr>
              <a:xfrm>
                <a:off x="3965424" y="4638491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52B0F5-A349-B941-EE05-4F7A9DC3A22A}"/>
                  </a:ext>
                </a:extLst>
              </p:cNvPr>
              <p:cNvSpPr txBox="1"/>
              <p:nvPr/>
            </p:nvSpPr>
            <p:spPr>
              <a:xfrm>
                <a:off x="3699830" y="263346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AC71C4-E684-6DC6-7FD5-FA9FC2295D1B}"/>
                  </a:ext>
                </a:extLst>
              </p:cNvPr>
              <p:cNvSpPr txBox="1"/>
              <p:nvPr/>
            </p:nvSpPr>
            <p:spPr>
              <a:xfrm>
                <a:off x="3699830" y="32022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0x01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303361-5EBF-626A-2FE7-70A27F7B01FC}"/>
                  </a:ext>
                </a:extLst>
              </p:cNvPr>
              <p:cNvSpPr txBox="1"/>
              <p:nvPr/>
            </p:nvSpPr>
            <p:spPr>
              <a:xfrm>
                <a:off x="3699830" y="3756800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90E0C6-F2A5-6CF1-3099-CFBDD95857D6}"/>
                  </a:ext>
                </a:extLst>
              </p:cNvPr>
              <p:cNvSpPr txBox="1"/>
              <p:nvPr/>
            </p:nvSpPr>
            <p:spPr>
              <a:xfrm>
                <a:off x="3699830" y="5703599"/>
                <a:ext cx="718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0xFE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16174F9-D490-833E-38B8-F8F1B602D3F6}"/>
                  </a:ext>
                </a:extLst>
              </p:cNvPr>
              <p:cNvSpPr/>
              <p:nvPr/>
            </p:nvSpPr>
            <p:spPr>
              <a:xfrm>
                <a:off x="1617020" y="6110000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>
                    <a:solidFill>
                      <a:srgbClr val="FF3399"/>
                    </a:solidFill>
                    <a:latin typeface="LM Roman 12" panose="00000500000000000000" pitchFamily="50" charset="0"/>
                  </a:rPr>
                  <a:t>(undeclared)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B174FB-6ABE-3815-CC2B-0950C6FD1841}"/>
                  </a:ext>
                </a:extLst>
              </p:cNvPr>
              <p:cNvSpPr txBox="1"/>
              <p:nvPr/>
            </p:nvSpPr>
            <p:spPr>
              <a:xfrm>
                <a:off x="3699830" y="6235671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0xFF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958F9F-ECC2-D22C-C708-CA0E51A7B46F}"/>
                  </a:ext>
                </a:extLst>
              </p:cNvPr>
              <p:cNvSpPr txBox="1"/>
              <p:nvPr/>
            </p:nvSpPr>
            <p:spPr>
              <a:xfrm>
                <a:off x="3699830" y="433200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0x03</a:t>
                </a: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820F08-EFFB-E9FC-EE73-587CC12E5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5946" y="1037686"/>
              <a:ext cx="2514818" cy="30482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19D717C-8F5C-EEE2-F977-003DBE984BD0}"/>
              </a:ext>
            </a:extLst>
          </p:cNvPr>
          <p:cNvSpPr txBox="1"/>
          <p:nvPr/>
        </p:nvSpPr>
        <p:spPr>
          <a:xfrm>
            <a:off x="677578" y="2505815"/>
            <a:ext cx="1789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*</a:t>
            </a:r>
            <a:r>
              <a:rPr lang="en-ZA" b="1"/>
              <a:t>myVar1_Ptr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AEC2C0-1D6B-B271-4C50-C959FE456CA5}"/>
              </a:ext>
            </a:extLst>
          </p:cNvPr>
          <p:cNvSpPr txBox="1"/>
          <p:nvPr/>
        </p:nvSpPr>
        <p:spPr>
          <a:xfrm>
            <a:off x="6781345" y="2218522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385B6F-E605-9E60-9A0E-748A64C468E9}"/>
              </a:ext>
            </a:extLst>
          </p:cNvPr>
          <p:cNvSpPr txBox="1"/>
          <p:nvPr/>
        </p:nvSpPr>
        <p:spPr>
          <a:xfrm>
            <a:off x="8713983" y="2188388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B022EB-08CF-8C80-A353-AEE095EF0890}"/>
              </a:ext>
            </a:extLst>
          </p:cNvPr>
          <p:cNvSpPr txBox="1"/>
          <p:nvPr/>
        </p:nvSpPr>
        <p:spPr>
          <a:xfrm>
            <a:off x="6448040" y="5694026"/>
            <a:ext cx="1789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*</a:t>
            </a:r>
            <a:r>
              <a:rPr lang="en-ZA" b="1"/>
              <a:t>myVar1_Ptr</a:t>
            </a:r>
          </a:p>
        </p:txBody>
      </p:sp>
    </p:spTree>
    <p:extLst>
      <p:ext uri="{BB962C8B-B14F-4D97-AF65-F5344CB8AC3E}">
        <p14:creationId xmlns:p14="http://schemas.microsoft.com/office/powerpoint/2010/main" val="26178755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06BF-8BC6-7EE4-A6F9-AB2945B9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23B4A1A-ED70-DC29-AFB9-CD89DAC0BE6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A69F42C-3BD0-89F3-324E-C5C5475DC88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376B7A-98BA-98DF-4D91-3002C8FC48C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C3FABB-BF9A-A588-F9BE-898A23BE111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C8ABB28-CEF7-005A-8A76-1B1C5DD557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B508F6-7B47-35DB-E864-CB79B8C949A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5CD16CC-A7EC-2BE0-E4B3-19D531B85BE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(&amp;)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4272914-DC99-2F4D-BA7B-5879A6EFA6A6}"/>
              </a:ext>
            </a:extLst>
          </p:cNvPr>
          <p:cNvSpPr txBox="1"/>
          <p:nvPr/>
        </p:nvSpPr>
        <p:spPr>
          <a:xfrm>
            <a:off x="677578" y="1911093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9B84048B-9C95-C7F3-75D4-8F71DE35B0E9}"/>
              </a:ext>
            </a:extLst>
          </p:cNvPr>
          <p:cNvSpPr/>
          <p:nvPr/>
        </p:nvSpPr>
        <p:spPr>
          <a:xfrm>
            <a:off x="2387598" y="1935619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0ACC8-742D-81E7-2185-35D0A3875783}"/>
              </a:ext>
            </a:extLst>
          </p:cNvPr>
          <p:cNvSpPr txBox="1"/>
          <p:nvPr/>
        </p:nvSpPr>
        <p:spPr>
          <a:xfrm>
            <a:off x="3059161" y="1884016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E13E2B-077A-1C7E-4C84-405585CAEBD5}"/>
              </a:ext>
            </a:extLst>
          </p:cNvPr>
          <p:cNvGrpSpPr/>
          <p:nvPr/>
        </p:nvGrpSpPr>
        <p:grpSpPr>
          <a:xfrm>
            <a:off x="6705487" y="1037686"/>
            <a:ext cx="4487448" cy="5073215"/>
            <a:chOff x="6705487" y="1037686"/>
            <a:chExt cx="4487448" cy="50732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DA4863-816D-087E-8366-4876C56B72FE}"/>
                </a:ext>
              </a:extLst>
            </p:cNvPr>
            <p:cNvGrpSpPr/>
            <p:nvPr/>
          </p:nvGrpSpPr>
          <p:grpSpPr>
            <a:xfrm>
              <a:off x="6705487" y="1445450"/>
              <a:ext cx="4487448" cy="4665451"/>
              <a:chOff x="84553" y="1939552"/>
              <a:chExt cx="4487448" cy="466545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A11906C-62E6-05D0-85C5-5663E598CA6C}"/>
                  </a:ext>
                </a:extLst>
              </p:cNvPr>
              <p:cNvSpPr/>
              <p:nvPr/>
            </p:nvSpPr>
            <p:spPr>
              <a:xfrm>
                <a:off x="84553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name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F3D3E6-A6A2-7FD6-47C4-FF9423A0DB0E}"/>
                  </a:ext>
                </a:extLst>
              </p:cNvPr>
              <p:cNvSpPr/>
              <p:nvPr/>
            </p:nvSpPr>
            <p:spPr>
              <a:xfrm>
                <a:off x="1617020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value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035FADA-0961-124C-805E-A516127C13DD}"/>
                  </a:ext>
                </a:extLst>
              </p:cNvPr>
              <p:cNvSpPr/>
              <p:nvPr/>
            </p:nvSpPr>
            <p:spPr>
              <a:xfrm>
                <a:off x="3149487" y="1939552"/>
                <a:ext cx="1422514" cy="470362"/>
              </a:xfrm>
              <a:prstGeom prst="rect">
                <a:avLst/>
              </a:prstGeom>
              <a:solidFill>
                <a:srgbClr val="0046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2800">
                    <a:latin typeface="LM Roman 12" panose="00000500000000000000" pitchFamily="50" charset="0"/>
                  </a:rPr>
                  <a:t>address</a:t>
                </a:r>
                <a:endParaRPr lang="en-ZA">
                  <a:latin typeface="LM Roman 12" panose="00000500000000000000" pitchFamily="50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5D518D-A533-CA0B-E948-33B61E6C2932}"/>
                  </a:ext>
                </a:extLst>
              </p:cNvPr>
              <p:cNvSpPr/>
              <p:nvPr/>
            </p:nvSpPr>
            <p:spPr>
              <a:xfrm>
                <a:off x="1617020" y="263346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584EC22-DEC6-53A9-EF3B-2D65ACBECE80}"/>
                  </a:ext>
                </a:extLst>
              </p:cNvPr>
              <p:cNvSpPr/>
              <p:nvPr/>
            </p:nvSpPr>
            <p:spPr>
              <a:xfrm>
                <a:off x="1617020" y="3164773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3B1B1A-926A-2DA5-7396-B98468AD5779}"/>
                  </a:ext>
                </a:extLst>
              </p:cNvPr>
              <p:cNvSpPr/>
              <p:nvPr/>
            </p:nvSpPr>
            <p:spPr>
              <a:xfrm>
                <a:off x="1617020" y="3706285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1A80195-776C-13B1-99EE-2B9659C5839C}"/>
                  </a:ext>
                </a:extLst>
              </p:cNvPr>
              <p:cNvSpPr/>
              <p:nvPr/>
            </p:nvSpPr>
            <p:spPr>
              <a:xfrm>
                <a:off x="1617020" y="4284414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0B23A99-D05A-0D79-6F2F-777E586550B4}"/>
                  </a:ext>
                </a:extLst>
              </p:cNvPr>
              <p:cNvSpPr/>
              <p:nvPr/>
            </p:nvSpPr>
            <p:spPr>
              <a:xfrm>
                <a:off x="1617020" y="5577928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FE35E0-8DEF-28F4-F91C-5DD53B318553}"/>
                  </a:ext>
                </a:extLst>
              </p:cNvPr>
              <p:cNvSpPr txBox="1"/>
              <p:nvPr/>
            </p:nvSpPr>
            <p:spPr>
              <a:xfrm>
                <a:off x="2237652" y="4654598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1E1C71-7CC7-4E37-6F48-3C44C3D7FA7F}"/>
                  </a:ext>
                </a:extLst>
              </p:cNvPr>
              <p:cNvSpPr txBox="1"/>
              <p:nvPr/>
            </p:nvSpPr>
            <p:spPr>
              <a:xfrm>
                <a:off x="545420" y="4743200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71223-8A52-7241-6438-75A73DF0F5F0}"/>
                  </a:ext>
                </a:extLst>
              </p:cNvPr>
              <p:cNvSpPr txBox="1"/>
              <p:nvPr/>
            </p:nvSpPr>
            <p:spPr>
              <a:xfrm>
                <a:off x="3965424" y="4638491"/>
                <a:ext cx="25039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  <a:p>
                <a:r>
                  <a:rPr lang="en-ZA"/>
                  <a:t>.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15682B-6623-A8AE-C00F-89AD3475F671}"/>
                  </a:ext>
                </a:extLst>
              </p:cNvPr>
              <p:cNvSpPr txBox="1"/>
              <p:nvPr/>
            </p:nvSpPr>
            <p:spPr>
              <a:xfrm>
                <a:off x="3699830" y="263346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0ED3A8-3BAF-D3FD-9EDB-2AE5BF3E7915}"/>
                  </a:ext>
                </a:extLst>
              </p:cNvPr>
              <p:cNvSpPr txBox="1"/>
              <p:nvPr/>
            </p:nvSpPr>
            <p:spPr>
              <a:xfrm>
                <a:off x="3699830" y="32022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0x01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3E0C6D-BCAB-DD02-C796-3557FA5B06DE}"/>
                  </a:ext>
                </a:extLst>
              </p:cNvPr>
              <p:cNvSpPr txBox="1"/>
              <p:nvPr/>
            </p:nvSpPr>
            <p:spPr>
              <a:xfrm>
                <a:off x="3699830" y="3756800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E60CEA-27C3-F802-AB86-669C230B8257}"/>
                  </a:ext>
                </a:extLst>
              </p:cNvPr>
              <p:cNvSpPr txBox="1"/>
              <p:nvPr/>
            </p:nvSpPr>
            <p:spPr>
              <a:xfrm>
                <a:off x="3699830" y="5703599"/>
                <a:ext cx="718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0xFE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91A705E-B84B-FEBF-46C7-405944428A23}"/>
                  </a:ext>
                </a:extLst>
              </p:cNvPr>
              <p:cNvSpPr/>
              <p:nvPr/>
            </p:nvSpPr>
            <p:spPr>
              <a:xfrm>
                <a:off x="1617020" y="6110000"/>
                <a:ext cx="1422514" cy="47036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solidFill>
                    <a:srgbClr val="FF3399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8402B8-9741-38CE-555B-167F1F5857C4}"/>
                  </a:ext>
                </a:extLst>
              </p:cNvPr>
              <p:cNvSpPr txBox="1"/>
              <p:nvPr/>
            </p:nvSpPr>
            <p:spPr>
              <a:xfrm>
                <a:off x="3699830" y="6235671"/>
                <a:ext cx="712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0xFF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D5ACC4-21F6-A353-045F-7577503AE1C9}"/>
                  </a:ext>
                </a:extLst>
              </p:cNvPr>
              <p:cNvSpPr txBox="1"/>
              <p:nvPr/>
            </p:nvSpPr>
            <p:spPr>
              <a:xfrm>
                <a:off x="3699830" y="433200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>
                    <a:latin typeface="LM Roman 12" panose="00000500000000000000" pitchFamily="50" charset="0"/>
                  </a:rPr>
                  <a:t>0x03</a:t>
                </a: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39C020-DA2C-859B-8B8B-5C79B2DFF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5946" y="1037686"/>
              <a:ext cx="2514818" cy="30482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4721917-F81B-5B94-09E7-2B786C1F2A18}"/>
              </a:ext>
            </a:extLst>
          </p:cNvPr>
          <p:cNvSpPr txBox="1"/>
          <p:nvPr/>
        </p:nvSpPr>
        <p:spPr>
          <a:xfrm>
            <a:off x="677578" y="2505815"/>
            <a:ext cx="1789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*</a:t>
            </a:r>
            <a:r>
              <a:rPr lang="en-ZA" b="1"/>
              <a:t>myVar1_Ptr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E0184C-ECFD-8EFB-AC74-AE108F7344E2}"/>
              </a:ext>
            </a:extLst>
          </p:cNvPr>
          <p:cNvSpPr txBox="1"/>
          <p:nvPr/>
        </p:nvSpPr>
        <p:spPr>
          <a:xfrm>
            <a:off x="6781345" y="2218522"/>
            <a:ext cx="12707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</a:t>
            </a:r>
            <a:r>
              <a:rPr lang="en-ZA" b="1"/>
              <a:t>myVar1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3A0E78-4496-6EF6-A13E-7FCD8B69D446}"/>
              </a:ext>
            </a:extLst>
          </p:cNvPr>
          <p:cNvSpPr txBox="1"/>
          <p:nvPr/>
        </p:nvSpPr>
        <p:spPr>
          <a:xfrm>
            <a:off x="8713983" y="2188388"/>
            <a:ext cx="4315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382677-7B20-2FA7-7856-01C67237BBAF}"/>
              </a:ext>
            </a:extLst>
          </p:cNvPr>
          <p:cNvSpPr txBox="1"/>
          <p:nvPr/>
        </p:nvSpPr>
        <p:spPr>
          <a:xfrm>
            <a:off x="6448040" y="5694026"/>
            <a:ext cx="17899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00B0F0"/>
                </a:solidFill>
              </a:rPr>
              <a:t>int</a:t>
            </a:r>
            <a:r>
              <a:rPr lang="en-ZA"/>
              <a:t> *</a:t>
            </a:r>
            <a:r>
              <a:rPr lang="en-ZA" b="1"/>
              <a:t>myVar1_Ptr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23BBB-B049-5377-6779-110E63E9634C}"/>
              </a:ext>
            </a:extLst>
          </p:cNvPr>
          <p:cNvSpPr txBox="1"/>
          <p:nvPr/>
        </p:nvSpPr>
        <p:spPr>
          <a:xfrm>
            <a:off x="88370" y="3073611"/>
            <a:ext cx="14356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/>
              <a:t>myVar1_Ptr</a:t>
            </a:r>
          </a:p>
        </p:txBody>
      </p:sp>
      <p:sp>
        <p:nvSpPr>
          <p:cNvPr id="29" name="Equals 28">
            <a:extLst>
              <a:ext uri="{FF2B5EF4-FFF2-40B4-BE49-F238E27FC236}">
                <a16:creationId xmlns:a16="http://schemas.microsoft.com/office/drawing/2014/main" id="{D39AAED3-F9F6-BB9D-6CB0-F81D39D948FC}"/>
              </a:ext>
            </a:extLst>
          </p:cNvPr>
          <p:cNvSpPr/>
          <p:nvPr/>
        </p:nvSpPr>
        <p:spPr>
          <a:xfrm>
            <a:off x="1681694" y="3132276"/>
            <a:ext cx="448735" cy="25534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163398-20A8-A52D-31BC-BE1D95E95573}"/>
              </a:ext>
            </a:extLst>
          </p:cNvPr>
          <p:cNvSpPr txBox="1"/>
          <p:nvPr/>
        </p:nvSpPr>
        <p:spPr>
          <a:xfrm>
            <a:off x="2353257" y="3080673"/>
            <a:ext cx="112332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 b="1">
                <a:solidFill>
                  <a:srgbClr val="FF3399"/>
                </a:solidFill>
              </a:rPr>
              <a:t>&amp;myVar1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90D4EB-B4A5-1B00-26C6-4E04705BCB66}"/>
              </a:ext>
            </a:extLst>
          </p:cNvPr>
          <p:cNvSpPr txBox="1"/>
          <p:nvPr/>
        </p:nvSpPr>
        <p:spPr>
          <a:xfrm>
            <a:off x="2653304" y="2505815"/>
            <a:ext cx="299601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chemeClr val="accent6"/>
                </a:solidFill>
              </a:rPr>
              <a:t>// Initialise a pointer variable</a:t>
            </a:r>
            <a:endParaRPr lang="en-ZA" b="1">
              <a:solidFill>
                <a:schemeClr val="accent6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182A56-2B89-14C0-0D70-A3F8E6270D09}"/>
              </a:ext>
            </a:extLst>
          </p:cNvPr>
          <p:cNvSpPr txBox="1"/>
          <p:nvPr/>
        </p:nvSpPr>
        <p:spPr>
          <a:xfrm>
            <a:off x="3393742" y="3073611"/>
            <a:ext cx="31777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chemeClr val="accent6"/>
                </a:solidFill>
              </a:rPr>
              <a:t>// Assign to address of myVar1</a:t>
            </a:r>
            <a:endParaRPr lang="en-ZA" b="1">
              <a:solidFill>
                <a:schemeClr val="accent6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6B1E20-13B5-B99F-F573-96BDDD46C3C0}"/>
              </a:ext>
            </a:extLst>
          </p:cNvPr>
          <p:cNvSpPr txBox="1"/>
          <p:nvPr/>
        </p:nvSpPr>
        <p:spPr>
          <a:xfrm>
            <a:off x="8626847" y="5666413"/>
            <a:ext cx="6447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ZA">
                <a:solidFill>
                  <a:srgbClr val="FF3399"/>
                </a:solidFill>
                <a:latin typeface="LM Roman 12" panose="00000500000000000000" pitchFamily="50" charset="0"/>
              </a:rPr>
              <a:t>0x00</a:t>
            </a:r>
          </a:p>
        </p:txBody>
      </p:sp>
      <p:sp>
        <p:nvSpPr>
          <p:cNvPr id="56" name="Arrow: Curved Up 55">
            <a:extLst>
              <a:ext uri="{FF2B5EF4-FFF2-40B4-BE49-F238E27FC236}">
                <a16:creationId xmlns:a16="http://schemas.microsoft.com/office/drawing/2014/main" id="{CBDB1F4D-93D9-3D95-5CFB-790714DC0028}"/>
              </a:ext>
            </a:extLst>
          </p:cNvPr>
          <p:cNvSpPr/>
          <p:nvPr/>
        </p:nvSpPr>
        <p:spPr>
          <a:xfrm rot="17689249">
            <a:off x="8495591" y="3630878"/>
            <a:ext cx="4383693" cy="1067983"/>
          </a:xfrm>
          <a:prstGeom prst="curvedUpArrow">
            <a:avLst>
              <a:gd name="adj1" fmla="val 25000"/>
              <a:gd name="adj2" fmla="val 64921"/>
              <a:gd name="adj3" fmla="val 305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18B6829-E8E8-859B-B9D1-3206573C6932}"/>
              </a:ext>
            </a:extLst>
          </p:cNvPr>
          <p:cNvGrpSpPr/>
          <p:nvPr/>
        </p:nvGrpSpPr>
        <p:grpSpPr>
          <a:xfrm>
            <a:off x="126273" y="3992548"/>
            <a:ext cx="6577136" cy="1502817"/>
            <a:chOff x="3412067" y="2286000"/>
            <a:chExt cx="4318001" cy="2898067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DBA7EF0-1B10-D101-1EF1-CB9829FF2970}"/>
                </a:ext>
              </a:extLst>
            </p:cNvPr>
            <p:cNvSpPr/>
            <p:nvPr/>
          </p:nvSpPr>
          <p:spPr>
            <a:xfrm>
              <a:off x="3412067" y="2286000"/>
              <a:ext cx="4318001" cy="28980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ZA" sz="2000">
                  <a:solidFill>
                    <a:schemeClr val="tx1"/>
                  </a:solidFill>
                  <a:latin typeface="LM Roman 12" panose="00000500000000000000" pitchFamily="50" charset="0"/>
                </a:rPr>
                <a:t>Value of myVar1_Ptr is the address of myVar1</a:t>
              </a:r>
            </a:p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US" sz="2000">
                  <a:solidFill>
                    <a:schemeClr val="tx1"/>
                  </a:solidFill>
                  <a:latin typeface="LM Roman 12" panose="00000500000000000000" pitchFamily="50" charset="0"/>
                </a:rPr>
                <a:t>myVar1_Ptr is said to “point to” myVar1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C532EB2-74CC-41F6-43B8-EFC8BE6A5F8F}"/>
                </a:ext>
              </a:extLst>
            </p:cNvPr>
            <p:cNvSpPr/>
            <p:nvPr/>
          </p:nvSpPr>
          <p:spPr>
            <a:xfrm>
              <a:off x="3412067" y="2286000"/>
              <a:ext cx="4318000" cy="845934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2800">
                  <a:latin typeface="LM Roman 12" panose="00000500000000000000" pitchFamily="50" charset="0"/>
                </a:rPr>
                <a:t>Return address (use &amp;)</a:t>
              </a:r>
              <a:endParaRPr lang="en-ZA">
                <a:latin typeface="LM Roman 12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055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9" grpId="0" animBg="1"/>
      <p:bldP spid="39" grpId="0" animBg="1"/>
      <p:bldP spid="50" grpId="0" animBg="1"/>
      <p:bldP spid="54" grpId="0" animBg="1"/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971E-BC08-0533-E643-4618DC0E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2A271C1-AB48-BE0D-FE52-FF7E77CCFFB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05E569-0AD4-FCEA-878E-A4AAFB2B2DC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54BFA1-FDA4-7EBD-A402-9726A37321C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B8C711D-E0D2-0E8B-11A8-8E9C8505BE3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FD62E91-973A-319C-D419-E138CE5DDF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AAF04D-E332-EDBE-EDE4-75E92DEC170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D67962-E2FA-C5C2-E321-4E517E319EB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DD8F04A-D419-6E6C-C6A2-A1BD7A318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944" y="1313974"/>
            <a:ext cx="8786621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4376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B71A-1330-17CB-34CC-80435E4B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53C4786-C746-BA96-D550-068415B6104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6706A1-F1CD-879F-D5BC-355FF6E1FE3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0F4103-D581-259A-9E54-AB64A1AC8BB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5C6595-2793-8718-8781-3657A692CC6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3555D53-E0EC-13DF-CC11-128CA32A5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2598F6-3A63-6925-5E8C-02BE50EA162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A71A0F-E1E3-7F3F-891A-3A88CBA9DBB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CC54384-1120-819A-570D-143E6189E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03" y="1436844"/>
            <a:ext cx="8702794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0781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843B-C271-FCAD-E459-7DE74C5E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7C9655F-C622-3FBA-B8DF-8504472677A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C794602-F434-7324-9629-2EF40330B0D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5286D8-0758-BAC2-CADC-03E895D1FCE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E937AC-EB7F-4084-ADDB-1AD19FAA1D0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345E7D7-20F2-A7CD-3BEE-E1DDCDBE31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2EA7BF-00CE-9884-DA41-58C44F30E92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6DBAE8-1CA6-43EC-6CEF-225944B8808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3969071-A0C7-1F69-62EE-A2AD2669A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223" y="1293277"/>
            <a:ext cx="8687553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3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B545-C478-FD7B-CAE8-106F1288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DD917A2-9E31-2E55-CEBC-378DAE8DF29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B10B14D-1623-B8B3-74D5-6176C03F55E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2B1572-0EB1-CDE8-B6DB-BCD73B01D2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735960-34CB-932B-72C2-CDF32B9E589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D19027B-E3E8-C917-2DFB-E25409C8C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EDB1EB-8F4E-52EC-83EC-CBAE7EFB964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E248F9-A6AE-905C-A634-4C5ABF30329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0A5CB8F-C311-C6AE-A806-6BA54698B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361" y="1313974"/>
            <a:ext cx="8733277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5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8E26-DD4F-9C1D-BA57-F333664A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BBE6B1D-6CDE-08F2-FDA0-2C1AB67EAE6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24C4863-9978-F59E-6C43-42A58B1B193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0B2822-2836-CB34-3BE1-8804515FC3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D58986C-8072-CDD9-CF35-A167669014E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C8DF47C-37E5-5313-0166-CBEBC658D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CEF692-1ECA-4B8D-318F-476A1AD6C89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C7E573-2663-21FE-475A-CAE3AB16B5C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F902DEC-B158-1837-6027-C9B16B5FB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03" y="1245641"/>
            <a:ext cx="870279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7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0547-6ADE-27A8-8BEB-32400110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898A218-940E-FFEE-2D12-EABE5A8ACD6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F7F5C4-F6FD-2650-7180-2A8F09401E9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BDCB76-B76E-8A5B-14B3-2D5D4D257E3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F347DA-6577-D966-A951-448D47CB287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3F7536F-7E0C-1427-CB2E-3C041D8F5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32D7BAE-9A31-2616-FABB-2D392461EDD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52F66F9-449E-E76F-584C-29B0B76A7C6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B213052-C798-04E3-DBFE-760051772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551" y="1245641"/>
            <a:ext cx="8740897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20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2397-2620-26DB-4473-DA6B36B8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EDB2792-A414-4E38-C53E-905E5EAB27C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671698-9E46-1D6B-0957-BF12B492B14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DCAC71-BF30-BB50-D4B9-4F344BC2F4F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CA9B2-E043-D4A3-1C6E-6991C93F967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9AF87F0-4A6B-963F-161A-ECB9B7C9E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3C2620-6508-F6C4-0000-11FEE340E83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0194156-E9C8-5F93-67FB-20C91FA40B2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FF33E90-C0B0-BE96-587B-9BBBB9CE1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006" y="1245641"/>
            <a:ext cx="8702794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6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A8312-54A6-360C-4BEF-2BD84927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3D15A53-F5BE-3D86-0FA6-DBC1E0AE5E3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381868-7FDD-FBDD-5A3A-D6E75544D68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E944D0-41A5-1562-67A7-EB621156876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F5FA10-C073-967C-C0DA-51DC0FA60ED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043177D-A69E-DA8F-E0F5-61D9E8145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562491-85A1-829A-57A1-FA543EFE336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54667B-A508-0160-C288-8A45CAD3282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5BFD234-725F-6CD9-FABD-B88A0FB3C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551" y="1313974"/>
            <a:ext cx="8740897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01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21CE-DB50-2352-CC1B-47906258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9834B8E-23D2-000D-45DD-C17B3038060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002A57D-D1D7-3B9B-6D91-9CA9F53CFB4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EB4017-3D17-FA42-C06C-3CB1EB6FDB1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96746B-5E44-31F9-1F4B-DAF65AD0596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D73B429-0E1E-D202-44B5-3D03620F0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54F94F-BBC7-B3C9-6A98-A6DD8E8D0BE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0E2582C-BBB0-479C-20BB-285E14B569E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operators (*)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B72B513-53B3-BDA3-4950-4EE5B136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476" y="6313064"/>
            <a:ext cx="8702794" cy="586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15A66-3A84-DDC2-8DC1-6A1D34D6D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40" y="1099066"/>
            <a:ext cx="5128704" cy="5299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FD80DE-A6D2-F69D-08E6-D6B375585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333" y="2922791"/>
            <a:ext cx="5108048" cy="219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9042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94A45-E074-6EF8-0E7A-A10DC1E7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5484CF3-770B-EB67-A097-E0B7542FA07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376A34E-4843-9DD4-0D03-B2CC355037B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4A77A4-041C-7A2F-B062-FDE5831360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24585E-1B9D-9D98-1E73-7EB4BA765C1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7BC92C3-B253-78B0-3F18-49A04C7DE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B916A2-35CA-7910-DDC9-C60A8AE64B9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14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AC5FF56-D7FB-F9B5-CE78-5A04847FED0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Operators precedence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9BBD3C8-92DA-40BE-F367-31B19B6A7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499" y="1245641"/>
            <a:ext cx="8779001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325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revision>1</cp:revision>
  <dcterms:created xsi:type="dcterms:W3CDTF">2026-09-13T12:30:06Z</dcterms:created>
  <dcterms:modified xsi:type="dcterms:W3CDTF">2026-09-14T06:48:00Z</dcterms:modified>
</cp:coreProperties>
</file>