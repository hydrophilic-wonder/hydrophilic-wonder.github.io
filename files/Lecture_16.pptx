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597" r:id="rId2"/>
    <p:sldId id="613" r:id="rId3"/>
    <p:sldId id="614" r:id="rId4"/>
    <p:sldId id="616" r:id="rId5"/>
    <p:sldId id="625" r:id="rId6"/>
    <p:sldId id="626" r:id="rId7"/>
    <p:sldId id="627" r:id="rId8"/>
    <p:sldId id="628" r:id="rId9"/>
    <p:sldId id="629" r:id="rId10"/>
    <p:sldId id="630" r:id="rId11"/>
    <p:sldId id="631" r:id="rId12"/>
    <p:sldId id="632" r:id="rId13"/>
    <p:sldId id="637" r:id="rId14"/>
    <p:sldId id="638" r:id="rId15"/>
    <p:sldId id="639" r:id="rId16"/>
    <p:sldId id="640" r:id="rId17"/>
    <p:sldId id="641" r:id="rId18"/>
    <p:sldId id="636" r:id="rId19"/>
    <p:sldId id="633" r:id="rId20"/>
    <p:sldId id="634" r:id="rId21"/>
    <p:sldId id="63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8A998A-7412-41CE-A361-ED224BC6A558}" v="76" dt="2026-08-26T11:11:43.233"/>
    <p1510:client id="{D912D0B9-17CD-4A4F-8CEF-E814F56A77DF}" v="587" dt="2026-08-26T10:10:29.4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886" y="-3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obo, IL, Dr [ilkhobo@sun.ac.za]" userId="b519a442-dcea-4a28-9c45-7e29f1df5837" providerId="ADAL" clId="{8BC8A5CF-2DB3-45E9-BF57-F2ED810C291E}"/>
    <pc:docChg chg="undo custSel addSld delSld modSld sldOrd">
      <pc:chgData name="Khobo, IL, Dr [ilkhobo@sun.ac.za]" userId="b519a442-dcea-4a28-9c45-7e29f1df5837" providerId="ADAL" clId="{8BC8A5CF-2DB3-45E9-BF57-F2ED810C291E}" dt="2026-08-26T10:10:29.430" v="1139" actId="20577"/>
      <pc:docMkLst>
        <pc:docMk/>
      </pc:docMkLst>
      <pc:sldChg chg="modSp mod">
        <pc:chgData name="Khobo, IL, Dr [ilkhobo@sun.ac.za]" userId="b519a442-dcea-4a28-9c45-7e29f1df5837" providerId="ADAL" clId="{8BC8A5CF-2DB3-45E9-BF57-F2ED810C291E}" dt="2026-08-26T10:10:29.430" v="1139" actId="20577"/>
        <pc:sldMkLst>
          <pc:docMk/>
          <pc:sldMk cId="2601401026" sldId="597"/>
        </pc:sldMkLst>
        <pc:spChg chg="mod">
          <ac:chgData name="Khobo, IL, Dr [ilkhobo@sun.ac.za]" userId="b519a442-dcea-4a28-9c45-7e29f1df5837" providerId="ADAL" clId="{8BC8A5CF-2DB3-45E9-BF57-F2ED810C291E}" dt="2026-08-26T10:10:29.430" v="1139" actId="20577"/>
          <ac:spMkLst>
            <pc:docMk/>
            <pc:sldMk cId="2601401026" sldId="597"/>
            <ac:spMk id="17" creationId="{7EC74C40-289A-CA47-2A9E-CB243EF9FF06}"/>
          </ac:spMkLst>
        </pc:spChg>
        <pc:spChg chg="mod">
          <ac:chgData name="Khobo, IL, Dr [ilkhobo@sun.ac.za]" userId="b519a442-dcea-4a28-9c45-7e29f1df5837" providerId="ADAL" clId="{8BC8A5CF-2DB3-45E9-BF57-F2ED810C291E}" dt="2026-08-26T08:26:28.568" v="1137" actId="20577"/>
          <ac:spMkLst>
            <pc:docMk/>
            <pc:sldMk cId="2601401026" sldId="597"/>
            <ac:spMk id="34" creationId="{593DD671-6E7B-06CE-9A2D-78AB0133EE61}"/>
          </ac:spMkLst>
        </pc:spChg>
      </pc:sldChg>
      <pc:sldChg chg="addSp delSp modSp mod">
        <pc:chgData name="Khobo, IL, Dr [ilkhobo@sun.ac.za]" userId="b519a442-dcea-4a28-9c45-7e29f1df5837" providerId="ADAL" clId="{8BC8A5CF-2DB3-45E9-BF57-F2ED810C291E}" dt="2026-08-25T17:16:10.012" v="101" actId="1076"/>
        <pc:sldMkLst>
          <pc:docMk/>
          <pc:sldMk cId="2890584624" sldId="613"/>
        </pc:sldMkLst>
        <pc:spChg chg="mod ord">
          <ac:chgData name="Khobo, IL, Dr [ilkhobo@sun.ac.za]" userId="b519a442-dcea-4a28-9c45-7e29f1df5837" providerId="ADAL" clId="{8BC8A5CF-2DB3-45E9-BF57-F2ED810C291E}" dt="2026-08-25T17:16:10.012" v="101" actId="1076"/>
          <ac:spMkLst>
            <pc:docMk/>
            <pc:sldMk cId="2890584624" sldId="613"/>
            <ac:spMk id="9" creationId="{7783FFF3-CFF4-8A01-9B72-1858B986BC9C}"/>
          </ac:spMkLst>
        </pc:spChg>
        <pc:spChg chg="mod ord">
          <ac:chgData name="Khobo, IL, Dr [ilkhobo@sun.ac.za]" userId="b519a442-dcea-4a28-9c45-7e29f1df5837" providerId="ADAL" clId="{8BC8A5CF-2DB3-45E9-BF57-F2ED810C291E}" dt="2026-08-25T17:16:10.012" v="101" actId="1076"/>
          <ac:spMkLst>
            <pc:docMk/>
            <pc:sldMk cId="2890584624" sldId="613"/>
            <ac:spMk id="12" creationId="{BE9A8839-8CB8-C531-70B2-858D9738FBD2}"/>
          </ac:spMkLst>
        </pc:spChg>
        <pc:spChg chg="mod">
          <ac:chgData name="Khobo, IL, Dr [ilkhobo@sun.ac.za]" userId="b519a442-dcea-4a28-9c45-7e29f1df5837" providerId="ADAL" clId="{8BC8A5CF-2DB3-45E9-BF57-F2ED810C291E}" dt="2026-08-25T17:02:44.342" v="18" actId="20577"/>
          <ac:spMkLst>
            <pc:docMk/>
            <pc:sldMk cId="2890584624" sldId="613"/>
            <ac:spMk id="27" creationId="{B23145FE-6C45-3B33-7E38-15F47E35EDEA}"/>
          </ac:spMkLst>
        </pc:spChg>
        <pc:spChg chg="mod">
          <ac:chgData name="Khobo, IL, Dr [ilkhobo@sun.ac.za]" userId="b519a442-dcea-4a28-9c45-7e29f1df5837" providerId="ADAL" clId="{8BC8A5CF-2DB3-45E9-BF57-F2ED810C291E}" dt="2026-08-25T17:02:50.891" v="23" actId="20577"/>
          <ac:spMkLst>
            <pc:docMk/>
            <pc:sldMk cId="2890584624" sldId="613"/>
            <ac:spMk id="55" creationId="{B7F3E849-84BC-750D-9EF2-A4438257F5BD}"/>
          </ac:spMkLst>
        </pc:spChg>
        <pc:spChg chg="mod">
          <ac:chgData name="Khobo, IL, Dr [ilkhobo@sun.ac.za]" userId="b519a442-dcea-4a28-9c45-7e29f1df5837" providerId="ADAL" clId="{8BC8A5CF-2DB3-45E9-BF57-F2ED810C291E}" dt="2026-08-25T17:02:55.007" v="25" actId="20577"/>
          <ac:spMkLst>
            <pc:docMk/>
            <pc:sldMk cId="2890584624" sldId="613"/>
            <ac:spMk id="61" creationId="{AE9B1D6B-45F3-E0A1-C07A-F2CD41AA948B}"/>
          </ac:spMkLst>
        </pc:spChg>
        <pc:picChg chg="add mod">
          <ac:chgData name="Khobo, IL, Dr [ilkhobo@sun.ac.za]" userId="b519a442-dcea-4a28-9c45-7e29f1df5837" providerId="ADAL" clId="{8BC8A5CF-2DB3-45E9-BF57-F2ED810C291E}" dt="2026-08-25T17:15:51.197" v="96" actId="1076"/>
          <ac:picMkLst>
            <pc:docMk/>
            <pc:sldMk cId="2890584624" sldId="613"/>
            <ac:picMk id="4" creationId="{80AD72BD-B13D-6100-B813-F2E753B9431E}"/>
          </ac:picMkLst>
        </pc:picChg>
        <pc:picChg chg="del">
          <ac:chgData name="Khobo, IL, Dr [ilkhobo@sun.ac.za]" userId="b519a442-dcea-4a28-9c45-7e29f1df5837" providerId="ADAL" clId="{8BC8A5CF-2DB3-45E9-BF57-F2ED810C291E}" dt="2026-08-25T17:15:40.557" v="93" actId="478"/>
          <ac:picMkLst>
            <pc:docMk/>
            <pc:sldMk cId="2890584624" sldId="613"/>
            <ac:picMk id="65" creationId="{B2925CB9-0823-0D50-7FC3-DB4A43A4DAF6}"/>
          </ac:picMkLst>
        </pc:picChg>
      </pc:sldChg>
      <pc:sldChg chg="addSp delSp modSp mod">
        <pc:chgData name="Khobo, IL, Dr [ilkhobo@sun.ac.za]" userId="b519a442-dcea-4a28-9c45-7e29f1df5837" providerId="ADAL" clId="{8BC8A5CF-2DB3-45E9-BF57-F2ED810C291E}" dt="2026-08-25T17:16:56.380" v="112" actId="1076"/>
        <pc:sldMkLst>
          <pc:docMk/>
          <pc:sldMk cId="2791498999" sldId="614"/>
        </pc:sldMkLst>
        <pc:spChg chg="mod ord">
          <ac:chgData name="Khobo, IL, Dr [ilkhobo@sun.ac.za]" userId="b519a442-dcea-4a28-9c45-7e29f1df5837" providerId="ADAL" clId="{8BC8A5CF-2DB3-45E9-BF57-F2ED810C291E}" dt="2026-08-25T17:16:56.380" v="112" actId="1076"/>
          <ac:spMkLst>
            <pc:docMk/>
            <pc:sldMk cId="2791498999" sldId="614"/>
            <ac:spMk id="7" creationId="{A08AAB53-9D98-CE3B-D3F6-3B9665FE5FF0}"/>
          </ac:spMkLst>
        </pc:spChg>
        <pc:spChg chg="mod ord">
          <ac:chgData name="Khobo, IL, Dr [ilkhobo@sun.ac.za]" userId="b519a442-dcea-4a28-9c45-7e29f1df5837" providerId="ADAL" clId="{8BC8A5CF-2DB3-45E9-BF57-F2ED810C291E}" dt="2026-08-25T17:16:45.156" v="109" actId="1076"/>
          <ac:spMkLst>
            <pc:docMk/>
            <pc:sldMk cId="2791498999" sldId="614"/>
            <ac:spMk id="9" creationId="{6CEC0A6F-B5D0-1DA4-B738-74F9F530E18F}"/>
          </ac:spMkLst>
        </pc:spChg>
        <pc:spChg chg="mod ord">
          <ac:chgData name="Khobo, IL, Dr [ilkhobo@sun.ac.za]" userId="b519a442-dcea-4a28-9c45-7e29f1df5837" providerId="ADAL" clId="{8BC8A5CF-2DB3-45E9-BF57-F2ED810C291E}" dt="2026-08-25T17:16:45.156" v="109" actId="1076"/>
          <ac:spMkLst>
            <pc:docMk/>
            <pc:sldMk cId="2791498999" sldId="614"/>
            <ac:spMk id="12" creationId="{81D30D72-2040-8CC3-F975-56052F2CA1D7}"/>
          </ac:spMkLst>
        </pc:spChg>
        <pc:spChg chg="mod">
          <ac:chgData name="Khobo, IL, Dr [ilkhobo@sun.ac.za]" userId="b519a442-dcea-4a28-9c45-7e29f1df5837" providerId="ADAL" clId="{8BC8A5CF-2DB3-45E9-BF57-F2ED810C291E}" dt="2026-08-25T17:02:16.954" v="11" actId="20577"/>
          <ac:spMkLst>
            <pc:docMk/>
            <pc:sldMk cId="2791498999" sldId="614"/>
            <ac:spMk id="27" creationId="{2F4F45D6-6229-8B2F-0A23-B7B93A3AB18C}"/>
          </ac:spMkLst>
        </pc:spChg>
        <pc:spChg chg="mod">
          <ac:chgData name="Khobo, IL, Dr [ilkhobo@sun.ac.za]" userId="b519a442-dcea-4a28-9c45-7e29f1df5837" providerId="ADAL" clId="{8BC8A5CF-2DB3-45E9-BF57-F2ED810C291E}" dt="2026-08-25T17:02:23.923" v="16" actId="20577"/>
          <ac:spMkLst>
            <pc:docMk/>
            <pc:sldMk cId="2791498999" sldId="614"/>
            <ac:spMk id="55" creationId="{7A3D331F-FAB3-83D1-4860-815356F6B410}"/>
          </ac:spMkLst>
        </pc:spChg>
        <pc:spChg chg="mod">
          <ac:chgData name="Khobo, IL, Dr [ilkhobo@sun.ac.za]" userId="b519a442-dcea-4a28-9c45-7e29f1df5837" providerId="ADAL" clId="{8BC8A5CF-2DB3-45E9-BF57-F2ED810C291E}" dt="2026-08-25T17:02:10.577" v="9" actId="20577"/>
          <ac:spMkLst>
            <pc:docMk/>
            <pc:sldMk cId="2791498999" sldId="614"/>
            <ac:spMk id="61" creationId="{3D2FC99A-F098-A6CC-142D-B68DD7102B22}"/>
          </ac:spMkLst>
        </pc:spChg>
        <pc:picChg chg="add del mod">
          <ac:chgData name="Khobo, IL, Dr [ilkhobo@sun.ac.za]" userId="b519a442-dcea-4a28-9c45-7e29f1df5837" providerId="ADAL" clId="{8BC8A5CF-2DB3-45E9-BF57-F2ED810C291E}" dt="2026-08-25T17:16:27.314" v="106" actId="478"/>
          <ac:picMkLst>
            <pc:docMk/>
            <pc:sldMk cId="2791498999" sldId="614"/>
            <ac:picMk id="5" creationId="{3D70AAC3-3CD7-70F3-ADA2-B31C8CB46B4D}"/>
          </ac:picMkLst>
        </pc:picChg>
        <pc:picChg chg="add">
          <ac:chgData name="Khobo, IL, Dr [ilkhobo@sun.ac.za]" userId="b519a442-dcea-4a28-9c45-7e29f1df5837" providerId="ADAL" clId="{8BC8A5CF-2DB3-45E9-BF57-F2ED810C291E}" dt="2026-08-25T17:16:28.018" v="107" actId="22"/>
          <ac:picMkLst>
            <pc:docMk/>
            <pc:sldMk cId="2791498999" sldId="614"/>
            <ac:picMk id="14" creationId="{6CA15ABF-3806-C025-D7B2-FBEE01E8D352}"/>
          </ac:picMkLst>
        </pc:picChg>
        <pc:picChg chg="del">
          <ac:chgData name="Khobo, IL, Dr [ilkhobo@sun.ac.za]" userId="b519a442-dcea-4a28-9c45-7e29f1df5837" providerId="ADAL" clId="{8BC8A5CF-2DB3-45E9-BF57-F2ED810C291E}" dt="2026-08-25T17:16:19.284" v="102" actId="478"/>
          <ac:picMkLst>
            <pc:docMk/>
            <pc:sldMk cId="2791498999" sldId="614"/>
            <ac:picMk id="65" creationId="{81BA86B7-6A73-33C7-BD8C-28B1BC46E5B9}"/>
          </ac:picMkLst>
        </pc:picChg>
      </pc:sldChg>
      <pc:sldChg chg="addSp delSp modSp mod modNotesTx">
        <pc:chgData name="Khobo, IL, Dr [ilkhobo@sun.ac.za]" userId="b519a442-dcea-4a28-9c45-7e29f1df5837" providerId="ADAL" clId="{8BC8A5CF-2DB3-45E9-BF57-F2ED810C291E}" dt="2026-08-25T17:47:05.153" v="355"/>
        <pc:sldMkLst>
          <pc:docMk/>
          <pc:sldMk cId="1754544445" sldId="616"/>
        </pc:sldMkLst>
        <pc:spChg chg="mod">
          <ac:chgData name="Khobo, IL, Dr [ilkhobo@sun.ac.za]" userId="b519a442-dcea-4a28-9c45-7e29f1df5837" providerId="ADAL" clId="{8BC8A5CF-2DB3-45E9-BF57-F2ED810C291E}" dt="2026-08-25T17:40:22.377" v="295" actId="20577"/>
          <ac:spMkLst>
            <pc:docMk/>
            <pc:sldMk cId="1754544445" sldId="616"/>
            <ac:spMk id="4" creationId="{05425379-0847-618B-BD28-CEFCBA0874FB}"/>
          </ac:spMkLst>
        </pc:spChg>
        <pc:spChg chg="add del mod">
          <ac:chgData name="Khobo, IL, Dr [ilkhobo@sun.ac.za]" userId="b519a442-dcea-4a28-9c45-7e29f1df5837" providerId="ADAL" clId="{8BC8A5CF-2DB3-45E9-BF57-F2ED810C291E}" dt="2026-08-25T17:30:53.477" v="151" actId="478"/>
          <ac:spMkLst>
            <pc:docMk/>
            <pc:sldMk cId="1754544445" sldId="616"/>
            <ac:spMk id="8" creationId="{D9F04266-597B-406E-CA70-F30AAF20BF78}"/>
          </ac:spMkLst>
        </pc:spChg>
        <pc:spChg chg="mod">
          <ac:chgData name="Khobo, IL, Dr [ilkhobo@sun.ac.za]" userId="b519a442-dcea-4a28-9c45-7e29f1df5837" providerId="ADAL" clId="{8BC8A5CF-2DB3-45E9-BF57-F2ED810C291E}" dt="2026-08-25T17:31:21.263" v="167" actId="404"/>
          <ac:spMkLst>
            <pc:docMk/>
            <pc:sldMk cId="1754544445" sldId="616"/>
            <ac:spMk id="27" creationId="{8F9B9833-E0C3-ECF3-28C8-55E4DE0F6437}"/>
          </ac:spMkLst>
        </pc:spChg>
        <pc:spChg chg="mod">
          <ac:chgData name="Khobo, IL, Dr [ilkhobo@sun.ac.za]" userId="b519a442-dcea-4a28-9c45-7e29f1df5837" providerId="ADAL" clId="{8BC8A5CF-2DB3-45E9-BF57-F2ED810C291E}" dt="2026-08-25T17:47:05.153" v="355"/>
          <ac:spMkLst>
            <pc:docMk/>
            <pc:sldMk cId="1754544445" sldId="616"/>
            <ac:spMk id="32" creationId="{0F88E3B6-B08D-D65A-28E4-01B04B8D1CF8}"/>
          </ac:spMkLst>
        </pc:spChg>
        <pc:spChg chg="mod">
          <ac:chgData name="Khobo, IL, Dr [ilkhobo@sun.ac.za]" userId="b519a442-dcea-4a28-9c45-7e29f1df5837" providerId="ADAL" clId="{8BC8A5CF-2DB3-45E9-BF57-F2ED810C291E}" dt="2026-08-25T17:04:31.807" v="27" actId="20577"/>
          <ac:spMkLst>
            <pc:docMk/>
            <pc:sldMk cId="1754544445" sldId="616"/>
            <ac:spMk id="61" creationId="{2CFA25A9-E69A-FE6C-AB50-654B3E341836}"/>
          </ac:spMkLst>
        </pc:spChg>
        <pc:spChg chg="mod">
          <ac:chgData name="Khobo, IL, Dr [ilkhobo@sun.ac.za]" userId="b519a442-dcea-4a28-9c45-7e29f1df5837" providerId="ADAL" clId="{8BC8A5CF-2DB3-45E9-BF57-F2ED810C291E}" dt="2026-08-25T16:59:17.806" v="1" actId="20577"/>
          <ac:spMkLst>
            <pc:docMk/>
            <pc:sldMk cId="1754544445" sldId="616"/>
            <ac:spMk id="148" creationId="{57E07AF3-E180-E43E-A13A-744B61D3133C}"/>
          </ac:spMkLst>
        </pc:spChg>
        <pc:spChg chg="mod">
          <ac:chgData name="Khobo, IL, Dr [ilkhobo@sun.ac.za]" userId="b519a442-dcea-4a28-9c45-7e29f1df5837" providerId="ADAL" clId="{8BC8A5CF-2DB3-45E9-BF57-F2ED810C291E}" dt="2026-08-25T17:31:32.942" v="173" actId="404"/>
          <ac:spMkLst>
            <pc:docMk/>
            <pc:sldMk cId="1754544445" sldId="616"/>
            <ac:spMk id="275" creationId="{18001335-C561-7476-BC42-448185ECBB28}"/>
          </ac:spMkLst>
        </pc:spChg>
        <pc:spChg chg="mod">
          <ac:chgData name="Khobo, IL, Dr [ilkhobo@sun.ac.za]" userId="b519a442-dcea-4a28-9c45-7e29f1df5837" providerId="ADAL" clId="{8BC8A5CF-2DB3-45E9-BF57-F2ED810C291E}" dt="2026-08-25T17:33:41.976" v="212" actId="404"/>
          <ac:spMkLst>
            <pc:docMk/>
            <pc:sldMk cId="1754544445" sldId="616"/>
            <ac:spMk id="286" creationId="{3A8156CC-C1EA-F114-A0BE-249F746C8B80}"/>
          </ac:spMkLst>
        </pc:spChg>
        <pc:spChg chg="mod">
          <ac:chgData name="Khobo, IL, Dr [ilkhobo@sun.ac.za]" userId="b519a442-dcea-4a28-9c45-7e29f1df5837" providerId="ADAL" clId="{8BC8A5CF-2DB3-45E9-BF57-F2ED810C291E}" dt="2026-08-25T17:33:49.009" v="218" actId="404"/>
          <ac:spMkLst>
            <pc:docMk/>
            <pc:sldMk cId="1754544445" sldId="616"/>
            <ac:spMk id="297" creationId="{6D751066-1740-DE41-4DE4-1F395C103DE9}"/>
          </ac:spMkLst>
        </pc:spChg>
        <pc:spChg chg="mod">
          <ac:chgData name="Khobo, IL, Dr [ilkhobo@sun.ac.za]" userId="b519a442-dcea-4a28-9c45-7e29f1df5837" providerId="ADAL" clId="{8BC8A5CF-2DB3-45E9-BF57-F2ED810C291E}" dt="2026-08-25T17:33:55.236" v="222" actId="404"/>
          <ac:spMkLst>
            <pc:docMk/>
            <pc:sldMk cId="1754544445" sldId="616"/>
            <ac:spMk id="308" creationId="{46DCA7B8-9B2E-FAA9-46EB-AFA0D2FD8ED9}"/>
          </ac:spMkLst>
        </pc:spChg>
        <pc:spChg chg="mod">
          <ac:chgData name="Khobo, IL, Dr [ilkhobo@sun.ac.za]" userId="b519a442-dcea-4a28-9c45-7e29f1df5837" providerId="ADAL" clId="{8BC8A5CF-2DB3-45E9-BF57-F2ED810C291E}" dt="2026-08-25T17:35:19.795" v="262" actId="404"/>
          <ac:spMkLst>
            <pc:docMk/>
            <pc:sldMk cId="1754544445" sldId="616"/>
            <ac:spMk id="317" creationId="{5EA648EC-F355-A931-4DAB-1B5F4E93A679}"/>
          </ac:spMkLst>
        </pc:spChg>
        <pc:spChg chg="mod">
          <ac:chgData name="Khobo, IL, Dr [ilkhobo@sun.ac.za]" userId="b519a442-dcea-4a28-9c45-7e29f1df5837" providerId="ADAL" clId="{8BC8A5CF-2DB3-45E9-BF57-F2ED810C291E}" dt="2026-08-25T17:34:09.729" v="230" actId="404"/>
          <ac:spMkLst>
            <pc:docMk/>
            <pc:sldMk cId="1754544445" sldId="616"/>
            <ac:spMk id="319" creationId="{7928157E-A47C-516C-45EC-E51DE6AD327C}"/>
          </ac:spMkLst>
        </pc:spChg>
        <pc:spChg chg="mod">
          <ac:chgData name="Khobo, IL, Dr [ilkhobo@sun.ac.za]" userId="b519a442-dcea-4a28-9c45-7e29f1df5837" providerId="ADAL" clId="{8BC8A5CF-2DB3-45E9-BF57-F2ED810C291E}" dt="2026-08-25T17:35:13.098" v="258" actId="404"/>
          <ac:spMkLst>
            <pc:docMk/>
            <pc:sldMk cId="1754544445" sldId="616"/>
            <ac:spMk id="320" creationId="{18B6CE95-2C63-AFE3-D570-783F8730EA6E}"/>
          </ac:spMkLst>
        </pc:spChg>
        <pc:spChg chg="mod">
          <ac:chgData name="Khobo, IL, Dr [ilkhobo@sun.ac.za]" userId="b519a442-dcea-4a28-9c45-7e29f1df5837" providerId="ADAL" clId="{8BC8A5CF-2DB3-45E9-BF57-F2ED810C291E}" dt="2026-08-25T17:34:52.796" v="254" actId="404"/>
          <ac:spMkLst>
            <pc:docMk/>
            <pc:sldMk cId="1754544445" sldId="616"/>
            <ac:spMk id="321" creationId="{75315F8D-7A63-5C7E-9FE0-92CADD68CB01}"/>
          </ac:spMkLst>
        </pc:spChg>
        <pc:spChg chg="mod">
          <ac:chgData name="Khobo, IL, Dr [ilkhobo@sun.ac.za]" userId="b519a442-dcea-4a28-9c45-7e29f1df5837" providerId="ADAL" clId="{8BC8A5CF-2DB3-45E9-BF57-F2ED810C291E}" dt="2026-08-25T17:34:46.430" v="250" actId="404"/>
          <ac:spMkLst>
            <pc:docMk/>
            <pc:sldMk cId="1754544445" sldId="616"/>
            <ac:spMk id="322" creationId="{ED482050-91D4-F3BD-3641-CBA8A5EFA6E9}"/>
          </ac:spMkLst>
        </pc:spChg>
        <pc:spChg chg="mod">
          <ac:chgData name="Khobo, IL, Dr [ilkhobo@sun.ac.za]" userId="b519a442-dcea-4a28-9c45-7e29f1df5837" providerId="ADAL" clId="{8BC8A5CF-2DB3-45E9-BF57-F2ED810C291E}" dt="2026-08-25T17:34:40.257" v="246" actId="404"/>
          <ac:spMkLst>
            <pc:docMk/>
            <pc:sldMk cId="1754544445" sldId="616"/>
            <ac:spMk id="323" creationId="{E2825F32-401E-1FDB-86CE-FD3C58CCE43F}"/>
          </ac:spMkLst>
        </pc:spChg>
        <pc:spChg chg="mod">
          <ac:chgData name="Khobo, IL, Dr [ilkhobo@sun.ac.za]" userId="b519a442-dcea-4a28-9c45-7e29f1df5837" providerId="ADAL" clId="{8BC8A5CF-2DB3-45E9-BF57-F2ED810C291E}" dt="2026-08-25T17:34:33.986" v="242" actId="404"/>
          <ac:spMkLst>
            <pc:docMk/>
            <pc:sldMk cId="1754544445" sldId="616"/>
            <ac:spMk id="324" creationId="{12316825-A07E-B133-404B-26097C7646B4}"/>
          </ac:spMkLst>
        </pc:spChg>
        <pc:spChg chg="mod">
          <ac:chgData name="Khobo, IL, Dr [ilkhobo@sun.ac.za]" userId="b519a442-dcea-4a28-9c45-7e29f1df5837" providerId="ADAL" clId="{8BC8A5CF-2DB3-45E9-BF57-F2ED810C291E}" dt="2026-08-25T17:34:26.749" v="238" actId="404"/>
          <ac:spMkLst>
            <pc:docMk/>
            <pc:sldMk cId="1754544445" sldId="616"/>
            <ac:spMk id="325" creationId="{599F8DA9-C75B-23CB-13B7-1A56CB769F39}"/>
          </ac:spMkLst>
        </pc:spChg>
        <pc:spChg chg="mod">
          <ac:chgData name="Khobo, IL, Dr [ilkhobo@sun.ac.za]" userId="b519a442-dcea-4a28-9c45-7e29f1df5837" providerId="ADAL" clId="{8BC8A5CF-2DB3-45E9-BF57-F2ED810C291E}" dt="2026-08-25T17:34:19.445" v="234" actId="404"/>
          <ac:spMkLst>
            <pc:docMk/>
            <pc:sldMk cId="1754544445" sldId="616"/>
            <ac:spMk id="326" creationId="{33973C0D-1DCE-DF7C-AF47-330FDDF618D8}"/>
          </ac:spMkLst>
        </pc:spChg>
        <pc:cxnChg chg="add del mod">
          <ac:chgData name="Khobo, IL, Dr [ilkhobo@sun.ac.za]" userId="b519a442-dcea-4a28-9c45-7e29f1df5837" providerId="ADAL" clId="{8BC8A5CF-2DB3-45E9-BF57-F2ED810C291E}" dt="2026-08-25T17:30:53.477" v="151" actId="478"/>
          <ac:cxnSpMkLst>
            <pc:docMk/>
            <pc:sldMk cId="1754544445" sldId="616"/>
            <ac:cxnSpMk id="3" creationId="{843181F2-7470-F87B-07D5-79939BF64FC6}"/>
          </ac:cxnSpMkLst>
        </pc:cxnChg>
      </pc:sldChg>
      <pc:sldChg chg="modSp del mod">
        <pc:chgData name="Khobo, IL, Dr [ilkhobo@sun.ac.za]" userId="b519a442-dcea-4a28-9c45-7e29f1df5837" providerId="ADAL" clId="{8BC8A5CF-2DB3-45E9-BF57-F2ED810C291E}" dt="2026-08-25T17:37:25.719" v="268" actId="47"/>
        <pc:sldMkLst>
          <pc:docMk/>
          <pc:sldMk cId="558544146" sldId="621"/>
        </pc:sldMkLst>
        <pc:spChg chg="mod">
          <ac:chgData name="Khobo, IL, Dr [ilkhobo@sun.ac.za]" userId="b519a442-dcea-4a28-9c45-7e29f1df5837" providerId="ADAL" clId="{8BC8A5CF-2DB3-45E9-BF57-F2ED810C291E}" dt="2026-08-25T17:05:50.312" v="45"/>
          <ac:spMkLst>
            <pc:docMk/>
            <pc:sldMk cId="558544146" sldId="621"/>
            <ac:spMk id="27" creationId="{A480B1F9-18B7-77E8-03F1-293FF2AE13B1}"/>
          </ac:spMkLst>
        </pc:spChg>
        <pc:spChg chg="mod">
          <ac:chgData name="Khobo, IL, Dr [ilkhobo@sun.ac.za]" userId="b519a442-dcea-4a28-9c45-7e29f1df5837" providerId="ADAL" clId="{8BC8A5CF-2DB3-45E9-BF57-F2ED810C291E}" dt="2026-08-25T17:19:04.003" v="134" actId="20577"/>
          <ac:spMkLst>
            <pc:docMk/>
            <pc:sldMk cId="558544146" sldId="621"/>
            <ac:spMk id="61" creationId="{DBDEA8F4-F586-BEF0-CBAA-DF2919DD35C8}"/>
          </ac:spMkLst>
        </pc:spChg>
        <pc:spChg chg="mod">
          <ac:chgData name="Khobo, IL, Dr [ilkhobo@sun.ac.za]" userId="b519a442-dcea-4a28-9c45-7e29f1df5837" providerId="ADAL" clId="{8BC8A5CF-2DB3-45E9-BF57-F2ED810C291E}" dt="2026-08-25T17:18:59.152" v="132" actId="20577"/>
          <ac:spMkLst>
            <pc:docMk/>
            <pc:sldMk cId="558544146" sldId="621"/>
            <ac:spMk id="148" creationId="{370190FE-247C-FC0F-FA79-B707063671BA}"/>
          </ac:spMkLst>
        </pc:spChg>
        <pc:spChg chg="mod">
          <ac:chgData name="Khobo, IL, Dr [ilkhobo@sun.ac.za]" userId="b519a442-dcea-4a28-9c45-7e29f1df5837" providerId="ADAL" clId="{8BC8A5CF-2DB3-45E9-BF57-F2ED810C291E}" dt="2026-08-25T17:05:52.375" v="46"/>
          <ac:spMkLst>
            <pc:docMk/>
            <pc:sldMk cId="558544146" sldId="621"/>
            <ac:spMk id="275" creationId="{10DB061F-24A3-7048-A7A4-C6A9AA713A19}"/>
          </ac:spMkLst>
        </pc:spChg>
        <pc:spChg chg="mod">
          <ac:chgData name="Khobo, IL, Dr [ilkhobo@sun.ac.za]" userId="b519a442-dcea-4a28-9c45-7e29f1df5837" providerId="ADAL" clId="{8BC8A5CF-2DB3-45E9-BF57-F2ED810C291E}" dt="2026-08-25T17:05:54.213" v="47"/>
          <ac:spMkLst>
            <pc:docMk/>
            <pc:sldMk cId="558544146" sldId="621"/>
            <ac:spMk id="286" creationId="{1F37E944-9F19-70FD-E095-47662C5E5F98}"/>
          </ac:spMkLst>
        </pc:spChg>
      </pc:sldChg>
      <pc:sldChg chg="modSp del mod">
        <pc:chgData name="Khobo, IL, Dr [ilkhobo@sun.ac.za]" userId="b519a442-dcea-4a28-9c45-7e29f1df5837" providerId="ADAL" clId="{8BC8A5CF-2DB3-45E9-BF57-F2ED810C291E}" dt="2026-08-25T17:37:25.719" v="268" actId="47"/>
        <pc:sldMkLst>
          <pc:docMk/>
          <pc:sldMk cId="2487331815" sldId="622"/>
        </pc:sldMkLst>
        <pc:spChg chg="mod">
          <ac:chgData name="Khobo, IL, Dr [ilkhobo@sun.ac.za]" userId="b519a442-dcea-4a28-9c45-7e29f1df5837" providerId="ADAL" clId="{8BC8A5CF-2DB3-45E9-BF57-F2ED810C291E}" dt="2026-08-25T17:05:59.597" v="48"/>
          <ac:spMkLst>
            <pc:docMk/>
            <pc:sldMk cId="2487331815" sldId="622"/>
            <ac:spMk id="27" creationId="{0FDB11B8-9922-47BA-8CD1-DCEB9C4B9FB5}"/>
          </ac:spMkLst>
        </pc:spChg>
        <pc:spChg chg="mod">
          <ac:chgData name="Khobo, IL, Dr [ilkhobo@sun.ac.za]" userId="b519a442-dcea-4a28-9c45-7e29f1df5837" providerId="ADAL" clId="{8BC8A5CF-2DB3-45E9-BF57-F2ED810C291E}" dt="2026-08-25T17:19:14.578" v="136" actId="20577"/>
          <ac:spMkLst>
            <pc:docMk/>
            <pc:sldMk cId="2487331815" sldId="622"/>
            <ac:spMk id="61" creationId="{A14B85E5-7E14-F43B-EEE3-66D7CE2364C2}"/>
          </ac:spMkLst>
        </pc:spChg>
        <pc:spChg chg="mod">
          <ac:chgData name="Khobo, IL, Dr [ilkhobo@sun.ac.za]" userId="b519a442-dcea-4a28-9c45-7e29f1df5837" providerId="ADAL" clId="{8BC8A5CF-2DB3-45E9-BF57-F2ED810C291E}" dt="2026-08-25T17:19:18.158" v="138" actId="20577"/>
          <ac:spMkLst>
            <pc:docMk/>
            <pc:sldMk cId="2487331815" sldId="622"/>
            <ac:spMk id="148" creationId="{D1CC7A31-8121-3FB2-3D66-A6D1F0CAB69E}"/>
          </ac:spMkLst>
        </pc:spChg>
        <pc:spChg chg="mod">
          <ac:chgData name="Khobo, IL, Dr [ilkhobo@sun.ac.za]" userId="b519a442-dcea-4a28-9c45-7e29f1df5837" providerId="ADAL" clId="{8BC8A5CF-2DB3-45E9-BF57-F2ED810C291E}" dt="2026-08-25T17:06:02.655" v="49"/>
          <ac:spMkLst>
            <pc:docMk/>
            <pc:sldMk cId="2487331815" sldId="622"/>
            <ac:spMk id="275" creationId="{9B084431-BB08-3B0A-6F1D-847D7F8F477F}"/>
          </ac:spMkLst>
        </pc:spChg>
        <pc:spChg chg="mod">
          <ac:chgData name="Khobo, IL, Dr [ilkhobo@sun.ac.za]" userId="b519a442-dcea-4a28-9c45-7e29f1df5837" providerId="ADAL" clId="{8BC8A5CF-2DB3-45E9-BF57-F2ED810C291E}" dt="2026-08-25T17:06:04.445" v="50"/>
          <ac:spMkLst>
            <pc:docMk/>
            <pc:sldMk cId="2487331815" sldId="622"/>
            <ac:spMk id="286" creationId="{59C1DAC3-C4BC-F0BA-3197-2A91CEECB633}"/>
          </ac:spMkLst>
        </pc:spChg>
        <pc:spChg chg="mod">
          <ac:chgData name="Khobo, IL, Dr [ilkhobo@sun.ac.za]" userId="b519a442-dcea-4a28-9c45-7e29f1df5837" providerId="ADAL" clId="{8BC8A5CF-2DB3-45E9-BF57-F2ED810C291E}" dt="2026-08-25T17:06:06.585" v="51"/>
          <ac:spMkLst>
            <pc:docMk/>
            <pc:sldMk cId="2487331815" sldId="622"/>
            <ac:spMk id="297" creationId="{6DF9602B-5EE3-65A5-5781-DB6A1509BC92}"/>
          </ac:spMkLst>
        </pc:spChg>
      </pc:sldChg>
      <pc:sldChg chg="modSp del mod">
        <pc:chgData name="Khobo, IL, Dr [ilkhobo@sun.ac.za]" userId="b519a442-dcea-4a28-9c45-7e29f1df5837" providerId="ADAL" clId="{8BC8A5CF-2DB3-45E9-BF57-F2ED810C291E}" dt="2026-08-25T17:37:25.719" v="268" actId="47"/>
        <pc:sldMkLst>
          <pc:docMk/>
          <pc:sldMk cId="74426968" sldId="623"/>
        </pc:sldMkLst>
        <pc:spChg chg="mod">
          <ac:chgData name="Khobo, IL, Dr [ilkhobo@sun.ac.za]" userId="b519a442-dcea-4a28-9c45-7e29f1df5837" providerId="ADAL" clId="{8BC8A5CF-2DB3-45E9-BF57-F2ED810C291E}" dt="2026-08-25T17:06:11.844" v="52"/>
          <ac:spMkLst>
            <pc:docMk/>
            <pc:sldMk cId="74426968" sldId="623"/>
            <ac:spMk id="27" creationId="{088FCED0-C183-3F04-3D83-A4B4514CB749}"/>
          </ac:spMkLst>
        </pc:spChg>
        <pc:spChg chg="mod">
          <ac:chgData name="Khobo, IL, Dr [ilkhobo@sun.ac.za]" userId="b519a442-dcea-4a28-9c45-7e29f1df5837" providerId="ADAL" clId="{8BC8A5CF-2DB3-45E9-BF57-F2ED810C291E}" dt="2026-08-25T17:19:28.087" v="142" actId="20577"/>
          <ac:spMkLst>
            <pc:docMk/>
            <pc:sldMk cId="74426968" sldId="623"/>
            <ac:spMk id="61" creationId="{B50593D3-C950-33D4-71F8-D41C7B7310BA}"/>
          </ac:spMkLst>
        </pc:spChg>
        <pc:spChg chg="mod">
          <ac:chgData name="Khobo, IL, Dr [ilkhobo@sun.ac.za]" userId="b519a442-dcea-4a28-9c45-7e29f1df5837" providerId="ADAL" clId="{8BC8A5CF-2DB3-45E9-BF57-F2ED810C291E}" dt="2026-08-25T17:19:25.022" v="140" actId="20577"/>
          <ac:spMkLst>
            <pc:docMk/>
            <pc:sldMk cId="74426968" sldId="623"/>
            <ac:spMk id="148" creationId="{1DF01697-B63E-C3F4-2E3C-BC48C0C9FB29}"/>
          </ac:spMkLst>
        </pc:spChg>
        <pc:spChg chg="mod">
          <ac:chgData name="Khobo, IL, Dr [ilkhobo@sun.ac.za]" userId="b519a442-dcea-4a28-9c45-7e29f1df5837" providerId="ADAL" clId="{8BC8A5CF-2DB3-45E9-BF57-F2ED810C291E}" dt="2026-08-25T17:06:14.144" v="53"/>
          <ac:spMkLst>
            <pc:docMk/>
            <pc:sldMk cId="74426968" sldId="623"/>
            <ac:spMk id="275" creationId="{FE8523EC-664B-4E4E-EA15-D305AE56FE98}"/>
          </ac:spMkLst>
        </pc:spChg>
        <pc:spChg chg="mod">
          <ac:chgData name="Khobo, IL, Dr [ilkhobo@sun.ac.za]" userId="b519a442-dcea-4a28-9c45-7e29f1df5837" providerId="ADAL" clId="{8BC8A5CF-2DB3-45E9-BF57-F2ED810C291E}" dt="2026-08-25T17:06:15.964" v="54"/>
          <ac:spMkLst>
            <pc:docMk/>
            <pc:sldMk cId="74426968" sldId="623"/>
            <ac:spMk id="286" creationId="{CD73889A-1818-205E-1883-052EE8976AC1}"/>
          </ac:spMkLst>
        </pc:spChg>
        <pc:spChg chg="mod">
          <ac:chgData name="Khobo, IL, Dr [ilkhobo@sun.ac.za]" userId="b519a442-dcea-4a28-9c45-7e29f1df5837" providerId="ADAL" clId="{8BC8A5CF-2DB3-45E9-BF57-F2ED810C291E}" dt="2026-08-25T17:06:18.027" v="55"/>
          <ac:spMkLst>
            <pc:docMk/>
            <pc:sldMk cId="74426968" sldId="623"/>
            <ac:spMk id="297" creationId="{D7FED36D-6E2D-87C7-66BA-608B4AAEFA7C}"/>
          </ac:spMkLst>
        </pc:spChg>
        <pc:spChg chg="mod">
          <ac:chgData name="Khobo, IL, Dr [ilkhobo@sun.ac.za]" userId="b519a442-dcea-4a28-9c45-7e29f1df5837" providerId="ADAL" clId="{8BC8A5CF-2DB3-45E9-BF57-F2ED810C291E}" dt="2026-08-25T17:06:19.893" v="56"/>
          <ac:spMkLst>
            <pc:docMk/>
            <pc:sldMk cId="74426968" sldId="623"/>
            <ac:spMk id="308" creationId="{616BD00E-7969-8C1D-60D4-D2570F3FBD42}"/>
          </ac:spMkLst>
        </pc:spChg>
      </pc:sldChg>
      <pc:sldChg chg="addSp modSp del mod">
        <pc:chgData name="Khobo, IL, Dr [ilkhobo@sun.ac.za]" userId="b519a442-dcea-4a28-9c45-7e29f1df5837" providerId="ADAL" clId="{8BC8A5CF-2DB3-45E9-BF57-F2ED810C291E}" dt="2026-08-25T17:37:25.719" v="268" actId="47"/>
        <pc:sldMkLst>
          <pc:docMk/>
          <pc:sldMk cId="269982791" sldId="624"/>
        </pc:sldMkLst>
        <pc:spChg chg="add mod">
          <ac:chgData name="Khobo, IL, Dr [ilkhobo@sun.ac.za]" userId="b519a442-dcea-4a28-9c45-7e29f1df5837" providerId="ADAL" clId="{8BC8A5CF-2DB3-45E9-BF57-F2ED810C291E}" dt="2026-08-25T17:09:08.545" v="92" actId="1076"/>
          <ac:spMkLst>
            <pc:docMk/>
            <pc:sldMk cId="269982791" sldId="624"/>
            <ac:spMk id="7" creationId="{70362F39-3191-CC59-032B-897126FB02A9}"/>
          </ac:spMkLst>
        </pc:spChg>
        <pc:spChg chg="mod">
          <ac:chgData name="Khobo, IL, Dr [ilkhobo@sun.ac.za]" userId="b519a442-dcea-4a28-9c45-7e29f1df5837" providerId="ADAL" clId="{8BC8A5CF-2DB3-45E9-BF57-F2ED810C291E}" dt="2026-08-25T17:06:25.359" v="57"/>
          <ac:spMkLst>
            <pc:docMk/>
            <pc:sldMk cId="269982791" sldId="624"/>
            <ac:spMk id="27" creationId="{91109AE3-1339-A5A5-20CC-7A9915BA14C3}"/>
          </ac:spMkLst>
        </pc:spChg>
        <pc:spChg chg="mod">
          <ac:chgData name="Khobo, IL, Dr [ilkhobo@sun.ac.za]" userId="b519a442-dcea-4a28-9c45-7e29f1df5837" providerId="ADAL" clId="{8BC8A5CF-2DB3-45E9-BF57-F2ED810C291E}" dt="2026-08-25T17:06:29.026" v="58"/>
          <ac:spMkLst>
            <pc:docMk/>
            <pc:sldMk cId="269982791" sldId="624"/>
            <ac:spMk id="275" creationId="{69F3CC71-C42E-CFCB-B570-B0AA846AD62E}"/>
          </ac:spMkLst>
        </pc:spChg>
        <pc:spChg chg="mod">
          <ac:chgData name="Khobo, IL, Dr [ilkhobo@sun.ac.za]" userId="b519a442-dcea-4a28-9c45-7e29f1df5837" providerId="ADAL" clId="{8BC8A5CF-2DB3-45E9-BF57-F2ED810C291E}" dt="2026-08-25T17:06:30.907" v="59"/>
          <ac:spMkLst>
            <pc:docMk/>
            <pc:sldMk cId="269982791" sldId="624"/>
            <ac:spMk id="286" creationId="{944F66CE-4941-1F85-2E86-20575E33B409}"/>
          </ac:spMkLst>
        </pc:spChg>
        <pc:spChg chg="mod">
          <ac:chgData name="Khobo, IL, Dr [ilkhobo@sun.ac.za]" userId="b519a442-dcea-4a28-9c45-7e29f1df5837" providerId="ADAL" clId="{8BC8A5CF-2DB3-45E9-BF57-F2ED810C291E}" dt="2026-08-25T17:06:34.282" v="60"/>
          <ac:spMkLst>
            <pc:docMk/>
            <pc:sldMk cId="269982791" sldId="624"/>
            <ac:spMk id="297" creationId="{CF671DAF-654B-31D5-BC95-8D7BD96EF1AA}"/>
          </ac:spMkLst>
        </pc:spChg>
        <pc:spChg chg="mod">
          <ac:chgData name="Khobo, IL, Dr [ilkhobo@sun.ac.za]" userId="b519a442-dcea-4a28-9c45-7e29f1df5837" providerId="ADAL" clId="{8BC8A5CF-2DB3-45E9-BF57-F2ED810C291E}" dt="2026-08-25T17:06:36.182" v="61"/>
          <ac:spMkLst>
            <pc:docMk/>
            <pc:sldMk cId="269982791" sldId="624"/>
            <ac:spMk id="308" creationId="{33662C78-5040-10A3-49A6-6B7EC5607A02}"/>
          </ac:spMkLst>
        </pc:spChg>
        <pc:spChg chg="mod">
          <ac:chgData name="Khobo, IL, Dr [ilkhobo@sun.ac.za]" userId="b519a442-dcea-4a28-9c45-7e29f1df5837" providerId="ADAL" clId="{8BC8A5CF-2DB3-45E9-BF57-F2ED810C291E}" dt="2026-08-25T17:06:53.229" v="64"/>
          <ac:spMkLst>
            <pc:docMk/>
            <pc:sldMk cId="269982791" sldId="624"/>
            <ac:spMk id="317" creationId="{82F8708D-E018-CDCD-A340-9E468ED52717}"/>
          </ac:spMkLst>
        </pc:spChg>
        <pc:spChg chg="mod">
          <ac:chgData name="Khobo, IL, Dr [ilkhobo@sun.ac.za]" userId="b519a442-dcea-4a28-9c45-7e29f1df5837" providerId="ADAL" clId="{8BC8A5CF-2DB3-45E9-BF57-F2ED810C291E}" dt="2026-08-25T17:06:48.107" v="63" actId="20577"/>
          <ac:spMkLst>
            <pc:docMk/>
            <pc:sldMk cId="269982791" sldId="624"/>
            <ac:spMk id="319" creationId="{AA4E91D4-E657-9C32-2658-5CB85F68D110}"/>
          </ac:spMkLst>
        </pc:spChg>
        <pc:spChg chg="mod">
          <ac:chgData name="Khobo, IL, Dr [ilkhobo@sun.ac.za]" userId="b519a442-dcea-4a28-9c45-7e29f1df5837" providerId="ADAL" clId="{8BC8A5CF-2DB3-45E9-BF57-F2ED810C291E}" dt="2026-08-25T17:06:56.043" v="65"/>
          <ac:spMkLst>
            <pc:docMk/>
            <pc:sldMk cId="269982791" sldId="624"/>
            <ac:spMk id="320" creationId="{882DCF6A-5729-A7BC-AEE0-2BC88489C3B3}"/>
          </ac:spMkLst>
        </pc:spChg>
        <pc:spChg chg="mod">
          <ac:chgData name="Khobo, IL, Dr [ilkhobo@sun.ac.za]" userId="b519a442-dcea-4a28-9c45-7e29f1df5837" providerId="ADAL" clId="{8BC8A5CF-2DB3-45E9-BF57-F2ED810C291E}" dt="2026-08-25T17:06:57.754" v="66"/>
          <ac:spMkLst>
            <pc:docMk/>
            <pc:sldMk cId="269982791" sldId="624"/>
            <ac:spMk id="321" creationId="{3D25BC9F-B44C-F806-76AC-FAD2D2DDE81C}"/>
          </ac:spMkLst>
        </pc:spChg>
        <pc:spChg chg="mod">
          <ac:chgData name="Khobo, IL, Dr [ilkhobo@sun.ac.za]" userId="b519a442-dcea-4a28-9c45-7e29f1df5837" providerId="ADAL" clId="{8BC8A5CF-2DB3-45E9-BF57-F2ED810C291E}" dt="2026-08-25T17:06:59.804" v="67"/>
          <ac:spMkLst>
            <pc:docMk/>
            <pc:sldMk cId="269982791" sldId="624"/>
            <ac:spMk id="322" creationId="{4DCB8EE7-4B30-96EB-E4AA-5CD7DF416B2B}"/>
          </ac:spMkLst>
        </pc:spChg>
        <pc:spChg chg="mod">
          <ac:chgData name="Khobo, IL, Dr [ilkhobo@sun.ac.za]" userId="b519a442-dcea-4a28-9c45-7e29f1df5837" providerId="ADAL" clId="{8BC8A5CF-2DB3-45E9-BF57-F2ED810C291E}" dt="2026-08-25T17:07:01.670" v="68"/>
          <ac:spMkLst>
            <pc:docMk/>
            <pc:sldMk cId="269982791" sldId="624"/>
            <ac:spMk id="323" creationId="{6A100076-06EA-F7D8-EA8B-97ABECBC52E0}"/>
          </ac:spMkLst>
        </pc:spChg>
        <pc:spChg chg="mod">
          <ac:chgData name="Khobo, IL, Dr [ilkhobo@sun.ac.za]" userId="b519a442-dcea-4a28-9c45-7e29f1df5837" providerId="ADAL" clId="{8BC8A5CF-2DB3-45E9-BF57-F2ED810C291E}" dt="2026-08-25T17:07:03.701" v="69"/>
          <ac:spMkLst>
            <pc:docMk/>
            <pc:sldMk cId="269982791" sldId="624"/>
            <ac:spMk id="324" creationId="{425A3BF7-C24C-9677-90E0-58979202C53E}"/>
          </ac:spMkLst>
        </pc:spChg>
        <pc:spChg chg="mod">
          <ac:chgData name="Khobo, IL, Dr [ilkhobo@sun.ac.za]" userId="b519a442-dcea-4a28-9c45-7e29f1df5837" providerId="ADAL" clId="{8BC8A5CF-2DB3-45E9-BF57-F2ED810C291E}" dt="2026-08-25T17:07:05.695" v="70"/>
          <ac:spMkLst>
            <pc:docMk/>
            <pc:sldMk cId="269982791" sldId="624"/>
            <ac:spMk id="325" creationId="{860F0290-BCD2-DD95-13A3-024B6C7B62A2}"/>
          </ac:spMkLst>
        </pc:spChg>
        <pc:spChg chg="mod">
          <ac:chgData name="Khobo, IL, Dr [ilkhobo@sun.ac.za]" userId="b519a442-dcea-4a28-9c45-7e29f1df5837" providerId="ADAL" clId="{8BC8A5CF-2DB3-45E9-BF57-F2ED810C291E}" dt="2026-08-25T17:07:07.655" v="71"/>
          <ac:spMkLst>
            <pc:docMk/>
            <pc:sldMk cId="269982791" sldId="624"/>
            <ac:spMk id="326" creationId="{F1B6ECAA-E6B8-AD77-8775-925546D7B222}"/>
          </ac:spMkLst>
        </pc:spChg>
        <pc:cxnChg chg="add">
          <ac:chgData name="Khobo, IL, Dr [ilkhobo@sun.ac.za]" userId="b519a442-dcea-4a28-9c45-7e29f1df5837" providerId="ADAL" clId="{8BC8A5CF-2DB3-45E9-BF57-F2ED810C291E}" dt="2026-08-25T17:08:43.991" v="86" actId="11529"/>
          <ac:cxnSpMkLst>
            <pc:docMk/>
            <pc:sldMk cId="269982791" sldId="624"/>
            <ac:cxnSpMk id="3" creationId="{27E34020-1FE8-77EB-357C-33C7B472C37B}"/>
          </ac:cxnSpMkLst>
        </pc:cxnChg>
      </pc:sldChg>
      <pc:sldChg chg="addSp delSp modSp mod">
        <pc:chgData name="Khobo, IL, Dr [ilkhobo@sun.ac.za]" userId="b519a442-dcea-4a28-9c45-7e29f1df5837" providerId="ADAL" clId="{8BC8A5CF-2DB3-45E9-BF57-F2ED810C291E}" dt="2026-08-25T17:46:57.190" v="354"/>
        <pc:sldMkLst>
          <pc:docMk/>
          <pc:sldMk cId="3561896787" sldId="625"/>
        </pc:sldMkLst>
        <pc:spChg chg="del">
          <ac:chgData name="Khobo, IL, Dr [ilkhobo@sun.ac.za]" userId="b519a442-dcea-4a28-9c45-7e29f1df5837" providerId="ADAL" clId="{8BC8A5CF-2DB3-45E9-BF57-F2ED810C291E}" dt="2026-08-25T17:40:31.356" v="296" actId="478"/>
          <ac:spMkLst>
            <pc:docMk/>
            <pc:sldMk cId="3561896787" sldId="625"/>
            <ac:spMk id="4" creationId="{1B59AD6C-93BC-AF22-EFD7-55721B7B8742}"/>
          </ac:spMkLst>
        </pc:spChg>
        <pc:spChg chg="mod">
          <ac:chgData name="Khobo, IL, Dr [ilkhobo@sun.ac.za]" userId="b519a442-dcea-4a28-9c45-7e29f1df5837" providerId="ADAL" clId="{8BC8A5CF-2DB3-45E9-BF57-F2ED810C291E}" dt="2026-08-25T17:36:06.491" v="266"/>
          <ac:spMkLst>
            <pc:docMk/>
            <pc:sldMk cId="3561896787" sldId="625"/>
            <ac:spMk id="10" creationId="{293FA968-BD01-8839-366B-DB7E05BA2181}"/>
          </ac:spMkLst>
        </pc:spChg>
        <pc:spChg chg="mod">
          <ac:chgData name="Khobo, IL, Dr [ilkhobo@sun.ac.za]" userId="b519a442-dcea-4a28-9c45-7e29f1df5837" providerId="ADAL" clId="{8BC8A5CF-2DB3-45E9-BF57-F2ED810C291E}" dt="2026-08-25T17:36:06.491" v="266"/>
          <ac:spMkLst>
            <pc:docMk/>
            <pc:sldMk cId="3561896787" sldId="625"/>
            <ac:spMk id="14" creationId="{A96A8D8A-0155-4917-1560-D4782E256173}"/>
          </ac:spMkLst>
        </pc:spChg>
        <pc:spChg chg="mod">
          <ac:chgData name="Khobo, IL, Dr [ilkhobo@sun.ac.za]" userId="b519a442-dcea-4a28-9c45-7e29f1df5837" providerId="ADAL" clId="{8BC8A5CF-2DB3-45E9-BF57-F2ED810C291E}" dt="2026-08-25T17:36:06.491" v="266"/>
          <ac:spMkLst>
            <pc:docMk/>
            <pc:sldMk cId="3561896787" sldId="625"/>
            <ac:spMk id="19" creationId="{DFAF3E57-6A97-047F-1005-96A945E529D6}"/>
          </ac:spMkLst>
        </pc:spChg>
        <pc:spChg chg="mod">
          <ac:chgData name="Khobo, IL, Dr [ilkhobo@sun.ac.za]" userId="b519a442-dcea-4a28-9c45-7e29f1df5837" providerId="ADAL" clId="{8BC8A5CF-2DB3-45E9-BF57-F2ED810C291E}" dt="2026-08-25T17:36:06.491" v="266"/>
          <ac:spMkLst>
            <pc:docMk/>
            <pc:sldMk cId="3561896787" sldId="625"/>
            <ac:spMk id="21" creationId="{B6FD0789-5AE0-D7AA-AD66-DEED60AD7E6C}"/>
          </ac:spMkLst>
        </pc:spChg>
        <pc:spChg chg="mod">
          <ac:chgData name="Khobo, IL, Dr [ilkhobo@sun.ac.za]" userId="b519a442-dcea-4a28-9c45-7e29f1df5837" providerId="ADAL" clId="{8BC8A5CF-2DB3-45E9-BF57-F2ED810C291E}" dt="2026-08-25T17:36:06.491" v="266"/>
          <ac:spMkLst>
            <pc:docMk/>
            <pc:sldMk cId="3561896787" sldId="625"/>
            <ac:spMk id="22" creationId="{DD1D695B-F8DF-1EEE-CF2C-BBC71807E91D}"/>
          </ac:spMkLst>
        </pc:spChg>
        <pc:spChg chg="mod">
          <ac:chgData name="Khobo, IL, Dr [ilkhobo@sun.ac.za]" userId="b519a442-dcea-4a28-9c45-7e29f1df5837" providerId="ADAL" clId="{8BC8A5CF-2DB3-45E9-BF57-F2ED810C291E}" dt="2026-08-25T17:32:01.085" v="179" actId="404"/>
          <ac:spMkLst>
            <pc:docMk/>
            <pc:sldMk cId="3561896787" sldId="625"/>
            <ac:spMk id="27" creationId="{8945642C-62A4-D3B0-9A77-F8EFBD2EA9C3}"/>
          </ac:spMkLst>
        </pc:spChg>
        <pc:spChg chg="mod">
          <ac:chgData name="Khobo, IL, Dr [ilkhobo@sun.ac.za]" userId="b519a442-dcea-4a28-9c45-7e29f1df5837" providerId="ADAL" clId="{8BC8A5CF-2DB3-45E9-BF57-F2ED810C291E}" dt="2026-08-25T17:46:57.190" v="354"/>
          <ac:spMkLst>
            <pc:docMk/>
            <pc:sldMk cId="3561896787" sldId="625"/>
            <ac:spMk id="32" creationId="{02CE4F77-1807-748B-FB82-F08495EE25CA}"/>
          </ac:spMkLst>
        </pc:spChg>
        <pc:spChg chg="mod">
          <ac:chgData name="Khobo, IL, Dr [ilkhobo@sun.ac.za]" userId="b519a442-dcea-4a28-9c45-7e29f1df5837" providerId="ADAL" clId="{8BC8A5CF-2DB3-45E9-BF57-F2ED810C291E}" dt="2026-08-25T17:36:06.491" v="266"/>
          <ac:spMkLst>
            <pc:docMk/>
            <pc:sldMk cId="3561896787" sldId="625"/>
            <ac:spMk id="47" creationId="{47CC86A0-AAB5-EE32-E27F-074EFA7E57EB}"/>
          </ac:spMkLst>
        </pc:spChg>
        <pc:spChg chg="mod">
          <ac:chgData name="Khobo, IL, Dr [ilkhobo@sun.ac.za]" userId="b519a442-dcea-4a28-9c45-7e29f1df5837" providerId="ADAL" clId="{8BC8A5CF-2DB3-45E9-BF57-F2ED810C291E}" dt="2026-08-25T17:36:06.491" v="266"/>
          <ac:spMkLst>
            <pc:docMk/>
            <pc:sldMk cId="3561896787" sldId="625"/>
            <ac:spMk id="58" creationId="{674AD0D2-FB7A-758B-495C-080A70C3D115}"/>
          </ac:spMkLst>
        </pc:spChg>
        <pc:spChg chg="mod">
          <ac:chgData name="Khobo, IL, Dr [ilkhobo@sun.ac.za]" userId="b519a442-dcea-4a28-9c45-7e29f1df5837" providerId="ADAL" clId="{8BC8A5CF-2DB3-45E9-BF57-F2ED810C291E}" dt="2026-08-25T17:36:06.491" v="266"/>
          <ac:spMkLst>
            <pc:docMk/>
            <pc:sldMk cId="3561896787" sldId="625"/>
            <ac:spMk id="60" creationId="{89A216DE-45CA-1476-405E-45DE36E03D51}"/>
          </ac:spMkLst>
        </pc:spChg>
        <pc:spChg chg="mod">
          <ac:chgData name="Khobo, IL, Dr [ilkhobo@sun.ac.za]" userId="b519a442-dcea-4a28-9c45-7e29f1df5837" providerId="ADAL" clId="{8BC8A5CF-2DB3-45E9-BF57-F2ED810C291E}" dt="2026-08-25T17:18:26.572" v="116" actId="20577"/>
          <ac:spMkLst>
            <pc:docMk/>
            <pc:sldMk cId="3561896787" sldId="625"/>
            <ac:spMk id="61" creationId="{B0B375B2-BD2A-3954-FF2B-E58D03BAB4DC}"/>
          </ac:spMkLst>
        </pc:spChg>
        <pc:spChg chg="mod">
          <ac:chgData name="Khobo, IL, Dr [ilkhobo@sun.ac.za]" userId="b519a442-dcea-4a28-9c45-7e29f1df5837" providerId="ADAL" clId="{8BC8A5CF-2DB3-45E9-BF57-F2ED810C291E}" dt="2026-08-25T17:36:06.491" v="266"/>
          <ac:spMkLst>
            <pc:docMk/>
            <pc:sldMk cId="3561896787" sldId="625"/>
            <ac:spMk id="130" creationId="{A2B9B717-7B27-0C23-B99C-B7BD198D3396}"/>
          </ac:spMkLst>
        </pc:spChg>
        <pc:spChg chg="add mod">
          <ac:chgData name="Khobo, IL, Dr [ilkhobo@sun.ac.za]" userId="b519a442-dcea-4a28-9c45-7e29f1df5837" providerId="ADAL" clId="{8BC8A5CF-2DB3-45E9-BF57-F2ED810C291E}" dt="2026-08-25T17:36:06.491" v="266"/>
          <ac:spMkLst>
            <pc:docMk/>
            <pc:sldMk cId="3561896787" sldId="625"/>
            <ac:spMk id="143" creationId="{9AF2A42F-16C2-E0AA-C21D-ADB6556B5AFC}"/>
          </ac:spMkLst>
        </pc:spChg>
        <pc:spChg chg="mod">
          <ac:chgData name="Khobo, IL, Dr [ilkhobo@sun.ac.za]" userId="b519a442-dcea-4a28-9c45-7e29f1df5837" providerId="ADAL" clId="{8BC8A5CF-2DB3-45E9-BF57-F2ED810C291E}" dt="2026-08-25T17:18:46.989" v="124" actId="20577"/>
          <ac:spMkLst>
            <pc:docMk/>
            <pc:sldMk cId="3561896787" sldId="625"/>
            <ac:spMk id="148" creationId="{589EB5CB-DCAB-D02F-B6C1-355850496974}"/>
          </ac:spMkLst>
        </pc:spChg>
        <pc:spChg chg="add">
          <ac:chgData name="Khobo, IL, Dr [ilkhobo@sun.ac.za]" userId="b519a442-dcea-4a28-9c45-7e29f1df5837" providerId="ADAL" clId="{8BC8A5CF-2DB3-45E9-BF57-F2ED810C291E}" dt="2026-08-25T17:40:31.843" v="297" actId="22"/>
          <ac:spMkLst>
            <pc:docMk/>
            <pc:sldMk cId="3561896787" sldId="625"/>
            <ac:spMk id="149" creationId="{9D46D6F5-DCED-53D2-3A4B-B6FE159D1F86}"/>
          </ac:spMkLst>
        </pc:spChg>
        <pc:spChg chg="mod">
          <ac:chgData name="Khobo, IL, Dr [ilkhobo@sun.ac.za]" userId="b519a442-dcea-4a28-9c45-7e29f1df5837" providerId="ADAL" clId="{8BC8A5CF-2DB3-45E9-BF57-F2ED810C291E}" dt="2026-08-25T17:32:08.908" v="185" actId="404"/>
          <ac:spMkLst>
            <pc:docMk/>
            <pc:sldMk cId="3561896787" sldId="625"/>
            <ac:spMk id="275" creationId="{21B7F96A-8C73-FA56-D041-3642711CA608}"/>
          </ac:spMkLst>
        </pc:spChg>
        <pc:spChg chg="mod">
          <ac:chgData name="Khobo, IL, Dr [ilkhobo@sun.ac.za]" userId="b519a442-dcea-4a28-9c45-7e29f1df5837" providerId="ADAL" clId="{8BC8A5CF-2DB3-45E9-BF57-F2ED810C291E}" dt="2026-08-25T17:32:15.342" v="189" actId="404"/>
          <ac:spMkLst>
            <pc:docMk/>
            <pc:sldMk cId="3561896787" sldId="625"/>
            <ac:spMk id="286" creationId="{6ADBFDE3-144C-51FF-AE7E-2BE8EC73E903}"/>
          </ac:spMkLst>
        </pc:spChg>
        <pc:spChg chg="mod">
          <ac:chgData name="Khobo, IL, Dr [ilkhobo@sun.ac.za]" userId="b519a442-dcea-4a28-9c45-7e29f1df5837" providerId="ADAL" clId="{8BC8A5CF-2DB3-45E9-BF57-F2ED810C291E}" dt="2026-08-25T17:32:24.867" v="197" actId="404"/>
          <ac:spMkLst>
            <pc:docMk/>
            <pc:sldMk cId="3561896787" sldId="625"/>
            <ac:spMk id="297" creationId="{FBF82EF8-F165-BD61-04D0-A21750871D7B}"/>
          </ac:spMkLst>
        </pc:spChg>
        <pc:spChg chg="mod">
          <ac:chgData name="Khobo, IL, Dr [ilkhobo@sun.ac.za]" userId="b519a442-dcea-4a28-9c45-7e29f1df5837" providerId="ADAL" clId="{8BC8A5CF-2DB3-45E9-BF57-F2ED810C291E}" dt="2026-08-25T17:32:30.539" v="201" actId="404"/>
          <ac:spMkLst>
            <pc:docMk/>
            <pc:sldMk cId="3561896787" sldId="625"/>
            <ac:spMk id="308" creationId="{89D835B2-CA24-AF40-0A2B-709AD16B10A0}"/>
          </ac:spMkLst>
        </pc:spChg>
        <pc:spChg chg="mod">
          <ac:chgData name="Khobo, IL, Dr [ilkhobo@sun.ac.za]" userId="b519a442-dcea-4a28-9c45-7e29f1df5837" providerId="ADAL" clId="{8BC8A5CF-2DB3-45E9-BF57-F2ED810C291E}" dt="2026-08-25T17:32:50.585" v="208" actId="20577"/>
          <ac:spMkLst>
            <pc:docMk/>
            <pc:sldMk cId="3561896787" sldId="625"/>
            <ac:spMk id="319" creationId="{F978A2CD-4474-78D7-2D2D-0DF45354057C}"/>
          </ac:spMkLst>
        </pc:spChg>
        <pc:grpChg chg="mod">
          <ac:chgData name="Khobo, IL, Dr [ilkhobo@sun.ac.za]" userId="b519a442-dcea-4a28-9c45-7e29f1df5837" providerId="ADAL" clId="{8BC8A5CF-2DB3-45E9-BF57-F2ED810C291E}" dt="2026-08-25T17:36:17.494" v="267" actId="1076"/>
          <ac:grpSpMkLst>
            <pc:docMk/>
            <pc:sldMk cId="3561896787" sldId="625"/>
            <ac:grpSpMk id="5" creationId="{6226A4F6-87D6-CD59-203F-8525C90C3B83}"/>
          </ac:grpSpMkLst>
        </pc:grpChg>
        <pc:grpChg chg="del">
          <ac:chgData name="Khobo, IL, Dr [ilkhobo@sun.ac.za]" userId="b519a442-dcea-4a28-9c45-7e29f1df5837" providerId="ADAL" clId="{8BC8A5CF-2DB3-45E9-BF57-F2ED810C291E}" dt="2026-08-25T17:35:46.588" v="263" actId="478"/>
          <ac:grpSpMkLst>
            <pc:docMk/>
            <pc:sldMk cId="3561896787" sldId="625"/>
            <ac:grpSpMk id="272" creationId="{BE35598F-C24D-5C70-0A73-06AEB0360D89}"/>
          </ac:grpSpMkLst>
        </pc:grpChg>
        <pc:grpChg chg="del">
          <ac:chgData name="Khobo, IL, Dr [ilkhobo@sun.ac.za]" userId="b519a442-dcea-4a28-9c45-7e29f1df5837" providerId="ADAL" clId="{8BC8A5CF-2DB3-45E9-BF57-F2ED810C291E}" dt="2026-08-25T17:35:46.588" v="263" actId="478"/>
          <ac:grpSpMkLst>
            <pc:docMk/>
            <pc:sldMk cId="3561896787" sldId="625"/>
            <ac:grpSpMk id="283" creationId="{FBA819FB-D268-DDA9-FF8F-8850BECC72A1}"/>
          </ac:grpSpMkLst>
        </pc:grpChg>
        <pc:grpChg chg="del">
          <ac:chgData name="Khobo, IL, Dr [ilkhobo@sun.ac.za]" userId="b519a442-dcea-4a28-9c45-7e29f1df5837" providerId="ADAL" clId="{8BC8A5CF-2DB3-45E9-BF57-F2ED810C291E}" dt="2026-08-25T17:35:46.588" v="263" actId="478"/>
          <ac:grpSpMkLst>
            <pc:docMk/>
            <pc:sldMk cId="3561896787" sldId="625"/>
            <ac:grpSpMk id="294" creationId="{8D1AB514-F75E-43F7-E01F-EA9D81F4E236}"/>
          </ac:grpSpMkLst>
        </pc:grpChg>
        <pc:grpChg chg="del">
          <ac:chgData name="Khobo, IL, Dr [ilkhobo@sun.ac.za]" userId="b519a442-dcea-4a28-9c45-7e29f1df5837" providerId="ADAL" clId="{8BC8A5CF-2DB3-45E9-BF57-F2ED810C291E}" dt="2026-08-25T17:35:46.588" v="263" actId="478"/>
          <ac:grpSpMkLst>
            <pc:docMk/>
            <pc:sldMk cId="3561896787" sldId="625"/>
            <ac:grpSpMk id="305" creationId="{92BB76FA-8BA8-C22C-C9E8-90FC6E27330E}"/>
          </ac:grpSpMkLst>
        </pc:grpChg>
        <pc:grpChg chg="del">
          <ac:chgData name="Khobo, IL, Dr [ilkhobo@sun.ac.za]" userId="b519a442-dcea-4a28-9c45-7e29f1df5837" providerId="ADAL" clId="{8BC8A5CF-2DB3-45E9-BF57-F2ED810C291E}" dt="2026-08-25T17:35:46.588" v="263" actId="478"/>
          <ac:grpSpMkLst>
            <pc:docMk/>
            <pc:sldMk cId="3561896787" sldId="625"/>
            <ac:grpSpMk id="316" creationId="{B06F569A-8CE6-C3BE-30F2-2E5C53FF91C1}"/>
          </ac:grpSpMkLst>
        </pc:grpChg>
        <pc:picChg chg="add del">
          <ac:chgData name="Khobo, IL, Dr [ilkhobo@sun.ac.za]" userId="b519a442-dcea-4a28-9c45-7e29f1df5837" providerId="ADAL" clId="{8BC8A5CF-2DB3-45E9-BF57-F2ED810C291E}" dt="2026-08-25T17:35:48.904" v="265" actId="22"/>
          <ac:picMkLst>
            <pc:docMk/>
            <pc:sldMk cId="3561896787" sldId="625"/>
            <ac:picMk id="3" creationId="{66225182-DF71-0BE2-2C83-971B3ADDFDC9}"/>
          </ac:picMkLst>
        </pc:picChg>
      </pc:sldChg>
      <pc:sldChg chg="addSp delSp modSp add mod">
        <pc:chgData name="Khobo, IL, Dr [ilkhobo@sun.ac.za]" userId="b519a442-dcea-4a28-9c45-7e29f1df5837" providerId="ADAL" clId="{8BC8A5CF-2DB3-45E9-BF57-F2ED810C291E}" dt="2026-08-25T17:46:50.409" v="353"/>
        <pc:sldMkLst>
          <pc:docMk/>
          <pc:sldMk cId="1353918439" sldId="626"/>
        </pc:sldMkLst>
        <pc:spChg chg="add">
          <ac:chgData name="Khobo, IL, Dr [ilkhobo@sun.ac.za]" userId="b519a442-dcea-4a28-9c45-7e29f1df5837" providerId="ADAL" clId="{8BC8A5CF-2DB3-45E9-BF57-F2ED810C291E}" dt="2026-08-25T17:40:38.288" v="299" actId="22"/>
          <ac:spMkLst>
            <pc:docMk/>
            <pc:sldMk cId="1353918439" sldId="626"/>
            <ac:spMk id="3" creationId="{683ECB72-98F8-F49A-9391-ED534A17B355}"/>
          </ac:spMkLst>
        </pc:spChg>
        <pc:spChg chg="del">
          <ac:chgData name="Khobo, IL, Dr [ilkhobo@sun.ac.za]" userId="b519a442-dcea-4a28-9c45-7e29f1df5837" providerId="ADAL" clId="{8BC8A5CF-2DB3-45E9-BF57-F2ED810C291E}" dt="2026-08-25T17:40:37.725" v="298" actId="478"/>
          <ac:spMkLst>
            <pc:docMk/>
            <pc:sldMk cId="1353918439" sldId="626"/>
            <ac:spMk id="4" creationId="{DBC497BE-3222-4F34-8337-4EA9E6B996FD}"/>
          </ac:spMkLst>
        </pc:spChg>
        <pc:spChg chg="mod">
          <ac:chgData name="Khobo, IL, Dr [ilkhobo@sun.ac.za]" userId="b519a442-dcea-4a28-9c45-7e29f1df5837" providerId="ADAL" clId="{8BC8A5CF-2DB3-45E9-BF57-F2ED810C291E}" dt="2026-08-25T17:46:50.409" v="353"/>
          <ac:spMkLst>
            <pc:docMk/>
            <pc:sldMk cId="1353918439" sldId="626"/>
            <ac:spMk id="32" creationId="{FBE0B40F-1FFA-629B-79AA-924AB32418A2}"/>
          </ac:spMkLst>
        </pc:spChg>
        <pc:spChg chg="mod">
          <ac:chgData name="Khobo, IL, Dr [ilkhobo@sun.ac.za]" userId="b519a442-dcea-4a28-9c45-7e29f1df5837" providerId="ADAL" clId="{8BC8A5CF-2DB3-45E9-BF57-F2ED810C291E}" dt="2026-08-25T17:41:59.187" v="309" actId="20577"/>
          <ac:spMkLst>
            <pc:docMk/>
            <pc:sldMk cId="1353918439" sldId="626"/>
            <ac:spMk id="61" creationId="{14D8C260-1D4D-1901-F72A-CC39546965B0}"/>
          </ac:spMkLst>
        </pc:spChg>
        <pc:spChg chg="mod">
          <ac:chgData name="Khobo, IL, Dr [ilkhobo@sun.ac.za]" userId="b519a442-dcea-4a28-9c45-7e29f1df5837" providerId="ADAL" clId="{8BC8A5CF-2DB3-45E9-BF57-F2ED810C291E}" dt="2026-08-25T17:42:22.901" v="322" actId="20577"/>
          <ac:spMkLst>
            <pc:docMk/>
            <pc:sldMk cId="1353918439" sldId="626"/>
            <ac:spMk id="148" creationId="{977308DD-06A2-8E93-2581-EFDF47E63481}"/>
          </ac:spMkLst>
        </pc:spChg>
        <pc:grpChg chg="mod">
          <ac:chgData name="Khobo, IL, Dr [ilkhobo@sun.ac.za]" userId="b519a442-dcea-4a28-9c45-7e29f1df5837" providerId="ADAL" clId="{8BC8A5CF-2DB3-45E9-BF57-F2ED810C291E}" dt="2026-08-25T17:37:43.687" v="270" actId="1076"/>
          <ac:grpSpMkLst>
            <pc:docMk/>
            <pc:sldMk cId="1353918439" sldId="626"/>
            <ac:grpSpMk id="17" creationId="{8D3B730B-16E7-22A5-D050-B4B4FE4E5A73}"/>
          </ac:grpSpMkLst>
        </pc:grpChg>
      </pc:sldChg>
      <pc:sldChg chg="addSp delSp modSp add mod">
        <pc:chgData name="Khobo, IL, Dr [ilkhobo@sun.ac.za]" userId="b519a442-dcea-4a28-9c45-7e29f1df5837" providerId="ADAL" clId="{8BC8A5CF-2DB3-45E9-BF57-F2ED810C291E}" dt="2026-08-25T17:46:45.541" v="352"/>
        <pc:sldMkLst>
          <pc:docMk/>
          <pc:sldMk cId="1435842356" sldId="627"/>
        </pc:sldMkLst>
        <pc:spChg chg="add">
          <ac:chgData name="Khobo, IL, Dr [ilkhobo@sun.ac.za]" userId="b519a442-dcea-4a28-9c45-7e29f1df5837" providerId="ADAL" clId="{8BC8A5CF-2DB3-45E9-BF57-F2ED810C291E}" dt="2026-08-25T17:40:43.723" v="301" actId="22"/>
          <ac:spMkLst>
            <pc:docMk/>
            <pc:sldMk cId="1435842356" sldId="627"/>
            <ac:spMk id="3" creationId="{EE1F3B83-D947-7877-B693-893E0A06208D}"/>
          </ac:spMkLst>
        </pc:spChg>
        <pc:spChg chg="del">
          <ac:chgData name="Khobo, IL, Dr [ilkhobo@sun.ac.za]" userId="b519a442-dcea-4a28-9c45-7e29f1df5837" providerId="ADAL" clId="{8BC8A5CF-2DB3-45E9-BF57-F2ED810C291E}" dt="2026-08-25T17:40:43.235" v="300" actId="478"/>
          <ac:spMkLst>
            <pc:docMk/>
            <pc:sldMk cId="1435842356" sldId="627"/>
            <ac:spMk id="4" creationId="{FD5DB6DC-FE66-25FD-EA1D-FEC3A90D822A}"/>
          </ac:spMkLst>
        </pc:spChg>
        <pc:spChg chg="mod">
          <ac:chgData name="Khobo, IL, Dr [ilkhobo@sun.ac.za]" userId="b519a442-dcea-4a28-9c45-7e29f1df5837" providerId="ADAL" clId="{8BC8A5CF-2DB3-45E9-BF57-F2ED810C291E}" dt="2026-08-25T17:46:45.541" v="352"/>
          <ac:spMkLst>
            <pc:docMk/>
            <pc:sldMk cId="1435842356" sldId="627"/>
            <ac:spMk id="32" creationId="{A7962357-074A-E7C1-4FAE-9DD2A92691AD}"/>
          </ac:spMkLst>
        </pc:spChg>
        <pc:spChg chg="mod">
          <ac:chgData name="Khobo, IL, Dr [ilkhobo@sun.ac.za]" userId="b519a442-dcea-4a28-9c45-7e29f1df5837" providerId="ADAL" clId="{8BC8A5CF-2DB3-45E9-BF57-F2ED810C291E}" dt="2026-08-25T17:42:07.714" v="311" actId="20577"/>
          <ac:spMkLst>
            <pc:docMk/>
            <pc:sldMk cId="1435842356" sldId="627"/>
            <ac:spMk id="61" creationId="{8A0EEEF6-5951-058D-02F4-148621A9070B}"/>
          </ac:spMkLst>
        </pc:spChg>
        <pc:spChg chg="mod">
          <ac:chgData name="Khobo, IL, Dr [ilkhobo@sun.ac.za]" userId="b519a442-dcea-4a28-9c45-7e29f1df5837" providerId="ADAL" clId="{8BC8A5CF-2DB3-45E9-BF57-F2ED810C291E}" dt="2026-08-25T17:42:13.390" v="317" actId="20577"/>
          <ac:spMkLst>
            <pc:docMk/>
            <pc:sldMk cId="1435842356" sldId="627"/>
            <ac:spMk id="148" creationId="{08B517DF-BDC3-CBBC-1A2F-9DF539D07109}"/>
          </ac:spMkLst>
        </pc:spChg>
        <pc:grpChg chg="mod">
          <ac:chgData name="Khobo, IL, Dr [ilkhobo@sun.ac.za]" userId="b519a442-dcea-4a28-9c45-7e29f1df5837" providerId="ADAL" clId="{8BC8A5CF-2DB3-45E9-BF57-F2ED810C291E}" dt="2026-08-25T17:38:01.691" v="272" actId="1076"/>
          <ac:grpSpMkLst>
            <pc:docMk/>
            <pc:sldMk cId="1435842356" sldId="627"/>
            <ac:grpSpMk id="36" creationId="{A349F993-E225-D7AE-BA9A-4288ECEFD8CB}"/>
          </ac:grpSpMkLst>
        </pc:grpChg>
      </pc:sldChg>
      <pc:sldChg chg="addSp delSp modSp add mod">
        <pc:chgData name="Khobo, IL, Dr [ilkhobo@sun.ac.za]" userId="b519a442-dcea-4a28-9c45-7e29f1df5837" providerId="ADAL" clId="{8BC8A5CF-2DB3-45E9-BF57-F2ED810C291E}" dt="2026-08-25T17:46:41.040" v="351"/>
        <pc:sldMkLst>
          <pc:docMk/>
          <pc:sldMk cId="2162361235" sldId="628"/>
        </pc:sldMkLst>
        <pc:spChg chg="add">
          <ac:chgData name="Khobo, IL, Dr [ilkhobo@sun.ac.za]" userId="b519a442-dcea-4a28-9c45-7e29f1df5837" providerId="ADAL" clId="{8BC8A5CF-2DB3-45E9-BF57-F2ED810C291E}" dt="2026-08-25T17:40:48.914" v="303" actId="22"/>
          <ac:spMkLst>
            <pc:docMk/>
            <pc:sldMk cId="2162361235" sldId="628"/>
            <ac:spMk id="3" creationId="{DAD34435-3835-D81A-0E4A-79F9F51E7EEB}"/>
          </ac:spMkLst>
        </pc:spChg>
        <pc:spChg chg="del">
          <ac:chgData name="Khobo, IL, Dr [ilkhobo@sun.ac.za]" userId="b519a442-dcea-4a28-9c45-7e29f1df5837" providerId="ADAL" clId="{8BC8A5CF-2DB3-45E9-BF57-F2ED810C291E}" dt="2026-08-25T17:40:48.422" v="302" actId="478"/>
          <ac:spMkLst>
            <pc:docMk/>
            <pc:sldMk cId="2162361235" sldId="628"/>
            <ac:spMk id="4" creationId="{11260913-DAC2-7BAC-3786-0C821AA20474}"/>
          </ac:spMkLst>
        </pc:spChg>
        <pc:spChg chg="mod">
          <ac:chgData name="Khobo, IL, Dr [ilkhobo@sun.ac.za]" userId="b519a442-dcea-4a28-9c45-7e29f1df5837" providerId="ADAL" clId="{8BC8A5CF-2DB3-45E9-BF57-F2ED810C291E}" dt="2026-08-25T17:46:41.040" v="351"/>
          <ac:spMkLst>
            <pc:docMk/>
            <pc:sldMk cId="2162361235" sldId="628"/>
            <ac:spMk id="32" creationId="{92BC56C2-36E8-C9A3-CDCA-BA6961B95B8C}"/>
          </ac:spMkLst>
        </pc:spChg>
        <pc:spChg chg="mod">
          <ac:chgData name="Khobo, IL, Dr [ilkhobo@sun.ac.za]" userId="b519a442-dcea-4a28-9c45-7e29f1df5837" providerId="ADAL" clId="{8BC8A5CF-2DB3-45E9-BF57-F2ED810C291E}" dt="2026-08-25T17:44:21.206" v="324" actId="20577"/>
          <ac:spMkLst>
            <pc:docMk/>
            <pc:sldMk cId="2162361235" sldId="628"/>
            <ac:spMk id="61" creationId="{BCB8B16C-7905-D294-C37E-279CCB49D38D}"/>
          </ac:spMkLst>
        </pc:spChg>
        <pc:spChg chg="mod">
          <ac:chgData name="Khobo, IL, Dr [ilkhobo@sun.ac.za]" userId="b519a442-dcea-4a28-9c45-7e29f1df5837" providerId="ADAL" clId="{8BC8A5CF-2DB3-45E9-BF57-F2ED810C291E}" dt="2026-08-25T17:44:31.595" v="334" actId="20577"/>
          <ac:spMkLst>
            <pc:docMk/>
            <pc:sldMk cId="2162361235" sldId="628"/>
            <ac:spMk id="148" creationId="{7F07381D-C6DF-1220-EEAE-9E2BB3CDE2C8}"/>
          </ac:spMkLst>
        </pc:spChg>
        <pc:grpChg chg="mod">
          <ac:chgData name="Khobo, IL, Dr [ilkhobo@sun.ac.za]" userId="b519a442-dcea-4a28-9c45-7e29f1df5837" providerId="ADAL" clId="{8BC8A5CF-2DB3-45E9-BF57-F2ED810C291E}" dt="2026-08-25T17:38:22.387" v="275" actId="1076"/>
          <ac:grpSpMkLst>
            <pc:docMk/>
            <pc:sldMk cId="2162361235" sldId="628"/>
            <ac:grpSpMk id="51" creationId="{23FB984B-D0F6-D49B-E2D9-5F9CF0A1268A}"/>
          </ac:grpSpMkLst>
        </pc:grpChg>
      </pc:sldChg>
      <pc:sldChg chg="addSp delSp modSp add mod">
        <pc:chgData name="Khobo, IL, Dr [ilkhobo@sun.ac.za]" userId="b519a442-dcea-4a28-9c45-7e29f1df5837" providerId="ADAL" clId="{8BC8A5CF-2DB3-45E9-BF57-F2ED810C291E}" dt="2026-08-25T17:46:34.335" v="350" actId="20577"/>
        <pc:sldMkLst>
          <pc:docMk/>
          <pc:sldMk cId="2257265958" sldId="629"/>
        </pc:sldMkLst>
        <pc:spChg chg="add">
          <ac:chgData name="Khobo, IL, Dr [ilkhobo@sun.ac.za]" userId="b519a442-dcea-4a28-9c45-7e29f1df5837" providerId="ADAL" clId="{8BC8A5CF-2DB3-45E9-BF57-F2ED810C291E}" dt="2026-08-25T17:40:53.938" v="305" actId="22"/>
          <ac:spMkLst>
            <pc:docMk/>
            <pc:sldMk cId="2257265958" sldId="629"/>
            <ac:spMk id="3" creationId="{3FE48C39-B5D2-9CA4-E30B-64630D8E6970}"/>
          </ac:spMkLst>
        </pc:spChg>
        <pc:spChg chg="del">
          <ac:chgData name="Khobo, IL, Dr [ilkhobo@sun.ac.za]" userId="b519a442-dcea-4a28-9c45-7e29f1df5837" providerId="ADAL" clId="{8BC8A5CF-2DB3-45E9-BF57-F2ED810C291E}" dt="2026-08-25T17:40:53.455" v="304" actId="478"/>
          <ac:spMkLst>
            <pc:docMk/>
            <pc:sldMk cId="2257265958" sldId="629"/>
            <ac:spMk id="4" creationId="{3CACB23D-47D6-DC8F-3D5D-2AFD48B1376D}"/>
          </ac:spMkLst>
        </pc:spChg>
        <pc:spChg chg="mod">
          <ac:chgData name="Khobo, IL, Dr [ilkhobo@sun.ac.za]" userId="b519a442-dcea-4a28-9c45-7e29f1df5837" providerId="ADAL" clId="{8BC8A5CF-2DB3-45E9-BF57-F2ED810C291E}" dt="2026-08-25T17:46:34.335" v="350" actId="20577"/>
          <ac:spMkLst>
            <pc:docMk/>
            <pc:sldMk cId="2257265958" sldId="629"/>
            <ac:spMk id="32" creationId="{21F5A8D5-69EA-7BAA-D920-579E6F61C3E8}"/>
          </ac:spMkLst>
        </pc:spChg>
        <pc:spChg chg="mod">
          <ac:chgData name="Khobo, IL, Dr [ilkhobo@sun.ac.za]" userId="b519a442-dcea-4a28-9c45-7e29f1df5837" providerId="ADAL" clId="{8BC8A5CF-2DB3-45E9-BF57-F2ED810C291E}" dt="2026-08-25T17:44:41.332" v="336" actId="20577"/>
          <ac:spMkLst>
            <pc:docMk/>
            <pc:sldMk cId="2257265958" sldId="629"/>
            <ac:spMk id="61" creationId="{133F12F3-122F-3700-D7B2-1193346F6201}"/>
          </ac:spMkLst>
        </pc:spChg>
        <pc:spChg chg="mod">
          <ac:chgData name="Khobo, IL, Dr [ilkhobo@sun.ac.za]" userId="b519a442-dcea-4a28-9c45-7e29f1df5837" providerId="ADAL" clId="{8BC8A5CF-2DB3-45E9-BF57-F2ED810C291E}" dt="2026-08-25T17:38:43.751" v="277" actId="1076"/>
          <ac:spMkLst>
            <pc:docMk/>
            <pc:sldMk cId="2257265958" sldId="629"/>
            <ac:spMk id="143" creationId="{AD11E6B7-C389-736E-1DA5-7650C45D7C68}"/>
          </ac:spMkLst>
        </pc:spChg>
        <pc:spChg chg="mod">
          <ac:chgData name="Khobo, IL, Dr [ilkhobo@sun.ac.za]" userId="b519a442-dcea-4a28-9c45-7e29f1df5837" providerId="ADAL" clId="{8BC8A5CF-2DB3-45E9-BF57-F2ED810C291E}" dt="2026-08-25T17:44:50.107" v="339" actId="20577"/>
          <ac:spMkLst>
            <pc:docMk/>
            <pc:sldMk cId="2257265958" sldId="629"/>
            <ac:spMk id="148" creationId="{992F236A-C4F2-5597-275E-0AF5B7FFC5CD}"/>
          </ac:spMkLst>
        </pc:spChg>
        <pc:spChg chg="del mod">
          <ac:chgData name="Khobo, IL, Dr [ilkhobo@sun.ac.za]" userId="b519a442-dcea-4a28-9c45-7e29f1df5837" providerId="ADAL" clId="{8BC8A5CF-2DB3-45E9-BF57-F2ED810C291E}" dt="2026-08-25T17:39:03.867" v="287" actId="478"/>
          <ac:spMkLst>
            <pc:docMk/>
            <pc:sldMk cId="2257265958" sldId="629"/>
            <ac:spMk id="327" creationId="{9953E10C-B114-9D5E-882B-3FF65C4E1412}"/>
          </ac:spMkLst>
        </pc:spChg>
        <pc:grpChg chg="mod">
          <ac:chgData name="Khobo, IL, Dr [ilkhobo@sun.ac.za]" userId="b519a442-dcea-4a28-9c45-7e29f1df5837" providerId="ADAL" clId="{8BC8A5CF-2DB3-45E9-BF57-F2ED810C291E}" dt="2026-08-25T17:38:43.751" v="277" actId="1076"/>
          <ac:grpSpMkLst>
            <pc:docMk/>
            <pc:sldMk cId="2257265958" sldId="629"/>
            <ac:grpSpMk id="63" creationId="{69A92EA2-9805-6553-91A3-AEB1E3EF7EE8}"/>
          </ac:grpSpMkLst>
        </pc:grpChg>
      </pc:sldChg>
      <pc:sldChg chg="addSp delSp modSp add mod">
        <pc:chgData name="Khobo, IL, Dr [ilkhobo@sun.ac.za]" userId="b519a442-dcea-4a28-9c45-7e29f1df5837" providerId="ADAL" clId="{8BC8A5CF-2DB3-45E9-BF57-F2ED810C291E}" dt="2026-08-25T19:03:42.078" v="432" actId="1076"/>
        <pc:sldMkLst>
          <pc:docMk/>
          <pc:sldMk cId="2710243260" sldId="630"/>
        </pc:sldMkLst>
        <pc:spChg chg="del">
          <ac:chgData name="Khobo, IL, Dr [ilkhobo@sun.ac.za]" userId="b519a442-dcea-4a28-9c45-7e29f1df5837" providerId="ADAL" clId="{8BC8A5CF-2DB3-45E9-BF57-F2ED810C291E}" dt="2026-08-25T17:47:59.909" v="368" actId="478"/>
          <ac:spMkLst>
            <pc:docMk/>
            <pc:sldMk cId="2710243260" sldId="630"/>
            <ac:spMk id="3" creationId="{B8DE4C9C-CC78-C18F-8140-5F243C8FCE93}"/>
          </ac:spMkLst>
        </pc:spChg>
        <pc:spChg chg="del">
          <ac:chgData name="Khobo, IL, Dr [ilkhobo@sun.ac.za]" userId="b519a442-dcea-4a28-9c45-7e29f1df5837" providerId="ADAL" clId="{8BC8A5CF-2DB3-45E9-BF57-F2ED810C291E}" dt="2026-08-25T17:47:47.384" v="365" actId="478"/>
          <ac:spMkLst>
            <pc:docMk/>
            <pc:sldMk cId="2710243260" sldId="630"/>
            <ac:spMk id="30" creationId="{8B31F320-F15E-C3FD-063B-D19FEB89CE3A}"/>
          </ac:spMkLst>
        </pc:spChg>
        <pc:spChg chg="del">
          <ac:chgData name="Khobo, IL, Dr [ilkhobo@sun.ac.za]" userId="b519a442-dcea-4a28-9c45-7e29f1df5837" providerId="ADAL" clId="{8BC8A5CF-2DB3-45E9-BF57-F2ED810C291E}" dt="2026-08-25T17:47:50.873" v="366" actId="478"/>
          <ac:spMkLst>
            <pc:docMk/>
            <pc:sldMk cId="2710243260" sldId="630"/>
            <ac:spMk id="35" creationId="{EB89BE1D-02A6-2392-8C95-28919CB88851}"/>
          </ac:spMkLst>
        </pc:spChg>
        <pc:spChg chg="del">
          <ac:chgData name="Khobo, IL, Dr [ilkhobo@sun.ac.za]" userId="b519a442-dcea-4a28-9c45-7e29f1df5837" providerId="ADAL" clId="{8BC8A5CF-2DB3-45E9-BF57-F2ED810C291E}" dt="2026-08-25T17:47:43.933" v="364" actId="478"/>
          <ac:spMkLst>
            <pc:docMk/>
            <pc:sldMk cId="2710243260" sldId="630"/>
            <ac:spMk id="61" creationId="{67E5A759-24EA-C561-F416-917442457565}"/>
          </ac:spMkLst>
        </pc:spChg>
        <pc:spChg chg="del">
          <ac:chgData name="Khobo, IL, Dr [ilkhobo@sun.ac.za]" userId="b519a442-dcea-4a28-9c45-7e29f1df5837" providerId="ADAL" clId="{8BC8A5CF-2DB3-45E9-BF57-F2ED810C291E}" dt="2026-08-25T17:47:38.882" v="362" actId="478"/>
          <ac:spMkLst>
            <pc:docMk/>
            <pc:sldMk cId="2710243260" sldId="630"/>
            <ac:spMk id="143" creationId="{A0A119CD-7F06-5719-28D3-B0E92E23A55C}"/>
          </ac:spMkLst>
        </pc:spChg>
        <pc:spChg chg="add del mod">
          <ac:chgData name="Khobo, IL, Dr [ilkhobo@sun.ac.za]" userId="b519a442-dcea-4a28-9c45-7e29f1df5837" providerId="ADAL" clId="{8BC8A5CF-2DB3-45E9-BF57-F2ED810C291E}" dt="2026-08-25T18:28:27.805" v="422" actId="478"/>
          <ac:spMkLst>
            <pc:docMk/>
            <pc:sldMk cId="2710243260" sldId="630"/>
            <ac:spMk id="145" creationId="{1DEF72DB-C8C5-ED6C-AF4A-6F8DF5D801F6}"/>
          </ac:spMkLst>
        </pc:spChg>
        <pc:spChg chg="del">
          <ac:chgData name="Khobo, IL, Dr [ilkhobo@sun.ac.za]" userId="b519a442-dcea-4a28-9c45-7e29f1df5837" providerId="ADAL" clId="{8BC8A5CF-2DB3-45E9-BF57-F2ED810C291E}" dt="2026-08-25T17:47:53.158" v="367" actId="478"/>
          <ac:spMkLst>
            <pc:docMk/>
            <pc:sldMk cId="2710243260" sldId="630"/>
            <ac:spMk id="148" creationId="{485E2AB5-FAD2-468E-2A5D-3B7B2C690198}"/>
          </ac:spMkLst>
        </pc:spChg>
        <pc:grpChg chg="del">
          <ac:chgData name="Khobo, IL, Dr [ilkhobo@sun.ac.za]" userId="b519a442-dcea-4a28-9c45-7e29f1df5837" providerId="ADAL" clId="{8BC8A5CF-2DB3-45E9-BF57-F2ED810C291E}" dt="2026-08-25T17:47:29.607" v="358" actId="478"/>
          <ac:grpSpMkLst>
            <pc:docMk/>
            <pc:sldMk cId="2710243260" sldId="630"/>
            <ac:grpSpMk id="5" creationId="{718F79EA-0944-21D7-F12C-E78685EE7590}"/>
          </ac:grpSpMkLst>
        </pc:grpChg>
        <pc:grpChg chg="del">
          <ac:chgData name="Khobo, IL, Dr [ilkhobo@sun.ac.za]" userId="b519a442-dcea-4a28-9c45-7e29f1df5837" providerId="ADAL" clId="{8BC8A5CF-2DB3-45E9-BF57-F2ED810C291E}" dt="2026-08-25T17:47:31.983" v="359" actId="478"/>
          <ac:grpSpMkLst>
            <pc:docMk/>
            <pc:sldMk cId="2710243260" sldId="630"/>
            <ac:grpSpMk id="17" creationId="{110B1433-3B37-6294-A394-CB1C3C441BE2}"/>
          </ac:grpSpMkLst>
        </pc:grpChg>
        <pc:grpChg chg="del">
          <ac:chgData name="Khobo, IL, Dr [ilkhobo@sun.ac.za]" userId="b519a442-dcea-4a28-9c45-7e29f1df5837" providerId="ADAL" clId="{8BC8A5CF-2DB3-45E9-BF57-F2ED810C291E}" dt="2026-08-25T17:47:34.104" v="360" actId="478"/>
          <ac:grpSpMkLst>
            <pc:docMk/>
            <pc:sldMk cId="2710243260" sldId="630"/>
            <ac:grpSpMk id="36" creationId="{976D3AB3-33AC-DF3B-61DF-5F38EEF6962E}"/>
          </ac:grpSpMkLst>
        </pc:grpChg>
        <pc:grpChg chg="del">
          <ac:chgData name="Khobo, IL, Dr [ilkhobo@sun.ac.za]" userId="b519a442-dcea-4a28-9c45-7e29f1df5837" providerId="ADAL" clId="{8BC8A5CF-2DB3-45E9-BF57-F2ED810C291E}" dt="2026-08-25T17:47:36.115" v="361" actId="478"/>
          <ac:grpSpMkLst>
            <pc:docMk/>
            <pc:sldMk cId="2710243260" sldId="630"/>
            <ac:grpSpMk id="51" creationId="{5A002D55-2016-3651-A181-EDDF375443FE}"/>
          </ac:grpSpMkLst>
        </pc:grpChg>
        <pc:grpChg chg="del">
          <ac:chgData name="Khobo, IL, Dr [ilkhobo@sun.ac.za]" userId="b519a442-dcea-4a28-9c45-7e29f1df5837" providerId="ADAL" clId="{8BC8A5CF-2DB3-45E9-BF57-F2ED810C291E}" dt="2026-08-25T17:47:40.649" v="363" actId="478"/>
          <ac:grpSpMkLst>
            <pc:docMk/>
            <pc:sldMk cId="2710243260" sldId="630"/>
            <ac:grpSpMk id="63" creationId="{F29DFBAE-01EE-EB02-7D6B-5D7E35AB9E41}"/>
          </ac:grpSpMkLst>
        </pc:grpChg>
        <pc:grpChg chg="del">
          <ac:chgData name="Khobo, IL, Dr [ilkhobo@sun.ac.za]" userId="b519a442-dcea-4a28-9c45-7e29f1df5837" providerId="ADAL" clId="{8BC8A5CF-2DB3-45E9-BF57-F2ED810C291E}" dt="2026-08-25T17:47:26.572" v="357" actId="478"/>
          <ac:grpSpMkLst>
            <pc:docMk/>
            <pc:sldMk cId="2710243260" sldId="630"/>
            <ac:grpSpMk id="147" creationId="{5516A3E5-7833-3A32-737E-33AE5D3885A2}"/>
          </ac:grpSpMkLst>
        </pc:grpChg>
        <pc:picChg chg="add mod">
          <ac:chgData name="Khobo, IL, Dr [ilkhobo@sun.ac.za]" userId="b519a442-dcea-4a28-9c45-7e29f1df5837" providerId="ADAL" clId="{8BC8A5CF-2DB3-45E9-BF57-F2ED810C291E}" dt="2026-08-25T18:38:20.773" v="423" actId="1076"/>
          <ac:picMkLst>
            <pc:docMk/>
            <pc:sldMk cId="2710243260" sldId="630"/>
            <ac:picMk id="4" creationId="{B48DD440-943B-941C-D53C-03C315BE1A8F}"/>
          </ac:picMkLst>
        </pc:picChg>
        <pc:picChg chg="add mod">
          <ac:chgData name="Khobo, IL, Dr [ilkhobo@sun.ac.za]" userId="b519a442-dcea-4a28-9c45-7e29f1df5837" providerId="ADAL" clId="{8BC8A5CF-2DB3-45E9-BF57-F2ED810C291E}" dt="2026-08-25T19:03:42.078" v="432" actId="1076"/>
          <ac:picMkLst>
            <pc:docMk/>
            <pc:sldMk cId="2710243260" sldId="630"/>
            <ac:picMk id="150" creationId="{001A25FD-11D3-76B6-2216-8C0F41F199FC}"/>
          </ac:picMkLst>
        </pc:picChg>
      </pc:sldChg>
      <pc:sldChg chg="addSp delSp modSp add mod">
        <pc:chgData name="Khobo, IL, Dr [ilkhobo@sun.ac.za]" userId="b519a442-dcea-4a28-9c45-7e29f1df5837" providerId="ADAL" clId="{8BC8A5CF-2DB3-45E9-BF57-F2ED810C291E}" dt="2026-08-26T06:38:18.939" v="764" actId="14100"/>
        <pc:sldMkLst>
          <pc:docMk/>
          <pc:sldMk cId="1883182613" sldId="631"/>
        </pc:sldMkLst>
        <pc:spChg chg="add mod">
          <ac:chgData name="Khobo, IL, Dr [ilkhobo@sun.ac.za]" userId="b519a442-dcea-4a28-9c45-7e29f1df5837" providerId="ADAL" clId="{8BC8A5CF-2DB3-45E9-BF57-F2ED810C291E}" dt="2026-08-25T18:22:37.173" v="414" actId="164"/>
          <ac:spMkLst>
            <pc:docMk/>
            <pc:sldMk cId="1883182613" sldId="631"/>
            <ac:spMk id="6" creationId="{6370D153-A127-9E85-1557-2D6634AD996D}"/>
          </ac:spMkLst>
        </pc:spChg>
        <pc:spChg chg="add mod">
          <ac:chgData name="Khobo, IL, Dr [ilkhobo@sun.ac.za]" userId="b519a442-dcea-4a28-9c45-7e29f1df5837" providerId="ADAL" clId="{8BC8A5CF-2DB3-45E9-BF57-F2ED810C291E}" dt="2026-08-25T18:22:37.173" v="414" actId="164"/>
          <ac:spMkLst>
            <pc:docMk/>
            <pc:sldMk cId="1883182613" sldId="631"/>
            <ac:spMk id="7" creationId="{41E2C464-1EBF-A22F-111D-87B5391E95E2}"/>
          </ac:spMkLst>
        </pc:spChg>
        <pc:spChg chg="add mod">
          <ac:chgData name="Khobo, IL, Dr [ilkhobo@sun.ac.za]" userId="b519a442-dcea-4a28-9c45-7e29f1df5837" providerId="ADAL" clId="{8BC8A5CF-2DB3-45E9-BF57-F2ED810C291E}" dt="2026-08-26T05:56:50.174" v="742" actId="20577"/>
          <ac:spMkLst>
            <pc:docMk/>
            <pc:sldMk cId="1883182613" sldId="631"/>
            <ac:spMk id="9" creationId="{4ECF3514-1462-F49F-5CE7-1349BF4BF694}"/>
          </ac:spMkLst>
        </pc:spChg>
        <pc:spChg chg="add mod">
          <ac:chgData name="Khobo, IL, Dr [ilkhobo@sun.ac.za]" userId="b519a442-dcea-4a28-9c45-7e29f1df5837" providerId="ADAL" clId="{8BC8A5CF-2DB3-45E9-BF57-F2ED810C291E}" dt="2026-08-26T05:56:41.114" v="739" actId="20577"/>
          <ac:spMkLst>
            <pc:docMk/>
            <pc:sldMk cId="1883182613" sldId="631"/>
            <ac:spMk id="11" creationId="{AB4875E0-13AB-43FA-5788-B5285191D986}"/>
          </ac:spMkLst>
        </pc:spChg>
        <pc:spChg chg="add mod">
          <ac:chgData name="Khobo, IL, Dr [ilkhobo@sun.ac.za]" userId="b519a442-dcea-4a28-9c45-7e29f1df5837" providerId="ADAL" clId="{8BC8A5CF-2DB3-45E9-BF57-F2ED810C291E}" dt="2026-08-25T18:22:37.173" v="414" actId="164"/>
          <ac:spMkLst>
            <pc:docMk/>
            <pc:sldMk cId="1883182613" sldId="631"/>
            <ac:spMk id="13" creationId="{0F16EAA4-9BCF-18B2-4842-868B1D4C0253}"/>
          </ac:spMkLst>
        </pc:spChg>
        <pc:spChg chg="add mod">
          <ac:chgData name="Khobo, IL, Dr [ilkhobo@sun.ac.za]" userId="b519a442-dcea-4a28-9c45-7e29f1df5837" providerId="ADAL" clId="{8BC8A5CF-2DB3-45E9-BF57-F2ED810C291E}" dt="2026-08-26T05:56:46.669" v="741" actId="20577"/>
          <ac:spMkLst>
            <pc:docMk/>
            <pc:sldMk cId="1883182613" sldId="631"/>
            <ac:spMk id="15" creationId="{6163DD70-24BF-7111-5ADA-85C6F57DE642}"/>
          </ac:spMkLst>
        </pc:spChg>
        <pc:spChg chg="add mod">
          <ac:chgData name="Khobo, IL, Dr [ilkhobo@sun.ac.za]" userId="b519a442-dcea-4a28-9c45-7e29f1df5837" providerId="ADAL" clId="{8BC8A5CF-2DB3-45E9-BF57-F2ED810C291E}" dt="2026-08-26T05:56:54.851" v="744" actId="20577"/>
          <ac:spMkLst>
            <pc:docMk/>
            <pc:sldMk cId="1883182613" sldId="631"/>
            <ac:spMk id="17" creationId="{1AED1C29-01A7-9A13-9760-11DA64D5BF29}"/>
          </ac:spMkLst>
        </pc:spChg>
        <pc:spChg chg="mod">
          <ac:chgData name="Khobo, IL, Dr [ilkhobo@sun.ac.za]" userId="b519a442-dcea-4a28-9c45-7e29f1df5837" providerId="ADAL" clId="{8BC8A5CF-2DB3-45E9-BF57-F2ED810C291E}" dt="2026-08-26T06:38:18.939" v="764" actId="14100"/>
          <ac:spMkLst>
            <pc:docMk/>
            <pc:sldMk cId="1883182613" sldId="631"/>
            <ac:spMk id="32" creationId="{DB833B33-46DF-B601-7933-8DBC59475C5F}"/>
          </ac:spMkLst>
        </pc:spChg>
        <pc:grpChg chg="add mod">
          <ac:chgData name="Khobo, IL, Dr [ilkhobo@sun.ac.za]" userId="b519a442-dcea-4a28-9c45-7e29f1df5837" providerId="ADAL" clId="{8BC8A5CF-2DB3-45E9-BF57-F2ED810C291E}" dt="2026-08-25T18:22:41.541" v="415" actId="1076"/>
          <ac:grpSpMkLst>
            <pc:docMk/>
            <pc:sldMk cId="1883182613" sldId="631"/>
            <ac:grpSpMk id="18" creationId="{33686FF3-C5BE-F8B9-F5D9-7E92598CC256}"/>
          </ac:grpSpMkLst>
        </pc:grpChg>
        <pc:picChg chg="add del mod">
          <ac:chgData name="Khobo, IL, Dr [ilkhobo@sun.ac.za]" userId="b519a442-dcea-4a28-9c45-7e29f1df5837" providerId="ADAL" clId="{8BC8A5CF-2DB3-45E9-BF57-F2ED810C291E}" dt="2026-08-26T05:56:11.478" v="730" actId="478"/>
          <ac:picMkLst>
            <pc:docMk/>
            <pc:sldMk cId="1883182613" sldId="631"/>
            <ac:picMk id="3" creationId="{299050DC-FD59-1279-7275-F82984AA7C4C}"/>
          </ac:picMkLst>
        </pc:picChg>
        <pc:picChg chg="del">
          <ac:chgData name="Khobo, IL, Dr [ilkhobo@sun.ac.za]" userId="b519a442-dcea-4a28-9c45-7e29f1df5837" providerId="ADAL" clId="{8BC8A5CF-2DB3-45E9-BF57-F2ED810C291E}" dt="2026-08-25T18:19:58.707" v="375" actId="478"/>
          <ac:picMkLst>
            <pc:docMk/>
            <pc:sldMk cId="1883182613" sldId="631"/>
            <ac:picMk id="4" creationId="{C6253068-F7BF-412F-FC67-9EAF73675609}"/>
          </ac:picMkLst>
        </pc:picChg>
        <pc:picChg chg="add del mod">
          <ac:chgData name="Khobo, IL, Dr [ilkhobo@sun.ac.za]" userId="b519a442-dcea-4a28-9c45-7e29f1df5837" providerId="ADAL" clId="{8BC8A5CF-2DB3-45E9-BF57-F2ED810C291E}" dt="2026-08-26T05:56:57.004" v="745" actId="478"/>
          <ac:picMkLst>
            <pc:docMk/>
            <pc:sldMk cId="1883182613" sldId="631"/>
            <ac:picMk id="20" creationId="{E85340FF-A993-14F5-5EA3-70C1C6419466}"/>
          </ac:picMkLst>
        </pc:picChg>
        <pc:picChg chg="add mod">
          <ac:chgData name="Khobo, IL, Dr [ilkhobo@sun.ac.za]" userId="b519a442-dcea-4a28-9c45-7e29f1df5837" providerId="ADAL" clId="{8BC8A5CF-2DB3-45E9-BF57-F2ED810C291E}" dt="2026-08-26T05:56:34.830" v="737" actId="14100"/>
          <ac:picMkLst>
            <pc:docMk/>
            <pc:sldMk cId="1883182613" sldId="631"/>
            <ac:picMk id="22" creationId="{79A8DB5A-E98F-1881-9019-1380B1528B30}"/>
          </ac:picMkLst>
        </pc:picChg>
        <pc:picChg chg="add mod">
          <ac:chgData name="Khobo, IL, Dr [ilkhobo@sun.ac.za]" userId="b519a442-dcea-4a28-9c45-7e29f1df5837" providerId="ADAL" clId="{8BC8A5CF-2DB3-45E9-BF57-F2ED810C291E}" dt="2026-08-26T05:57:47.789" v="748" actId="14100"/>
          <ac:picMkLst>
            <pc:docMk/>
            <pc:sldMk cId="1883182613" sldId="631"/>
            <ac:picMk id="24" creationId="{72DB49CF-9FC4-21E4-F734-C782A6069722}"/>
          </ac:picMkLst>
        </pc:picChg>
      </pc:sldChg>
      <pc:sldChg chg="addSp delSp modSp add mod ord modTransition delAnim modAnim">
        <pc:chgData name="Khobo, IL, Dr [ilkhobo@sun.ac.za]" userId="b519a442-dcea-4a28-9c45-7e29f1df5837" providerId="ADAL" clId="{8BC8A5CF-2DB3-45E9-BF57-F2ED810C291E}" dt="2026-08-26T07:52:20.498" v="1093" actId="1076"/>
        <pc:sldMkLst>
          <pc:docMk/>
          <pc:sldMk cId="3042066641" sldId="632"/>
        </pc:sldMkLst>
        <pc:spChg chg="add del mod">
          <ac:chgData name="Khobo, IL, Dr [ilkhobo@sun.ac.za]" userId="b519a442-dcea-4a28-9c45-7e29f1df5837" providerId="ADAL" clId="{8BC8A5CF-2DB3-45E9-BF57-F2ED810C291E}" dt="2026-08-26T06:37:58.355" v="752" actId="478"/>
          <ac:spMkLst>
            <pc:docMk/>
            <pc:sldMk cId="3042066641" sldId="632"/>
            <ac:spMk id="2" creationId="{30B8FC7C-4995-AB42-5090-96724964C339}"/>
          </ac:spMkLst>
        </pc:spChg>
        <pc:spChg chg="add del mod">
          <ac:chgData name="Khobo, IL, Dr [ilkhobo@sun.ac.za]" userId="b519a442-dcea-4a28-9c45-7e29f1df5837" providerId="ADAL" clId="{8BC8A5CF-2DB3-45E9-BF57-F2ED810C291E}" dt="2026-08-26T06:37:58.355" v="752" actId="478"/>
          <ac:spMkLst>
            <pc:docMk/>
            <pc:sldMk cId="3042066641" sldId="632"/>
            <ac:spMk id="4" creationId="{3E8D2147-A9FB-758A-ABCA-E282E809EF91}"/>
          </ac:spMkLst>
        </pc:spChg>
        <pc:spChg chg="add del mod">
          <ac:chgData name="Khobo, IL, Dr [ilkhobo@sun.ac.za]" userId="b519a442-dcea-4a28-9c45-7e29f1df5837" providerId="ADAL" clId="{8BC8A5CF-2DB3-45E9-BF57-F2ED810C291E}" dt="2026-08-26T06:37:55.648" v="751" actId="478"/>
          <ac:spMkLst>
            <pc:docMk/>
            <pc:sldMk cId="3042066641" sldId="632"/>
            <ac:spMk id="5" creationId="{8FCF4778-89B0-DC62-2AE6-AD3BA150C5C7}"/>
          </ac:spMkLst>
        </pc:spChg>
        <pc:spChg chg="add del mod">
          <ac:chgData name="Khobo, IL, Dr [ilkhobo@sun.ac.za]" userId="b519a442-dcea-4a28-9c45-7e29f1df5837" providerId="ADAL" clId="{8BC8A5CF-2DB3-45E9-BF57-F2ED810C291E}" dt="2026-08-26T06:37:55.648" v="751" actId="478"/>
          <ac:spMkLst>
            <pc:docMk/>
            <pc:sldMk cId="3042066641" sldId="632"/>
            <ac:spMk id="10" creationId="{F41C258F-C337-913A-49E0-65787A85CE5E}"/>
          </ac:spMkLst>
        </pc:spChg>
        <pc:spChg chg="add del mod">
          <ac:chgData name="Khobo, IL, Dr [ilkhobo@sun.ac.za]" userId="b519a442-dcea-4a28-9c45-7e29f1df5837" providerId="ADAL" clId="{8BC8A5CF-2DB3-45E9-BF57-F2ED810C291E}" dt="2026-08-26T06:37:55.648" v="751" actId="478"/>
          <ac:spMkLst>
            <pc:docMk/>
            <pc:sldMk cId="3042066641" sldId="632"/>
            <ac:spMk id="14" creationId="{17D969CC-0274-C390-5C8E-FC84AE701CFA}"/>
          </ac:spMkLst>
        </pc:spChg>
        <pc:spChg chg="add del mod">
          <ac:chgData name="Khobo, IL, Dr [ilkhobo@sun.ac.za]" userId="b519a442-dcea-4a28-9c45-7e29f1df5837" providerId="ADAL" clId="{8BC8A5CF-2DB3-45E9-BF57-F2ED810C291E}" dt="2026-08-25T20:08:57.074" v="604" actId="478"/>
          <ac:spMkLst>
            <pc:docMk/>
            <pc:sldMk cId="3042066641" sldId="632"/>
            <ac:spMk id="19" creationId="{1D6DAA21-D340-1E09-8DF2-85BC4D8ED38B}"/>
          </ac:spMkLst>
        </pc:spChg>
        <pc:spChg chg="add del mod">
          <ac:chgData name="Khobo, IL, Dr [ilkhobo@sun.ac.za]" userId="b519a442-dcea-4a28-9c45-7e29f1df5837" providerId="ADAL" clId="{8BC8A5CF-2DB3-45E9-BF57-F2ED810C291E}" dt="2026-08-25T20:08:57.074" v="604" actId="478"/>
          <ac:spMkLst>
            <pc:docMk/>
            <pc:sldMk cId="3042066641" sldId="632"/>
            <ac:spMk id="22" creationId="{C0AA07B7-ED4C-2030-740D-E0849BB8A4C4}"/>
          </ac:spMkLst>
        </pc:spChg>
        <pc:spChg chg="add del mod">
          <ac:chgData name="Khobo, IL, Dr [ilkhobo@sun.ac.za]" userId="b519a442-dcea-4a28-9c45-7e29f1df5837" providerId="ADAL" clId="{8BC8A5CF-2DB3-45E9-BF57-F2ED810C291E}" dt="2026-08-25T20:08:58.891" v="605" actId="478"/>
          <ac:spMkLst>
            <pc:docMk/>
            <pc:sldMk cId="3042066641" sldId="632"/>
            <ac:spMk id="24" creationId="{74C6FA3D-BE8F-62E0-BCC6-379B90522F3B}"/>
          </ac:spMkLst>
        </pc:spChg>
        <pc:spChg chg="add del mod">
          <ac:chgData name="Khobo, IL, Dr [ilkhobo@sun.ac.za]" userId="b519a442-dcea-4a28-9c45-7e29f1df5837" providerId="ADAL" clId="{8BC8A5CF-2DB3-45E9-BF57-F2ED810C291E}" dt="2026-08-25T20:09:03.560" v="606" actId="478"/>
          <ac:spMkLst>
            <pc:docMk/>
            <pc:sldMk cId="3042066641" sldId="632"/>
            <ac:spMk id="26" creationId="{C85FB80E-F26C-1534-B70D-A19E64E44ABD}"/>
          </ac:spMkLst>
        </pc:spChg>
        <pc:spChg chg="add del mod">
          <ac:chgData name="Khobo, IL, Dr [ilkhobo@sun.ac.za]" userId="b519a442-dcea-4a28-9c45-7e29f1df5837" providerId="ADAL" clId="{8BC8A5CF-2DB3-45E9-BF57-F2ED810C291E}" dt="2026-08-26T06:37:55.648" v="751" actId="478"/>
          <ac:spMkLst>
            <pc:docMk/>
            <pc:sldMk cId="3042066641" sldId="632"/>
            <ac:spMk id="28" creationId="{26A8BBAD-65D3-38AF-AC07-4BB9F752A83D}"/>
          </ac:spMkLst>
        </pc:spChg>
        <pc:spChg chg="mod">
          <ac:chgData name="Khobo, IL, Dr [ilkhobo@sun.ac.za]" userId="b519a442-dcea-4a28-9c45-7e29f1df5837" providerId="ADAL" clId="{8BC8A5CF-2DB3-45E9-BF57-F2ED810C291E}" dt="2026-08-26T06:38:52.515" v="777" actId="20577"/>
          <ac:spMkLst>
            <pc:docMk/>
            <pc:sldMk cId="3042066641" sldId="632"/>
            <ac:spMk id="32" creationId="{82029770-F14B-F045-FF71-31ECA133BE84}"/>
          </ac:spMkLst>
        </pc:spChg>
        <pc:spChg chg="add del mod">
          <ac:chgData name="Khobo, IL, Dr [ilkhobo@sun.ac.za]" userId="b519a442-dcea-4a28-9c45-7e29f1df5837" providerId="ADAL" clId="{8BC8A5CF-2DB3-45E9-BF57-F2ED810C291E}" dt="2026-08-26T06:37:55.648" v="751" actId="478"/>
          <ac:spMkLst>
            <pc:docMk/>
            <pc:sldMk cId="3042066641" sldId="632"/>
            <ac:spMk id="34" creationId="{20643B8A-BCA7-6F4F-4DFA-23CBA2F864AD}"/>
          </ac:spMkLst>
        </pc:spChg>
        <pc:spChg chg="add del mod">
          <ac:chgData name="Khobo, IL, Dr [ilkhobo@sun.ac.za]" userId="b519a442-dcea-4a28-9c45-7e29f1df5837" providerId="ADAL" clId="{8BC8A5CF-2DB3-45E9-BF57-F2ED810C291E}" dt="2026-08-26T06:37:55.648" v="751" actId="478"/>
          <ac:spMkLst>
            <pc:docMk/>
            <pc:sldMk cId="3042066641" sldId="632"/>
            <ac:spMk id="36" creationId="{9445491B-766C-31B2-7266-AE8AA4F64167}"/>
          </ac:spMkLst>
        </pc:spChg>
        <pc:spChg chg="add del mod">
          <ac:chgData name="Khobo, IL, Dr [ilkhobo@sun.ac.za]" userId="b519a442-dcea-4a28-9c45-7e29f1df5837" providerId="ADAL" clId="{8BC8A5CF-2DB3-45E9-BF57-F2ED810C291E}" dt="2026-08-26T06:37:55.648" v="751" actId="478"/>
          <ac:spMkLst>
            <pc:docMk/>
            <pc:sldMk cId="3042066641" sldId="632"/>
            <ac:spMk id="42" creationId="{18523B02-3348-FBDB-414E-35AF6A65A50D}"/>
          </ac:spMkLst>
        </pc:spChg>
        <pc:spChg chg="del mod">
          <ac:chgData name="Khobo, IL, Dr [ilkhobo@sun.ac.za]" userId="b519a442-dcea-4a28-9c45-7e29f1df5837" providerId="ADAL" clId="{8BC8A5CF-2DB3-45E9-BF57-F2ED810C291E}" dt="2026-08-26T06:41:37.887" v="808" actId="478"/>
          <ac:spMkLst>
            <pc:docMk/>
            <pc:sldMk cId="3042066641" sldId="632"/>
            <ac:spMk id="44" creationId="{3480C153-8484-EAD4-CB6F-D63B298D647D}"/>
          </ac:spMkLst>
        </pc:spChg>
        <pc:spChg chg="del mod topLvl">
          <ac:chgData name="Khobo, IL, Dr [ilkhobo@sun.ac.za]" userId="b519a442-dcea-4a28-9c45-7e29f1df5837" providerId="ADAL" clId="{8BC8A5CF-2DB3-45E9-BF57-F2ED810C291E}" dt="2026-08-26T06:42:38.196" v="817" actId="478"/>
          <ac:spMkLst>
            <pc:docMk/>
            <pc:sldMk cId="3042066641" sldId="632"/>
            <ac:spMk id="45" creationId="{08594988-5CB4-9B08-AB38-B3A3D19A4902}"/>
          </ac:spMkLst>
        </pc:spChg>
        <pc:spChg chg="del mod topLvl">
          <ac:chgData name="Khobo, IL, Dr [ilkhobo@sun.ac.za]" userId="b519a442-dcea-4a28-9c45-7e29f1df5837" providerId="ADAL" clId="{8BC8A5CF-2DB3-45E9-BF57-F2ED810C291E}" dt="2026-08-26T06:42:38.196" v="817" actId="478"/>
          <ac:spMkLst>
            <pc:docMk/>
            <pc:sldMk cId="3042066641" sldId="632"/>
            <ac:spMk id="46" creationId="{DACD340B-9D35-5FB3-7CA0-F506155EB772}"/>
          </ac:spMkLst>
        </pc:spChg>
        <pc:spChg chg="del mod topLvl">
          <ac:chgData name="Khobo, IL, Dr [ilkhobo@sun.ac.za]" userId="b519a442-dcea-4a28-9c45-7e29f1df5837" providerId="ADAL" clId="{8BC8A5CF-2DB3-45E9-BF57-F2ED810C291E}" dt="2026-08-26T06:42:38.196" v="817" actId="478"/>
          <ac:spMkLst>
            <pc:docMk/>
            <pc:sldMk cId="3042066641" sldId="632"/>
            <ac:spMk id="47" creationId="{99C11EA0-04C4-D2CB-5853-847FF7DA65E2}"/>
          </ac:spMkLst>
        </pc:spChg>
        <pc:spChg chg="del mod topLvl">
          <ac:chgData name="Khobo, IL, Dr [ilkhobo@sun.ac.za]" userId="b519a442-dcea-4a28-9c45-7e29f1df5837" providerId="ADAL" clId="{8BC8A5CF-2DB3-45E9-BF57-F2ED810C291E}" dt="2026-08-26T06:42:38.196" v="817" actId="478"/>
          <ac:spMkLst>
            <pc:docMk/>
            <pc:sldMk cId="3042066641" sldId="632"/>
            <ac:spMk id="48" creationId="{AE10E916-D07C-8A45-07D6-FB8D1C3C9F77}"/>
          </ac:spMkLst>
        </pc:spChg>
        <pc:spChg chg="del mod topLvl">
          <ac:chgData name="Khobo, IL, Dr [ilkhobo@sun.ac.za]" userId="b519a442-dcea-4a28-9c45-7e29f1df5837" providerId="ADAL" clId="{8BC8A5CF-2DB3-45E9-BF57-F2ED810C291E}" dt="2026-08-26T06:42:38.196" v="817" actId="478"/>
          <ac:spMkLst>
            <pc:docMk/>
            <pc:sldMk cId="3042066641" sldId="632"/>
            <ac:spMk id="49" creationId="{F5157946-C1D8-EAD2-43FB-490223C7EF06}"/>
          </ac:spMkLst>
        </pc:spChg>
        <pc:spChg chg="del mod topLvl">
          <ac:chgData name="Khobo, IL, Dr [ilkhobo@sun.ac.za]" userId="b519a442-dcea-4a28-9c45-7e29f1df5837" providerId="ADAL" clId="{8BC8A5CF-2DB3-45E9-BF57-F2ED810C291E}" dt="2026-08-26T06:42:38.196" v="817" actId="478"/>
          <ac:spMkLst>
            <pc:docMk/>
            <pc:sldMk cId="3042066641" sldId="632"/>
            <ac:spMk id="50" creationId="{4F4B73AC-61C3-2A53-490F-3CA7991EC966}"/>
          </ac:spMkLst>
        </pc:spChg>
        <pc:spChg chg="add del mod">
          <ac:chgData name="Khobo, IL, Dr [ilkhobo@sun.ac.za]" userId="b519a442-dcea-4a28-9c45-7e29f1df5837" providerId="ADAL" clId="{8BC8A5CF-2DB3-45E9-BF57-F2ED810C291E}" dt="2026-08-26T06:42:38.196" v="817" actId="478"/>
          <ac:spMkLst>
            <pc:docMk/>
            <pc:sldMk cId="3042066641" sldId="632"/>
            <ac:spMk id="52" creationId="{3F65FB20-220B-643A-7AF7-70A04E971D74}"/>
          </ac:spMkLst>
        </pc:spChg>
        <pc:spChg chg="add del mod">
          <ac:chgData name="Khobo, IL, Dr [ilkhobo@sun.ac.za]" userId="b519a442-dcea-4a28-9c45-7e29f1df5837" providerId="ADAL" clId="{8BC8A5CF-2DB3-45E9-BF57-F2ED810C291E}" dt="2026-08-26T06:42:38.196" v="817" actId="478"/>
          <ac:spMkLst>
            <pc:docMk/>
            <pc:sldMk cId="3042066641" sldId="632"/>
            <ac:spMk id="54" creationId="{A5D7933A-8486-1D65-C7ED-1A299FBC2011}"/>
          </ac:spMkLst>
        </pc:spChg>
        <pc:spChg chg="add mod">
          <ac:chgData name="Khobo, IL, Dr [ilkhobo@sun.ac.za]" userId="b519a442-dcea-4a28-9c45-7e29f1df5837" providerId="ADAL" clId="{8BC8A5CF-2DB3-45E9-BF57-F2ED810C291E}" dt="2026-08-26T06:42:28.970" v="816" actId="164"/>
          <ac:spMkLst>
            <pc:docMk/>
            <pc:sldMk cId="3042066641" sldId="632"/>
            <ac:spMk id="56" creationId="{0589B2D8-8E13-8174-C886-D0045F2D1B6C}"/>
          </ac:spMkLst>
        </pc:spChg>
        <pc:spChg chg="add mod">
          <ac:chgData name="Khobo, IL, Dr [ilkhobo@sun.ac.za]" userId="b519a442-dcea-4a28-9c45-7e29f1df5837" providerId="ADAL" clId="{8BC8A5CF-2DB3-45E9-BF57-F2ED810C291E}" dt="2026-08-26T06:42:28.970" v="816" actId="164"/>
          <ac:spMkLst>
            <pc:docMk/>
            <pc:sldMk cId="3042066641" sldId="632"/>
            <ac:spMk id="58" creationId="{6A90F1F9-6AB0-2AEA-41D5-3832C0678F3E}"/>
          </ac:spMkLst>
        </pc:spChg>
        <pc:spChg chg="add mod">
          <ac:chgData name="Khobo, IL, Dr [ilkhobo@sun.ac.za]" userId="b519a442-dcea-4a28-9c45-7e29f1df5837" providerId="ADAL" clId="{8BC8A5CF-2DB3-45E9-BF57-F2ED810C291E}" dt="2026-08-26T06:42:28.970" v="816" actId="164"/>
          <ac:spMkLst>
            <pc:docMk/>
            <pc:sldMk cId="3042066641" sldId="632"/>
            <ac:spMk id="60" creationId="{B775CD20-1FAB-2FE9-9130-996046C5A10C}"/>
          </ac:spMkLst>
        </pc:spChg>
        <pc:spChg chg="add mod">
          <ac:chgData name="Khobo, IL, Dr [ilkhobo@sun.ac.za]" userId="b519a442-dcea-4a28-9c45-7e29f1df5837" providerId="ADAL" clId="{8BC8A5CF-2DB3-45E9-BF57-F2ED810C291E}" dt="2026-08-26T06:42:28.970" v="816" actId="164"/>
          <ac:spMkLst>
            <pc:docMk/>
            <pc:sldMk cId="3042066641" sldId="632"/>
            <ac:spMk id="62" creationId="{8428B0EA-4FB6-8C00-8E75-A8C19B8A20E9}"/>
          </ac:spMkLst>
        </pc:spChg>
        <pc:spChg chg="add del">
          <ac:chgData name="Khobo, IL, Dr [ilkhobo@sun.ac.za]" userId="b519a442-dcea-4a28-9c45-7e29f1df5837" providerId="ADAL" clId="{8BC8A5CF-2DB3-45E9-BF57-F2ED810C291E}" dt="2026-08-26T06:42:20.808" v="815" actId="478"/>
          <ac:spMkLst>
            <pc:docMk/>
            <pc:sldMk cId="3042066641" sldId="632"/>
            <ac:spMk id="64" creationId="{D17617F2-E65D-3867-0940-1910154B0397}"/>
          </ac:spMkLst>
        </pc:spChg>
        <pc:spChg chg="add del">
          <ac:chgData name="Khobo, IL, Dr [ilkhobo@sun.ac.za]" userId="b519a442-dcea-4a28-9c45-7e29f1df5837" providerId="ADAL" clId="{8BC8A5CF-2DB3-45E9-BF57-F2ED810C291E}" dt="2026-08-26T06:42:20.808" v="815" actId="478"/>
          <ac:spMkLst>
            <pc:docMk/>
            <pc:sldMk cId="3042066641" sldId="632"/>
            <ac:spMk id="66" creationId="{6E74357B-328F-3500-F2EA-9C298104B865}"/>
          </ac:spMkLst>
        </pc:spChg>
        <pc:spChg chg="add del">
          <ac:chgData name="Khobo, IL, Dr [ilkhobo@sun.ac.za]" userId="b519a442-dcea-4a28-9c45-7e29f1df5837" providerId="ADAL" clId="{8BC8A5CF-2DB3-45E9-BF57-F2ED810C291E}" dt="2026-08-26T06:42:20.808" v="815" actId="478"/>
          <ac:spMkLst>
            <pc:docMk/>
            <pc:sldMk cId="3042066641" sldId="632"/>
            <ac:spMk id="68" creationId="{A7645A45-B803-1C55-F07B-F7F452912364}"/>
          </ac:spMkLst>
        </pc:spChg>
        <pc:spChg chg="add del">
          <ac:chgData name="Khobo, IL, Dr [ilkhobo@sun.ac.za]" userId="b519a442-dcea-4a28-9c45-7e29f1df5837" providerId="ADAL" clId="{8BC8A5CF-2DB3-45E9-BF57-F2ED810C291E}" dt="2026-08-26T06:42:20.808" v="815" actId="478"/>
          <ac:spMkLst>
            <pc:docMk/>
            <pc:sldMk cId="3042066641" sldId="632"/>
            <ac:spMk id="70" creationId="{29A7CF14-06BC-0330-143B-A1F64B6E52C1}"/>
          </ac:spMkLst>
        </pc:spChg>
        <pc:spChg chg="mod">
          <ac:chgData name="Khobo, IL, Dr [ilkhobo@sun.ac.za]" userId="b519a442-dcea-4a28-9c45-7e29f1df5837" providerId="ADAL" clId="{8BC8A5CF-2DB3-45E9-BF57-F2ED810C291E}" dt="2026-08-26T06:44:33.468" v="864" actId="20577"/>
          <ac:spMkLst>
            <pc:docMk/>
            <pc:sldMk cId="3042066641" sldId="632"/>
            <ac:spMk id="73" creationId="{647F6B17-070F-9FCF-4FA1-9D12F729E5AD}"/>
          </ac:spMkLst>
        </pc:spChg>
        <pc:spChg chg="mod">
          <ac:chgData name="Khobo, IL, Dr [ilkhobo@sun.ac.za]" userId="b519a442-dcea-4a28-9c45-7e29f1df5837" providerId="ADAL" clId="{8BC8A5CF-2DB3-45E9-BF57-F2ED810C291E}" dt="2026-08-26T06:44:28.935" v="861" actId="20577"/>
          <ac:spMkLst>
            <pc:docMk/>
            <pc:sldMk cId="3042066641" sldId="632"/>
            <ac:spMk id="74" creationId="{F139C301-2030-4036-2D4C-EBB87133C30D}"/>
          </ac:spMkLst>
        </pc:spChg>
        <pc:spChg chg="mod">
          <ac:chgData name="Khobo, IL, Dr [ilkhobo@sun.ac.za]" userId="b519a442-dcea-4a28-9c45-7e29f1df5837" providerId="ADAL" clId="{8BC8A5CF-2DB3-45E9-BF57-F2ED810C291E}" dt="2026-08-26T06:44:24.303" v="858" actId="20577"/>
          <ac:spMkLst>
            <pc:docMk/>
            <pc:sldMk cId="3042066641" sldId="632"/>
            <ac:spMk id="75" creationId="{3BA403CE-A2D8-5A03-5D0F-AC1A7D61724D}"/>
          </ac:spMkLst>
        </pc:spChg>
        <pc:spChg chg="mod">
          <ac:chgData name="Khobo, IL, Dr [ilkhobo@sun.ac.za]" userId="b519a442-dcea-4a28-9c45-7e29f1df5837" providerId="ADAL" clId="{8BC8A5CF-2DB3-45E9-BF57-F2ED810C291E}" dt="2026-08-26T06:44:20.527" v="856" actId="20577"/>
          <ac:spMkLst>
            <pc:docMk/>
            <pc:sldMk cId="3042066641" sldId="632"/>
            <ac:spMk id="76" creationId="{8DE6F7E2-FF73-AD4D-E75E-044882609870}"/>
          </ac:spMkLst>
        </pc:spChg>
        <pc:spChg chg="mod">
          <ac:chgData name="Khobo, IL, Dr [ilkhobo@sun.ac.za]" userId="b519a442-dcea-4a28-9c45-7e29f1df5837" providerId="ADAL" clId="{8BC8A5CF-2DB3-45E9-BF57-F2ED810C291E}" dt="2026-08-26T06:43:59.496" v="845" actId="20577"/>
          <ac:spMkLst>
            <pc:docMk/>
            <pc:sldMk cId="3042066641" sldId="632"/>
            <ac:spMk id="78" creationId="{D2486AE0-2C30-8291-AE9D-F9BF1E20CC39}"/>
          </ac:spMkLst>
        </pc:spChg>
        <pc:spChg chg="mod">
          <ac:chgData name="Khobo, IL, Dr [ilkhobo@sun.ac.za]" userId="b519a442-dcea-4a28-9c45-7e29f1df5837" providerId="ADAL" clId="{8BC8A5CF-2DB3-45E9-BF57-F2ED810C291E}" dt="2026-08-26T06:44:05.203" v="848" actId="20577"/>
          <ac:spMkLst>
            <pc:docMk/>
            <pc:sldMk cId="3042066641" sldId="632"/>
            <ac:spMk id="79" creationId="{A42ABA08-D292-6DF4-8C09-5DC1F726031B}"/>
          </ac:spMkLst>
        </pc:spChg>
        <pc:spChg chg="mod">
          <ac:chgData name="Khobo, IL, Dr [ilkhobo@sun.ac.za]" userId="b519a442-dcea-4a28-9c45-7e29f1df5837" providerId="ADAL" clId="{8BC8A5CF-2DB3-45E9-BF57-F2ED810C291E}" dt="2026-08-26T06:44:12.683" v="850" actId="20577"/>
          <ac:spMkLst>
            <pc:docMk/>
            <pc:sldMk cId="3042066641" sldId="632"/>
            <ac:spMk id="80" creationId="{A84B9286-9AAD-64E5-002A-D97FB9F333CA}"/>
          </ac:spMkLst>
        </pc:spChg>
        <pc:spChg chg="mod">
          <ac:chgData name="Khobo, IL, Dr [ilkhobo@sun.ac.za]" userId="b519a442-dcea-4a28-9c45-7e29f1df5837" providerId="ADAL" clId="{8BC8A5CF-2DB3-45E9-BF57-F2ED810C291E}" dt="2026-08-26T06:44:16.476" v="853" actId="20577"/>
          <ac:spMkLst>
            <pc:docMk/>
            <pc:sldMk cId="3042066641" sldId="632"/>
            <ac:spMk id="81" creationId="{0BECFDBD-B7C2-4C9A-C26D-F40F9CEE55E8}"/>
          </ac:spMkLst>
        </pc:spChg>
        <pc:spChg chg="mod">
          <ac:chgData name="Khobo, IL, Dr [ilkhobo@sun.ac.za]" userId="b519a442-dcea-4a28-9c45-7e29f1df5837" providerId="ADAL" clId="{8BC8A5CF-2DB3-45E9-BF57-F2ED810C291E}" dt="2026-08-26T06:43:40.007" v="831" actId="20577"/>
          <ac:spMkLst>
            <pc:docMk/>
            <pc:sldMk cId="3042066641" sldId="632"/>
            <ac:spMk id="83" creationId="{C09E60BE-F202-F161-8FED-61C57F938CF2}"/>
          </ac:spMkLst>
        </pc:spChg>
        <pc:spChg chg="mod">
          <ac:chgData name="Khobo, IL, Dr [ilkhobo@sun.ac.za]" userId="b519a442-dcea-4a28-9c45-7e29f1df5837" providerId="ADAL" clId="{8BC8A5CF-2DB3-45E9-BF57-F2ED810C291E}" dt="2026-08-26T06:43:44.171" v="834" actId="20577"/>
          <ac:spMkLst>
            <pc:docMk/>
            <pc:sldMk cId="3042066641" sldId="632"/>
            <ac:spMk id="84" creationId="{6A402B62-FEFF-9527-3378-04B0B9A45530}"/>
          </ac:spMkLst>
        </pc:spChg>
        <pc:spChg chg="mod">
          <ac:chgData name="Khobo, IL, Dr [ilkhobo@sun.ac.za]" userId="b519a442-dcea-4a28-9c45-7e29f1df5837" providerId="ADAL" clId="{8BC8A5CF-2DB3-45E9-BF57-F2ED810C291E}" dt="2026-08-26T06:43:47.885" v="837" actId="20577"/>
          <ac:spMkLst>
            <pc:docMk/>
            <pc:sldMk cId="3042066641" sldId="632"/>
            <ac:spMk id="85" creationId="{B3CA06DE-ED1C-DC1F-B1FB-3FD1E0153F6F}"/>
          </ac:spMkLst>
        </pc:spChg>
        <pc:spChg chg="add del mod">
          <ac:chgData name="Khobo, IL, Dr [ilkhobo@sun.ac.za]" userId="b519a442-dcea-4a28-9c45-7e29f1df5837" providerId="ADAL" clId="{8BC8A5CF-2DB3-45E9-BF57-F2ED810C291E}" dt="2026-08-26T06:43:55.190" v="842" actId="20577"/>
          <ac:spMkLst>
            <pc:docMk/>
            <pc:sldMk cId="3042066641" sldId="632"/>
            <ac:spMk id="86" creationId="{753DD8C2-A870-B8BA-53EB-9CD8281028D9}"/>
          </ac:spMkLst>
        </pc:spChg>
        <pc:spChg chg="add mod">
          <ac:chgData name="Khobo, IL, Dr [ilkhobo@sun.ac.za]" userId="b519a442-dcea-4a28-9c45-7e29f1df5837" providerId="ADAL" clId="{8BC8A5CF-2DB3-45E9-BF57-F2ED810C291E}" dt="2026-08-26T06:52:08.157" v="965" actId="1076"/>
          <ac:spMkLst>
            <pc:docMk/>
            <pc:sldMk cId="3042066641" sldId="632"/>
            <ac:spMk id="87" creationId="{9FFEEEE9-1A6E-296A-583A-29A5813E00FD}"/>
          </ac:spMkLst>
        </pc:spChg>
        <pc:spChg chg="add mod">
          <ac:chgData name="Khobo, IL, Dr [ilkhobo@sun.ac.za]" userId="b519a442-dcea-4a28-9c45-7e29f1df5837" providerId="ADAL" clId="{8BC8A5CF-2DB3-45E9-BF57-F2ED810C291E}" dt="2026-08-26T06:52:08.157" v="965" actId="1076"/>
          <ac:spMkLst>
            <pc:docMk/>
            <pc:sldMk cId="3042066641" sldId="632"/>
            <ac:spMk id="89" creationId="{BE7B4085-3012-2A59-BD07-87E58C4DB062}"/>
          </ac:spMkLst>
        </pc:spChg>
        <pc:spChg chg="add mod">
          <ac:chgData name="Khobo, IL, Dr [ilkhobo@sun.ac.za]" userId="b519a442-dcea-4a28-9c45-7e29f1df5837" providerId="ADAL" clId="{8BC8A5CF-2DB3-45E9-BF57-F2ED810C291E}" dt="2026-08-26T06:52:08.157" v="965" actId="1076"/>
          <ac:spMkLst>
            <pc:docMk/>
            <pc:sldMk cId="3042066641" sldId="632"/>
            <ac:spMk id="91" creationId="{AD2CA645-9353-F232-66C9-276708E947A2}"/>
          </ac:spMkLst>
        </pc:spChg>
        <pc:spChg chg="add mod">
          <ac:chgData name="Khobo, IL, Dr [ilkhobo@sun.ac.za]" userId="b519a442-dcea-4a28-9c45-7e29f1df5837" providerId="ADAL" clId="{8BC8A5CF-2DB3-45E9-BF57-F2ED810C291E}" dt="2026-08-26T06:52:08.157" v="965" actId="1076"/>
          <ac:spMkLst>
            <pc:docMk/>
            <pc:sldMk cId="3042066641" sldId="632"/>
            <ac:spMk id="93" creationId="{99846ED3-4530-2A81-02F1-BA2B6975E5D1}"/>
          </ac:spMkLst>
        </pc:spChg>
        <pc:spChg chg="add mod">
          <ac:chgData name="Khobo, IL, Dr [ilkhobo@sun.ac.za]" userId="b519a442-dcea-4a28-9c45-7e29f1df5837" providerId="ADAL" clId="{8BC8A5CF-2DB3-45E9-BF57-F2ED810C291E}" dt="2026-08-26T06:52:08.157" v="965" actId="1076"/>
          <ac:spMkLst>
            <pc:docMk/>
            <pc:sldMk cId="3042066641" sldId="632"/>
            <ac:spMk id="95" creationId="{D8E2A14C-82AB-950F-90F1-F37A9DC4B39A}"/>
          </ac:spMkLst>
        </pc:spChg>
        <pc:spChg chg="add mod">
          <ac:chgData name="Khobo, IL, Dr [ilkhobo@sun.ac.za]" userId="b519a442-dcea-4a28-9c45-7e29f1df5837" providerId="ADAL" clId="{8BC8A5CF-2DB3-45E9-BF57-F2ED810C291E}" dt="2026-08-26T06:52:08.157" v="965" actId="1076"/>
          <ac:spMkLst>
            <pc:docMk/>
            <pc:sldMk cId="3042066641" sldId="632"/>
            <ac:spMk id="97" creationId="{603F4F0A-9F8A-57C5-EFC2-A8722E46324D}"/>
          </ac:spMkLst>
        </pc:spChg>
        <pc:spChg chg="add mod">
          <ac:chgData name="Khobo, IL, Dr [ilkhobo@sun.ac.za]" userId="b519a442-dcea-4a28-9c45-7e29f1df5837" providerId="ADAL" clId="{8BC8A5CF-2DB3-45E9-BF57-F2ED810C291E}" dt="2026-08-26T06:52:08.157" v="965" actId="1076"/>
          <ac:spMkLst>
            <pc:docMk/>
            <pc:sldMk cId="3042066641" sldId="632"/>
            <ac:spMk id="99" creationId="{6F485AEF-4F9D-EF70-BDC4-68D7D3E6C726}"/>
          </ac:spMkLst>
        </pc:spChg>
        <pc:spChg chg="add del mod">
          <ac:chgData name="Khobo, IL, Dr [ilkhobo@sun.ac.za]" userId="b519a442-dcea-4a28-9c45-7e29f1df5837" providerId="ADAL" clId="{8BC8A5CF-2DB3-45E9-BF57-F2ED810C291E}" dt="2026-08-26T06:48:56.531" v="959" actId="478"/>
          <ac:spMkLst>
            <pc:docMk/>
            <pc:sldMk cId="3042066641" sldId="632"/>
            <ac:spMk id="100" creationId="{FBE7939D-B9F2-47C2-5124-251DE81DE2CC}"/>
          </ac:spMkLst>
        </pc:spChg>
        <pc:spChg chg="add del mod">
          <ac:chgData name="Khobo, IL, Dr [ilkhobo@sun.ac.za]" userId="b519a442-dcea-4a28-9c45-7e29f1df5837" providerId="ADAL" clId="{8BC8A5CF-2DB3-45E9-BF57-F2ED810C291E}" dt="2026-08-26T06:51:29.136" v="962" actId="478"/>
          <ac:spMkLst>
            <pc:docMk/>
            <pc:sldMk cId="3042066641" sldId="632"/>
            <ac:spMk id="102" creationId="{FF16D556-8218-0E69-3693-76120880AEFC}"/>
          </ac:spMkLst>
        </pc:spChg>
        <pc:spChg chg="add mod">
          <ac:chgData name="Khobo, IL, Dr [ilkhobo@sun.ac.za]" userId="b519a442-dcea-4a28-9c45-7e29f1df5837" providerId="ADAL" clId="{8BC8A5CF-2DB3-45E9-BF57-F2ED810C291E}" dt="2026-08-26T07:36:02.793" v="1077" actId="403"/>
          <ac:spMkLst>
            <pc:docMk/>
            <pc:sldMk cId="3042066641" sldId="632"/>
            <ac:spMk id="107" creationId="{EACCFFAE-6F39-EC9B-CAF8-22408D6E4DE3}"/>
          </ac:spMkLst>
        </pc:spChg>
        <pc:grpChg chg="del">
          <ac:chgData name="Khobo, IL, Dr [ilkhobo@sun.ac.za]" userId="b519a442-dcea-4a28-9c45-7e29f1df5837" providerId="ADAL" clId="{8BC8A5CF-2DB3-45E9-BF57-F2ED810C291E}" dt="2026-08-25T19:12:57.729" v="445" actId="478"/>
          <ac:grpSpMkLst>
            <pc:docMk/>
            <pc:sldMk cId="3042066641" sldId="632"/>
            <ac:grpSpMk id="18" creationId="{8C453A7A-9517-7D74-AF50-48E86AA3E736}"/>
          </ac:grpSpMkLst>
        </pc:grpChg>
        <pc:grpChg chg="add del mod">
          <ac:chgData name="Khobo, IL, Dr [ilkhobo@sun.ac.za]" userId="b519a442-dcea-4a28-9c45-7e29f1df5837" providerId="ADAL" clId="{8BC8A5CF-2DB3-45E9-BF57-F2ED810C291E}" dt="2026-08-26T06:41:48.461" v="809" actId="165"/>
          <ac:grpSpMkLst>
            <pc:docMk/>
            <pc:sldMk cId="3042066641" sldId="632"/>
            <ac:grpSpMk id="43" creationId="{473E59EC-F580-71D2-8F8B-84ABB887F3EF}"/>
          </ac:grpSpMkLst>
        </pc:grpChg>
        <pc:grpChg chg="add del mod">
          <ac:chgData name="Khobo, IL, Dr [ilkhobo@sun.ac.za]" userId="b519a442-dcea-4a28-9c45-7e29f1df5837" providerId="ADAL" clId="{8BC8A5CF-2DB3-45E9-BF57-F2ED810C291E}" dt="2026-08-26T06:43:33.962" v="828" actId="478"/>
          <ac:grpSpMkLst>
            <pc:docMk/>
            <pc:sldMk cId="3042066641" sldId="632"/>
            <ac:grpSpMk id="71" creationId="{ECF858FD-A299-896C-AE19-ABE59195847B}"/>
          </ac:grpSpMkLst>
        </pc:grpChg>
        <pc:grpChg chg="add mod">
          <ac:chgData name="Khobo, IL, Dr [ilkhobo@sun.ac.za]" userId="b519a442-dcea-4a28-9c45-7e29f1df5837" providerId="ADAL" clId="{8BC8A5CF-2DB3-45E9-BF57-F2ED810C291E}" dt="2026-08-26T06:52:08.157" v="965" actId="1076"/>
          <ac:grpSpMkLst>
            <pc:docMk/>
            <pc:sldMk cId="3042066641" sldId="632"/>
            <ac:grpSpMk id="72" creationId="{D31273F8-4794-9B5E-8A3A-647627BB9665}"/>
          </ac:grpSpMkLst>
        </pc:grpChg>
        <pc:grpChg chg="add mod">
          <ac:chgData name="Khobo, IL, Dr [ilkhobo@sun.ac.za]" userId="b519a442-dcea-4a28-9c45-7e29f1df5837" providerId="ADAL" clId="{8BC8A5CF-2DB3-45E9-BF57-F2ED810C291E}" dt="2026-08-26T06:52:08.157" v="965" actId="1076"/>
          <ac:grpSpMkLst>
            <pc:docMk/>
            <pc:sldMk cId="3042066641" sldId="632"/>
            <ac:grpSpMk id="77" creationId="{FE7273DB-127D-0574-C211-537F4EABCBE4}"/>
          </ac:grpSpMkLst>
        </pc:grpChg>
        <pc:grpChg chg="add mod">
          <ac:chgData name="Khobo, IL, Dr [ilkhobo@sun.ac.za]" userId="b519a442-dcea-4a28-9c45-7e29f1df5837" providerId="ADAL" clId="{8BC8A5CF-2DB3-45E9-BF57-F2ED810C291E}" dt="2026-08-26T06:52:08.157" v="965" actId="1076"/>
          <ac:grpSpMkLst>
            <pc:docMk/>
            <pc:sldMk cId="3042066641" sldId="632"/>
            <ac:grpSpMk id="82" creationId="{F0B9FE78-5875-2C88-ADC1-F11EF374CB10}"/>
          </ac:grpSpMkLst>
        </pc:grpChg>
        <pc:picChg chg="del">
          <ac:chgData name="Khobo, IL, Dr [ilkhobo@sun.ac.za]" userId="b519a442-dcea-4a28-9c45-7e29f1df5837" providerId="ADAL" clId="{8BC8A5CF-2DB3-45E9-BF57-F2ED810C291E}" dt="2026-08-25T19:12:53.687" v="443" actId="478"/>
          <ac:picMkLst>
            <pc:docMk/>
            <pc:sldMk cId="3042066641" sldId="632"/>
            <ac:picMk id="3" creationId="{845ED179-4B8E-8EEE-D464-35D77976FE94}"/>
          </ac:picMkLst>
        </pc:picChg>
        <pc:picChg chg="del">
          <ac:chgData name="Khobo, IL, Dr [ilkhobo@sun.ac.za]" userId="b519a442-dcea-4a28-9c45-7e29f1df5837" providerId="ADAL" clId="{8BC8A5CF-2DB3-45E9-BF57-F2ED810C291E}" dt="2026-08-25T19:12:55.981" v="444" actId="478"/>
          <ac:picMkLst>
            <pc:docMk/>
            <pc:sldMk cId="3042066641" sldId="632"/>
            <ac:picMk id="20" creationId="{11E6BFEE-D406-253F-9DFE-BBD85B140F82}"/>
          </ac:picMkLst>
        </pc:picChg>
        <pc:picChg chg="add del mod">
          <ac:chgData name="Khobo, IL, Dr [ilkhobo@sun.ac.za]" userId="b519a442-dcea-4a28-9c45-7e29f1df5837" providerId="ADAL" clId="{8BC8A5CF-2DB3-45E9-BF57-F2ED810C291E}" dt="2026-08-26T06:57:49.330" v="971" actId="478"/>
          <ac:picMkLst>
            <pc:docMk/>
            <pc:sldMk cId="3042066641" sldId="632"/>
            <ac:picMk id="104" creationId="{40F31F55-826C-5ADE-A1B8-1A32E4C32CC0}"/>
          </ac:picMkLst>
        </pc:picChg>
        <pc:picChg chg="add mod">
          <ac:chgData name="Khobo, IL, Dr [ilkhobo@sun.ac.za]" userId="b519a442-dcea-4a28-9c45-7e29f1df5837" providerId="ADAL" clId="{8BC8A5CF-2DB3-45E9-BF57-F2ED810C291E}" dt="2026-08-26T06:58:09.296" v="978" actId="1076"/>
          <ac:picMkLst>
            <pc:docMk/>
            <pc:sldMk cId="3042066641" sldId="632"/>
            <ac:picMk id="106" creationId="{1017D4C6-7FA8-945C-CC5E-56AC848B4DBA}"/>
          </ac:picMkLst>
        </pc:picChg>
        <pc:picChg chg="add mod">
          <ac:chgData name="Khobo, IL, Dr [ilkhobo@sun.ac.za]" userId="b519a442-dcea-4a28-9c45-7e29f1df5837" providerId="ADAL" clId="{8BC8A5CF-2DB3-45E9-BF57-F2ED810C291E}" dt="2026-08-26T07:50:53.288" v="1088" actId="1076"/>
          <ac:picMkLst>
            <pc:docMk/>
            <pc:sldMk cId="3042066641" sldId="632"/>
            <ac:picMk id="109" creationId="{BB545F54-78B8-65C4-4247-A990537CCB90}"/>
          </ac:picMkLst>
        </pc:picChg>
        <pc:picChg chg="add mod">
          <ac:chgData name="Khobo, IL, Dr [ilkhobo@sun.ac.za]" userId="b519a442-dcea-4a28-9c45-7e29f1df5837" providerId="ADAL" clId="{8BC8A5CF-2DB3-45E9-BF57-F2ED810C291E}" dt="2026-08-26T07:50:56.537" v="1089" actId="1076"/>
          <ac:picMkLst>
            <pc:docMk/>
            <pc:sldMk cId="3042066641" sldId="632"/>
            <ac:picMk id="111" creationId="{B5C1E097-603B-AD84-AC3D-A8E3C87908B6}"/>
          </ac:picMkLst>
        </pc:picChg>
        <pc:picChg chg="add mod">
          <ac:chgData name="Khobo, IL, Dr [ilkhobo@sun.ac.za]" userId="b519a442-dcea-4a28-9c45-7e29f1df5837" providerId="ADAL" clId="{8BC8A5CF-2DB3-45E9-BF57-F2ED810C291E}" dt="2026-08-26T07:51:28.125" v="1091" actId="1076"/>
          <ac:picMkLst>
            <pc:docMk/>
            <pc:sldMk cId="3042066641" sldId="632"/>
            <ac:picMk id="113" creationId="{7AC27D31-FF2E-F120-6BC4-B10B4ABDC99C}"/>
          </ac:picMkLst>
        </pc:picChg>
        <pc:picChg chg="add mod">
          <ac:chgData name="Khobo, IL, Dr [ilkhobo@sun.ac.za]" userId="b519a442-dcea-4a28-9c45-7e29f1df5837" providerId="ADAL" clId="{8BC8A5CF-2DB3-45E9-BF57-F2ED810C291E}" dt="2026-08-26T07:52:20.498" v="1093" actId="1076"/>
          <ac:picMkLst>
            <pc:docMk/>
            <pc:sldMk cId="3042066641" sldId="632"/>
            <ac:picMk id="115" creationId="{5B4865A6-A457-8B09-F42E-2EE1B651CB1C}"/>
          </ac:picMkLst>
        </pc:picChg>
      </pc:sldChg>
      <pc:sldChg chg="modSp add del mod ord modAnim">
        <pc:chgData name="Khobo, IL, Dr [ilkhobo@sun.ac.za]" userId="b519a442-dcea-4a28-9c45-7e29f1df5837" providerId="ADAL" clId="{8BC8A5CF-2DB3-45E9-BF57-F2ED810C291E}" dt="2026-08-25T20:15:46.405" v="714" actId="404"/>
        <pc:sldMkLst>
          <pc:docMk/>
          <pc:sldMk cId="2154554539" sldId="633"/>
        </pc:sldMkLst>
        <pc:spChg chg="mod">
          <ac:chgData name="Khobo, IL, Dr [ilkhobo@sun.ac.za]" userId="b519a442-dcea-4a28-9c45-7e29f1df5837" providerId="ADAL" clId="{8BC8A5CF-2DB3-45E9-BF57-F2ED810C291E}" dt="2026-08-25T20:15:46.405" v="714" actId="404"/>
          <ac:spMkLst>
            <pc:docMk/>
            <pc:sldMk cId="2154554539" sldId="633"/>
            <ac:spMk id="10" creationId="{5BF6F385-1CF3-FD00-04C6-EEE598F24573}"/>
          </ac:spMkLst>
        </pc:spChg>
        <pc:spChg chg="mod">
          <ac:chgData name="Khobo, IL, Dr [ilkhobo@sun.ac.za]" userId="b519a442-dcea-4a28-9c45-7e29f1df5837" providerId="ADAL" clId="{8BC8A5CF-2DB3-45E9-BF57-F2ED810C291E}" dt="2026-08-25T20:13:03.058" v="699" actId="1076"/>
          <ac:spMkLst>
            <pc:docMk/>
            <pc:sldMk cId="2154554539" sldId="633"/>
            <ac:spMk id="14" creationId="{F8DA1EFD-F1A1-D59F-8625-80D0F0405CA2}"/>
          </ac:spMkLst>
        </pc:spChg>
      </pc:sldChg>
      <pc:sldChg chg="modSp add mod">
        <pc:chgData name="Khobo, IL, Dr [ilkhobo@sun.ac.za]" userId="b519a442-dcea-4a28-9c45-7e29f1df5837" providerId="ADAL" clId="{8BC8A5CF-2DB3-45E9-BF57-F2ED810C291E}" dt="2026-08-25T20:16:56.774" v="722" actId="12"/>
        <pc:sldMkLst>
          <pc:docMk/>
          <pc:sldMk cId="3340264586" sldId="634"/>
        </pc:sldMkLst>
        <pc:spChg chg="mod">
          <ac:chgData name="Khobo, IL, Dr [ilkhobo@sun.ac.za]" userId="b519a442-dcea-4a28-9c45-7e29f1df5837" providerId="ADAL" clId="{8BC8A5CF-2DB3-45E9-BF57-F2ED810C291E}" dt="2026-08-25T20:16:56.774" v="722" actId="12"/>
          <ac:spMkLst>
            <pc:docMk/>
            <pc:sldMk cId="3340264586" sldId="634"/>
            <ac:spMk id="28" creationId="{30B8F944-662C-3ACD-0939-812E0772FA60}"/>
          </ac:spMkLst>
        </pc:spChg>
        <pc:spChg chg="mod">
          <ac:chgData name="Khobo, IL, Dr [ilkhobo@sun.ac.za]" userId="b519a442-dcea-4a28-9c45-7e29f1df5837" providerId="ADAL" clId="{8BC8A5CF-2DB3-45E9-BF57-F2ED810C291E}" dt="2026-08-25T20:16:11.503" v="717" actId="1076"/>
          <ac:spMkLst>
            <pc:docMk/>
            <pc:sldMk cId="3340264586" sldId="634"/>
            <ac:spMk id="34" creationId="{88862F9C-DE89-6510-5697-1D8A9F1C7BD5}"/>
          </ac:spMkLst>
        </pc:spChg>
      </pc:sldChg>
      <pc:sldChg chg="add del ord">
        <pc:chgData name="Khobo, IL, Dr [ilkhobo@sun.ac.za]" userId="b519a442-dcea-4a28-9c45-7e29f1df5837" providerId="ADAL" clId="{8BC8A5CF-2DB3-45E9-BF57-F2ED810C291E}" dt="2026-08-25T20:15:59.436" v="715" actId="47"/>
        <pc:sldMkLst>
          <pc:docMk/>
          <pc:sldMk cId="3771734929" sldId="634"/>
        </pc:sldMkLst>
      </pc:sldChg>
      <pc:sldChg chg="modSp add mod">
        <pc:chgData name="Khobo, IL, Dr [ilkhobo@sun.ac.za]" userId="b519a442-dcea-4a28-9c45-7e29f1df5837" providerId="ADAL" clId="{8BC8A5CF-2DB3-45E9-BF57-F2ED810C291E}" dt="2026-08-25T20:18:11.947" v="728" actId="12"/>
        <pc:sldMkLst>
          <pc:docMk/>
          <pc:sldMk cId="236310529" sldId="635"/>
        </pc:sldMkLst>
        <pc:spChg chg="mod">
          <ac:chgData name="Khobo, IL, Dr [ilkhobo@sun.ac.za]" userId="b519a442-dcea-4a28-9c45-7e29f1df5837" providerId="ADAL" clId="{8BC8A5CF-2DB3-45E9-BF57-F2ED810C291E}" dt="2026-08-25T20:18:11.947" v="728" actId="12"/>
          <ac:spMkLst>
            <pc:docMk/>
            <pc:sldMk cId="236310529" sldId="635"/>
            <ac:spMk id="36" creationId="{E067DA95-3C78-BED9-8579-083174646CBC}"/>
          </ac:spMkLst>
        </pc:spChg>
        <pc:spChg chg="mod">
          <ac:chgData name="Khobo, IL, Dr [ilkhobo@sun.ac.za]" userId="b519a442-dcea-4a28-9c45-7e29f1df5837" providerId="ADAL" clId="{8BC8A5CF-2DB3-45E9-BF57-F2ED810C291E}" dt="2026-08-25T20:17:11.025" v="724" actId="1076"/>
          <ac:spMkLst>
            <pc:docMk/>
            <pc:sldMk cId="236310529" sldId="635"/>
            <ac:spMk id="42" creationId="{5F4DD8D5-F94D-A3D4-F151-3076ACAA8F65}"/>
          </ac:spMkLst>
        </pc:spChg>
      </pc:sldChg>
      <pc:sldChg chg="add del ord">
        <pc:chgData name="Khobo, IL, Dr [ilkhobo@sun.ac.za]" userId="b519a442-dcea-4a28-9c45-7e29f1df5837" providerId="ADAL" clId="{8BC8A5CF-2DB3-45E9-BF57-F2ED810C291E}" dt="2026-08-25T20:15:59.436" v="715" actId="47"/>
        <pc:sldMkLst>
          <pc:docMk/>
          <pc:sldMk cId="2602179523" sldId="635"/>
        </pc:sldMkLst>
      </pc:sldChg>
      <pc:sldChg chg="add">
        <pc:chgData name="Khobo, IL, Dr [ilkhobo@sun.ac.za]" userId="b519a442-dcea-4a28-9c45-7e29f1df5837" providerId="ADAL" clId="{8BC8A5CF-2DB3-45E9-BF57-F2ED810C291E}" dt="2026-08-26T06:37:46.043" v="749" actId="2890"/>
        <pc:sldMkLst>
          <pc:docMk/>
          <pc:sldMk cId="4268622351" sldId="636"/>
        </pc:sldMkLst>
      </pc:sldChg>
      <pc:sldChg chg="modSp add mod modTransition modAnim">
        <pc:chgData name="Khobo, IL, Dr [ilkhobo@sun.ac.za]" userId="b519a442-dcea-4a28-9c45-7e29f1df5837" providerId="ADAL" clId="{8BC8A5CF-2DB3-45E9-BF57-F2ED810C291E}" dt="2026-08-26T08:02:09.008" v="1110"/>
        <pc:sldMkLst>
          <pc:docMk/>
          <pc:sldMk cId="520881017" sldId="637"/>
        </pc:sldMkLst>
        <pc:spChg chg="mod">
          <ac:chgData name="Khobo, IL, Dr [ilkhobo@sun.ac.za]" userId="b519a442-dcea-4a28-9c45-7e29f1df5837" providerId="ADAL" clId="{8BC8A5CF-2DB3-45E9-BF57-F2ED810C291E}" dt="2026-08-26T07:52:44.162" v="1095" actId="1076"/>
          <ac:spMkLst>
            <pc:docMk/>
            <pc:sldMk cId="520881017" sldId="637"/>
            <ac:spMk id="107" creationId="{B9BF08B4-69EB-A4CD-1E21-4AAAF80CBB38}"/>
          </ac:spMkLst>
        </pc:spChg>
        <pc:picChg chg="mod">
          <ac:chgData name="Khobo, IL, Dr [ilkhobo@sun.ac.za]" userId="b519a442-dcea-4a28-9c45-7e29f1df5837" providerId="ADAL" clId="{8BC8A5CF-2DB3-45E9-BF57-F2ED810C291E}" dt="2026-08-26T07:52:52.844" v="1096" actId="1076"/>
          <ac:picMkLst>
            <pc:docMk/>
            <pc:sldMk cId="520881017" sldId="637"/>
            <ac:picMk id="109" creationId="{A5E4EDFA-0F65-F152-9473-51A50F5405C4}"/>
          </ac:picMkLst>
        </pc:picChg>
      </pc:sldChg>
      <pc:sldChg chg="modSp add del mod">
        <pc:chgData name="Khobo, IL, Dr [ilkhobo@sun.ac.za]" userId="b519a442-dcea-4a28-9c45-7e29f1df5837" providerId="ADAL" clId="{8BC8A5CF-2DB3-45E9-BF57-F2ED810C291E}" dt="2026-08-26T07:49:50.631" v="1081" actId="2696"/>
        <pc:sldMkLst>
          <pc:docMk/>
          <pc:sldMk cId="2710647454" sldId="637"/>
        </pc:sldMkLst>
        <pc:spChg chg="mod">
          <ac:chgData name="Khobo, IL, Dr [ilkhobo@sun.ac.za]" userId="b519a442-dcea-4a28-9c45-7e29f1df5837" providerId="ADAL" clId="{8BC8A5CF-2DB3-45E9-BF57-F2ED810C291E}" dt="2026-08-26T07:49:46.765" v="1080" actId="6549"/>
          <ac:spMkLst>
            <pc:docMk/>
            <pc:sldMk cId="2710647454" sldId="637"/>
            <ac:spMk id="107" creationId="{DD4D63DE-1696-BEBD-2F21-201C59744BBE}"/>
          </ac:spMkLst>
        </pc:spChg>
      </pc:sldChg>
      <pc:sldChg chg="modSp add mod modTransition modAnim">
        <pc:chgData name="Khobo, IL, Dr [ilkhobo@sun.ac.za]" userId="b519a442-dcea-4a28-9c45-7e29f1df5837" providerId="ADAL" clId="{8BC8A5CF-2DB3-45E9-BF57-F2ED810C291E}" dt="2026-08-26T08:02:09.008" v="1110"/>
        <pc:sldMkLst>
          <pc:docMk/>
          <pc:sldMk cId="373475273" sldId="638"/>
        </pc:sldMkLst>
        <pc:picChg chg="mod">
          <ac:chgData name="Khobo, IL, Dr [ilkhobo@sun.ac.za]" userId="b519a442-dcea-4a28-9c45-7e29f1df5837" providerId="ADAL" clId="{8BC8A5CF-2DB3-45E9-BF57-F2ED810C291E}" dt="2026-08-26T07:53:07.377" v="1098" actId="1076"/>
          <ac:picMkLst>
            <pc:docMk/>
            <pc:sldMk cId="373475273" sldId="638"/>
            <ac:picMk id="109" creationId="{B3F67DA7-7C36-0F1A-AFD7-6CE88CF84A0B}"/>
          </ac:picMkLst>
        </pc:picChg>
        <pc:picChg chg="mod">
          <ac:chgData name="Khobo, IL, Dr [ilkhobo@sun.ac.za]" userId="b519a442-dcea-4a28-9c45-7e29f1df5837" providerId="ADAL" clId="{8BC8A5CF-2DB3-45E9-BF57-F2ED810C291E}" dt="2026-08-26T07:53:13.632" v="1099" actId="1076"/>
          <ac:picMkLst>
            <pc:docMk/>
            <pc:sldMk cId="373475273" sldId="638"/>
            <ac:picMk id="111" creationId="{2EAF832B-AEE9-F745-B105-FC129716A593}"/>
          </ac:picMkLst>
        </pc:picChg>
      </pc:sldChg>
      <pc:sldChg chg="modSp add mod modTransition modAnim">
        <pc:chgData name="Khobo, IL, Dr [ilkhobo@sun.ac.za]" userId="b519a442-dcea-4a28-9c45-7e29f1df5837" providerId="ADAL" clId="{8BC8A5CF-2DB3-45E9-BF57-F2ED810C291E}" dt="2026-08-26T08:02:09.008" v="1110"/>
        <pc:sldMkLst>
          <pc:docMk/>
          <pc:sldMk cId="3862603637" sldId="639"/>
        </pc:sldMkLst>
        <pc:picChg chg="mod">
          <ac:chgData name="Khobo, IL, Dr [ilkhobo@sun.ac.za]" userId="b519a442-dcea-4a28-9c45-7e29f1df5837" providerId="ADAL" clId="{8BC8A5CF-2DB3-45E9-BF57-F2ED810C291E}" dt="2026-08-26T07:53:33.764" v="1101" actId="1076"/>
          <ac:picMkLst>
            <pc:docMk/>
            <pc:sldMk cId="3862603637" sldId="639"/>
            <ac:picMk id="111" creationId="{893CB74E-A4B3-4709-E4B4-9326A3E4B083}"/>
          </ac:picMkLst>
        </pc:picChg>
        <pc:picChg chg="mod">
          <ac:chgData name="Khobo, IL, Dr [ilkhobo@sun.ac.za]" userId="b519a442-dcea-4a28-9c45-7e29f1df5837" providerId="ADAL" clId="{8BC8A5CF-2DB3-45E9-BF57-F2ED810C291E}" dt="2026-08-26T07:53:43.741" v="1102" actId="1076"/>
          <ac:picMkLst>
            <pc:docMk/>
            <pc:sldMk cId="3862603637" sldId="639"/>
            <ac:picMk id="113" creationId="{F3940A79-199F-3978-84C5-00BAE5386DBB}"/>
          </ac:picMkLst>
        </pc:picChg>
      </pc:sldChg>
      <pc:sldChg chg="addSp modSp add mod modTransition modAnim">
        <pc:chgData name="Khobo, IL, Dr [ilkhobo@sun.ac.za]" userId="b519a442-dcea-4a28-9c45-7e29f1df5837" providerId="ADAL" clId="{8BC8A5CF-2DB3-45E9-BF57-F2ED810C291E}" dt="2026-08-26T08:22:59.552" v="1135" actId="27297"/>
        <pc:sldMkLst>
          <pc:docMk/>
          <pc:sldMk cId="3645760117" sldId="640"/>
        </pc:sldMkLst>
        <pc:graphicFrameChg chg="add mod modGraphic">
          <ac:chgData name="Khobo, IL, Dr [ilkhobo@sun.ac.za]" userId="b519a442-dcea-4a28-9c45-7e29f1df5837" providerId="ADAL" clId="{8BC8A5CF-2DB3-45E9-BF57-F2ED810C291E}" dt="2026-08-26T08:22:59.552" v="1135" actId="27297"/>
          <ac:graphicFrameMkLst>
            <pc:docMk/>
            <pc:sldMk cId="3645760117" sldId="640"/>
            <ac:graphicFrameMk id="3" creationId="{740A0268-8734-EC80-95D0-9446F42C9DA6}"/>
          </ac:graphicFrameMkLst>
        </pc:graphicFrameChg>
        <pc:picChg chg="mod">
          <ac:chgData name="Khobo, IL, Dr [ilkhobo@sun.ac.za]" userId="b519a442-dcea-4a28-9c45-7e29f1df5837" providerId="ADAL" clId="{8BC8A5CF-2DB3-45E9-BF57-F2ED810C291E}" dt="2026-08-26T07:53:55.034" v="1104" actId="1076"/>
          <ac:picMkLst>
            <pc:docMk/>
            <pc:sldMk cId="3645760117" sldId="640"/>
            <ac:picMk id="113" creationId="{0E264D98-2757-09E4-8F7D-AFEA50E09620}"/>
          </ac:picMkLst>
        </pc:picChg>
        <pc:picChg chg="mod">
          <ac:chgData name="Khobo, IL, Dr [ilkhobo@sun.ac.za]" userId="b519a442-dcea-4a28-9c45-7e29f1df5837" providerId="ADAL" clId="{8BC8A5CF-2DB3-45E9-BF57-F2ED810C291E}" dt="2026-08-26T07:54:01.150" v="1105" actId="1076"/>
          <ac:picMkLst>
            <pc:docMk/>
            <pc:sldMk cId="3645760117" sldId="640"/>
            <ac:picMk id="115" creationId="{7DABE518-3E7D-80C1-1E25-6E9527EAAABC}"/>
          </ac:picMkLst>
        </pc:picChg>
      </pc:sldChg>
      <pc:sldChg chg="addSp delSp modSp new mod">
        <pc:chgData name="Khobo, IL, Dr [ilkhobo@sun.ac.za]" userId="b519a442-dcea-4a28-9c45-7e29f1df5837" providerId="ADAL" clId="{8BC8A5CF-2DB3-45E9-BF57-F2ED810C291E}" dt="2026-08-26T08:18:59.886" v="1129" actId="1076"/>
        <pc:sldMkLst>
          <pc:docMk/>
          <pc:sldMk cId="1782941056" sldId="641"/>
        </pc:sldMkLst>
        <pc:spChg chg="del">
          <ac:chgData name="Khobo, IL, Dr [ilkhobo@sun.ac.za]" userId="b519a442-dcea-4a28-9c45-7e29f1df5837" providerId="ADAL" clId="{8BC8A5CF-2DB3-45E9-BF57-F2ED810C291E}" dt="2026-08-26T08:17:33.382" v="1112" actId="478"/>
          <ac:spMkLst>
            <pc:docMk/>
            <pc:sldMk cId="1782941056" sldId="641"/>
            <ac:spMk id="2" creationId="{7C3AA814-8987-4ACE-3196-52FF2729C828}"/>
          </ac:spMkLst>
        </pc:spChg>
        <pc:spChg chg="del">
          <ac:chgData name="Khobo, IL, Dr [ilkhobo@sun.ac.za]" userId="b519a442-dcea-4a28-9c45-7e29f1df5837" providerId="ADAL" clId="{8BC8A5CF-2DB3-45E9-BF57-F2ED810C291E}" dt="2026-08-26T08:17:33.382" v="1112" actId="478"/>
          <ac:spMkLst>
            <pc:docMk/>
            <pc:sldMk cId="1782941056" sldId="641"/>
            <ac:spMk id="3" creationId="{92399C64-33F2-BC8E-663E-717F42FC9743}"/>
          </ac:spMkLst>
        </pc:spChg>
        <pc:spChg chg="add del">
          <ac:chgData name="Khobo, IL, Dr [ilkhobo@sun.ac.za]" userId="b519a442-dcea-4a28-9c45-7e29f1df5837" providerId="ADAL" clId="{8BC8A5CF-2DB3-45E9-BF57-F2ED810C291E}" dt="2026-08-26T08:18:51.817" v="1125" actId="22"/>
          <ac:spMkLst>
            <pc:docMk/>
            <pc:sldMk cId="1782941056" sldId="641"/>
            <ac:spMk id="9" creationId="{C7B76711-F881-CA03-6DFA-5C3BAFB1D228}"/>
          </ac:spMkLst>
        </pc:spChg>
        <pc:spChg chg="add mod">
          <ac:chgData name="Khobo, IL, Dr [ilkhobo@sun.ac.za]" userId="b519a442-dcea-4a28-9c45-7e29f1df5837" providerId="ADAL" clId="{8BC8A5CF-2DB3-45E9-BF57-F2ED810C291E}" dt="2026-08-26T08:18:59.886" v="1129" actId="1076"/>
          <ac:spMkLst>
            <pc:docMk/>
            <pc:sldMk cId="1782941056" sldId="641"/>
            <ac:spMk id="11" creationId="{B608F854-531B-6BE1-5797-456057F3A653}"/>
          </ac:spMkLst>
        </pc:spChg>
        <pc:picChg chg="add mod">
          <ac:chgData name="Khobo, IL, Dr [ilkhobo@sun.ac.za]" userId="b519a442-dcea-4a28-9c45-7e29f1df5837" providerId="ADAL" clId="{8BC8A5CF-2DB3-45E9-BF57-F2ED810C291E}" dt="2026-08-26T08:17:47.823" v="1119" actId="1076"/>
          <ac:picMkLst>
            <pc:docMk/>
            <pc:sldMk cId="1782941056" sldId="641"/>
            <ac:picMk id="5" creationId="{3FB0D1F8-0BE0-0104-E41B-3FE1F3FF3E5F}"/>
          </ac:picMkLst>
        </pc:picChg>
        <pc:picChg chg="add mod">
          <ac:chgData name="Khobo, IL, Dr [ilkhobo@sun.ac.za]" userId="b519a442-dcea-4a28-9c45-7e29f1df5837" providerId="ADAL" clId="{8BC8A5CF-2DB3-45E9-BF57-F2ED810C291E}" dt="2026-08-26T08:18:56.760" v="1128" actId="1076"/>
          <ac:picMkLst>
            <pc:docMk/>
            <pc:sldMk cId="1782941056" sldId="641"/>
            <ac:picMk id="7" creationId="{CDB9A6AB-4512-ED77-8E25-1BEF462B15F1}"/>
          </ac:picMkLst>
        </pc:picChg>
      </pc:sldChg>
    </pc:docChg>
  </pc:docChgLst>
  <pc:docChgLst>
    <pc:chgData name="Khobo, IL, Dr [ilkhobo@sun.ac.za]" userId="b519a442-dcea-4a28-9c45-7e29f1df5837" providerId="ADAL" clId="{D25D1C45-A404-4E0F-8657-49BD4E4887CA}"/>
    <pc:docChg chg="undo custSel modSld">
      <pc:chgData name="Khobo, IL, Dr [ilkhobo@sun.ac.za]" userId="b519a442-dcea-4a28-9c45-7e29f1df5837" providerId="ADAL" clId="{D25D1C45-A404-4E0F-8657-49BD4E4887CA}" dt="2026-08-26T11:11:43.233" v="75" actId="20577"/>
      <pc:docMkLst>
        <pc:docMk/>
      </pc:docMkLst>
      <pc:sldChg chg="modSp mod">
        <pc:chgData name="Khobo, IL, Dr [ilkhobo@sun.ac.za]" userId="b519a442-dcea-4a28-9c45-7e29f1df5837" providerId="ADAL" clId="{D25D1C45-A404-4E0F-8657-49BD4E4887CA}" dt="2026-08-26T11:09:16.395" v="59" actId="20577"/>
        <pc:sldMkLst>
          <pc:docMk/>
          <pc:sldMk cId="1754544445" sldId="616"/>
        </pc:sldMkLst>
        <pc:spChg chg="mod">
          <ac:chgData name="Khobo, IL, Dr [ilkhobo@sun.ac.za]" userId="b519a442-dcea-4a28-9c45-7e29f1df5837" providerId="ADAL" clId="{D25D1C45-A404-4E0F-8657-49BD4E4887CA}" dt="2026-08-26T11:08:54.087" v="49" actId="20577"/>
          <ac:spMkLst>
            <pc:docMk/>
            <pc:sldMk cId="1754544445" sldId="616"/>
            <ac:spMk id="289" creationId="{35A81AA8-7F64-3520-6B30-F489A69FA87A}"/>
          </ac:spMkLst>
        </pc:spChg>
        <pc:spChg chg="mod">
          <ac:chgData name="Khobo, IL, Dr [ilkhobo@sun.ac.za]" userId="b519a442-dcea-4a28-9c45-7e29f1df5837" providerId="ADAL" clId="{D25D1C45-A404-4E0F-8657-49BD4E4887CA}" dt="2026-08-26T11:08:56.298" v="51" actId="20577"/>
          <ac:spMkLst>
            <pc:docMk/>
            <pc:sldMk cId="1754544445" sldId="616"/>
            <ac:spMk id="290" creationId="{49BD2A9B-1D8A-6044-D7F0-2806BFBB24A5}"/>
          </ac:spMkLst>
        </pc:spChg>
        <pc:spChg chg="mod">
          <ac:chgData name="Khobo, IL, Dr [ilkhobo@sun.ac.za]" userId="b519a442-dcea-4a28-9c45-7e29f1df5837" providerId="ADAL" clId="{D25D1C45-A404-4E0F-8657-49BD4E4887CA}" dt="2026-08-26T11:08:58.632" v="53" actId="20577"/>
          <ac:spMkLst>
            <pc:docMk/>
            <pc:sldMk cId="1754544445" sldId="616"/>
            <ac:spMk id="291" creationId="{1A81B3F5-F275-06E7-57D2-740ED496B584}"/>
          </ac:spMkLst>
        </pc:spChg>
        <pc:spChg chg="mod">
          <ac:chgData name="Khobo, IL, Dr [ilkhobo@sun.ac.za]" userId="b519a442-dcea-4a28-9c45-7e29f1df5837" providerId="ADAL" clId="{D25D1C45-A404-4E0F-8657-49BD4E4887CA}" dt="2026-08-26T11:09:01.498" v="55" actId="20577"/>
          <ac:spMkLst>
            <pc:docMk/>
            <pc:sldMk cId="1754544445" sldId="616"/>
            <ac:spMk id="292" creationId="{4666F0E9-A3CB-F704-E0F0-64D7ACFE3E5E}"/>
          </ac:spMkLst>
        </pc:spChg>
        <pc:spChg chg="mod">
          <ac:chgData name="Khobo, IL, Dr [ilkhobo@sun.ac.za]" userId="b519a442-dcea-4a28-9c45-7e29f1df5837" providerId="ADAL" clId="{D25D1C45-A404-4E0F-8657-49BD4E4887CA}" dt="2026-08-26T11:09:04.559" v="57" actId="20577"/>
          <ac:spMkLst>
            <pc:docMk/>
            <pc:sldMk cId="1754544445" sldId="616"/>
            <ac:spMk id="293" creationId="{6DC1823D-92A4-0585-36A9-7F7F6ED5B7FF}"/>
          </ac:spMkLst>
        </pc:spChg>
        <pc:spChg chg="mod">
          <ac:chgData name="Khobo, IL, Dr [ilkhobo@sun.ac.za]" userId="b519a442-dcea-4a28-9c45-7e29f1df5837" providerId="ADAL" clId="{D25D1C45-A404-4E0F-8657-49BD4E4887CA}" dt="2026-08-26T11:09:16.395" v="59" actId="20577"/>
          <ac:spMkLst>
            <pc:docMk/>
            <pc:sldMk cId="1754544445" sldId="616"/>
            <ac:spMk id="312" creationId="{054ACCF3-A369-2EAC-7417-77FC533832B4}"/>
          </ac:spMkLst>
        </pc:spChg>
      </pc:sldChg>
      <pc:sldChg chg="modSp mod">
        <pc:chgData name="Khobo, IL, Dr [ilkhobo@sun.ac.za]" userId="b519a442-dcea-4a28-9c45-7e29f1df5837" providerId="ADAL" clId="{D25D1C45-A404-4E0F-8657-49BD4E4887CA}" dt="2026-08-26T11:11:43.233" v="75" actId="20577"/>
        <pc:sldMkLst>
          <pc:docMk/>
          <pc:sldMk cId="3561896787" sldId="625"/>
        </pc:sldMkLst>
        <pc:spChg chg="mod">
          <ac:chgData name="Khobo, IL, Dr [ilkhobo@sun.ac.za]" userId="b519a442-dcea-4a28-9c45-7e29f1df5837" providerId="ADAL" clId="{D25D1C45-A404-4E0F-8657-49BD4E4887CA}" dt="2026-08-26T11:11:32.556" v="67" actId="20577"/>
          <ac:spMkLst>
            <pc:docMk/>
            <pc:sldMk cId="3561896787" sldId="625"/>
            <ac:spMk id="23" creationId="{4EE4B3FA-1CA0-F0AD-A862-217B51A31E5E}"/>
          </ac:spMkLst>
        </pc:spChg>
        <pc:spChg chg="mod">
          <ac:chgData name="Khobo, IL, Dr [ilkhobo@sun.ac.za]" userId="b519a442-dcea-4a28-9c45-7e29f1df5837" providerId="ADAL" clId="{D25D1C45-A404-4E0F-8657-49BD4E4887CA}" dt="2026-08-26T11:11:36.371" v="69" actId="20577"/>
          <ac:spMkLst>
            <pc:docMk/>
            <pc:sldMk cId="3561896787" sldId="625"/>
            <ac:spMk id="24" creationId="{A3222E3C-C573-7B1C-185D-2CD76A976331}"/>
          </ac:spMkLst>
        </pc:spChg>
        <pc:spChg chg="mod">
          <ac:chgData name="Khobo, IL, Dr [ilkhobo@sun.ac.za]" userId="b519a442-dcea-4a28-9c45-7e29f1df5837" providerId="ADAL" clId="{D25D1C45-A404-4E0F-8657-49BD4E4887CA}" dt="2026-08-26T11:11:38.831" v="71" actId="20577"/>
          <ac:spMkLst>
            <pc:docMk/>
            <pc:sldMk cId="3561896787" sldId="625"/>
            <ac:spMk id="26" creationId="{1AE3C8E5-3E8B-C995-687B-23EE287B3CD4}"/>
          </ac:spMkLst>
        </pc:spChg>
        <pc:spChg chg="mod">
          <ac:chgData name="Khobo, IL, Dr [ilkhobo@sun.ac.za]" userId="b519a442-dcea-4a28-9c45-7e29f1df5837" providerId="ADAL" clId="{D25D1C45-A404-4E0F-8657-49BD4E4887CA}" dt="2026-08-26T11:11:41.096" v="73" actId="20577"/>
          <ac:spMkLst>
            <pc:docMk/>
            <pc:sldMk cId="3561896787" sldId="625"/>
            <ac:spMk id="28" creationId="{61EAE648-74AF-B99F-4635-3278DE063689}"/>
          </ac:spMkLst>
        </pc:spChg>
        <pc:spChg chg="mod">
          <ac:chgData name="Khobo, IL, Dr [ilkhobo@sun.ac.za]" userId="b519a442-dcea-4a28-9c45-7e29f1df5837" providerId="ADAL" clId="{D25D1C45-A404-4E0F-8657-49BD4E4887CA}" dt="2026-08-26T11:11:43.233" v="75" actId="20577"/>
          <ac:spMkLst>
            <pc:docMk/>
            <pc:sldMk cId="3561896787" sldId="625"/>
            <ac:spMk id="34" creationId="{32EDE0C9-FBD9-EA42-EA3A-71AE32D572E9}"/>
          </ac:spMkLst>
        </pc:spChg>
        <pc:spChg chg="mod">
          <ac:chgData name="Khobo, IL, Dr [ilkhobo@sun.ac.za]" userId="b519a442-dcea-4a28-9c45-7e29f1df5837" providerId="ADAL" clId="{D25D1C45-A404-4E0F-8657-49BD4E4887CA}" dt="2026-08-26T11:09:34.669" v="61" actId="20577"/>
          <ac:spMkLst>
            <pc:docMk/>
            <pc:sldMk cId="3561896787" sldId="625"/>
            <ac:spMk id="58" creationId="{674AD0D2-FB7A-758B-495C-080A70C3D115}"/>
          </ac:spMkLst>
        </pc:spChg>
      </pc:sldChg>
      <pc:sldChg chg="modSp mod">
        <pc:chgData name="Khobo, IL, Dr [ilkhobo@sun.ac.za]" userId="b519a442-dcea-4a28-9c45-7e29f1df5837" providerId="ADAL" clId="{D25D1C45-A404-4E0F-8657-49BD4E4887CA}" dt="2026-08-26T11:09:50.408" v="63" actId="20577"/>
        <pc:sldMkLst>
          <pc:docMk/>
          <pc:sldMk cId="1353918439" sldId="626"/>
        </pc:sldMkLst>
        <pc:spChg chg="mod">
          <ac:chgData name="Khobo, IL, Dr [ilkhobo@sun.ac.za]" userId="b519a442-dcea-4a28-9c45-7e29f1df5837" providerId="ADAL" clId="{D25D1C45-A404-4E0F-8657-49BD4E4887CA}" dt="2026-08-26T11:06:45.932" v="3" actId="20577"/>
          <ac:spMkLst>
            <pc:docMk/>
            <pc:sldMk cId="1353918439" sldId="626"/>
            <ac:spMk id="23" creationId="{A0437856-C1FD-E7A2-5082-7EB012FF287E}"/>
          </ac:spMkLst>
        </pc:spChg>
        <pc:spChg chg="mod">
          <ac:chgData name="Khobo, IL, Dr [ilkhobo@sun.ac.za]" userId="b519a442-dcea-4a28-9c45-7e29f1df5837" providerId="ADAL" clId="{D25D1C45-A404-4E0F-8657-49BD4E4887CA}" dt="2026-08-26T11:06:48.046" v="5" actId="20577"/>
          <ac:spMkLst>
            <pc:docMk/>
            <pc:sldMk cId="1353918439" sldId="626"/>
            <ac:spMk id="24" creationId="{E339A56F-4FB7-C552-24BF-3C8ED4F20D81}"/>
          </ac:spMkLst>
        </pc:spChg>
        <pc:spChg chg="mod">
          <ac:chgData name="Khobo, IL, Dr [ilkhobo@sun.ac.za]" userId="b519a442-dcea-4a28-9c45-7e29f1df5837" providerId="ADAL" clId="{D25D1C45-A404-4E0F-8657-49BD4E4887CA}" dt="2026-08-26T11:06:50.987" v="7" actId="20577"/>
          <ac:spMkLst>
            <pc:docMk/>
            <pc:sldMk cId="1353918439" sldId="626"/>
            <ac:spMk id="26" creationId="{48102CE8-48D1-5EFC-281E-78C58C619277}"/>
          </ac:spMkLst>
        </pc:spChg>
        <pc:spChg chg="mod">
          <ac:chgData name="Khobo, IL, Dr [ilkhobo@sun.ac.za]" userId="b519a442-dcea-4a28-9c45-7e29f1df5837" providerId="ADAL" clId="{D25D1C45-A404-4E0F-8657-49BD4E4887CA}" dt="2026-08-26T11:06:53.919" v="9" actId="20577"/>
          <ac:spMkLst>
            <pc:docMk/>
            <pc:sldMk cId="1353918439" sldId="626"/>
            <ac:spMk id="28" creationId="{50E8240E-D3B2-C2FB-F614-ED1FDE7BC25D}"/>
          </ac:spMkLst>
        </pc:spChg>
        <pc:spChg chg="mod">
          <ac:chgData name="Khobo, IL, Dr [ilkhobo@sun.ac.za]" userId="b519a442-dcea-4a28-9c45-7e29f1df5837" providerId="ADAL" clId="{D25D1C45-A404-4E0F-8657-49BD4E4887CA}" dt="2026-08-26T11:06:56.845" v="11" actId="20577"/>
          <ac:spMkLst>
            <pc:docMk/>
            <pc:sldMk cId="1353918439" sldId="626"/>
            <ac:spMk id="34" creationId="{AC320A76-B84B-DEC4-32D9-5DF6DD075E6D}"/>
          </ac:spMkLst>
        </pc:spChg>
        <pc:spChg chg="mod">
          <ac:chgData name="Khobo, IL, Dr [ilkhobo@sun.ac.za]" userId="b519a442-dcea-4a28-9c45-7e29f1df5837" providerId="ADAL" clId="{D25D1C45-A404-4E0F-8657-49BD4E4887CA}" dt="2026-08-26T11:09:50.408" v="63" actId="20577"/>
          <ac:spMkLst>
            <pc:docMk/>
            <pc:sldMk cId="1353918439" sldId="626"/>
            <ac:spMk id="58" creationId="{220AA3C1-CCA3-D76A-D6BB-95D29B45557C}"/>
          </ac:spMkLst>
        </pc:spChg>
      </pc:sldChg>
      <pc:sldChg chg="modSp mod">
        <pc:chgData name="Khobo, IL, Dr [ilkhobo@sun.ac.za]" userId="b519a442-dcea-4a28-9c45-7e29f1df5837" providerId="ADAL" clId="{D25D1C45-A404-4E0F-8657-49BD4E4887CA}" dt="2026-08-26T11:10:19.628" v="65" actId="20577"/>
        <pc:sldMkLst>
          <pc:docMk/>
          <pc:sldMk cId="1435842356" sldId="627"/>
        </pc:sldMkLst>
        <pc:spChg chg="mod">
          <ac:chgData name="Khobo, IL, Dr [ilkhobo@sun.ac.za]" userId="b519a442-dcea-4a28-9c45-7e29f1df5837" providerId="ADAL" clId="{D25D1C45-A404-4E0F-8657-49BD4E4887CA}" dt="2026-08-26T11:07:07.948" v="13" actId="20577"/>
          <ac:spMkLst>
            <pc:docMk/>
            <pc:sldMk cId="1435842356" sldId="627"/>
            <ac:spMk id="23" creationId="{FE692984-4EE5-2231-B986-FFD802788DFC}"/>
          </ac:spMkLst>
        </pc:spChg>
        <pc:spChg chg="mod">
          <ac:chgData name="Khobo, IL, Dr [ilkhobo@sun.ac.za]" userId="b519a442-dcea-4a28-9c45-7e29f1df5837" providerId="ADAL" clId="{D25D1C45-A404-4E0F-8657-49BD4E4887CA}" dt="2026-08-26T11:07:10.700" v="15" actId="20577"/>
          <ac:spMkLst>
            <pc:docMk/>
            <pc:sldMk cId="1435842356" sldId="627"/>
            <ac:spMk id="24" creationId="{B51560A3-D921-2891-9A01-2C0BD035A950}"/>
          </ac:spMkLst>
        </pc:spChg>
        <pc:spChg chg="mod">
          <ac:chgData name="Khobo, IL, Dr [ilkhobo@sun.ac.za]" userId="b519a442-dcea-4a28-9c45-7e29f1df5837" providerId="ADAL" clId="{D25D1C45-A404-4E0F-8657-49BD4E4887CA}" dt="2026-08-26T11:07:13.340" v="17" actId="20577"/>
          <ac:spMkLst>
            <pc:docMk/>
            <pc:sldMk cId="1435842356" sldId="627"/>
            <ac:spMk id="26" creationId="{91A9F3B5-4BDC-5CA9-DE01-3303DCB98BC1}"/>
          </ac:spMkLst>
        </pc:spChg>
        <pc:spChg chg="mod">
          <ac:chgData name="Khobo, IL, Dr [ilkhobo@sun.ac.za]" userId="b519a442-dcea-4a28-9c45-7e29f1df5837" providerId="ADAL" clId="{D25D1C45-A404-4E0F-8657-49BD4E4887CA}" dt="2026-08-26T11:07:16.102" v="19" actId="20577"/>
          <ac:spMkLst>
            <pc:docMk/>
            <pc:sldMk cId="1435842356" sldId="627"/>
            <ac:spMk id="28" creationId="{DAD6219A-157C-7161-9515-C0F2193884E4}"/>
          </ac:spMkLst>
        </pc:spChg>
        <pc:spChg chg="mod">
          <ac:chgData name="Khobo, IL, Dr [ilkhobo@sun.ac.za]" userId="b519a442-dcea-4a28-9c45-7e29f1df5837" providerId="ADAL" clId="{D25D1C45-A404-4E0F-8657-49BD4E4887CA}" dt="2026-08-26T11:07:18.688" v="21" actId="20577"/>
          <ac:spMkLst>
            <pc:docMk/>
            <pc:sldMk cId="1435842356" sldId="627"/>
            <ac:spMk id="34" creationId="{8070DE7D-38AA-A6C4-6348-EBDDE478375E}"/>
          </ac:spMkLst>
        </pc:spChg>
        <pc:spChg chg="mod">
          <ac:chgData name="Khobo, IL, Dr [ilkhobo@sun.ac.za]" userId="b519a442-dcea-4a28-9c45-7e29f1df5837" providerId="ADAL" clId="{D25D1C45-A404-4E0F-8657-49BD4E4887CA}" dt="2026-08-26T11:10:19.628" v="65" actId="20577"/>
          <ac:spMkLst>
            <pc:docMk/>
            <pc:sldMk cId="1435842356" sldId="627"/>
            <ac:spMk id="58" creationId="{A2EFE523-EE6F-07AA-01EE-1C3573041ADD}"/>
          </ac:spMkLst>
        </pc:spChg>
      </pc:sldChg>
      <pc:sldChg chg="modSp mod">
        <pc:chgData name="Khobo, IL, Dr [ilkhobo@sun.ac.za]" userId="b519a442-dcea-4a28-9c45-7e29f1df5837" providerId="ADAL" clId="{D25D1C45-A404-4E0F-8657-49BD4E4887CA}" dt="2026-08-26T11:08:21.398" v="47" actId="20577"/>
        <pc:sldMkLst>
          <pc:docMk/>
          <pc:sldMk cId="2162361235" sldId="628"/>
        </pc:sldMkLst>
        <pc:spChg chg="mod">
          <ac:chgData name="Khobo, IL, Dr [ilkhobo@sun.ac.za]" userId="b519a442-dcea-4a28-9c45-7e29f1df5837" providerId="ADAL" clId="{D25D1C45-A404-4E0F-8657-49BD4E4887CA}" dt="2026-08-26T11:08:11.270" v="39" actId="20577"/>
          <ac:spMkLst>
            <pc:docMk/>
            <pc:sldMk cId="2162361235" sldId="628"/>
            <ac:spMk id="23" creationId="{10F183D0-47D8-F2A2-A791-47EE796DF140}"/>
          </ac:spMkLst>
        </pc:spChg>
        <pc:spChg chg="mod">
          <ac:chgData name="Khobo, IL, Dr [ilkhobo@sun.ac.za]" userId="b519a442-dcea-4a28-9c45-7e29f1df5837" providerId="ADAL" clId="{D25D1C45-A404-4E0F-8657-49BD4E4887CA}" dt="2026-08-26T11:08:14.006" v="41" actId="20577"/>
          <ac:spMkLst>
            <pc:docMk/>
            <pc:sldMk cId="2162361235" sldId="628"/>
            <ac:spMk id="24" creationId="{3E0762AE-13DB-3357-E1BC-73D7C7712D0E}"/>
          </ac:spMkLst>
        </pc:spChg>
        <pc:spChg chg="mod">
          <ac:chgData name="Khobo, IL, Dr [ilkhobo@sun.ac.za]" userId="b519a442-dcea-4a28-9c45-7e29f1df5837" providerId="ADAL" clId="{D25D1C45-A404-4E0F-8657-49BD4E4887CA}" dt="2026-08-26T11:08:16.490" v="43" actId="20577"/>
          <ac:spMkLst>
            <pc:docMk/>
            <pc:sldMk cId="2162361235" sldId="628"/>
            <ac:spMk id="26" creationId="{59F1117D-D17A-E03E-D37B-FCAEBBD749BE}"/>
          </ac:spMkLst>
        </pc:spChg>
        <pc:spChg chg="mod">
          <ac:chgData name="Khobo, IL, Dr [ilkhobo@sun.ac.za]" userId="b519a442-dcea-4a28-9c45-7e29f1df5837" providerId="ADAL" clId="{D25D1C45-A404-4E0F-8657-49BD4E4887CA}" dt="2026-08-26T11:08:19.013" v="45" actId="20577"/>
          <ac:spMkLst>
            <pc:docMk/>
            <pc:sldMk cId="2162361235" sldId="628"/>
            <ac:spMk id="28" creationId="{9234D6F3-7AF1-0643-E6A3-14DC040528B9}"/>
          </ac:spMkLst>
        </pc:spChg>
        <pc:spChg chg="mod">
          <ac:chgData name="Khobo, IL, Dr [ilkhobo@sun.ac.za]" userId="b519a442-dcea-4a28-9c45-7e29f1df5837" providerId="ADAL" clId="{D25D1C45-A404-4E0F-8657-49BD4E4887CA}" dt="2026-08-26T11:08:21.398" v="47" actId="20577"/>
          <ac:spMkLst>
            <pc:docMk/>
            <pc:sldMk cId="2162361235" sldId="628"/>
            <ac:spMk id="34" creationId="{C6145197-2390-0ED0-D97C-15FEEFA7465C}"/>
          </ac:spMkLst>
        </pc:spChg>
        <pc:spChg chg="mod">
          <ac:chgData name="Khobo, IL, Dr [ilkhobo@sun.ac.za]" userId="b519a442-dcea-4a28-9c45-7e29f1df5837" providerId="ADAL" clId="{D25D1C45-A404-4E0F-8657-49BD4E4887CA}" dt="2026-08-26T11:07:27.167" v="23" actId="20577"/>
          <ac:spMkLst>
            <pc:docMk/>
            <pc:sldMk cId="2162361235" sldId="628"/>
            <ac:spMk id="58" creationId="{4FAE6292-601D-61F0-6E79-505897E9E86A}"/>
          </ac:spMkLst>
        </pc:spChg>
      </pc:sldChg>
      <pc:sldChg chg="modSp mod">
        <pc:chgData name="Khobo, IL, Dr [ilkhobo@sun.ac.za]" userId="b519a442-dcea-4a28-9c45-7e29f1df5837" providerId="ADAL" clId="{D25D1C45-A404-4E0F-8657-49BD4E4887CA}" dt="2026-08-26T11:08:00.371" v="37" actId="20577"/>
        <pc:sldMkLst>
          <pc:docMk/>
          <pc:sldMk cId="2257265958" sldId="629"/>
        </pc:sldMkLst>
        <pc:spChg chg="mod">
          <ac:chgData name="Khobo, IL, Dr [ilkhobo@sun.ac.za]" userId="b519a442-dcea-4a28-9c45-7e29f1df5837" providerId="ADAL" clId="{D25D1C45-A404-4E0F-8657-49BD4E4887CA}" dt="2026-08-26T11:07:49.447" v="29" actId="20577"/>
          <ac:spMkLst>
            <pc:docMk/>
            <pc:sldMk cId="2257265958" sldId="629"/>
            <ac:spMk id="23" creationId="{A66C9BC1-6A20-025A-34AA-2FED87E23857}"/>
          </ac:spMkLst>
        </pc:spChg>
        <pc:spChg chg="mod">
          <ac:chgData name="Khobo, IL, Dr [ilkhobo@sun.ac.za]" userId="b519a442-dcea-4a28-9c45-7e29f1df5837" providerId="ADAL" clId="{D25D1C45-A404-4E0F-8657-49BD4E4887CA}" dt="2026-08-26T11:07:52.215" v="31" actId="20577"/>
          <ac:spMkLst>
            <pc:docMk/>
            <pc:sldMk cId="2257265958" sldId="629"/>
            <ac:spMk id="24" creationId="{936EB600-81A2-27F5-F564-2EFEFC4671AD}"/>
          </ac:spMkLst>
        </pc:spChg>
        <pc:spChg chg="mod">
          <ac:chgData name="Khobo, IL, Dr [ilkhobo@sun.ac.za]" userId="b519a442-dcea-4a28-9c45-7e29f1df5837" providerId="ADAL" clId="{D25D1C45-A404-4E0F-8657-49BD4E4887CA}" dt="2026-08-26T11:07:54.913" v="33" actId="20577"/>
          <ac:spMkLst>
            <pc:docMk/>
            <pc:sldMk cId="2257265958" sldId="629"/>
            <ac:spMk id="26" creationId="{57886E20-DD39-AB12-8BBF-0C02E0E031E5}"/>
          </ac:spMkLst>
        </pc:spChg>
        <pc:spChg chg="mod">
          <ac:chgData name="Khobo, IL, Dr [ilkhobo@sun.ac.za]" userId="b519a442-dcea-4a28-9c45-7e29f1df5837" providerId="ADAL" clId="{D25D1C45-A404-4E0F-8657-49BD4E4887CA}" dt="2026-08-26T11:07:57.712" v="35" actId="20577"/>
          <ac:spMkLst>
            <pc:docMk/>
            <pc:sldMk cId="2257265958" sldId="629"/>
            <ac:spMk id="28" creationId="{BA75B5DD-BBBD-8883-3CFD-C11A89DBAEE0}"/>
          </ac:spMkLst>
        </pc:spChg>
        <pc:spChg chg="mod">
          <ac:chgData name="Khobo, IL, Dr [ilkhobo@sun.ac.za]" userId="b519a442-dcea-4a28-9c45-7e29f1df5837" providerId="ADAL" clId="{D25D1C45-A404-4E0F-8657-49BD4E4887CA}" dt="2026-08-26T11:08:00.371" v="37" actId="20577"/>
          <ac:spMkLst>
            <pc:docMk/>
            <pc:sldMk cId="2257265958" sldId="629"/>
            <ac:spMk id="34" creationId="{EDEFD7B0-1F58-3E17-A6B3-AF3BF0F9BAA3}"/>
          </ac:spMkLst>
        </pc:spChg>
        <pc:spChg chg="mod">
          <ac:chgData name="Khobo, IL, Dr [ilkhobo@sun.ac.za]" userId="b519a442-dcea-4a28-9c45-7e29f1df5837" providerId="ADAL" clId="{D25D1C45-A404-4E0F-8657-49BD4E4887CA}" dt="2026-08-26T11:07:43.995" v="27" actId="20577"/>
          <ac:spMkLst>
            <pc:docMk/>
            <pc:sldMk cId="2257265958" sldId="629"/>
            <ac:spMk id="58" creationId="{3343152A-90A7-C2C4-0952-084A9CCABBD5}"/>
          </ac:spMkLst>
        </pc:spChg>
        <pc:spChg chg="mod">
          <ac:chgData name="Khobo, IL, Dr [ilkhobo@sun.ac.za]" userId="b519a442-dcea-4a28-9c45-7e29f1df5837" providerId="ADAL" clId="{D25D1C45-A404-4E0F-8657-49BD4E4887CA}" dt="2026-08-26T11:07:39.414" v="25" actId="1076"/>
          <ac:spMkLst>
            <pc:docMk/>
            <pc:sldMk cId="2257265958" sldId="629"/>
            <ac:spMk id="143" creationId="{AD11E6B7-C389-736E-1DA5-7650C45D7C6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76189F-BE7D-4839-BFA2-AE856FF54520}" type="datetimeFigureOut">
              <a:rPr lang="en-ZA" smtClean="0"/>
              <a:t>2026/08/26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7EB132-335B-4AD4-BB4C-3E5F1810382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17831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FD383-9F30-7F88-BD61-47F2BFE22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47B729-C356-F1ED-4A68-5F571B6BEA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76E9E0-55EF-83D2-E7BC-B83616923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9AB1F-4700-36D7-8D2E-F4808B0E4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9985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51FA0-E012-F73E-8BBE-9A11DB513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024892-5D1E-508D-C623-43AC62DEC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2F3DEB-2878-097C-E522-0A8892FF9B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9232D-1551-0619-F08C-51BCCE3F28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697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09C2A-6B08-A942-133A-6E7E361B6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1431AD-9149-1EB6-E2E2-1B32644D67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345659-6C69-7130-BCB6-B8BBF3C7DC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DDF9C3-58BE-2449-5C81-CE8FEB164D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5265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8B2E5-4178-8329-C862-B495BD9FD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906D18-E04D-B697-6ED3-6B25DB50CC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CA3FD-185D-A3EB-7BED-06A78F7425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N = n-1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FF5CE-0EFB-C88A-1971-2CE203345A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86699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84C2F-6935-B566-AB6F-A4629D909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0375BC-69A8-BCF8-41CA-AA4B01E64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F4194-1A1F-5F15-EFF3-786109AC1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453FD-1493-CD98-B0D5-9F3E5C16F6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1281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0BD78-CD7E-E901-9576-D9F26CF52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5B8F8-9A2F-6781-7605-310B3BFAF1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66D4FA-D2F7-A9F0-29AE-A7FE1F245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8890D-2C3B-00C0-6C8F-CA8054D63B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73136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00155-86E6-E25C-0B47-7A1883F80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6EF436-B02C-0A6A-B814-DF455240C4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FC6B19-4FE6-25FF-623E-32284DF58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1F6BD6-550D-C98F-B47D-3683C474EC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56193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B87CD-924F-5376-CF0A-C29A315D3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1CCA43-2EA3-990D-7999-19F962808E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7243DD-0120-2505-87E4-55ED2B0D9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57E1B-9EC3-B91D-5B97-4FDCB54C2F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55407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449A5-A409-BD32-6E42-9BEA5E5B3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10796-F172-CD7B-BC8C-74CC555898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B91800-C4CC-0D36-6E57-E42B27EE5A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11BF4-0945-AF76-EB88-6251727151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33549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10ECA-563A-6E6C-8023-3AA632B03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6FF2DF-F91B-B074-2951-7E1A31B78A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93A010-ED11-2E16-CF30-0764640FFE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042C5-A1C5-5036-0531-FD696CF2AE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67709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1D80D-796B-1CBA-08C3-F21D27C8A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188EE4-D8DA-E560-6E42-4BC1686D76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D7097B-7DE6-5462-9742-5DE717B48F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34B396-526B-9F8F-E197-E56BBE56F1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46612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D1F42-160C-CBFD-E306-9F61DB5B0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55C688-2F96-B095-AC19-71551C295D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761702-FD40-1C65-DAB9-160ED59E20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536C3-D89B-E273-A393-25943D3E3A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7718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17FD7-B97F-61DB-97FE-6D72FA918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BFE054-9337-0F40-1DDA-71C5739FF2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28300B-5BA8-9BD1-E973-EA19C86215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62BC7-E566-EE57-2A12-4C0F289B79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98733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8199E-72FD-B8F7-D73F-107376CB3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A66432-AD9D-E05B-E77A-6486BDD0D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390942-DFDF-40D8-E203-E818899CF5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659DFC-AEF2-E1A5-DC70-4C5F0DE07C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45857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36F68-B2A6-48D7-CD83-A372C5E82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166597-BA7B-9C30-878C-05EEECC74E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D40430-B923-9645-374E-8F851BC56F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AE3CB-C18A-0F66-DA82-2529236151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77754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FB84B-1E16-1F9E-E9A8-B6AC70963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144EF0-619B-06B2-0602-CBF3D54767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6642B9-AE6A-EAEF-0466-6B365C92DE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5D74F-6E13-41FC-7716-5FB989B86A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8797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7A832-6A77-2E6A-6D59-13329FAE9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A6F70C-2866-8CB2-9E7D-24E6A59BA0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C8FB33-B3B4-AA2E-47AC-E5E13937C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D7313-6881-554A-3AAA-A4CFD3EB3B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67788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5CC67-5D2A-A790-879C-344E82A89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F1833D-D59E-26E4-D0BA-98790B74EC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369E9B-AE48-3629-2D6C-57BEB68A52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A45490-B480-F8CA-E5E9-C6ACD1038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71572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36790-56F1-7655-6F6C-0DB6E0583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2C49EF-157C-69BC-8CB7-636D82A308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AEDEF0-4F62-DF5B-163D-ABAC20232A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BFE08-7497-9A62-BA52-7EDAA4916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41978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8CC3C-0E88-1217-C149-10C85EE4B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77EA49-B5B3-992F-DD19-556FDFB31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C110F8-9EB8-82A9-14AE-B0B15B869C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FD33C-B5B7-CE34-49D9-6D5EA3A747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6177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3F37F-FA8D-5D57-DF67-CABEC24E2E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AD503B-32A1-ABE5-CD11-AC9482E451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2D35A-2968-2E32-5965-A36539532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B2DF-D27A-405B-B9C4-D7003B439EA2}" type="datetimeFigureOut">
              <a:rPr lang="en-ZA" smtClean="0"/>
              <a:t>2026/08/26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A239-1A29-7F8C-1643-1D434BEDA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AADA6-84C8-E49C-760B-AE989876C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6DCD3-AADD-438D-8DA3-9918F0EE120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28247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474FD-C9E1-FB8E-F3BF-9F4A2A6A8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F1923-8740-A029-A152-8E1F6A15A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35AFD-7410-E482-3F84-0CEC9ED4E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B2DF-D27A-405B-B9C4-D7003B439EA2}" type="datetimeFigureOut">
              <a:rPr lang="en-ZA" smtClean="0"/>
              <a:t>2026/08/26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36392-174F-901A-ADA7-BF89F8C6B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C7DA7-4FBD-7666-BBA4-9F1B9313A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6DCD3-AADD-438D-8DA3-9918F0EE120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63124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2A068-FA65-9DF2-1220-65467E2D6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94BA34-A795-A83A-3552-C85879DF8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A7759-45B6-07E9-9A36-31A745DBB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B2DF-D27A-405B-B9C4-D7003B439EA2}" type="datetimeFigureOut">
              <a:rPr lang="en-ZA" smtClean="0"/>
              <a:t>2026/08/26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179C1-BB7D-B0DE-E03F-4D67FD247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BF008-1392-C3CC-98CE-3C4315542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6DCD3-AADD-438D-8DA3-9918F0EE120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4820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7D1FE-931F-96CD-055F-83B21372E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E1221-A926-8772-1ED7-000A55F6B3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487862-339C-A9A8-4A08-BB61BF7BB5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536626-D540-9EB4-8B50-90F0D1C62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B2DF-D27A-405B-B9C4-D7003B439EA2}" type="datetimeFigureOut">
              <a:rPr lang="en-ZA" smtClean="0"/>
              <a:t>2026/08/26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7935C8-2863-6DA1-6B57-B7F59BD06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D2E36D-AC71-47C0-CE9F-F6DF7BF34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6DCD3-AADD-438D-8DA3-9918F0EE120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51969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05CA-9E49-F622-914F-BF536E3EE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50A21-9F4C-5203-2340-90DA6F57E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22ACDA-3166-8D52-9DD8-3A4A15ADB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C6A00D-6816-7229-00CC-E37FD7F9F4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BA4D3D-7CF7-98F2-35B5-A40C6C30BC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2C2782-5975-9D01-0DB9-6927C65ED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B2DF-D27A-405B-B9C4-D7003B439EA2}" type="datetimeFigureOut">
              <a:rPr lang="en-ZA" smtClean="0"/>
              <a:t>2026/08/26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88C790-1142-2102-B248-30CFB0651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9ED716-37A9-B865-EF91-2D7757D39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6DCD3-AADD-438D-8DA3-9918F0EE120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62262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4DD0-A61C-E98F-6E89-1BF40738D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5F0BAC-A988-98D0-8E39-A7A3DC040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B2DF-D27A-405B-B9C4-D7003B439EA2}" type="datetimeFigureOut">
              <a:rPr lang="en-ZA" smtClean="0"/>
              <a:t>2026/08/26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39FC74-BCDB-EC75-17C9-E7CD71B39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9FCC64-4113-3AFD-01C0-C1F365E14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6DCD3-AADD-438D-8DA3-9918F0EE120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81192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F67018-8A87-8626-2227-803C1C07E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B2DF-D27A-405B-B9C4-D7003B439EA2}" type="datetimeFigureOut">
              <a:rPr lang="en-ZA" smtClean="0"/>
              <a:t>2026/08/26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53019E-1FA0-1C67-AFC0-C4971A566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12245-7273-F31C-39EB-0285C333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6DCD3-AADD-438D-8DA3-9918F0EE120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97577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A72A3-845A-F65F-6FD9-979D5CD97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22652-68EE-77F5-B2F8-839DB79B3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6FB5CC-5E7C-93B3-7BD8-F074568FEC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53107F-E041-D904-CCB4-2691AD7D7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B2DF-D27A-405B-B9C4-D7003B439EA2}" type="datetimeFigureOut">
              <a:rPr lang="en-ZA" smtClean="0"/>
              <a:t>2026/08/26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076265-2116-DEC4-632D-65AC20F57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D7616-121E-2497-FBC1-2BC738EE4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6DCD3-AADD-438D-8DA3-9918F0EE120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04153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25DB5-C18A-1C6A-B1BB-36F1F0C3D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A3CB1E-7D35-D780-5C01-D2AB382110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EB9405-BA91-E896-35F0-2DFA440FFA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35E2A4-E60D-E657-1EEB-35E1F0B76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B2DF-D27A-405B-B9C4-D7003B439EA2}" type="datetimeFigureOut">
              <a:rPr lang="en-ZA" smtClean="0"/>
              <a:t>2026/08/26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08CB29-039E-2674-E387-755279FC0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E8C71-74C3-21BF-A364-88171D86E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6DCD3-AADD-438D-8DA3-9918F0EE120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09915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378EA-252D-85D5-3B6F-B9AE96C5C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B835A8-C69F-2A58-8CB6-77F7CEB3CE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A03DB-2EBD-6D57-EC76-12C7DEB5C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B2DF-D27A-405B-B9C4-D7003B439EA2}" type="datetimeFigureOut">
              <a:rPr lang="en-ZA" smtClean="0"/>
              <a:t>2026/08/26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E5280-F75C-B8BB-1D62-B2D4E5EE0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27187-1F10-A7E4-F51E-2DB195CAE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6DCD3-AADD-438D-8DA3-9918F0EE120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03292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A0C06B-6218-7658-CA9A-142BCBD77F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53C9B8-6F04-2FA7-D9C5-5F7AC063D9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A366E-5938-6E09-EA4E-5EE5A16D1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B2DF-D27A-405B-B9C4-D7003B439EA2}" type="datetimeFigureOut">
              <a:rPr lang="en-ZA" smtClean="0"/>
              <a:t>2026/08/26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AD954-E2A4-4089-F984-7E24B596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EE606-3AAE-0141-183D-C2622B789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6DCD3-AADD-438D-8DA3-9918F0EE120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3132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1734D6-F169-7728-2C29-B08798847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E5498-D7C6-A431-2666-2BF170797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501BB-7CD3-AA6A-0DBA-154901520D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B7B2DF-D27A-405B-B9C4-D7003B439EA2}" type="datetimeFigureOut">
              <a:rPr lang="en-ZA" smtClean="0"/>
              <a:t>2026/08/26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98122-B891-FC1A-376A-6011B89222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E7792-38BB-0383-CED7-6BC4016DE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86DCD3-AADD-438D-8DA3-9918F0EE120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92798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lkhobo@sun.ac.z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B5248-0A11-1014-9595-284654579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EC74C40-289A-CA47-2A9E-CB243EF9FF06}"/>
              </a:ext>
            </a:extLst>
          </p:cNvPr>
          <p:cNvSpPr txBox="1"/>
          <p:nvPr/>
        </p:nvSpPr>
        <p:spPr>
          <a:xfrm>
            <a:off x="322513" y="1882740"/>
            <a:ext cx="1133277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8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6. Arrays IV</a:t>
            </a:r>
            <a:endParaRPr kumimoji="0" lang="en-ZA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Lecture 16| Multiple-subscripted arrays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black"/>
                </a:solidFill>
                <a:latin typeface="LM Roman 12" panose="00000500000000000000" pitchFamily="50" charset="0"/>
              </a:rPr>
              <a:t>	    Debugging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	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9DE2B1-C8C5-DEBE-B93A-8AC9B1EB7547}"/>
              </a:ext>
            </a:extLst>
          </p:cNvPr>
          <p:cNvSpPr txBox="1"/>
          <p:nvPr/>
        </p:nvSpPr>
        <p:spPr>
          <a:xfrm>
            <a:off x="406459" y="480836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Isaac Khobo, PhD (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  <a:hlinkClick r:id="rId3"/>
              </a:rPr>
              <a:t>ilkhobo@sun.ac.za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) 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3594C48-601C-D5CE-431C-D921186F1323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B5681A8-2EBE-6A64-9DDA-1BE624E59B75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1078CB2-B273-986D-CD04-FAC5C419FB3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7D41F6-C4F6-42E9-1E60-17867AA4F1C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DB167F92-740E-6BA7-27A0-DB69BBAD4A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93DD671-6E7B-06CE-9A2D-78AB0133EE6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26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F6909DB-321F-0D3E-C4DE-934341ACBEE7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PROGRAMMING IN C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0076924-44A7-AFA3-D2D3-FEB8DE4DD9A9}"/>
              </a:ext>
            </a:extLst>
          </p:cNvPr>
          <p:cNvSpPr txBox="1"/>
          <p:nvPr/>
        </p:nvSpPr>
        <p:spPr>
          <a:xfrm>
            <a:off x="7980649" y="6304002"/>
            <a:ext cx="2175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1" i="0" u="sng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Chapters 6: Arrays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0D839E-86FA-C032-F937-C78BFE4E0B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7987" y="2841912"/>
            <a:ext cx="5464013" cy="401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401026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3B414-8705-24BA-B73D-AF0250964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5423029F-1B19-804E-2648-0D473C4F34CD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0823CED6-1690-494A-0D71-445118332E11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E0B686E-D76B-28D6-547B-E71993511508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3AEEBAB-FED2-9B6F-5D28-562A31C7DDE6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B526158D-EA65-8ADE-0F48-4C29C6CE57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360146A-5AC6-A5F7-EA36-DA2A373E1CB3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26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98A184B-7DFC-E353-CE49-0F46393E0DA7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Recap on arrays so far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1112BEE6-86AD-D063-6D16-AA9E49871955}"/>
              </a:ext>
            </a:extLst>
          </p:cNvPr>
          <p:cNvSpPr txBox="1"/>
          <p:nvPr/>
        </p:nvSpPr>
        <p:spPr>
          <a:xfrm>
            <a:off x="3149373" y="2403436"/>
            <a:ext cx="64152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>
                <a:latin typeface="LM Roman 12" panose="00000500000000000000"/>
              </a:rPr>
              <a:t> {</a:t>
            </a:r>
            <a:endParaRPr lang="en-ZA" sz="6600">
              <a:latin typeface="LM Roman 12" panose="0000050000000000000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44E74A-72AC-3ADC-55A1-500EE9CB9CDE}"/>
              </a:ext>
            </a:extLst>
          </p:cNvPr>
          <p:cNvSpPr txBox="1"/>
          <p:nvPr/>
        </p:nvSpPr>
        <p:spPr>
          <a:xfrm>
            <a:off x="10725205" y="2403436"/>
            <a:ext cx="45085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>
                <a:latin typeface="LM Roman 12" panose="00000500000000000000"/>
              </a:rPr>
              <a:t>}</a:t>
            </a:r>
            <a:endParaRPr lang="en-ZA" sz="40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E9B1D6B-45F3-E0A1-C07A-F2CD41AA948B}"/>
              </a:ext>
            </a:extLst>
          </p:cNvPr>
          <p:cNvSpPr txBox="1"/>
          <p:nvPr/>
        </p:nvSpPr>
        <p:spPr>
          <a:xfrm>
            <a:off x="44450" y="2670859"/>
            <a:ext cx="34768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>
                <a:solidFill>
                  <a:srgbClr val="00B0F0"/>
                </a:solidFill>
                <a:latin typeface="LM Roman 12" panose="00000500000000000000"/>
              </a:rPr>
              <a:t>int</a:t>
            </a:r>
            <a:r>
              <a:rPr lang="en-US" sz="4000">
                <a:latin typeface="LM Roman 12" panose="00000500000000000000"/>
              </a:rPr>
              <a:t> Array[n] =</a:t>
            </a:r>
            <a:endParaRPr lang="en-ZA" sz="200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82C3D3C-417D-E88B-60C1-9C9A8A155CCF}"/>
              </a:ext>
            </a:extLst>
          </p:cNvPr>
          <p:cNvGrpSpPr/>
          <p:nvPr/>
        </p:nvGrpSpPr>
        <p:grpSpPr>
          <a:xfrm>
            <a:off x="3797300" y="2724150"/>
            <a:ext cx="6928483" cy="848182"/>
            <a:chOff x="4121150" y="2012950"/>
            <a:chExt cx="6928483" cy="84818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AC1426A-178C-5ECB-E7AE-B946B65004F2}"/>
                </a:ext>
              </a:extLst>
            </p:cNvPr>
            <p:cNvSpPr/>
            <p:nvPr/>
          </p:nvSpPr>
          <p:spPr>
            <a:xfrm>
              <a:off x="4121150" y="201295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100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A5E592A-259C-E7EF-B1C0-BEDB781880C3}"/>
                </a:ext>
              </a:extLst>
            </p:cNvPr>
            <p:cNvSpPr/>
            <p:nvPr/>
          </p:nvSpPr>
          <p:spPr>
            <a:xfrm>
              <a:off x="4819705" y="201295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211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BC858B6-D782-9E8C-C41B-B47AC677319F}"/>
                </a:ext>
              </a:extLst>
            </p:cNvPr>
            <p:cNvSpPr/>
            <p:nvPr/>
          </p:nvSpPr>
          <p:spPr>
            <a:xfrm>
              <a:off x="5511855" y="201295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1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E12830D-C218-6AA2-8834-0CF3D2BDEA5C}"/>
                </a:ext>
              </a:extLst>
            </p:cNvPr>
            <p:cNvSpPr/>
            <p:nvPr/>
          </p:nvSpPr>
          <p:spPr>
            <a:xfrm>
              <a:off x="6204005" y="201295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19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72941F-B591-2C64-ADF5-DF9CD1CE70D7}"/>
                </a:ext>
              </a:extLst>
            </p:cNvPr>
            <p:cNvSpPr/>
            <p:nvPr/>
          </p:nvSpPr>
          <p:spPr>
            <a:xfrm>
              <a:off x="6896155" y="201295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36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102ED35-FA55-35E5-1208-2A4549934234}"/>
                </a:ext>
              </a:extLst>
            </p:cNvPr>
            <p:cNvSpPr/>
            <p:nvPr/>
          </p:nvSpPr>
          <p:spPr>
            <a:xfrm>
              <a:off x="7588305" y="201295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98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D52227E-5A77-F22A-3683-EF821120A97D}"/>
                </a:ext>
              </a:extLst>
            </p:cNvPr>
            <p:cNvSpPr/>
            <p:nvPr/>
          </p:nvSpPr>
          <p:spPr>
            <a:xfrm>
              <a:off x="8280455" y="201295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1021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E2AA9D3-C74B-6007-C013-5DEF06298AD5}"/>
                </a:ext>
              </a:extLst>
            </p:cNvPr>
            <p:cNvSpPr/>
            <p:nvPr/>
          </p:nvSpPr>
          <p:spPr>
            <a:xfrm>
              <a:off x="8972605" y="201295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236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2F78198-4D0E-6183-298F-AB2C419EFE22}"/>
                </a:ext>
              </a:extLst>
            </p:cNvPr>
            <p:cNvSpPr/>
            <p:nvPr/>
          </p:nvSpPr>
          <p:spPr>
            <a:xfrm>
              <a:off x="9664755" y="201295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…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23145FE-6C45-3B33-7E38-15F47E35EDEA}"/>
                </a:ext>
              </a:extLst>
            </p:cNvPr>
            <p:cNvSpPr/>
            <p:nvPr/>
          </p:nvSpPr>
          <p:spPr>
            <a:xfrm>
              <a:off x="10356905" y="201295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Array[n-1]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E1E032E-0D38-4587-55FB-52485FD0A9B1}"/>
                </a:ext>
              </a:extLst>
            </p:cNvPr>
            <p:cNvSpPr txBox="1"/>
            <p:nvPr/>
          </p:nvSpPr>
          <p:spPr>
            <a:xfrm>
              <a:off x="4335367" y="249180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LM Roman 12" panose="00000500000000000000"/>
                </a:rPr>
                <a:t>0</a:t>
              </a:r>
              <a:endParaRPr lang="en-ZA" b="1">
                <a:latin typeface="LM Roman 12" panose="0000050000000000000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483010E-48F2-324D-73A0-29052CA80BFF}"/>
                </a:ext>
              </a:extLst>
            </p:cNvPr>
            <p:cNvSpPr txBox="1"/>
            <p:nvPr/>
          </p:nvSpPr>
          <p:spPr>
            <a:xfrm>
              <a:off x="5090648" y="2491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LM Roman 12" panose="00000500000000000000"/>
                </a:rPr>
                <a:t>1</a:t>
              </a:r>
              <a:endParaRPr lang="en-ZA" b="1">
                <a:latin typeface="LM Roman 12" panose="0000050000000000000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B0B4119-A3FF-7F19-CF66-233447B293E0}"/>
                </a:ext>
              </a:extLst>
            </p:cNvPr>
            <p:cNvSpPr txBox="1"/>
            <p:nvPr/>
          </p:nvSpPr>
          <p:spPr>
            <a:xfrm>
              <a:off x="5752872" y="2491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LM Roman 12" panose="00000500000000000000"/>
                </a:rPr>
                <a:t>2</a:t>
              </a:r>
              <a:endParaRPr lang="en-ZA" b="1">
                <a:latin typeface="LM Roman 12" panose="0000050000000000000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AE55B13-E1E6-403F-D147-580187FFAA8F}"/>
                </a:ext>
              </a:extLst>
            </p:cNvPr>
            <p:cNvSpPr txBox="1"/>
            <p:nvPr/>
          </p:nvSpPr>
          <p:spPr>
            <a:xfrm>
              <a:off x="6446461" y="2491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LM Roman 12" panose="00000500000000000000"/>
                </a:rPr>
                <a:t>3</a:t>
              </a:r>
              <a:endParaRPr lang="en-ZA" b="1">
                <a:latin typeface="LM Roman 12" panose="0000050000000000000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7E8344E-085B-09E2-C234-8509FAF654F3}"/>
                </a:ext>
              </a:extLst>
            </p:cNvPr>
            <p:cNvSpPr txBox="1"/>
            <p:nvPr/>
          </p:nvSpPr>
          <p:spPr>
            <a:xfrm>
              <a:off x="7110493" y="2491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LM Roman 12" panose="00000500000000000000"/>
                </a:rPr>
                <a:t>4</a:t>
              </a:r>
              <a:endParaRPr lang="en-ZA" b="1">
                <a:latin typeface="LM Roman 12" panose="0000050000000000000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9D871EE-E436-59BF-A934-27835CBCB585}"/>
                </a:ext>
              </a:extLst>
            </p:cNvPr>
            <p:cNvSpPr txBox="1"/>
            <p:nvPr/>
          </p:nvSpPr>
          <p:spPr>
            <a:xfrm>
              <a:off x="7828664" y="2491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LM Roman 12" panose="00000500000000000000"/>
                </a:rPr>
                <a:t>5</a:t>
              </a:r>
              <a:endParaRPr lang="en-ZA" b="1">
                <a:latin typeface="LM Roman 12" panose="0000050000000000000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02FA73F-35CF-4AC1-D95A-8B99CD5CF019}"/>
                </a:ext>
              </a:extLst>
            </p:cNvPr>
            <p:cNvSpPr txBox="1"/>
            <p:nvPr/>
          </p:nvSpPr>
          <p:spPr>
            <a:xfrm>
              <a:off x="8538896" y="2491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LM Roman 12" panose="00000500000000000000"/>
                </a:rPr>
                <a:t>6</a:t>
              </a:r>
              <a:endParaRPr lang="en-ZA" b="1">
                <a:latin typeface="LM Roman 12" panose="0000050000000000000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2FDAA9C-6DF1-75DF-BEAF-630F64226E76}"/>
                </a:ext>
              </a:extLst>
            </p:cNvPr>
            <p:cNvSpPr txBox="1"/>
            <p:nvPr/>
          </p:nvSpPr>
          <p:spPr>
            <a:xfrm>
              <a:off x="9818861" y="2491800"/>
              <a:ext cx="348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LM Roman 12" panose="00000500000000000000"/>
                </a:rPr>
                <a:t>…</a:t>
              </a:r>
              <a:endParaRPr lang="en-ZA" b="1">
                <a:latin typeface="LM Roman 12" panose="0000050000000000000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7F3E849-84BC-750D-9EF2-A4438257F5BD}"/>
                </a:ext>
              </a:extLst>
            </p:cNvPr>
            <p:cNvSpPr txBox="1"/>
            <p:nvPr/>
          </p:nvSpPr>
          <p:spPr>
            <a:xfrm>
              <a:off x="10533145" y="2491800"/>
              <a:ext cx="516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LM Roman 12" panose="00000500000000000000"/>
                </a:rPr>
                <a:t>n-1</a:t>
              </a:r>
              <a:endParaRPr lang="en-ZA" b="1">
                <a:latin typeface="LM Roman 12" panose="0000050000000000000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8700220-B4B3-DB79-B547-A3B97D60F97E}"/>
                </a:ext>
              </a:extLst>
            </p:cNvPr>
            <p:cNvSpPr txBox="1"/>
            <p:nvPr/>
          </p:nvSpPr>
          <p:spPr>
            <a:xfrm>
              <a:off x="9193152" y="2491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LM Roman 12" panose="00000500000000000000"/>
                </a:rPr>
                <a:t>7</a:t>
              </a:r>
              <a:endParaRPr lang="en-ZA" b="1">
                <a:latin typeface="LM Roman 12" panose="0000050000000000000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0AD72BD-B13D-6100-B813-F2E753B943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5132" y="3939596"/>
            <a:ext cx="4801016" cy="1082134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7783FFF3-CFF4-8A01-9B72-1858B986BC9C}"/>
              </a:ext>
            </a:extLst>
          </p:cNvPr>
          <p:cNvSpPr/>
          <p:nvPr/>
        </p:nvSpPr>
        <p:spPr>
          <a:xfrm>
            <a:off x="939855" y="3654391"/>
            <a:ext cx="2768600" cy="800100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9A8839-8CB8-C531-70B2-858D9738FBD2}"/>
              </a:ext>
            </a:extLst>
          </p:cNvPr>
          <p:cNvSpPr txBox="1"/>
          <p:nvPr/>
        </p:nvSpPr>
        <p:spPr>
          <a:xfrm>
            <a:off x="1499770" y="3830249"/>
            <a:ext cx="16268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err="1">
                <a:solidFill>
                  <a:schemeClr val="bg1"/>
                </a:solidFill>
              </a:rPr>
              <a:t>initialisation</a:t>
            </a:r>
            <a:endParaRPr lang="en-ZA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058462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9FC1A-7E5D-AF40-CDB8-ABABFF606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32013EDD-FAE4-B7E5-D098-B9E094D4C00D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1EE2247A-A4B3-E827-8F1E-C9DECD3A4998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42AA58A-8D5C-4E6D-69E1-F7E614BE63F0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6AD951A-CDEB-5291-106D-3003A384E7E4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7CC257E2-B935-203F-4861-9D318D9AD6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9267662-4FD4-5A27-BA7B-D4057B23A2A0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26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BD9116B-FE2F-33B5-BECC-185824A8C44C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Recap on arrays so far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E71C6EF1-43F1-E2BA-45AA-1520597812C5}"/>
              </a:ext>
            </a:extLst>
          </p:cNvPr>
          <p:cNvSpPr txBox="1"/>
          <p:nvPr/>
        </p:nvSpPr>
        <p:spPr>
          <a:xfrm>
            <a:off x="3149373" y="2403436"/>
            <a:ext cx="64152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>
                <a:latin typeface="LM Roman 12" panose="00000500000000000000"/>
              </a:rPr>
              <a:t> {</a:t>
            </a:r>
            <a:endParaRPr lang="en-ZA" sz="6600">
              <a:latin typeface="LM Roman 12" panose="0000050000000000000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D90285-B061-49D4-AA9C-A25A71E3B7B8}"/>
              </a:ext>
            </a:extLst>
          </p:cNvPr>
          <p:cNvSpPr txBox="1"/>
          <p:nvPr/>
        </p:nvSpPr>
        <p:spPr>
          <a:xfrm>
            <a:off x="10725205" y="2403436"/>
            <a:ext cx="45085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>
                <a:latin typeface="LM Roman 12" panose="00000500000000000000"/>
              </a:rPr>
              <a:t>}</a:t>
            </a:r>
            <a:endParaRPr lang="en-ZA" sz="40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D2FC99A-F098-A6CC-142D-B68DD7102B22}"/>
              </a:ext>
            </a:extLst>
          </p:cNvPr>
          <p:cNvSpPr txBox="1"/>
          <p:nvPr/>
        </p:nvSpPr>
        <p:spPr>
          <a:xfrm>
            <a:off x="44450" y="2670859"/>
            <a:ext cx="34768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>
                <a:solidFill>
                  <a:srgbClr val="00B0F0"/>
                </a:solidFill>
                <a:latin typeface="LM Roman 12" panose="00000500000000000000"/>
              </a:rPr>
              <a:t>int</a:t>
            </a:r>
            <a:r>
              <a:rPr lang="en-US" sz="4000">
                <a:latin typeface="LM Roman 12" panose="00000500000000000000"/>
              </a:rPr>
              <a:t> Array[n] =</a:t>
            </a:r>
            <a:endParaRPr lang="en-ZA" sz="200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A60B7CF-5824-4BE9-0B12-8B73C8B8D6C1}"/>
              </a:ext>
            </a:extLst>
          </p:cNvPr>
          <p:cNvGrpSpPr/>
          <p:nvPr/>
        </p:nvGrpSpPr>
        <p:grpSpPr>
          <a:xfrm>
            <a:off x="3797300" y="2724150"/>
            <a:ext cx="6928483" cy="848182"/>
            <a:chOff x="4121150" y="2012950"/>
            <a:chExt cx="6928483" cy="84818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D5CDF79-DB4F-01A8-3097-FF59EA9E0FD3}"/>
                </a:ext>
              </a:extLst>
            </p:cNvPr>
            <p:cNvSpPr/>
            <p:nvPr/>
          </p:nvSpPr>
          <p:spPr>
            <a:xfrm>
              <a:off x="4121150" y="201295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100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D411A97-17C1-D969-E409-AF2F0389E911}"/>
                </a:ext>
              </a:extLst>
            </p:cNvPr>
            <p:cNvSpPr/>
            <p:nvPr/>
          </p:nvSpPr>
          <p:spPr>
            <a:xfrm>
              <a:off x="4819705" y="201295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211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01B40E2-62CF-E8F6-7EF0-2E1FF7DE1567}"/>
                </a:ext>
              </a:extLst>
            </p:cNvPr>
            <p:cNvSpPr/>
            <p:nvPr/>
          </p:nvSpPr>
          <p:spPr>
            <a:xfrm>
              <a:off x="5511855" y="201295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1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205C31C-FCD4-4278-5960-99DCB8A65955}"/>
                </a:ext>
              </a:extLst>
            </p:cNvPr>
            <p:cNvSpPr/>
            <p:nvPr/>
          </p:nvSpPr>
          <p:spPr>
            <a:xfrm>
              <a:off x="6204005" y="201295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19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43FCB16-DE60-AE64-D6B0-F37D95E044DA}"/>
                </a:ext>
              </a:extLst>
            </p:cNvPr>
            <p:cNvSpPr/>
            <p:nvPr/>
          </p:nvSpPr>
          <p:spPr>
            <a:xfrm>
              <a:off x="6896155" y="201295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36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AB64CA5-6339-0006-E9CC-6F51E270A430}"/>
                </a:ext>
              </a:extLst>
            </p:cNvPr>
            <p:cNvSpPr/>
            <p:nvPr/>
          </p:nvSpPr>
          <p:spPr>
            <a:xfrm>
              <a:off x="7588305" y="201295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98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732D513-063F-5C92-10CC-9297B010638A}"/>
                </a:ext>
              </a:extLst>
            </p:cNvPr>
            <p:cNvSpPr/>
            <p:nvPr/>
          </p:nvSpPr>
          <p:spPr>
            <a:xfrm>
              <a:off x="8280455" y="201295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1021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2CCEEAA-4CEC-D9EB-E142-50A6F080F43C}"/>
                </a:ext>
              </a:extLst>
            </p:cNvPr>
            <p:cNvSpPr/>
            <p:nvPr/>
          </p:nvSpPr>
          <p:spPr>
            <a:xfrm>
              <a:off x="8972605" y="201295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236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4A0B3AE-0C5C-BCE8-8C93-A9DC50A958BE}"/>
                </a:ext>
              </a:extLst>
            </p:cNvPr>
            <p:cNvSpPr/>
            <p:nvPr/>
          </p:nvSpPr>
          <p:spPr>
            <a:xfrm>
              <a:off x="9664755" y="201295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…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4F45D6-6229-8B2F-0A23-B7B93A3AB18C}"/>
                </a:ext>
              </a:extLst>
            </p:cNvPr>
            <p:cNvSpPr/>
            <p:nvPr/>
          </p:nvSpPr>
          <p:spPr>
            <a:xfrm>
              <a:off x="10356905" y="201295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Array[n-1]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2815353-1209-9803-5A62-6F7C68428C99}"/>
                </a:ext>
              </a:extLst>
            </p:cNvPr>
            <p:cNvSpPr txBox="1"/>
            <p:nvPr/>
          </p:nvSpPr>
          <p:spPr>
            <a:xfrm>
              <a:off x="4335367" y="249180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LM Roman 12" panose="00000500000000000000"/>
                </a:rPr>
                <a:t>0</a:t>
              </a:r>
              <a:endParaRPr lang="en-ZA" b="1">
                <a:latin typeface="LM Roman 12" panose="0000050000000000000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FA6E47F-D220-43D9-FF20-B5D8D4797C57}"/>
                </a:ext>
              </a:extLst>
            </p:cNvPr>
            <p:cNvSpPr txBox="1"/>
            <p:nvPr/>
          </p:nvSpPr>
          <p:spPr>
            <a:xfrm>
              <a:off x="5090648" y="2491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LM Roman 12" panose="00000500000000000000"/>
                </a:rPr>
                <a:t>1</a:t>
              </a:r>
              <a:endParaRPr lang="en-ZA" b="1">
                <a:latin typeface="LM Roman 12" panose="0000050000000000000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1B789C7-636C-8C96-9C30-DCE531081B85}"/>
                </a:ext>
              </a:extLst>
            </p:cNvPr>
            <p:cNvSpPr txBox="1"/>
            <p:nvPr/>
          </p:nvSpPr>
          <p:spPr>
            <a:xfrm>
              <a:off x="5752872" y="2491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LM Roman 12" panose="00000500000000000000"/>
                </a:rPr>
                <a:t>2</a:t>
              </a:r>
              <a:endParaRPr lang="en-ZA" b="1">
                <a:latin typeface="LM Roman 12" panose="0000050000000000000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201193E-04F3-72A0-D9BA-53B5C34F8552}"/>
                </a:ext>
              </a:extLst>
            </p:cNvPr>
            <p:cNvSpPr txBox="1"/>
            <p:nvPr/>
          </p:nvSpPr>
          <p:spPr>
            <a:xfrm>
              <a:off x="6446461" y="2491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LM Roman 12" panose="00000500000000000000"/>
                </a:rPr>
                <a:t>3</a:t>
              </a:r>
              <a:endParaRPr lang="en-ZA" b="1">
                <a:latin typeface="LM Roman 12" panose="0000050000000000000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4B32F6D-0BA2-0002-6E91-FC7B6716A438}"/>
                </a:ext>
              </a:extLst>
            </p:cNvPr>
            <p:cNvSpPr txBox="1"/>
            <p:nvPr/>
          </p:nvSpPr>
          <p:spPr>
            <a:xfrm>
              <a:off x="7110493" y="2491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LM Roman 12" panose="00000500000000000000"/>
                </a:rPr>
                <a:t>4</a:t>
              </a:r>
              <a:endParaRPr lang="en-ZA" b="1">
                <a:latin typeface="LM Roman 12" panose="0000050000000000000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75F1C1C-A079-0B3C-FBCB-5127D0261A62}"/>
                </a:ext>
              </a:extLst>
            </p:cNvPr>
            <p:cNvSpPr txBox="1"/>
            <p:nvPr/>
          </p:nvSpPr>
          <p:spPr>
            <a:xfrm>
              <a:off x="7828664" y="2491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LM Roman 12" panose="00000500000000000000"/>
                </a:rPr>
                <a:t>5</a:t>
              </a:r>
              <a:endParaRPr lang="en-ZA" b="1">
                <a:latin typeface="LM Roman 12" panose="0000050000000000000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983040C-6DA5-B477-16B2-A3198C809F28}"/>
                </a:ext>
              </a:extLst>
            </p:cNvPr>
            <p:cNvSpPr txBox="1"/>
            <p:nvPr/>
          </p:nvSpPr>
          <p:spPr>
            <a:xfrm>
              <a:off x="8538896" y="2491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LM Roman 12" panose="00000500000000000000"/>
                </a:rPr>
                <a:t>6</a:t>
              </a:r>
              <a:endParaRPr lang="en-ZA" b="1">
                <a:latin typeface="LM Roman 12" panose="0000050000000000000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5873655-62E6-1BBB-73A9-853BA7AD7599}"/>
                </a:ext>
              </a:extLst>
            </p:cNvPr>
            <p:cNvSpPr txBox="1"/>
            <p:nvPr/>
          </p:nvSpPr>
          <p:spPr>
            <a:xfrm>
              <a:off x="9818861" y="2491800"/>
              <a:ext cx="348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LM Roman 12" panose="00000500000000000000"/>
                </a:rPr>
                <a:t>…</a:t>
              </a:r>
              <a:endParaRPr lang="en-ZA" b="1">
                <a:latin typeface="LM Roman 12" panose="0000050000000000000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A3D331F-FAB3-83D1-4860-815356F6B410}"/>
                </a:ext>
              </a:extLst>
            </p:cNvPr>
            <p:cNvSpPr txBox="1"/>
            <p:nvPr/>
          </p:nvSpPr>
          <p:spPr>
            <a:xfrm>
              <a:off x="10533145" y="2491800"/>
              <a:ext cx="516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LM Roman 12" panose="00000500000000000000"/>
                </a:rPr>
                <a:t>n-1</a:t>
              </a:r>
              <a:endParaRPr lang="en-ZA" b="1">
                <a:latin typeface="LM Roman 12" panose="0000050000000000000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C439651-DD25-3804-F968-BED471CC0EC7}"/>
                </a:ext>
              </a:extLst>
            </p:cNvPr>
            <p:cNvSpPr txBox="1"/>
            <p:nvPr/>
          </p:nvSpPr>
          <p:spPr>
            <a:xfrm>
              <a:off x="9193152" y="2491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LM Roman 12" panose="00000500000000000000"/>
                </a:rPr>
                <a:t>7</a:t>
              </a:r>
              <a:endParaRPr lang="en-ZA" b="1">
                <a:latin typeface="LM Roman 12" panose="0000050000000000000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ADE2556-D67A-BF6A-81EE-6232A68F63C2}"/>
              </a:ext>
            </a:extLst>
          </p:cNvPr>
          <p:cNvSpPr txBox="1"/>
          <p:nvPr/>
        </p:nvSpPr>
        <p:spPr>
          <a:xfrm>
            <a:off x="3770554" y="1608595"/>
            <a:ext cx="74685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>
                <a:latin typeface="LM Roman 12" panose="00000500000000000000"/>
              </a:rPr>
              <a:t>1D </a:t>
            </a:r>
            <a:r>
              <a:rPr lang="en-US" sz="3600">
                <a:latin typeface="LM Roman 12" panose="00000500000000000000"/>
              </a:rPr>
              <a:t>or</a:t>
            </a:r>
            <a:r>
              <a:rPr lang="en-US" sz="3600" b="1">
                <a:latin typeface="LM Roman 12" panose="00000500000000000000"/>
              </a:rPr>
              <a:t> 1</a:t>
            </a:r>
            <a:r>
              <a:rPr lang="en-US" sz="3600">
                <a:latin typeface="LM Roman 12" panose="00000500000000000000"/>
              </a:rPr>
              <a:t> by </a:t>
            </a:r>
            <a:r>
              <a:rPr lang="en-US" sz="3600" b="1">
                <a:latin typeface="LM Roman 12" panose="00000500000000000000"/>
              </a:rPr>
              <a:t>n </a:t>
            </a:r>
            <a:r>
              <a:rPr lang="en-US" sz="3600">
                <a:latin typeface="LM Roman 12" panose="00000500000000000000"/>
              </a:rPr>
              <a:t>arrays (single-subscripted)</a:t>
            </a:r>
            <a:endParaRPr lang="en-ZA" sz="3600" b="1">
              <a:latin typeface="LM Roman 12" panose="0000050000000000000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CA15ABF-3806-C025-D7B2-FBEE01E8D3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5132" y="3939596"/>
            <a:ext cx="4801016" cy="1082134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6CEC0A6F-B5D0-1DA4-B738-74F9F530E18F}"/>
              </a:ext>
            </a:extLst>
          </p:cNvPr>
          <p:cNvSpPr/>
          <p:nvPr/>
        </p:nvSpPr>
        <p:spPr>
          <a:xfrm>
            <a:off x="1022295" y="4403913"/>
            <a:ext cx="2768600" cy="800100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D30D72-2040-8CC3-F975-56052F2CA1D7}"/>
              </a:ext>
            </a:extLst>
          </p:cNvPr>
          <p:cNvSpPr txBox="1"/>
          <p:nvPr/>
        </p:nvSpPr>
        <p:spPr>
          <a:xfrm>
            <a:off x="1358997" y="4619297"/>
            <a:ext cx="1981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indexing/printing</a:t>
            </a:r>
            <a:endParaRPr lang="en-ZA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8AAB53-9D98-CE3B-D3F6-3B9665FE5FF0}"/>
              </a:ext>
            </a:extLst>
          </p:cNvPr>
          <p:cNvSpPr txBox="1"/>
          <p:nvPr/>
        </p:nvSpPr>
        <p:spPr>
          <a:xfrm>
            <a:off x="4908577" y="4651639"/>
            <a:ext cx="1251005" cy="336990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endParaRPr lang="en-ZA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14989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6" dur="20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00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2E1C5-9EDD-CD33-ADD8-78511EFE7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AFB9739D-D4DE-130D-213F-A6C9E5817F36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79DAB6C2-0CB9-781E-B00C-D8D71D4DE024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BA605FB-492C-619B-9120-A8F5598B454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3A60659-FD6E-82EB-2A21-C831B2B4A4A8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190FD814-0ECC-20E2-53E5-0B0A0339E9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E9AF7EE-384A-C968-8026-E1893E58B8F0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26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F88E3B6-B08D-D65A-28E4-01B04B8D1CF8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>
                  <a:solidFill>
                    <a:srgbClr val="FFFF00"/>
                  </a:solidFill>
                  <a:latin typeface="LM Roman 12" panose="00000500000000000000"/>
                </a:rPr>
                <a:t>Multiple-subscripted arrays</a:t>
              </a:r>
              <a:endParaRPr lang="en-ZA">
                <a:solidFill>
                  <a:srgbClr val="FFFF00"/>
                </a:solidFill>
                <a:latin typeface="LM Roman 12" panose="00000500000000000000" pitchFamily="50" charset="0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282330A4-7B6F-9E9A-E551-4565BECB798C}"/>
              </a:ext>
            </a:extLst>
          </p:cNvPr>
          <p:cNvSpPr txBox="1"/>
          <p:nvPr/>
        </p:nvSpPr>
        <p:spPr>
          <a:xfrm>
            <a:off x="3164967" y="1818833"/>
            <a:ext cx="64152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>
                <a:latin typeface="LM Roman 12" panose="00000500000000000000"/>
              </a:rPr>
              <a:t> {</a:t>
            </a:r>
            <a:endParaRPr lang="en-ZA" sz="6600">
              <a:latin typeface="LM Roman 12" panose="0000050000000000000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C0A1624-15BA-7E76-2992-6E165579480C}"/>
              </a:ext>
            </a:extLst>
          </p:cNvPr>
          <p:cNvSpPr txBox="1"/>
          <p:nvPr/>
        </p:nvSpPr>
        <p:spPr>
          <a:xfrm>
            <a:off x="11323820" y="1801075"/>
            <a:ext cx="45085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>
                <a:latin typeface="LM Roman 12" panose="00000500000000000000"/>
              </a:rPr>
              <a:t>}</a:t>
            </a:r>
            <a:endParaRPr lang="en-ZA" sz="40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CFA25A9-E69A-FE6C-AB50-654B3E341836}"/>
              </a:ext>
            </a:extLst>
          </p:cNvPr>
          <p:cNvSpPr txBox="1"/>
          <p:nvPr/>
        </p:nvSpPr>
        <p:spPr>
          <a:xfrm>
            <a:off x="36629" y="2049666"/>
            <a:ext cx="3845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>
                <a:solidFill>
                  <a:srgbClr val="00B0F0"/>
                </a:solidFill>
                <a:latin typeface="LM Roman 12" panose="00000500000000000000"/>
              </a:rPr>
              <a:t>int</a:t>
            </a:r>
            <a:r>
              <a:rPr lang="en-US" sz="3600">
                <a:latin typeface="LM Roman 12" panose="00000500000000000000"/>
              </a:rPr>
              <a:t> Array[1][n] =</a:t>
            </a:r>
            <a:endParaRPr lang="en-ZA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15E504B-3408-1B33-CE17-DC7A824B3B2C}"/>
              </a:ext>
            </a:extLst>
          </p:cNvPr>
          <p:cNvSpPr txBox="1"/>
          <p:nvPr/>
        </p:nvSpPr>
        <p:spPr>
          <a:xfrm>
            <a:off x="4766798" y="320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ZA" b="1">
              <a:latin typeface="LM Roman 12" panose="0000050000000000000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425379-0847-618B-BD28-CEFCBA0874FB}"/>
              </a:ext>
            </a:extLst>
          </p:cNvPr>
          <p:cNvSpPr txBox="1"/>
          <p:nvPr/>
        </p:nvSpPr>
        <p:spPr>
          <a:xfrm>
            <a:off x="3470134" y="853730"/>
            <a:ext cx="75035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>
                <a:latin typeface="LM Roman 12" panose="00000500000000000000"/>
              </a:rPr>
              <a:t>m</a:t>
            </a:r>
            <a:r>
              <a:rPr lang="en-US" sz="3600">
                <a:latin typeface="LM Roman 12" panose="00000500000000000000"/>
              </a:rPr>
              <a:t> by </a:t>
            </a:r>
            <a:r>
              <a:rPr lang="en-US" sz="3600" b="1">
                <a:latin typeface="LM Roman 12" panose="00000500000000000000"/>
              </a:rPr>
              <a:t>n </a:t>
            </a:r>
            <a:r>
              <a:rPr lang="en-US" sz="3600">
                <a:latin typeface="LM Roman 12" panose="00000500000000000000"/>
              </a:rPr>
              <a:t>arrays (multiple-subscripted)</a:t>
            </a:r>
            <a:endParaRPr lang="en-ZA" sz="3600" b="1">
              <a:latin typeface="LM Roman 12" panose="00000500000000000000"/>
            </a:endParaRPr>
          </a:p>
        </p:txBody>
      </p: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B923940D-DC06-0744-7FF0-F49E7A81CC2A}"/>
              </a:ext>
            </a:extLst>
          </p:cNvPr>
          <p:cNvGrpSpPr/>
          <p:nvPr/>
        </p:nvGrpSpPr>
        <p:grpSpPr>
          <a:xfrm>
            <a:off x="3930200" y="2085198"/>
            <a:ext cx="7393620" cy="539750"/>
            <a:chOff x="3797300" y="2706391"/>
            <a:chExt cx="7393620" cy="53975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CD0E60-604B-D910-1CC0-8836C99DFBE2}"/>
                </a:ext>
              </a:extLst>
            </p:cNvPr>
            <p:cNvSpPr/>
            <p:nvPr/>
          </p:nvSpPr>
          <p:spPr>
            <a:xfrm>
              <a:off x="3797300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[0][0]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C130CE3-E449-E16B-4F7D-5699AA347961}"/>
                </a:ext>
              </a:extLst>
            </p:cNvPr>
            <p:cNvSpPr/>
            <p:nvPr/>
          </p:nvSpPr>
          <p:spPr>
            <a:xfrm>
              <a:off x="9705876" y="2706391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…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F9B9833-E0C3-ECF3-28C8-55E4DE0F6437}"/>
                </a:ext>
              </a:extLst>
            </p:cNvPr>
            <p:cNvSpPr/>
            <p:nvPr/>
          </p:nvSpPr>
          <p:spPr>
            <a:xfrm>
              <a:off x="10403575" y="2706391"/>
              <a:ext cx="787345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400">
                  <a:solidFill>
                    <a:srgbClr val="FF0000"/>
                  </a:solidFill>
                </a:rPr>
                <a:t>[0][n-1]</a:t>
              </a:r>
              <a:endParaRPr lang="en-ZA" sz="1400">
                <a:solidFill>
                  <a:srgbClr val="FF0000"/>
                </a:solidFill>
              </a:endParaRP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EA1E092E-EF41-DCFA-3F79-77E17D0B1F04}"/>
                </a:ext>
              </a:extLst>
            </p:cNvPr>
            <p:cNvSpPr/>
            <p:nvPr/>
          </p:nvSpPr>
          <p:spPr>
            <a:xfrm>
              <a:off x="4535872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[0][1]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173CF221-9205-7511-7AD8-642A0F2177AB}"/>
                </a:ext>
              </a:extLst>
            </p:cNvPr>
            <p:cNvSpPr/>
            <p:nvPr/>
          </p:nvSpPr>
          <p:spPr>
            <a:xfrm>
              <a:off x="5274444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[0][2]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404064E3-5B30-305E-D131-89B58AA581CA}"/>
                </a:ext>
              </a:extLst>
            </p:cNvPr>
            <p:cNvSpPr/>
            <p:nvPr/>
          </p:nvSpPr>
          <p:spPr>
            <a:xfrm>
              <a:off x="6013016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[0][3]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54AA821C-2A7A-1F67-06C2-4A251F5D46BA}"/>
                </a:ext>
              </a:extLst>
            </p:cNvPr>
            <p:cNvSpPr/>
            <p:nvPr/>
          </p:nvSpPr>
          <p:spPr>
            <a:xfrm>
              <a:off x="6751588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[0][4]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AB1DC2C2-B9FE-98E0-C456-C46EC65841EA}"/>
                </a:ext>
              </a:extLst>
            </p:cNvPr>
            <p:cNvSpPr/>
            <p:nvPr/>
          </p:nvSpPr>
          <p:spPr>
            <a:xfrm>
              <a:off x="7490160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[0][5]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2F2BF3B9-7376-3A77-8A64-4513D65771DC}"/>
                </a:ext>
              </a:extLst>
            </p:cNvPr>
            <p:cNvSpPr/>
            <p:nvPr/>
          </p:nvSpPr>
          <p:spPr>
            <a:xfrm>
              <a:off x="8228732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[0][6]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F5FB0F98-30EC-E9C0-645A-2801F6DAD581}"/>
                </a:ext>
              </a:extLst>
            </p:cNvPr>
            <p:cNvSpPr/>
            <p:nvPr/>
          </p:nvSpPr>
          <p:spPr>
            <a:xfrm>
              <a:off x="8967304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[0][7]</a:t>
              </a:r>
              <a:endParaRPr lang="en-ZA">
                <a:solidFill>
                  <a:srgbClr val="FF0000"/>
                </a:solidFill>
              </a:endParaRPr>
            </a:p>
          </p:txBody>
        </p:sp>
      </p:grpSp>
      <p:sp>
        <p:nvSpPr>
          <p:cNvPr id="148" name="TextBox 147">
            <a:extLst>
              <a:ext uri="{FF2B5EF4-FFF2-40B4-BE49-F238E27FC236}">
                <a16:creationId xmlns:a16="http://schemas.microsoft.com/office/drawing/2014/main" id="{57E07AF3-E180-E43E-A13A-744B61D3133C}"/>
              </a:ext>
            </a:extLst>
          </p:cNvPr>
          <p:cNvSpPr txBox="1"/>
          <p:nvPr/>
        </p:nvSpPr>
        <p:spPr>
          <a:xfrm>
            <a:off x="6140366" y="1588001"/>
            <a:ext cx="28196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latin typeface="LM Roman 12" panose="00000500000000000000"/>
              </a:rPr>
              <a:t>m = 1 (single row)</a:t>
            </a:r>
            <a:endParaRPr lang="en-ZA" sz="2400"/>
          </a:p>
        </p:txBody>
      </p: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6168E496-68A3-5EF5-824D-E2FA94887E68}"/>
              </a:ext>
            </a:extLst>
          </p:cNvPr>
          <p:cNvGrpSpPr/>
          <p:nvPr/>
        </p:nvGrpSpPr>
        <p:grpSpPr>
          <a:xfrm>
            <a:off x="3799694" y="6918070"/>
            <a:ext cx="7393620" cy="539750"/>
            <a:chOff x="3805989" y="3296980"/>
            <a:chExt cx="7393620" cy="539750"/>
          </a:xfrm>
        </p:grpSpPr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38CB25A1-FFBA-00D9-1DA8-0F065D276CCB}"/>
                </a:ext>
              </a:extLst>
            </p:cNvPr>
            <p:cNvSpPr/>
            <p:nvPr/>
          </p:nvSpPr>
          <p:spPr>
            <a:xfrm>
              <a:off x="380598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[1][0]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99F216A4-0EBE-A52C-101C-D23156D31539}"/>
                </a:ext>
              </a:extLst>
            </p:cNvPr>
            <p:cNvSpPr/>
            <p:nvPr/>
          </p:nvSpPr>
          <p:spPr>
            <a:xfrm>
              <a:off x="9714565" y="329698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…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18001335-C561-7476-BC42-448185ECBB28}"/>
                </a:ext>
              </a:extLst>
            </p:cNvPr>
            <p:cNvSpPr/>
            <p:nvPr/>
          </p:nvSpPr>
          <p:spPr>
            <a:xfrm>
              <a:off x="10412264" y="3296980"/>
              <a:ext cx="787345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400">
                  <a:solidFill>
                    <a:srgbClr val="FF0000"/>
                  </a:solidFill>
                </a:rPr>
                <a:t>[1][n-1]</a:t>
              </a:r>
              <a:endParaRPr lang="en-ZA" sz="1400">
                <a:solidFill>
                  <a:srgbClr val="FF0000"/>
                </a:solidFill>
              </a:endParaRPr>
            </a:p>
          </p:txBody>
        </p: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B4249367-8013-3CA2-D791-11B21C1FF892}"/>
                </a:ext>
              </a:extLst>
            </p:cNvPr>
            <p:cNvSpPr/>
            <p:nvPr/>
          </p:nvSpPr>
          <p:spPr>
            <a:xfrm>
              <a:off x="454456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[1][1]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D8F3D912-22AE-C90D-5F7F-F7107A58169F}"/>
                </a:ext>
              </a:extLst>
            </p:cNvPr>
            <p:cNvSpPr/>
            <p:nvPr/>
          </p:nvSpPr>
          <p:spPr>
            <a:xfrm>
              <a:off x="528313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[1][2]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6879A895-3F4E-7B69-698D-E858BC54C841}"/>
                </a:ext>
              </a:extLst>
            </p:cNvPr>
            <p:cNvSpPr/>
            <p:nvPr/>
          </p:nvSpPr>
          <p:spPr>
            <a:xfrm>
              <a:off x="6021705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[1][3]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93FF50AE-1B92-5BC8-4E10-ACB04CE73BBB}"/>
                </a:ext>
              </a:extLst>
            </p:cNvPr>
            <p:cNvSpPr/>
            <p:nvPr/>
          </p:nvSpPr>
          <p:spPr>
            <a:xfrm>
              <a:off x="6760277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[1][4]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43EA12E1-5D2A-5468-D082-A61046CDED0B}"/>
                </a:ext>
              </a:extLst>
            </p:cNvPr>
            <p:cNvSpPr/>
            <p:nvPr/>
          </p:nvSpPr>
          <p:spPr>
            <a:xfrm>
              <a:off x="749884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[1][5]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5BA576D5-F686-E5D8-2B70-5ED114E537AA}"/>
                </a:ext>
              </a:extLst>
            </p:cNvPr>
            <p:cNvSpPr/>
            <p:nvPr/>
          </p:nvSpPr>
          <p:spPr>
            <a:xfrm>
              <a:off x="823742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[1][6]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7C992DE8-09A5-ADF4-570E-BF81D7647229}"/>
                </a:ext>
              </a:extLst>
            </p:cNvPr>
            <p:cNvSpPr/>
            <p:nvPr/>
          </p:nvSpPr>
          <p:spPr>
            <a:xfrm>
              <a:off x="897599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[1][7]</a:t>
              </a:r>
              <a:endParaRPr lang="en-ZA">
                <a:solidFill>
                  <a:srgbClr val="FF0000"/>
                </a:solidFill>
              </a:endParaRPr>
            </a:p>
          </p:txBody>
        </p: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060E484A-B511-62DC-2B0D-68AA304FDB49}"/>
              </a:ext>
            </a:extLst>
          </p:cNvPr>
          <p:cNvGrpSpPr/>
          <p:nvPr/>
        </p:nvGrpSpPr>
        <p:grpSpPr>
          <a:xfrm>
            <a:off x="3809194" y="7584780"/>
            <a:ext cx="7393620" cy="539750"/>
            <a:chOff x="3805989" y="3296980"/>
            <a:chExt cx="7393620" cy="539750"/>
          </a:xfrm>
        </p:grpSpPr>
        <p:sp>
          <p:nvSpPr>
            <p:cNvPr id="284" name="Rectangle 283">
              <a:extLst>
                <a:ext uri="{FF2B5EF4-FFF2-40B4-BE49-F238E27FC236}">
                  <a16:creationId xmlns:a16="http://schemas.microsoft.com/office/drawing/2014/main" id="{B22C076D-36B7-F7BF-9F42-161E1B643AA3}"/>
                </a:ext>
              </a:extLst>
            </p:cNvPr>
            <p:cNvSpPr/>
            <p:nvPr/>
          </p:nvSpPr>
          <p:spPr>
            <a:xfrm>
              <a:off x="380598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[2][0]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85" name="Rectangle 284">
              <a:extLst>
                <a:ext uri="{FF2B5EF4-FFF2-40B4-BE49-F238E27FC236}">
                  <a16:creationId xmlns:a16="http://schemas.microsoft.com/office/drawing/2014/main" id="{92D84B9D-7506-82EE-A455-0860B8B6A82F}"/>
                </a:ext>
              </a:extLst>
            </p:cNvPr>
            <p:cNvSpPr/>
            <p:nvPr/>
          </p:nvSpPr>
          <p:spPr>
            <a:xfrm>
              <a:off x="9714565" y="329698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…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86" name="Rectangle 285">
              <a:extLst>
                <a:ext uri="{FF2B5EF4-FFF2-40B4-BE49-F238E27FC236}">
                  <a16:creationId xmlns:a16="http://schemas.microsoft.com/office/drawing/2014/main" id="{3A8156CC-C1EA-F114-A0BE-249F746C8B80}"/>
                </a:ext>
              </a:extLst>
            </p:cNvPr>
            <p:cNvSpPr/>
            <p:nvPr/>
          </p:nvSpPr>
          <p:spPr>
            <a:xfrm>
              <a:off x="10412264" y="3296980"/>
              <a:ext cx="787345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400">
                  <a:solidFill>
                    <a:srgbClr val="FF0000"/>
                  </a:solidFill>
                </a:rPr>
                <a:t>[2][N-1]</a:t>
              </a:r>
              <a:endParaRPr lang="en-ZA" sz="1400">
                <a:solidFill>
                  <a:srgbClr val="FF0000"/>
                </a:solidFill>
              </a:endParaRPr>
            </a:p>
          </p:txBody>
        </p:sp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AD948130-FF38-C6BC-0FE8-6F760C2E3594}"/>
                </a:ext>
              </a:extLst>
            </p:cNvPr>
            <p:cNvSpPr/>
            <p:nvPr/>
          </p:nvSpPr>
          <p:spPr>
            <a:xfrm>
              <a:off x="454456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[2][1]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51FDA188-4BCA-2153-D4DD-307FF7E8E31D}"/>
                </a:ext>
              </a:extLst>
            </p:cNvPr>
            <p:cNvSpPr/>
            <p:nvPr/>
          </p:nvSpPr>
          <p:spPr>
            <a:xfrm>
              <a:off x="528313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[2][2]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35A81AA8-7F64-3520-6B30-F489A69FA87A}"/>
                </a:ext>
              </a:extLst>
            </p:cNvPr>
            <p:cNvSpPr/>
            <p:nvPr/>
          </p:nvSpPr>
          <p:spPr>
            <a:xfrm>
              <a:off x="6021705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[2][3]</a:t>
              </a:r>
              <a:endParaRPr lang="en-ZA" dirty="0">
                <a:solidFill>
                  <a:srgbClr val="FF0000"/>
                </a:solidFill>
              </a:endParaRPr>
            </a:p>
          </p:txBody>
        </p:sp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49BD2A9B-1D8A-6044-D7F0-2806BFBB24A5}"/>
                </a:ext>
              </a:extLst>
            </p:cNvPr>
            <p:cNvSpPr/>
            <p:nvPr/>
          </p:nvSpPr>
          <p:spPr>
            <a:xfrm>
              <a:off x="6760277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[2][4]</a:t>
              </a:r>
              <a:endParaRPr lang="en-ZA" dirty="0">
                <a:solidFill>
                  <a:srgbClr val="FF0000"/>
                </a:solidFill>
              </a:endParaRPr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1A81B3F5-F275-06E7-57D2-740ED496B584}"/>
                </a:ext>
              </a:extLst>
            </p:cNvPr>
            <p:cNvSpPr/>
            <p:nvPr/>
          </p:nvSpPr>
          <p:spPr>
            <a:xfrm>
              <a:off x="749884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[2][5]</a:t>
              </a:r>
              <a:endParaRPr lang="en-ZA" dirty="0">
                <a:solidFill>
                  <a:srgbClr val="FF0000"/>
                </a:solidFill>
              </a:endParaRPr>
            </a:p>
          </p:txBody>
        </p: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4666F0E9-A3CB-F704-E0F0-64D7ACFE3E5E}"/>
                </a:ext>
              </a:extLst>
            </p:cNvPr>
            <p:cNvSpPr/>
            <p:nvPr/>
          </p:nvSpPr>
          <p:spPr>
            <a:xfrm>
              <a:off x="823742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[2][6]</a:t>
              </a:r>
              <a:endParaRPr lang="en-ZA" dirty="0">
                <a:solidFill>
                  <a:srgbClr val="FF0000"/>
                </a:solidFill>
              </a:endParaRPr>
            </a:p>
          </p:txBody>
        </p:sp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6DC1823D-92A4-0585-36A9-7F7F6ED5B7FF}"/>
                </a:ext>
              </a:extLst>
            </p:cNvPr>
            <p:cNvSpPr/>
            <p:nvPr/>
          </p:nvSpPr>
          <p:spPr>
            <a:xfrm>
              <a:off x="897599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[2][7]</a:t>
              </a:r>
              <a:endParaRPr lang="en-ZA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336828EA-6CBC-D9EC-77EC-8EE870495F1A}"/>
              </a:ext>
            </a:extLst>
          </p:cNvPr>
          <p:cNvGrpSpPr/>
          <p:nvPr/>
        </p:nvGrpSpPr>
        <p:grpSpPr>
          <a:xfrm>
            <a:off x="3809194" y="8228512"/>
            <a:ext cx="7393620" cy="539750"/>
            <a:chOff x="3805989" y="3296980"/>
            <a:chExt cx="7393620" cy="539750"/>
          </a:xfrm>
        </p:grpSpPr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A111F719-8DFC-B8D4-D162-B0EB4B91B0D6}"/>
                </a:ext>
              </a:extLst>
            </p:cNvPr>
            <p:cNvSpPr/>
            <p:nvPr/>
          </p:nvSpPr>
          <p:spPr>
            <a:xfrm>
              <a:off x="380598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[3][0]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42C2FFF9-8D5E-ECC9-47A5-2C9D9FF01D17}"/>
                </a:ext>
              </a:extLst>
            </p:cNvPr>
            <p:cNvSpPr/>
            <p:nvPr/>
          </p:nvSpPr>
          <p:spPr>
            <a:xfrm>
              <a:off x="9714565" y="329698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…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6D751066-1740-DE41-4DE4-1F395C103DE9}"/>
                </a:ext>
              </a:extLst>
            </p:cNvPr>
            <p:cNvSpPr/>
            <p:nvPr/>
          </p:nvSpPr>
          <p:spPr>
            <a:xfrm>
              <a:off x="10412264" y="3296980"/>
              <a:ext cx="787345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400">
                  <a:solidFill>
                    <a:srgbClr val="FF0000"/>
                  </a:solidFill>
                </a:rPr>
                <a:t>[3][n-1]</a:t>
              </a:r>
              <a:endParaRPr lang="en-ZA" sz="1400">
                <a:solidFill>
                  <a:srgbClr val="FF0000"/>
                </a:solidFill>
              </a:endParaRPr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F7186F9E-0458-F520-C73B-C92BCCDA04A8}"/>
                </a:ext>
              </a:extLst>
            </p:cNvPr>
            <p:cNvSpPr/>
            <p:nvPr/>
          </p:nvSpPr>
          <p:spPr>
            <a:xfrm>
              <a:off x="454456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[3][1]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1E56F3C4-AB0E-88B7-AD51-092447B6426E}"/>
                </a:ext>
              </a:extLst>
            </p:cNvPr>
            <p:cNvSpPr/>
            <p:nvPr/>
          </p:nvSpPr>
          <p:spPr>
            <a:xfrm>
              <a:off x="528313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[3][2]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5B05B8E9-C326-321E-0FF5-FFD67C1BE14C}"/>
                </a:ext>
              </a:extLst>
            </p:cNvPr>
            <p:cNvSpPr/>
            <p:nvPr/>
          </p:nvSpPr>
          <p:spPr>
            <a:xfrm>
              <a:off x="6021705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[3][3]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A405BA98-4D9F-5D24-7B81-696F77D29CA0}"/>
                </a:ext>
              </a:extLst>
            </p:cNvPr>
            <p:cNvSpPr/>
            <p:nvPr/>
          </p:nvSpPr>
          <p:spPr>
            <a:xfrm>
              <a:off x="6760277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[3][4]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855EF349-36B0-D032-53C6-6B59711B9132}"/>
                </a:ext>
              </a:extLst>
            </p:cNvPr>
            <p:cNvSpPr/>
            <p:nvPr/>
          </p:nvSpPr>
          <p:spPr>
            <a:xfrm>
              <a:off x="749884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[3][5]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CA96FF95-86D4-B0F6-BF5E-8EE7E4BC7A15}"/>
                </a:ext>
              </a:extLst>
            </p:cNvPr>
            <p:cNvSpPr/>
            <p:nvPr/>
          </p:nvSpPr>
          <p:spPr>
            <a:xfrm>
              <a:off x="823742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[3][6]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2853D6B7-0775-A88C-405E-D4D58C725B8D}"/>
                </a:ext>
              </a:extLst>
            </p:cNvPr>
            <p:cNvSpPr/>
            <p:nvPr/>
          </p:nvSpPr>
          <p:spPr>
            <a:xfrm>
              <a:off x="897599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[3][7]</a:t>
              </a:r>
              <a:endParaRPr lang="en-ZA">
                <a:solidFill>
                  <a:srgbClr val="FF0000"/>
                </a:solidFill>
              </a:endParaRPr>
            </a:p>
          </p:txBody>
        </p:sp>
      </p:grp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29316947-C0BE-D172-8BB4-4E0080F8894D}"/>
              </a:ext>
            </a:extLst>
          </p:cNvPr>
          <p:cNvGrpSpPr/>
          <p:nvPr/>
        </p:nvGrpSpPr>
        <p:grpSpPr>
          <a:xfrm>
            <a:off x="3809194" y="8872244"/>
            <a:ext cx="7393620" cy="539750"/>
            <a:chOff x="3805989" y="3296980"/>
            <a:chExt cx="7393620" cy="539750"/>
          </a:xfrm>
        </p:grpSpPr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1BF9A3D6-4238-4970-C2B5-3791B4D85A89}"/>
                </a:ext>
              </a:extLst>
            </p:cNvPr>
            <p:cNvSpPr/>
            <p:nvPr/>
          </p:nvSpPr>
          <p:spPr>
            <a:xfrm>
              <a:off x="380598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[4][0]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307" name="Rectangle 306">
              <a:extLst>
                <a:ext uri="{FF2B5EF4-FFF2-40B4-BE49-F238E27FC236}">
                  <a16:creationId xmlns:a16="http://schemas.microsoft.com/office/drawing/2014/main" id="{264AB99D-1C05-CB1C-5B2C-EDE61FF2007E}"/>
                </a:ext>
              </a:extLst>
            </p:cNvPr>
            <p:cNvSpPr/>
            <p:nvPr/>
          </p:nvSpPr>
          <p:spPr>
            <a:xfrm>
              <a:off x="9714565" y="329698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…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46DCA7B8-9B2E-FAA9-46EB-AFA0D2FD8ED9}"/>
                </a:ext>
              </a:extLst>
            </p:cNvPr>
            <p:cNvSpPr/>
            <p:nvPr/>
          </p:nvSpPr>
          <p:spPr>
            <a:xfrm>
              <a:off x="10412264" y="3296980"/>
              <a:ext cx="787345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400">
                  <a:solidFill>
                    <a:srgbClr val="FF0000"/>
                  </a:solidFill>
                </a:rPr>
                <a:t>[4][N-1]</a:t>
              </a:r>
              <a:endParaRPr lang="en-ZA" sz="1400">
                <a:solidFill>
                  <a:srgbClr val="FF0000"/>
                </a:solidFill>
              </a:endParaRPr>
            </a:p>
          </p:txBody>
        </p: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4EA77CE3-6CBD-0CBD-E069-DBF191EF5671}"/>
                </a:ext>
              </a:extLst>
            </p:cNvPr>
            <p:cNvSpPr/>
            <p:nvPr/>
          </p:nvSpPr>
          <p:spPr>
            <a:xfrm>
              <a:off x="454456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[4][1]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88DDF893-F9BE-1673-6610-B4224B17E7D5}"/>
                </a:ext>
              </a:extLst>
            </p:cNvPr>
            <p:cNvSpPr/>
            <p:nvPr/>
          </p:nvSpPr>
          <p:spPr>
            <a:xfrm>
              <a:off x="528313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[4][2]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38BA7E63-AF09-8F2D-0709-483FAFE268CD}"/>
                </a:ext>
              </a:extLst>
            </p:cNvPr>
            <p:cNvSpPr/>
            <p:nvPr/>
          </p:nvSpPr>
          <p:spPr>
            <a:xfrm>
              <a:off x="6021705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[4][3]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054ACCF3-A369-2EAC-7417-77FC533832B4}"/>
                </a:ext>
              </a:extLst>
            </p:cNvPr>
            <p:cNvSpPr/>
            <p:nvPr/>
          </p:nvSpPr>
          <p:spPr>
            <a:xfrm>
              <a:off x="6760277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[4][4]</a:t>
              </a:r>
              <a:endParaRPr lang="en-ZA" dirty="0">
                <a:solidFill>
                  <a:srgbClr val="FF0000"/>
                </a:solidFill>
              </a:endParaRPr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F5C167F6-D6E4-6163-37F4-331C64629677}"/>
                </a:ext>
              </a:extLst>
            </p:cNvPr>
            <p:cNvSpPr/>
            <p:nvPr/>
          </p:nvSpPr>
          <p:spPr>
            <a:xfrm>
              <a:off x="749884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[4][5]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3058CFF8-713C-02A5-D264-E32A942FDC95}"/>
                </a:ext>
              </a:extLst>
            </p:cNvPr>
            <p:cNvSpPr/>
            <p:nvPr/>
          </p:nvSpPr>
          <p:spPr>
            <a:xfrm>
              <a:off x="823742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[4][6]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E2E647E7-288B-E060-980E-ED9D3EA4C615}"/>
                </a:ext>
              </a:extLst>
            </p:cNvPr>
            <p:cNvSpPr/>
            <p:nvPr/>
          </p:nvSpPr>
          <p:spPr>
            <a:xfrm>
              <a:off x="897599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[4][7]</a:t>
              </a:r>
              <a:endParaRPr lang="en-ZA">
                <a:solidFill>
                  <a:srgbClr val="FF0000"/>
                </a:solidFill>
              </a:endParaRPr>
            </a:p>
          </p:txBody>
        </p:sp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7BC39971-0A84-8BC7-7B33-A73AA9DB6E47}"/>
              </a:ext>
            </a:extLst>
          </p:cNvPr>
          <p:cNvGrpSpPr/>
          <p:nvPr/>
        </p:nvGrpSpPr>
        <p:grpSpPr>
          <a:xfrm>
            <a:off x="3791005" y="9808829"/>
            <a:ext cx="7393620" cy="539750"/>
            <a:chOff x="3805989" y="3296980"/>
            <a:chExt cx="7393620" cy="539750"/>
          </a:xfrm>
        </p:grpSpPr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5EA648EC-F355-A931-4DAB-1B5F4E93A679}"/>
                </a:ext>
              </a:extLst>
            </p:cNvPr>
            <p:cNvSpPr/>
            <p:nvPr/>
          </p:nvSpPr>
          <p:spPr>
            <a:xfrm>
              <a:off x="380598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[m-1][0]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id="{6B27CA92-22FE-9416-164A-9123CB0EDDBF}"/>
                </a:ext>
              </a:extLst>
            </p:cNvPr>
            <p:cNvSpPr/>
            <p:nvPr/>
          </p:nvSpPr>
          <p:spPr>
            <a:xfrm>
              <a:off x="9714565" y="329698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…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319" name="Rectangle 318">
              <a:extLst>
                <a:ext uri="{FF2B5EF4-FFF2-40B4-BE49-F238E27FC236}">
                  <a16:creationId xmlns:a16="http://schemas.microsoft.com/office/drawing/2014/main" id="{7928157E-A47C-516C-45EC-E51DE6AD327C}"/>
                </a:ext>
              </a:extLst>
            </p:cNvPr>
            <p:cNvSpPr/>
            <p:nvPr/>
          </p:nvSpPr>
          <p:spPr>
            <a:xfrm>
              <a:off x="10412264" y="3296980"/>
              <a:ext cx="787345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050">
                  <a:solidFill>
                    <a:srgbClr val="FF0000"/>
                  </a:solidFill>
                </a:rPr>
                <a:t>[m-1][n-1]</a:t>
              </a:r>
              <a:endParaRPr lang="en-ZA" sz="1050">
                <a:solidFill>
                  <a:srgbClr val="FF0000"/>
                </a:solidFill>
              </a:endParaRPr>
            </a:p>
          </p:txBody>
        </p:sp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18B6CE95-2C63-AFE3-D570-783F8730EA6E}"/>
                </a:ext>
              </a:extLst>
            </p:cNvPr>
            <p:cNvSpPr/>
            <p:nvPr/>
          </p:nvSpPr>
          <p:spPr>
            <a:xfrm>
              <a:off x="454456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[m-1][1]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321" name="Rectangle 320">
              <a:extLst>
                <a:ext uri="{FF2B5EF4-FFF2-40B4-BE49-F238E27FC236}">
                  <a16:creationId xmlns:a16="http://schemas.microsoft.com/office/drawing/2014/main" id="{75315F8D-7A63-5C7E-9FE0-92CADD68CB01}"/>
                </a:ext>
              </a:extLst>
            </p:cNvPr>
            <p:cNvSpPr/>
            <p:nvPr/>
          </p:nvSpPr>
          <p:spPr>
            <a:xfrm>
              <a:off x="528313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[m-1][2]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ED482050-91D4-F3BD-3641-CBA8A5EFA6E9}"/>
                </a:ext>
              </a:extLst>
            </p:cNvPr>
            <p:cNvSpPr/>
            <p:nvPr/>
          </p:nvSpPr>
          <p:spPr>
            <a:xfrm>
              <a:off x="6021705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[m-1][3]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323" name="Rectangle 322">
              <a:extLst>
                <a:ext uri="{FF2B5EF4-FFF2-40B4-BE49-F238E27FC236}">
                  <a16:creationId xmlns:a16="http://schemas.microsoft.com/office/drawing/2014/main" id="{E2825F32-401E-1FDB-86CE-FD3C58CCE43F}"/>
                </a:ext>
              </a:extLst>
            </p:cNvPr>
            <p:cNvSpPr/>
            <p:nvPr/>
          </p:nvSpPr>
          <p:spPr>
            <a:xfrm>
              <a:off x="6760277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[m-1][4]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12316825-A07E-B133-404B-26097C7646B4}"/>
                </a:ext>
              </a:extLst>
            </p:cNvPr>
            <p:cNvSpPr/>
            <p:nvPr/>
          </p:nvSpPr>
          <p:spPr>
            <a:xfrm>
              <a:off x="749884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[m-1][5]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325" name="Rectangle 324">
              <a:extLst>
                <a:ext uri="{FF2B5EF4-FFF2-40B4-BE49-F238E27FC236}">
                  <a16:creationId xmlns:a16="http://schemas.microsoft.com/office/drawing/2014/main" id="{599F8DA9-C75B-23CB-13B7-1A56CB769F39}"/>
                </a:ext>
              </a:extLst>
            </p:cNvPr>
            <p:cNvSpPr/>
            <p:nvPr/>
          </p:nvSpPr>
          <p:spPr>
            <a:xfrm>
              <a:off x="823742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[m-1][6]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326" name="Rectangle 325">
              <a:extLst>
                <a:ext uri="{FF2B5EF4-FFF2-40B4-BE49-F238E27FC236}">
                  <a16:creationId xmlns:a16="http://schemas.microsoft.com/office/drawing/2014/main" id="{33973C0D-1DCE-DF7C-AF47-330FDDF618D8}"/>
                </a:ext>
              </a:extLst>
            </p:cNvPr>
            <p:cNvSpPr/>
            <p:nvPr/>
          </p:nvSpPr>
          <p:spPr>
            <a:xfrm>
              <a:off x="897599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[m-1][7]</a:t>
              </a:r>
              <a:endParaRPr lang="en-ZA" sz="1200">
                <a:solidFill>
                  <a:srgbClr val="FF0000"/>
                </a:solidFill>
              </a:endParaRPr>
            </a:p>
          </p:txBody>
        </p:sp>
      </p:grpSp>
      <p:sp>
        <p:nvSpPr>
          <p:cNvPr id="327" name="TextBox 326">
            <a:extLst>
              <a:ext uri="{FF2B5EF4-FFF2-40B4-BE49-F238E27FC236}">
                <a16:creationId xmlns:a16="http://schemas.microsoft.com/office/drawing/2014/main" id="{44C04346-93E8-A4CD-1F30-B527B6E54BD7}"/>
              </a:ext>
            </a:extLst>
          </p:cNvPr>
          <p:cNvSpPr txBox="1"/>
          <p:nvPr/>
        </p:nvSpPr>
        <p:spPr>
          <a:xfrm>
            <a:off x="6935813" y="8798131"/>
            <a:ext cx="8418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>
                <a:latin typeface="LM Roman 12" panose="00000500000000000000"/>
              </a:rPr>
              <a:t>…</a:t>
            </a:r>
            <a:endParaRPr lang="en-ZA" sz="7200" dirty="0"/>
          </a:p>
        </p:txBody>
      </p:sp>
    </p:spTree>
    <p:extLst>
      <p:ext uri="{BB962C8B-B14F-4D97-AF65-F5344CB8AC3E}">
        <p14:creationId xmlns:p14="http://schemas.microsoft.com/office/powerpoint/2010/main" val="1754544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A151E-EC45-D17B-4B78-8EE10FD16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DB9115C5-7E2A-DE06-7E0D-0F604675E4A7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B14A2D0-3A59-74B1-BFBB-2893B9F9B4A7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390D580-B9AB-20F3-7D48-5C1AACC2103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CC6DC19-8BD5-B9C2-6713-F50CE482A20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218E4987-C7D1-EC45-39EA-5AB0A3D82B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D8F1560-BBAC-B1CB-E3D8-92F3D6A9A37A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26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2CE4F77-1807-748B-FB82-F08495EE25CA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>
                  <a:solidFill>
                    <a:srgbClr val="FFFF00"/>
                  </a:solidFill>
                  <a:latin typeface="LM Roman 12" panose="00000500000000000000"/>
                </a:rPr>
                <a:t>Multiple-subscripted arrays</a:t>
              </a:r>
              <a:endParaRPr lang="en-ZA">
                <a:solidFill>
                  <a:srgbClr val="FFFF00"/>
                </a:solidFill>
                <a:latin typeface="LM Roman 12" panose="00000500000000000000" pitchFamily="50" charset="0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A3CA920C-4049-FCD0-D0D1-6AA3F8324046}"/>
              </a:ext>
            </a:extLst>
          </p:cNvPr>
          <p:cNvSpPr txBox="1"/>
          <p:nvPr/>
        </p:nvSpPr>
        <p:spPr>
          <a:xfrm>
            <a:off x="3164967" y="1818833"/>
            <a:ext cx="64152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>
                <a:latin typeface="LM Roman 12" panose="00000500000000000000"/>
              </a:rPr>
              <a:t> {</a:t>
            </a:r>
            <a:endParaRPr lang="en-ZA" sz="6600">
              <a:latin typeface="LM Roman 12" panose="0000050000000000000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385220E-0E03-5258-449F-18BD351FFF5B}"/>
              </a:ext>
            </a:extLst>
          </p:cNvPr>
          <p:cNvSpPr txBox="1"/>
          <p:nvPr/>
        </p:nvSpPr>
        <p:spPr>
          <a:xfrm>
            <a:off x="11323820" y="1801075"/>
            <a:ext cx="45085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>
                <a:latin typeface="LM Roman 12" panose="00000500000000000000"/>
              </a:rPr>
              <a:t>}</a:t>
            </a:r>
            <a:endParaRPr lang="en-ZA" sz="40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0B375B2-BD2A-3954-FF2B-E58D03BAB4DC}"/>
              </a:ext>
            </a:extLst>
          </p:cNvPr>
          <p:cNvSpPr txBox="1"/>
          <p:nvPr/>
        </p:nvSpPr>
        <p:spPr>
          <a:xfrm>
            <a:off x="36629" y="2049666"/>
            <a:ext cx="3845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>
                <a:solidFill>
                  <a:srgbClr val="00B0F0"/>
                </a:solidFill>
                <a:latin typeface="LM Roman 12" panose="00000500000000000000"/>
              </a:rPr>
              <a:t>int</a:t>
            </a:r>
            <a:r>
              <a:rPr lang="en-US" sz="3600">
                <a:latin typeface="LM Roman 12" panose="00000500000000000000"/>
              </a:rPr>
              <a:t> Array[2][n] =</a:t>
            </a:r>
            <a:endParaRPr lang="en-ZA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8D6592C-D268-B691-1777-925EA2635E81}"/>
              </a:ext>
            </a:extLst>
          </p:cNvPr>
          <p:cNvSpPr txBox="1"/>
          <p:nvPr/>
        </p:nvSpPr>
        <p:spPr>
          <a:xfrm>
            <a:off x="4766798" y="320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ZA" b="1">
              <a:latin typeface="LM Roman 12" panose="00000500000000000000"/>
            </a:endParaRPr>
          </a:p>
        </p:txBody>
      </p: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F18E4352-DCF8-25EE-2C05-F450CFDD0DBC}"/>
              </a:ext>
            </a:extLst>
          </p:cNvPr>
          <p:cNvGrpSpPr/>
          <p:nvPr/>
        </p:nvGrpSpPr>
        <p:grpSpPr>
          <a:xfrm>
            <a:off x="3930200" y="2085198"/>
            <a:ext cx="7393620" cy="539750"/>
            <a:chOff x="3797300" y="2706391"/>
            <a:chExt cx="7393620" cy="53975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D603723-D54D-B8FC-9BBA-835C73E24D46}"/>
                </a:ext>
              </a:extLst>
            </p:cNvPr>
            <p:cNvSpPr/>
            <p:nvPr/>
          </p:nvSpPr>
          <p:spPr>
            <a:xfrm>
              <a:off x="3797300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[0][0]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97D775C-A863-F605-22BE-140240F30C78}"/>
                </a:ext>
              </a:extLst>
            </p:cNvPr>
            <p:cNvSpPr/>
            <p:nvPr/>
          </p:nvSpPr>
          <p:spPr>
            <a:xfrm>
              <a:off x="9705876" y="2706391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…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945642C-62A4-D3B0-9A77-F8EFBD2EA9C3}"/>
                </a:ext>
              </a:extLst>
            </p:cNvPr>
            <p:cNvSpPr/>
            <p:nvPr/>
          </p:nvSpPr>
          <p:spPr>
            <a:xfrm>
              <a:off x="10403575" y="2706391"/>
              <a:ext cx="787345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400">
                  <a:solidFill>
                    <a:srgbClr val="FF0000"/>
                  </a:solidFill>
                </a:rPr>
                <a:t>[0][n-1]</a:t>
              </a:r>
              <a:endParaRPr lang="en-ZA" sz="1400">
                <a:solidFill>
                  <a:srgbClr val="FF0000"/>
                </a:solidFill>
              </a:endParaRP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B18801CB-A2D9-CB0B-0DFB-5B3CDB35A3BA}"/>
                </a:ext>
              </a:extLst>
            </p:cNvPr>
            <p:cNvSpPr/>
            <p:nvPr/>
          </p:nvSpPr>
          <p:spPr>
            <a:xfrm>
              <a:off x="4535872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[0][1]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639BDA9C-933A-9AA6-2BF0-5F2D5BA7431F}"/>
                </a:ext>
              </a:extLst>
            </p:cNvPr>
            <p:cNvSpPr/>
            <p:nvPr/>
          </p:nvSpPr>
          <p:spPr>
            <a:xfrm>
              <a:off x="5274444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[0][2]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8768494F-19DC-0301-3B11-8D121F1D3226}"/>
                </a:ext>
              </a:extLst>
            </p:cNvPr>
            <p:cNvSpPr/>
            <p:nvPr/>
          </p:nvSpPr>
          <p:spPr>
            <a:xfrm>
              <a:off x="6013016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[0][3]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FCC97F2F-EC28-7052-E3E2-EF329A866346}"/>
                </a:ext>
              </a:extLst>
            </p:cNvPr>
            <p:cNvSpPr/>
            <p:nvPr/>
          </p:nvSpPr>
          <p:spPr>
            <a:xfrm>
              <a:off x="6751588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[0][4]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A3C28E83-464A-CE67-9243-16BAC6D9EE22}"/>
                </a:ext>
              </a:extLst>
            </p:cNvPr>
            <p:cNvSpPr/>
            <p:nvPr/>
          </p:nvSpPr>
          <p:spPr>
            <a:xfrm>
              <a:off x="7490160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[0][5]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E6007040-D275-D002-C027-259F85B50A4B}"/>
                </a:ext>
              </a:extLst>
            </p:cNvPr>
            <p:cNvSpPr/>
            <p:nvPr/>
          </p:nvSpPr>
          <p:spPr>
            <a:xfrm>
              <a:off x="8228732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[0][6]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02A00FCA-C416-815E-3FBD-16A07834C80E}"/>
                </a:ext>
              </a:extLst>
            </p:cNvPr>
            <p:cNvSpPr/>
            <p:nvPr/>
          </p:nvSpPr>
          <p:spPr>
            <a:xfrm>
              <a:off x="8967304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[0][7]</a:t>
              </a:r>
              <a:endParaRPr lang="en-ZA">
                <a:solidFill>
                  <a:srgbClr val="FF0000"/>
                </a:solidFill>
              </a:endParaRPr>
            </a:p>
          </p:txBody>
        </p:sp>
      </p:grpSp>
      <p:sp>
        <p:nvSpPr>
          <p:cNvPr id="148" name="TextBox 147">
            <a:extLst>
              <a:ext uri="{FF2B5EF4-FFF2-40B4-BE49-F238E27FC236}">
                <a16:creationId xmlns:a16="http://schemas.microsoft.com/office/drawing/2014/main" id="{589EB5CB-DCAB-D02F-B6C1-355850496974}"/>
              </a:ext>
            </a:extLst>
          </p:cNvPr>
          <p:cNvSpPr txBox="1"/>
          <p:nvPr/>
        </p:nvSpPr>
        <p:spPr>
          <a:xfrm>
            <a:off x="6140366" y="1588001"/>
            <a:ext cx="2652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latin typeface="LM Roman 12" panose="00000500000000000000"/>
              </a:rPr>
              <a:t>m = 2 (two rows)</a:t>
            </a:r>
            <a:endParaRPr lang="en-ZA" sz="2400"/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DEBADAFF-2E34-B775-8C89-B93616C241D5}"/>
              </a:ext>
            </a:extLst>
          </p:cNvPr>
          <p:cNvSpPr txBox="1"/>
          <p:nvPr/>
        </p:nvSpPr>
        <p:spPr>
          <a:xfrm>
            <a:off x="6935813" y="8798131"/>
            <a:ext cx="8418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>
                <a:latin typeface="LM Roman 12" panose="00000500000000000000"/>
              </a:rPr>
              <a:t>…</a:t>
            </a:r>
            <a:endParaRPr lang="en-ZA" sz="72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226A4F6-87D6-CD59-203F-8525C90C3B83}"/>
              </a:ext>
            </a:extLst>
          </p:cNvPr>
          <p:cNvGrpSpPr/>
          <p:nvPr/>
        </p:nvGrpSpPr>
        <p:grpSpPr>
          <a:xfrm>
            <a:off x="3933905" y="2707564"/>
            <a:ext cx="7393620" cy="539750"/>
            <a:chOff x="3805989" y="3296980"/>
            <a:chExt cx="7393620" cy="53975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50EB822-2962-E779-C64F-140C5443E5AA}"/>
                </a:ext>
              </a:extLst>
            </p:cNvPr>
            <p:cNvSpPr/>
            <p:nvPr/>
          </p:nvSpPr>
          <p:spPr>
            <a:xfrm>
              <a:off x="380598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[1][0]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14D6D7C-16D9-F0E9-3EC0-88BA1F55E89D}"/>
                </a:ext>
              </a:extLst>
            </p:cNvPr>
            <p:cNvSpPr/>
            <p:nvPr/>
          </p:nvSpPr>
          <p:spPr>
            <a:xfrm>
              <a:off x="9714565" y="329698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…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B0B1A1D-94A5-721D-9E33-E941EF66B636}"/>
                </a:ext>
              </a:extLst>
            </p:cNvPr>
            <p:cNvSpPr/>
            <p:nvPr/>
          </p:nvSpPr>
          <p:spPr>
            <a:xfrm>
              <a:off x="10412264" y="3296980"/>
              <a:ext cx="787345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400">
                  <a:solidFill>
                    <a:srgbClr val="FF0000"/>
                  </a:solidFill>
                </a:rPr>
                <a:t>[1][n-1]</a:t>
              </a:r>
              <a:endParaRPr lang="en-ZA" sz="1400">
                <a:solidFill>
                  <a:srgbClr val="FF0000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93FA968-BD01-8839-366B-DB7E05BA2181}"/>
                </a:ext>
              </a:extLst>
            </p:cNvPr>
            <p:cNvSpPr/>
            <p:nvPr/>
          </p:nvSpPr>
          <p:spPr>
            <a:xfrm>
              <a:off x="454456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[1][1]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E496677-D5D2-D3AB-48C5-01BD61ABF432}"/>
                </a:ext>
              </a:extLst>
            </p:cNvPr>
            <p:cNvSpPr/>
            <p:nvPr/>
          </p:nvSpPr>
          <p:spPr>
            <a:xfrm>
              <a:off x="528313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[1][2]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471ECEE-FCDA-F3F9-3321-D8E3C6A333DC}"/>
                </a:ext>
              </a:extLst>
            </p:cNvPr>
            <p:cNvSpPr/>
            <p:nvPr/>
          </p:nvSpPr>
          <p:spPr>
            <a:xfrm>
              <a:off x="6021705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[1][3]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7895E21-E146-71B3-70F7-6D433090FDF7}"/>
                </a:ext>
              </a:extLst>
            </p:cNvPr>
            <p:cNvSpPr/>
            <p:nvPr/>
          </p:nvSpPr>
          <p:spPr>
            <a:xfrm>
              <a:off x="6760277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[1][4]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96A8D8A-0155-4917-1560-D4782E256173}"/>
                </a:ext>
              </a:extLst>
            </p:cNvPr>
            <p:cNvSpPr/>
            <p:nvPr/>
          </p:nvSpPr>
          <p:spPr>
            <a:xfrm>
              <a:off x="749884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[1][5]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042A538-F88A-609E-73E8-F1ED6BA27693}"/>
                </a:ext>
              </a:extLst>
            </p:cNvPr>
            <p:cNvSpPr/>
            <p:nvPr/>
          </p:nvSpPr>
          <p:spPr>
            <a:xfrm>
              <a:off x="823742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[1][6]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2250DDB-4863-E52C-C60C-9D6BBEE75A14}"/>
                </a:ext>
              </a:extLst>
            </p:cNvPr>
            <p:cNvSpPr/>
            <p:nvPr/>
          </p:nvSpPr>
          <p:spPr>
            <a:xfrm>
              <a:off x="897599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[1][7]</a:t>
              </a:r>
              <a:endParaRPr lang="en-ZA"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9132474-9771-32CF-8ED9-2B3DA4D88B23}"/>
              </a:ext>
            </a:extLst>
          </p:cNvPr>
          <p:cNvGrpSpPr/>
          <p:nvPr/>
        </p:nvGrpSpPr>
        <p:grpSpPr>
          <a:xfrm>
            <a:off x="3961594" y="7737180"/>
            <a:ext cx="7393620" cy="539750"/>
            <a:chOff x="3805989" y="3296980"/>
            <a:chExt cx="7393620" cy="53975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62A121B-EDF9-1FBF-EC2D-1116B7868DDB}"/>
                </a:ext>
              </a:extLst>
            </p:cNvPr>
            <p:cNvSpPr/>
            <p:nvPr/>
          </p:nvSpPr>
          <p:spPr>
            <a:xfrm>
              <a:off x="380598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[2][0]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FAF3E57-6A97-047F-1005-96A945E529D6}"/>
                </a:ext>
              </a:extLst>
            </p:cNvPr>
            <p:cNvSpPr/>
            <p:nvPr/>
          </p:nvSpPr>
          <p:spPr>
            <a:xfrm>
              <a:off x="9714565" y="329698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…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A374A3F-C31E-5E1A-7A5C-674099F5F194}"/>
                </a:ext>
              </a:extLst>
            </p:cNvPr>
            <p:cNvSpPr/>
            <p:nvPr/>
          </p:nvSpPr>
          <p:spPr>
            <a:xfrm>
              <a:off x="10412264" y="3296980"/>
              <a:ext cx="787345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400">
                  <a:solidFill>
                    <a:srgbClr val="FF0000"/>
                  </a:solidFill>
                </a:rPr>
                <a:t>[2][N-1]</a:t>
              </a:r>
              <a:endParaRPr lang="en-ZA" sz="1400">
                <a:solidFill>
                  <a:srgbClr val="FF0000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6FD0789-5AE0-D7AA-AD66-DEED60AD7E6C}"/>
                </a:ext>
              </a:extLst>
            </p:cNvPr>
            <p:cNvSpPr/>
            <p:nvPr/>
          </p:nvSpPr>
          <p:spPr>
            <a:xfrm>
              <a:off x="454456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[2][1]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D1D695B-F8DF-1EEE-CF2C-BBC71807E91D}"/>
                </a:ext>
              </a:extLst>
            </p:cNvPr>
            <p:cNvSpPr/>
            <p:nvPr/>
          </p:nvSpPr>
          <p:spPr>
            <a:xfrm>
              <a:off x="528313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[2][2]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EE4B3FA-1CA0-F0AD-A862-217B51A31E5E}"/>
                </a:ext>
              </a:extLst>
            </p:cNvPr>
            <p:cNvSpPr/>
            <p:nvPr/>
          </p:nvSpPr>
          <p:spPr>
            <a:xfrm>
              <a:off x="6021705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[2][3]</a:t>
              </a:r>
              <a:endParaRPr lang="en-ZA" dirty="0">
                <a:solidFill>
                  <a:srgbClr val="FF0000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3222E3C-C573-7B1C-185D-2CD76A976331}"/>
                </a:ext>
              </a:extLst>
            </p:cNvPr>
            <p:cNvSpPr/>
            <p:nvPr/>
          </p:nvSpPr>
          <p:spPr>
            <a:xfrm>
              <a:off x="6760277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[2][4]</a:t>
              </a:r>
              <a:endParaRPr lang="en-ZA" dirty="0">
                <a:solidFill>
                  <a:srgbClr val="FF0000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AE3C8E5-3E8B-C995-687B-23EE287B3CD4}"/>
                </a:ext>
              </a:extLst>
            </p:cNvPr>
            <p:cNvSpPr/>
            <p:nvPr/>
          </p:nvSpPr>
          <p:spPr>
            <a:xfrm>
              <a:off x="749884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[2][5]</a:t>
              </a:r>
              <a:endParaRPr lang="en-ZA" dirty="0">
                <a:solidFill>
                  <a:srgbClr val="FF0000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1EAE648-74AF-B99F-4635-3278DE063689}"/>
                </a:ext>
              </a:extLst>
            </p:cNvPr>
            <p:cNvSpPr/>
            <p:nvPr/>
          </p:nvSpPr>
          <p:spPr>
            <a:xfrm>
              <a:off x="823742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[2][6]</a:t>
              </a:r>
              <a:endParaRPr lang="en-ZA" dirty="0">
                <a:solidFill>
                  <a:srgbClr val="FF0000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2EDE0C9-FBD9-EA42-EA3A-71AE32D572E9}"/>
                </a:ext>
              </a:extLst>
            </p:cNvPr>
            <p:cNvSpPr/>
            <p:nvPr/>
          </p:nvSpPr>
          <p:spPr>
            <a:xfrm>
              <a:off x="897599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[2][7]</a:t>
              </a:r>
              <a:endParaRPr lang="en-ZA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B846AC3-788E-A6C5-F521-FA039808BB56}"/>
              </a:ext>
            </a:extLst>
          </p:cNvPr>
          <p:cNvGrpSpPr/>
          <p:nvPr/>
        </p:nvGrpSpPr>
        <p:grpSpPr>
          <a:xfrm>
            <a:off x="3961594" y="8380912"/>
            <a:ext cx="7393620" cy="539750"/>
            <a:chOff x="3805989" y="3296980"/>
            <a:chExt cx="7393620" cy="53975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F2A5C5E-E0AE-7800-6174-98F003E92F0C}"/>
                </a:ext>
              </a:extLst>
            </p:cNvPr>
            <p:cNvSpPr/>
            <p:nvPr/>
          </p:nvSpPr>
          <p:spPr>
            <a:xfrm>
              <a:off x="380598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[3][0]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5E3235F-5C39-391E-F7CA-C916C0B75423}"/>
                </a:ext>
              </a:extLst>
            </p:cNvPr>
            <p:cNvSpPr/>
            <p:nvPr/>
          </p:nvSpPr>
          <p:spPr>
            <a:xfrm>
              <a:off x="9714565" y="329698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…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BE80935-011B-D3B1-6A12-4555804CA8DF}"/>
                </a:ext>
              </a:extLst>
            </p:cNvPr>
            <p:cNvSpPr/>
            <p:nvPr/>
          </p:nvSpPr>
          <p:spPr>
            <a:xfrm>
              <a:off x="10412264" y="3296980"/>
              <a:ext cx="787345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400">
                  <a:solidFill>
                    <a:srgbClr val="FF0000"/>
                  </a:solidFill>
                </a:rPr>
                <a:t>[3][n-1]</a:t>
              </a:r>
              <a:endParaRPr lang="en-ZA" sz="1400">
                <a:solidFill>
                  <a:srgbClr val="FF0000"/>
                </a:solidFill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6A774B1-C277-34AA-D93A-553C8D2E80AC}"/>
                </a:ext>
              </a:extLst>
            </p:cNvPr>
            <p:cNvSpPr/>
            <p:nvPr/>
          </p:nvSpPr>
          <p:spPr>
            <a:xfrm>
              <a:off x="454456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[3][1]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A170934-3B53-64D9-FD79-F47F3C97223D}"/>
                </a:ext>
              </a:extLst>
            </p:cNvPr>
            <p:cNvSpPr/>
            <p:nvPr/>
          </p:nvSpPr>
          <p:spPr>
            <a:xfrm>
              <a:off x="528313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[3][2]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B2E98CD-EBF1-CAE2-3D39-58A43A245FC2}"/>
                </a:ext>
              </a:extLst>
            </p:cNvPr>
            <p:cNvSpPr/>
            <p:nvPr/>
          </p:nvSpPr>
          <p:spPr>
            <a:xfrm>
              <a:off x="6021705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[3][3]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7CC86A0-AAB5-EE32-E27F-074EFA7E57EB}"/>
                </a:ext>
              </a:extLst>
            </p:cNvPr>
            <p:cNvSpPr/>
            <p:nvPr/>
          </p:nvSpPr>
          <p:spPr>
            <a:xfrm>
              <a:off x="6760277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[3][4]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3A817F9-7C13-6C48-E795-0C78F9EE7EAF}"/>
                </a:ext>
              </a:extLst>
            </p:cNvPr>
            <p:cNvSpPr/>
            <p:nvPr/>
          </p:nvSpPr>
          <p:spPr>
            <a:xfrm>
              <a:off x="749884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[3][5]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D2ACFD7-2EEA-5FA0-FDED-32B17C0CFA17}"/>
                </a:ext>
              </a:extLst>
            </p:cNvPr>
            <p:cNvSpPr/>
            <p:nvPr/>
          </p:nvSpPr>
          <p:spPr>
            <a:xfrm>
              <a:off x="823742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[3][6]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9B264CA-E8B9-C5BA-1057-1951672BD2A0}"/>
                </a:ext>
              </a:extLst>
            </p:cNvPr>
            <p:cNvSpPr/>
            <p:nvPr/>
          </p:nvSpPr>
          <p:spPr>
            <a:xfrm>
              <a:off x="897599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[3][7]</a:t>
              </a:r>
              <a:endParaRPr lang="en-ZA">
                <a:solidFill>
                  <a:srgbClr val="FF0000"/>
                </a:solidFill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1093FFF-6C84-D40C-6394-8EB7D3706633}"/>
              </a:ext>
            </a:extLst>
          </p:cNvPr>
          <p:cNvGrpSpPr/>
          <p:nvPr/>
        </p:nvGrpSpPr>
        <p:grpSpPr>
          <a:xfrm>
            <a:off x="3961594" y="9024644"/>
            <a:ext cx="7393620" cy="539750"/>
            <a:chOff x="3805989" y="3296980"/>
            <a:chExt cx="7393620" cy="539750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F80B04B-165F-6DF9-87F8-B94699E94BF5}"/>
                </a:ext>
              </a:extLst>
            </p:cNvPr>
            <p:cNvSpPr/>
            <p:nvPr/>
          </p:nvSpPr>
          <p:spPr>
            <a:xfrm>
              <a:off x="380598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[4][0]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5D128D4-F613-2307-2BFB-E93D90D6F73B}"/>
                </a:ext>
              </a:extLst>
            </p:cNvPr>
            <p:cNvSpPr/>
            <p:nvPr/>
          </p:nvSpPr>
          <p:spPr>
            <a:xfrm>
              <a:off x="9714565" y="329698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…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B81AA96-707E-3E6E-3D6F-F3CB953C4ADD}"/>
                </a:ext>
              </a:extLst>
            </p:cNvPr>
            <p:cNvSpPr/>
            <p:nvPr/>
          </p:nvSpPr>
          <p:spPr>
            <a:xfrm>
              <a:off x="10412264" y="3296980"/>
              <a:ext cx="787345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400">
                  <a:solidFill>
                    <a:srgbClr val="FF0000"/>
                  </a:solidFill>
                </a:rPr>
                <a:t>[4][N-1]</a:t>
              </a:r>
              <a:endParaRPr lang="en-ZA" sz="1400">
                <a:solidFill>
                  <a:srgbClr val="FF0000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31B867A-7ACA-B22B-043B-2B6E209FE162}"/>
                </a:ext>
              </a:extLst>
            </p:cNvPr>
            <p:cNvSpPr/>
            <p:nvPr/>
          </p:nvSpPr>
          <p:spPr>
            <a:xfrm>
              <a:off x="454456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[4][1]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8016C560-C8BA-0710-6F13-0914485E6360}"/>
                </a:ext>
              </a:extLst>
            </p:cNvPr>
            <p:cNvSpPr/>
            <p:nvPr/>
          </p:nvSpPr>
          <p:spPr>
            <a:xfrm>
              <a:off x="528313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[4][2]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B739230F-35E4-596A-C2E8-EAAC167B5619}"/>
                </a:ext>
              </a:extLst>
            </p:cNvPr>
            <p:cNvSpPr/>
            <p:nvPr/>
          </p:nvSpPr>
          <p:spPr>
            <a:xfrm>
              <a:off x="6021705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[4][3]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674AD0D2-FB7A-758B-495C-080A70C3D115}"/>
                </a:ext>
              </a:extLst>
            </p:cNvPr>
            <p:cNvSpPr/>
            <p:nvPr/>
          </p:nvSpPr>
          <p:spPr>
            <a:xfrm>
              <a:off x="6760277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[4][4]</a:t>
              </a:r>
              <a:endParaRPr lang="en-ZA" dirty="0">
                <a:solidFill>
                  <a:srgbClr val="FF0000"/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CAA28813-405B-D293-2BBB-01FAC5690E34}"/>
                </a:ext>
              </a:extLst>
            </p:cNvPr>
            <p:cNvSpPr/>
            <p:nvPr/>
          </p:nvSpPr>
          <p:spPr>
            <a:xfrm>
              <a:off x="749884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[4][5]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9A216DE-45CA-1476-405E-45DE36E03D51}"/>
                </a:ext>
              </a:extLst>
            </p:cNvPr>
            <p:cNvSpPr/>
            <p:nvPr/>
          </p:nvSpPr>
          <p:spPr>
            <a:xfrm>
              <a:off x="823742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[4][6]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56E1176-4892-6653-D657-385C79657259}"/>
                </a:ext>
              </a:extLst>
            </p:cNvPr>
            <p:cNvSpPr/>
            <p:nvPr/>
          </p:nvSpPr>
          <p:spPr>
            <a:xfrm>
              <a:off x="897599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[4][7]</a:t>
              </a:r>
              <a:endParaRPr lang="en-ZA">
                <a:solidFill>
                  <a:srgbClr val="FF0000"/>
                </a:solidFill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DCCCCB2-C997-5D73-EDC0-A8CD644824A1}"/>
              </a:ext>
            </a:extLst>
          </p:cNvPr>
          <p:cNvGrpSpPr/>
          <p:nvPr/>
        </p:nvGrpSpPr>
        <p:grpSpPr>
          <a:xfrm>
            <a:off x="3943405" y="9961229"/>
            <a:ext cx="7393620" cy="539750"/>
            <a:chOff x="3805989" y="3296980"/>
            <a:chExt cx="7393620" cy="539750"/>
          </a:xfrm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5579537F-91F2-D45E-38F1-56B88D4520A1}"/>
                </a:ext>
              </a:extLst>
            </p:cNvPr>
            <p:cNvSpPr/>
            <p:nvPr/>
          </p:nvSpPr>
          <p:spPr>
            <a:xfrm>
              <a:off x="380598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[m-1][0]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0BCB3F47-0884-5FE7-6D88-FDCD31FFA4CF}"/>
                </a:ext>
              </a:extLst>
            </p:cNvPr>
            <p:cNvSpPr/>
            <p:nvPr/>
          </p:nvSpPr>
          <p:spPr>
            <a:xfrm>
              <a:off x="9714565" y="329698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…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A2B9B717-7B27-0C23-B99C-B7BD198D3396}"/>
                </a:ext>
              </a:extLst>
            </p:cNvPr>
            <p:cNvSpPr/>
            <p:nvPr/>
          </p:nvSpPr>
          <p:spPr>
            <a:xfrm>
              <a:off x="10412264" y="3296980"/>
              <a:ext cx="787345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050">
                  <a:solidFill>
                    <a:srgbClr val="FF0000"/>
                  </a:solidFill>
                </a:rPr>
                <a:t>[m-1][n-1]</a:t>
              </a:r>
              <a:endParaRPr lang="en-ZA" sz="1050">
                <a:solidFill>
                  <a:srgbClr val="FF0000"/>
                </a:solidFill>
              </a:endParaRP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66D15991-5A2C-D5A9-48AB-B7A0E9BF5C78}"/>
                </a:ext>
              </a:extLst>
            </p:cNvPr>
            <p:cNvSpPr/>
            <p:nvPr/>
          </p:nvSpPr>
          <p:spPr>
            <a:xfrm>
              <a:off x="454456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[m-1][1]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9BDF5A43-851F-28CE-18F3-6B45B798E64D}"/>
                </a:ext>
              </a:extLst>
            </p:cNvPr>
            <p:cNvSpPr/>
            <p:nvPr/>
          </p:nvSpPr>
          <p:spPr>
            <a:xfrm>
              <a:off x="528313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[m-1][2]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8E3FC9E9-6117-4A28-F78D-20D4296C4BFD}"/>
                </a:ext>
              </a:extLst>
            </p:cNvPr>
            <p:cNvSpPr/>
            <p:nvPr/>
          </p:nvSpPr>
          <p:spPr>
            <a:xfrm>
              <a:off x="6021705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[m-1][3]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C65088AC-4DA6-48F8-EEF8-EDC65D8B2BA2}"/>
                </a:ext>
              </a:extLst>
            </p:cNvPr>
            <p:cNvSpPr/>
            <p:nvPr/>
          </p:nvSpPr>
          <p:spPr>
            <a:xfrm>
              <a:off x="6760277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[m-1][4]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268D6A3C-F38B-7C5D-5C7A-2F570CAC32BE}"/>
                </a:ext>
              </a:extLst>
            </p:cNvPr>
            <p:cNvSpPr/>
            <p:nvPr/>
          </p:nvSpPr>
          <p:spPr>
            <a:xfrm>
              <a:off x="749884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[m-1][5]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5E26FEE2-AAEB-7559-EA2E-789C5951466F}"/>
                </a:ext>
              </a:extLst>
            </p:cNvPr>
            <p:cNvSpPr/>
            <p:nvPr/>
          </p:nvSpPr>
          <p:spPr>
            <a:xfrm>
              <a:off x="823742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[m-1][6]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5235F210-CF4A-DB40-93F9-810E9FA7059C}"/>
                </a:ext>
              </a:extLst>
            </p:cNvPr>
            <p:cNvSpPr/>
            <p:nvPr/>
          </p:nvSpPr>
          <p:spPr>
            <a:xfrm>
              <a:off x="897599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[m-1][7]</a:t>
              </a:r>
              <a:endParaRPr lang="en-ZA" sz="1200">
                <a:solidFill>
                  <a:srgbClr val="FF0000"/>
                </a:solidFill>
              </a:endParaRPr>
            </a:p>
          </p:txBody>
        </p: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9AF2A42F-16C2-E0AA-C21D-ADB6556B5AFC}"/>
              </a:ext>
            </a:extLst>
          </p:cNvPr>
          <p:cNvSpPr txBox="1"/>
          <p:nvPr/>
        </p:nvSpPr>
        <p:spPr>
          <a:xfrm>
            <a:off x="7088213" y="8950531"/>
            <a:ext cx="8418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>
                <a:latin typeface="LM Roman 12" panose="00000500000000000000"/>
              </a:rPr>
              <a:t>…</a:t>
            </a:r>
            <a:endParaRPr lang="en-ZA" sz="720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9D46D6F5-DCED-53D2-3A4B-B6FE159D1F86}"/>
              </a:ext>
            </a:extLst>
          </p:cNvPr>
          <p:cNvSpPr txBox="1"/>
          <p:nvPr/>
        </p:nvSpPr>
        <p:spPr>
          <a:xfrm>
            <a:off x="3470134" y="853730"/>
            <a:ext cx="75035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>
                <a:latin typeface="LM Roman 12" panose="00000500000000000000"/>
              </a:rPr>
              <a:t>m</a:t>
            </a:r>
            <a:r>
              <a:rPr lang="en-US" sz="3600">
                <a:latin typeface="LM Roman 12" panose="00000500000000000000"/>
              </a:rPr>
              <a:t> by </a:t>
            </a:r>
            <a:r>
              <a:rPr lang="en-US" sz="3600" b="1">
                <a:latin typeface="LM Roman 12" panose="00000500000000000000"/>
              </a:rPr>
              <a:t>n </a:t>
            </a:r>
            <a:r>
              <a:rPr lang="en-US" sz="3600">
                <a:latin typeface="LM Roman 12" panose="00000500000000000000"/>
              </a:rPr>
              <a:t>arrays (multiple-subscripted)</a:t>
            </a:r>
            <a:endParaRPr lang="en-ZA" sz="3600" b="1">
              <a:latin typeface="LM Roman 12" panose="000005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35618967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2A8DC-7242-0569-DDB7-FF2F43FF5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7978CAAE-B100-3AB5-8B46-9F5343935485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3F8570E-090B-4A19-2135-D96A93A8EB99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1E55F50-7ABD-64BC-F494-CE99D0F9DDC5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B7958B8-FA0B-ABD3-2595-83F519EFA52B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426A9ACD-BF2E-8C10-00C9-CA66816009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719EA9C-CDBE-3FF9-DFE3-726FFE144263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26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BE0B40F-1FFA-629B-79AA-924AB32418A2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>
                  <a:solidFill>
                    <a:srgbClr val="FFFF00"/>
                  </a:solidFill>
                  <a:latin typeface="LM Roman 12" panose="00000500000000000000"/>
                </a:rPr>
                <a:t>Multiple-subscripted arrays</a:t>
              </a:r>
              <a:endParaRPr lang="en-ZA">
                <a:solidFill>
                  <a:srgbClr val="FFFF00"/>
                </a:solidFill>
                <a:latin typeface="LM Roman 12" panose="00000500000000000000" pitchFamily="50" charset="0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AB8F657A-6EF6-9224-2A70-FB7B730A61E4}"/>
              </a:ext>
            </a:extLst>
          </p:cNvPr>
          <p:cNvSpPr txBox="1"/>
          <p:nvPr/>
        </p:nvSpPr>
        <p:spPr>
          <a:xfrm>
            <a:off x="3164967" y="1818833"/>
            <a:ext cx="64152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>
                <a:latin typeface="LM Roman 12" panose="00000500000000000000"/>
              </a:rPr>
              <a:t> {</a:t>
            </a:r>
            <a:endParaRPr lang="en-ZA" sz="6600">
              <a:latin typeface="LM Roman 12" panose="0000050000000000000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1DA2110-653A-4758-ADCF-3126514330B6}"/>
              </a:ext>
            </a:extLst>
          </p:cNvPr>
          <p:cNvSpPr txBox="1"/>
          <p:nvPr/>
        </p:nvSpPr>
        <p:spPr>
          <a:xfrm>
            <a:off x="11323820" y="1801075"/>
            <a:ext cx="45085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>
                <a:latin typeface="LM Roman 12" panose="00000500000000000000"/>
              </a:rPr>
              <a:t>}</a:t>
            </a:r>
            <a:endParaRPr lang="en-ZA" sz="40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4D8C260-1D4D-1901-F72A-CC39546965B0}"/>
              </a:ext>
            </a:extLst>
          </p:cNvPr>
          <p:cNvSpPr txBox="1"/>
          <p:nvPr/>
        </p:nvSpPr>
        <p:spPr>
          <a:xfrm>
            <a:off x="36629" y="2049666"/>
            <a:ext cx="3845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>
                <a:solidFill>
                  <a:srgbClr val="00B0F0"/>
                </a:solidFill>
                <a:latin typeface="LM Roman 12" panose="00000500000000000000"/>
              </a:rPr>
              <a:t>int</a:t>
            </a:r>
            <a:r>
              <a:rPr lang="en-US" sz="3600">
                <a:latin typeface="LM Roman 12" panose="00000500000000000000"/>
              </a:rPr>
              <a:t> Array[3][n] =</a:t>
            </a:r>
            <a:endParaRPr lang="en-ZA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1A0421D-5F24-56F1-1427-5C01EE527B1C}"/>
              </a:ext>
            </a:extLst>
          </p:cNvPr>
          <p:cNvSpPr txBox="1"/>
          <p:nvPr/>
        </p:nvSpPr>
        <p:spPr>
          <a:xfrm>
            <a:off x="4766798" y="320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ZA" b="1">
              <a:latin typeface="LM Roman 12" panose="00000500000000000000"/>
            </a:endParaRPr>
          </a:p>
        </p:txBody>
      </p: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F928A738-F492-30ED-E969-0C210B51EC52}"/>
              </a:ext>
            </a:extLst>
          </p:cNvPr>
          <p:cNvGrpSpPr/>
          <p:nvPr/>
        </p:nvGrpSpPr>
        <p:grpSpPr>
          <a:xfrm>
            <a:off x="3930200" y="2085198"/>
            <a:ext cx="7393620" cy="539750"/>
            <a:chOff x="3797300" y="2706391"/>
            <a:chExt cx="7393620" cy="53975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ED579A1-F832-AE38-A4FA-57E6F111CCF6}"/>
                </a:ext>
              </a:extLst>
            </p:cNvPr>
            <p:cNvSpPr/>
            <p:nvPr/>
          </p:nvSpPr>
          <p:spPr>
            <a:xfrm>
              <a:off x="3797300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[0][0]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2CE9BBE-1DC7-4569-02E6-C477180E7758}"/>
                </a:ext>
              </a:extLst>
            </p:cNvPr>
            <p:cNvSpPr/>
            <p:nvPr/>
          </p:nvSpPr>
          <p:spPr>
            <a:xfrm>
              <a:off x="9705876" y="2706391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…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3E80B33-1F9A-DF84-972D-536631D96D96}"/>
                </a:ext>
              </a:extLst>
            </p:cNvPr>
            <p:cNvSpPr/>
            <p:nvPr/>
          </p:nvSpPr>
          <p:spPr>
            <a:xfrm>
              <a:off x="10403575" y="2706391"/>
              <a:ext cx="787345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400">
                  <a:solidFill>
                    <a:srgbClr val="FF0000"/>
                  </a:solidFill>
                </a:rPr>
                <a:t>[0][n-1]</a:t>
              </a:r>
              <a:endParaRPr lang="en-ZA" sz="1400">
                <a:solidFill>
                  <a:srgbClr val="FF0000"/>
                </a:solidFill>
              </a:endParaRP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386C285D-BD53-1E90-47FA-E1B16126D1E6}"/>
                </a:ext>
              </a:extLst>
            </p:cNvPr>
            <p:cNvSpPr/>
            <p:nvPr/>
          </p:nvSpPr>
          <p:spPr>
            <a:xfrm>
              <a:off x="4535872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[0][1]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F3FD040A-0793-08A8-12CD-1E4C345EC3F6}"/>
                </a:ext>
              </a:extLst>
            </p:cNvPr>
            <p:cNvSpPr/>
            <p:nvPr/>
          </p:nvSpPr>
          <p:spPr>
            <a:xfrm>
              <a:off x="5274444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[0][2]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798A2DD8-2F27-1C30-ED00-D5A433409FA0}"/>
                </a:ext>
              </a:extLst>
            </p:cNvPr>
            <p:cNvSpPr/>
            <p:nvPr/>
          </p:nvSpPr>
          <p:spPr>
            <a:xfrm>
              <a:off x="6013016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[0][3]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9DAE050C-D057-1AD3-F330-393AEA9EE612}"/>
                </a:ext>
              </a:extLst>
            </p:cNvPr>
            <p:cNvSpPr/>
            <p:nvPr/>
          </p:nvSpPr>
          <p:spPr>
            <a:xfrm>
              <a:off x="6751588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[0][4]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0A1E5E3A-F890-D7D8-7653-EA7E3D8ACC32}"/>
                </a:ext>
              </a:extLst>
            </p:cNvPr>
            <p:cNvSpPr/>
            <p:nvPr/>
          </p:nvSpPr>
          <p:spPr>
            <a:xfrm>
              <a:off x="7490160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[0][5]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963187A8-F5BD-94BC-CFFC-1B8A146C4654}"/>
                </a:ext>
              </a:extLst>
            </p:cNvPr>
            <p:cNvSpPr/>
            <p:nvPr/>
          </p:nvSpPr>
          <p:spPr>
            <a:xfrm>
              <a:off x="8228732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[0][6]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32B5EB77-28CA-CCBA-738B-EB5ED0262803}"/>
                </a:ext>
              </a:extLst>
            </p:cNvPr>
            <p:cNvSpPr/>
            <p:nvPr/>
          </p:nvSpPr>
          <p:spPr>
            <a:xfrm>
              <a:off x="8967304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[0][7]</a:t>
              </a:r>
              <a:endParaRPr lang="en-ZA">
                <a:solidFill>
                  <a:srgbClr val="FF0000"/>
                </a:solidFill>
              </a:endParaRPr>
            </a:p>
          </p:txBody>
        </p:sp>
      </p:grpSp>
      <p:sp>
        <p:nvSpPr>
          <p:cNvPr id="148" name="TextBox 147">
            <a:extLst>
              <a:ext uri="{FF2B5EF4-FFF2-40B4-BE49-F238E27FC236}">
                <a16:creationId xmlns:a16="http://schemas.microsoft.com/office/drawing/2014/main" id="{977308DD-06A2-8E93-2581-EFDF47E63481}"/>
              </a:ext>
            </a:extLst>
          </p:cNvPr>
          <p:cNvSpPr txBox="1"/>
          <p:nvPr/>
        </p:nvSpPr>
        <p:spPr>
          <a:xfrm>
            <a:off x="6140366" y="1588001"/>
            <a:ext cx="28709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latin typeface="LM Roman 12" panose="00000500000000000000"/>
              </a:rPr>
              <a:t>m = 3 (three rows)</a:t>
            </a:r>
            <a:endParaRPr lang="en-ZA" sz="2400"/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654D19C5-7FB5-7E66-8752-492E8BD79537}"/>
              </a:ext>
            </a:extLst>
          </p:cNvPr>
          <p:cNvSpPr txBox="1"/>
          <p:nvPr/>
        </p:nvSpPr>
        <p:spPr>
          <a:xfrm>
            <a:off x="6935813" y="8798131"/>
            <a:ext cx="8418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>
                <a:latin typeface="LM Roman 12" panose="00000500000000000000"/>
              </a:rPr>
              <a:t>…</a:t>
            </a:r>
            <a:endParaRPr lang="en-ZA" sz="72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4D1B103-FD87-CA32-6035-341477D68FD0}"/>
              </a:ext>
            </a:extLst>
          </p:cNvPr>
          <p:cNvGrpSpPr/>
          <p:nvPr/>
        </p:nvGrpSpPr>
        <p:grpSpPr>
          <a:xfrm>
            <a:off x="3933905" y="2707564"/>
            <a:ext cx="7393620" cy="539750"/>
            <a:chOff x="3805989" y="3296980"/>
            <a:chExt cx="7393620" cy="53975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6F51CEC-4E4A-39DC-E901-DCA5631486EE}"/>
                </a:ext>
              </a:extLst>
            </p:cNvPr>
            <p:cNvSpPr/>
            <p:nvPr/>
          </p:nvSpPr>
          <p:spPr>
            <a:xfrm>
              <a:off x="380598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[1][0]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45E1D9D-CCAE-9374-DEF6-FBBFC2B29E23}"/>
                </a:ext>
              </a:extLst>
            </p:cNvPr>
            <p:cNvSpPr/>
            <p:nvPr/>
          </p:nvSpPr>
          <p:spPr>
            <a:xfrm>
              <a:off x="9714565" y="329698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…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EF98723-5E13-4B4D-42E4-CC1F1793B835}"/>
                </a:ext>
              </a:extLst>
            </p:cNvPr>
            <p:cNvSpPr/>
            <p:nvPr/>
          </p:nvSpPr>
          <p:spPr>
            <a:xfrm>
              <a:off x="10412264" y="3296980"/>
              <a:ext cx="787345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400">
                  <a:solidFill>
                    <a:srgbClr val="FF0000"/>
                  </a:solidFill>
                </a:rPr>
                <a:t>[1][n-1]</a:t>
              </a:r>
              <a:endParaRPr lang="en-ZA" sz="1400">
                <a:solidFill>
                  <a:srgbClr val="FF0000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2C98FF-1125-3CB5-357A-D6F92E118749}"/>
                </a:ext>
              </a:extLst>
            </p:cNvPr>
            <p:cNvSpPr/>
            <p:nvPr/>
          </p:nvSpPr>
          <p:spPr>
            <a:xfrm>
              <a:off x="454456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[1][1]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3ED756B-3BFA-2A90-DBEF-A4DD06A7B5FB}"/>
                </a:ext>
              </a:extLst>
            </p:cNvPr>
            <p:cNvSpPr/>
            <p:nvPr/>
          </p:nvSpPr>
          <p:spPr>
            <a:xfrm>
              <a:off x="528313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[1][2]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35654A0-575A-B25A-CC08-809E4E9E1D90}"/>
                </a:ext>
              </a:extLst>
            </p:cNvPr>
            <p:cNvSpPr/>
            <p:nvPr/>
          </p:nvSpPr>
          <p:spPr>
            <a:xfrm>
              <a:off x="6021705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[1][3]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F6EBB04-8C49-3A83-5FF7-DCB4385C4E65}"/>
                </a:ext>
              </a:extLst>
            </p:cNvPr>
            <p:cNvSpPr/>
            <p:nvPr/>
          </p:nvSpPr>
          <p:spPr>
            <a:xfrm>
              <a:off x="6760277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[1][4]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0D8120E-9397-A5EC-5F52-C9A9A161A81D}"/>
                </a:ext>
              </a:extLst>
            </p:cNvPr>
            <p:cNvSpPr/>
            <p:nvPr/>
          </p:nvSpPr>
          <p:spPr>
            <a:xfrm>
              <a:off x="749884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[1][5]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1B8A8A2-54FA-B89C-7977-AE65C07EF3F3}"/>
                </a:ext>
              </a:extLst>
            </p:cNvPr>
            <p:cNvSpPr/>
            <p:nvPr/>
          </p:nvSpPr>
          <p:spPr>
            <a:xfrm>
              <a:off x="823742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[1][6]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D769DBC-7E0A-F455-1099-F477046CCD80}"/>
                </a:ext>
              </a:extLst>
            </p:cNvPr>
            <p:cNvSpPr/>
            <p:nvPr/>
          </p:nvSpPr>
          <p:spPr>
            <a:xfrm>
              <a:off x="897599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[1][7]</a:t>
              </a:r>
              <a:endParaRPr lang="en-ZA"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D3B730B-16E7-22A5-D050-B4B4FE4E5A73}"/>
              </a:ext>
            </a:extLst>
          </p:cNvPr>
          <p:cNvGrpSpPr/>
          <p:nvPr/>
        </p:nvGrpSpPr>
        <p:grpSpPr>
          <a:xfrm>
            <a:off x="3930200" y="3351296"/>
            <a:ext cx="7393620" cy="539750"/>
            <a:chOff x="3805989" y="3296980"/>
            <a:chExt cx="7393620" cy="53975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8F85BAB-84CC-E99B-DB97-841E26F99C09}"/>
                </a:ext>
              </a:extLst>
            </p:cNvPr>
            <p:cNvSpPr/>
            <p:nvPr/>
          </p:nvSpPr>
          <p:spPr>
            <a:xfrm>
              <a:off x="380598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[2][0]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790CAC7-01C0-1653-2718-9CFD02153F2B}"/>
                </a:ext>
              </a:extLst>
            </p:cNvPr>
            <p:cNvSpPr/>
            <p:nvPr/>
          </p:nvSpPr>
          <p:spPr>
            <a:xfrm>
              <a:off x="9714565" y="329698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…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F0F6BBE-BE56-06AC-7BEA-14466D5F0720}"/>
                </a:ext>
              </a:extLst>
            </p:cNvPr>
            <p:cNvSpPr/>
            <p:nvPr/>
          </p:nvSpPr>
          <p:spPr>
            <a:xfrm>
              <a:off x="10412264" y="3296980"/>
              <a:ext cx="787345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400">
                  <a:solidFill>
                    <a:srgbClr val="FF0000"/>
                  </a:solidFill>
                </a:rPr>
                <a:t>[2][N-1]</a:t>
              </a:r>
              <a:endParaRPr lang="en-ZA" sz="1400">
                <a:solidFill>
                  <a:srgbClr val="FF0000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63E3298-75B1-F4D2-8090-19AC882CAEAF}"/>
                </a:ext>
              </a:extLst>
            </p:cNvPr>
            <p:cNvSpPr/>
            <p:nvPr/>
          </p:nvSpPr>
          <p:spPr>
            <a:xfrm>
              <a:off x="454456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[2][1]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1804DFF-1472-F428-07BA-70E1EB7D7614}"/>
                </a:ext>
              </a:extLst>
            </p:cNvPr>
            <p:cNvSpPr/>
            <p:nvPr/>
          </p:nvSpPr>
          <p:spPr>
            <a:xfrm>
              <a:off x="528313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[2][2]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0437856-C1FD-E7A2-5082-7EB012FF287E}"/>
                </a:ext>
              </a:extLst>
            </p:cNvPr>
            <p:cNvSpPr/>
            <p:nvPr/>
          </p:nvSpPr>
          <p:spPr>
            <a:xfrm>
              <a:off x="6021705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[2][3]</a:t>
              </a:r>
              <a:endParaRPr lang="en-ZA" dirty="0">
                <a:solidFill>
                  <a:srgbClr val="FF0000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339A56F-4FB7-C552-24BF-3C8ED4F20D81}"/>
                </a:ext>
              </a:extLst>
            </p:cNvPr>
            <p:cNvSpPr/>
            <p:nvPr/>
          </p:nvSpPr>
          <p:spPr>
            <a:xfrm>
              <a:off x="6760277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[2][4]</a:t>
              </a:r>
              <a:endParaRPr lang="en-ZA" dirty="0">
                <a:solidFill>
                  <a:srgbClr val="FF0000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8102CE8-48D1-5EFC-281E-78C58C619277}"/>
                </a:ext>
              </a:extLst>
            </p:cNvPr>
            <p:cNvSpPr/>
            <p:nvPr/>
          </p:nvSpPr>
          <p:spPr>
            <a:xfrm>
              <a:off x="749884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[2][5]</a:t>
              </a:r>
              <a:endParaRPr lang="en-ZA" dirty="0">
                <a:solidFill>
                  <a:srgbClr val="FF0000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0E8240E-D3B2-C2FB-F614-ED1FDE7BC25D}"/>
                </a:ext>
              </a:extLst>
            </p:cNvPr>
            <p:cNvSpPr/>
            <p:nvPr/>
          </p:nvSpPr>
          <p:spPr>
            <a:xfrm>
              <a:off x="823742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[2][6]</a:t>
              </a:r>
              <a:endParaRPr lang="en-ZA" dirty="0">
                <a:solidFill>
                  <a:srgbClr val="FF0000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C320A76-B84B-DEC4-32D9-5DF6DD075E6D}"/>
                </a:ext>
              </a:extLst>
            </p:cNvPr>
            <p:cNvSpPr/>
            <p:nvPr/>
          </p:nvSpPr>
          <p:spPr>
            <a:xfrm>
              <a:off x="897599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[2][7]</a:t>
              </a:r>
              <a:endParaRPr lang="en-ZA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2D98BC4-2A2F-22D6-F2F4-28A028663BAE}"/>
              </a:ext>
            </a:extLst>
          </p:cNvPr>
          <p:cNvGrpSpPr/>
          <p:nvPr/>
        </p:nvGrpSpPr>
        <p:grpSpPr>
          <a:xfrm>
            <a:off x="3961594" y="8380912"/>
            <a:ext cx="7393620" cy="539750"/>
            <a:chOff x="3805989" y="3296980"/>
            <a:chExt cx="7393620" cy="53975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2312B8D-BA8E-0207-ECC5-81C3DADF4CD1}"/>
                </a:ext>
              </a:extLst>
            </p:cNvPr>
            <p:cNvSpPr/>
            <p:nvPr/>
          </p:nvSpPr>
          <p:spPr>
            <a:xfrm>
              <a:off x="380598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[3][0]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60E9267-E76D-D4F3-58F9-623D160CD6F4}"/>
                </a:ext>
              </a:extLst>
            </p:cNvPr>
            <p:cNvSpPr/>
            <p:nvPr/>
          </p:nvSpPr>
          <p:spPr>
            <a:xfrm>
              <a:off x="9714565" y="329698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…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2AF5E94-0318-8DC7-E85E-254F19E09152}"/>
                </a:ext>
              </a:extLst>
            </p:cNvPr>
            <p:cNvSpPr/>
            <p:nvPr/>
          </p:nvSpPr>
          <p:spPr>
            <a:xfrm>
              <a:off x="10412264" y="3296980"/>
              <a:ext cx="787345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400">
                  <a:solidFill>
                    <a:srgbClr val="FF0000"/>
                  </a:solidFill>
                </a:rPr>
                <a:t>[3][n-1]</a:t>
              </a:r>
              <a:endParaRPr lang="en-ZA" sz="1400">
                <a:solidFill>
                  <a:srgbClr val="FF0000"/>
                </a:solidFill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992BDB2-AE95-10DC-D195-49D2A24B6CDB}"/>
                </a:ext>
              </a:extLst>
            </p:cNvPr>
            <p:cNvSpPr/>
            <p:nvPr/>
          </p:nvSpPr>
          <p:spPr>
            <a:xfrm>
              <a:off x="454456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[3][1]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0EDEE0E-03DC-38DC-0E31-23778F39D73D}"/>
                </a:ext>
              </a:extLst>
            </p:cNvPr>
            <p:cNvSpPr/>
            <p:nvPr/>
          </p:nvSpPr>
          <p:spPr>
            <a:xfrm>
              <a:off x="528313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[3][2]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93CDBC3-A093-408F-C543-ED6B2E5E753F}"/>
                </a:ext>
              </a:extLst>
            </p:cNvPr>
            <p:cNvSpPr/>
            <p:nvPr/>
          </p:nvSpPr>
          <p:spPr>
            <a:xfrm>
              <a:off x="6021705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[3][3]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9478277-DABF-77BE-B846-D6869841378D}"/>
                </a:ext>
              </a:extLst>
            </p:cNvPr>
            <p:cNvSpPr/>
            <p:nvPr/>
          </p:nvSpPr>
          <p:spPr>
            <a:xfrm>
              <a:off x="6760277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[3][4]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8E17EF0-C667-ACD6-891F-63B5EDD1CE50}"/>
                </a:ext>
              </a:extLst>
            </p:cNvPr>
            <p:cNvSpPr/>
            <p:nvPr/>
          </p:nvSpPr>
          <p:spPr>
            <a:xfrm>
              <a:off x="749884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[3][5]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09738C8-8D4B-4C13-668A-7C591F944140}"/>
                </a:ext>
              </a:extLst>
            </p:cNvPr>
            <p:cNvSpPr/>
            <p:nvPr/>
          </p:nvSpPr>
          <p:spPr>
            <a:xfrm>
              <a:off x="823742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[3][6]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1C5CD5A-23B8-6806-9B10-DB59565ACEA5}"/>
                </a:ext>
              </a:extLst>
            </p:cNvPr>
            <p:cNvSpPr/>
            <p:nvPr/>
          </p:nvSpPr>
          <p:spPr>
            <a:xfrm>
              <a:off x="897599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[3][7]</a:t>
              </a:r>
              <a:endParaRPr lang="en-ZA">
                <a:solidFill>
                  <a:srgbClr val="FF0000"/>
                </a:solidFill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0D64AB6-37AB-D262-8212-5DCFFF5A34BA}"/>
              </a:ext>
            </a:extLst>
          </p:cNvPr>
          <p:cNvGrpSpPr/>
          <p:nvPr/>
        </p:nvGrpSpPr>
        <p:grpSpPr>
          <a:xfrm>
            <a:off x="3961594" y="9024644"/>
            <a:ext cx="7393620" cy="539750"/>
            <a:chOff x="3805989" y="3296980"/>
            <a:chExt cx="7393620" cy="539750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E6C383D-3F45-9B8E-C932-0ADAECBD80E2}"/>
                </a:ext>
              </a:extLst>
            </p:cNvPr>
            <p:cNvSpPr/>
            <p:nvPr/>
          </p:nvSpPr>
          <p:spPr>
            <a:xfrm>
              <a:off x="380598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[4][0]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59D8C5E-3F0E-C8EB-B939-69A429547143}"/>
                </a:ext>
              </a:extLst>
            </p:cNvPr>
            <p:cNvSpPr/>
            <p:nvPr/>
          </p:nvSpPr>
          <p:spPr>
            <a:xfrm>
              <a:off x="9714565" y="329698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…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58B36B3-B469-76A7-B0F0-3265FD4AB96E}"/>
                </a:ext>
              </a:extLst>
            </p:cNvPr>
            <p:cNvSpPr/>
            <p:nvPr/>
          </p:nvSpPr>
          <p:spPr>
            <a:xfrm>
              <a:off x="10412264" y="3296980"/>
              <a:ext cx="787345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400">
                  <a:solidFill>
                    <a:srgbClr val="FF0000"/>
                  </a:solidFill>
                </a:rPr>
                <a:t>[4][N-1]</a:t>
              </a:r>
              <a:endParaRPr lang="en-ZA" sz="1400">
                <a:solidFill>
                  <a:srgbClr val="FF0000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37B3FEF-97AE-08A8-3F3E-91B65F85B8F9}"/>
                </a:ext>
              </a:extLst>
            </p:cNvPr>
            <p:cNvSpPr/>
            <p:nvPr/>
          </p:nvSpPr>
          <p:spPr>
            <a:xfrm>
              <a:off x="454456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[4][1]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A95862E-1D6D-E620-7EC5-19B3E244142E}"/>
                </a:ext>
              </a:extLst>
            </p:cNvPr>
            <p:cNvSpPr/>
            <p:nvPr/>
          </p:nvSpPr>
          <p:spPr>
            <a:xfrm>
              <a:off x="528313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[4][2]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C5ED4A2-4FDA-D677-1891-DE1FC1301C24}"/>
                </a:ext>
              </a:extLst>
            </p:cNvPr>
            <p:cNvSpPr/>
            <p:nvPr/>
          </p:nvSpPr>
          <p:spPr>
            <a:xfrm>
              <a:off x="6021705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[4][3]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20AA3C1-CCA3-D76A-D6BB-95D29B45557C}"/>
                </a:ext>
              </a:extLst>
            </p:cNvPr>
            <p:cNvSpPr/>
            <p:nvPr/>
          </p:nvSpPr>
          <p:spPr>
            <a:xfrm>
              <a:off x="6760277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[4][4]</a:t>
              </a:r>
              <a:endParaRPr lang="en-ZA" dirty="0">
                <a:solidFill>
                  <a:srgbClr val="FF0000"/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BDC9A691-8814-3FD7-636A-72719CF844F0}"/>
                </a:ext>
              </a:extLst>
            </p:cNvPr>
            <p:cNvSpPr/>
            <p:nvPr/>
          </p:nvSpPr>
          <p:spPr>
            <a:xfrm>
              <a:off x="749884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[4][5]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65BC583-4B6D-6CBC-BE86-FD475451AD57}"/>
                </a:ext>
              </a:extLst>
            </p:cNvPr>
            <p:cNvSpPr/>
            <p:nvPr/>
          </p:nvSpPr>
          <p:spPr>
            <a:xfrm>
              <a:off x="823742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[4][6]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C0C5D67C-1DEF-BF04-9ADC-56423FA67C33}"/>
                </a:ext>
              </a:extLst>
            </p:cNvPr>
            <p:cNvSpPr/>
            <p:nvPr/>
          </p:nvSpPr>
          <p:spPr>
            <a:xfrm>
              <a:off x="897599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[4][7]</a:t>
              </a:r>
              <a:endParaRPr lang="en-ZA">
                <a:solidFill>
                  <a:srgbClr val="FF0000"/>
                </a:solidFill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5D1C85F-88C0-216E-F194-E6CCCBA16885}"/>
              </a:ext>
            </a:extLst>
          </p:cNvPr>
          <p:cNvGrpSpPr/>
          <p:nvPr/>
        </p:nvGrpSpPr>
        <p:grpSpPr>
          <a:xfrm>
            <a:off x="3943405" y="9961229"/>
            <a:ext cx="7393620" cy="539750"/>
            <a:chOff x="3805989" y="3296980"/>
            <a:chExt cx="7393620" cy="539750"/>
          </a:xfrm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9F1B629C-29C2-4C83-F788-F362396FAA7E}"/>
                </a:ext>
              </a:extLst>
            </p:cNvPr>
            <p:cNvSpPr/>
            <p:nvPr/>
          </p:nvSpPr>
          <p:spPr>
            <a:xfrm>
              <a:off x="380598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[m-1][0]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1098F363-91E0-015C-9829-58E1552B1304}"/>
                </a:ext>
              </a:extLst>
            </p:cNvPr>
            <p:cNvSpPr/>
            <p:nvPr/>
          </p:nvSpPr>
          <p:spPr>
            <a:xfrm>
              <a:off x="9714565" y="329698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…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2F4F9CF9-7DFB-0A61-D968-866993A7F50B}"/>
                </a:ext>
              </a:extLst>
            </p:cNvPr>
            <p:cNvSpPr/>
            <p:nvPr/>
          </p:nvSpPr>
          <p:spPr>
            <a:xfrm>
              <a:off x="10412264" y="3296980"/>
              <a:ext cx="787345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050">
                  <a:solidFill>
                    <a:srgbClr val="FF0000"/>
                  </a:solidFill>
                </a:rPr>
                <a:t>[m-1][n-1]</a:t>
              </a:r>
              <a:endParaRPr lang="en-ZA" sz="1050">
                <a:solidFill>
                  <a:srgbClr val="FF0000"/>
                </a:solidFill>
              </a:endParaRP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2168F16A-2179-57FA-FCF6-91FDF9045363}"/>
                </a:ext>
              </a:extLst>
            </p:cNvPr>
            <p:cNvSpPr/>
            <p:nvPr/>
          </p:nvSpPr>
          <p:spPr>
            <a:xfrm>
              <a:off x="454456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[m-1][1]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4DD17BF1-59BE-30AE-5D55-75BC8E23159E}"/>
                </a:ext>
              </a:extLst>
            </p:cNvPr>
            <p:cNvSpPr/>
            <p:nvPr/>
          </p:nvSpPr>
          <p:spPr>
            <a:xfrm>
              <a:off x="528313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[m-1][2]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4B2676BE-C17E-949A-5DCB-721F35E5A4BE}"/>
                </a:ext>
              </a:extLst>
            </p:cNvPr>
            <p:cNvSpPr/>
            <p:nvPr/>
          </p:nvSpPr>
          <p:spPr>
            <a:xfrm>
              <a:off x="6021705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[m-1][3]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D45225C4-4582-7A87-03E8-ACE5D229D4A8}"/>
                </a:ext>
              </a:extLst>
            </p:cNvPr>
            <p:cNvSpPr/>
            <p:nvPr/>
          </p:nvSpPr>
          <p:spPr>
            <a:xfrm>
              <a:off x="6760277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[m-1][4]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83CE3C09-046C-1D45-D9FC-6AA113A42174}"/>
                </a:ext>
              </a:extLst>
            </p:cNvPr>
            <p:cNvSpPr/>
            <p:nvPr/>
          </p:nvSpPr>
          <p:spPr>
            <a:xfrm>
              <a:off x="749884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[m-1][5]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BE8816E2-C32F-5EDD-4D65-ADB78112676E}"/>
                </a:ext>
              </a:extLst>
            </p:cNvPr>
            <p:cNvSpPr/>
            <p:nvPr/>
          </p:nvSpPr>
          <p:spPr>
            <a:xfrm>
              <a:off x="823742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[m-1][6]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45F2B01A-25CF-8FDA-E181-B6B526326764}"/>
                </a:ext>
              </a:extLst>
            </p:cNvPr>
            <p:cNvSpPr/>
            <p:nvPr/>
          </p:nvSpPr>
          <p:spPr>
            <a:xfrm>
              <a:off x="897599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[m-1][7]</a:t>
              </a:r>
              <a:endParaRPr lang="en-ZA" sz="1200">
                <a:solidFill>
                  <a:srgbClr val="FF0000"/>
                </a:solidFill>
              </a:endParaRPr>
            </a:p>
          </p:txBody>
        </p: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959084D4-38EA-7A00-17C2-53BA9888CD97}"/>
              </a:ext>
            </a:extLst>
          </p:cNvPr>
          <p:cNvSpPr txBox="1"/>
          <p:nvPr/>
        </p:nvSpPr>
        <p:spPr>
          <a:xfrm>
            <a:off x="7088213" y="8950531"/>
            <a:ext cx="8418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>
                <a:latin typeface="LM Roman 12" panose="00000500000000000000"/>
              </a:rPr>
              <a:t>…</a:t>
            </a:r>
            <a:endParaRPr lang="en-ZA" sz="7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3ECB72-98F8-F49A-9391-ED534A17B355}"/>
              </a:ext>
            </a:extLst>
          </p:cNvPr>
          <p:cNvSpPr txBox="1"/>
          <p:nvPr/>
        </p:nvSpPr>
        <p:spPr>
          <a:xfrm>
            <a:off x="3470134" y="853730"/>
            <a:ext cx="75035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>
                <a:latin typeface="LM Roman 12" panose="00000500000000000000"/>
              </a:rPr>
              <a:t>m</a:t>
            </a:r>
            <a:r>
              <a:rPr lang="en-US" sz="3600">
                <a:latin typeface="LM Roman 12" panose="00000500000000000000"/>
              </a:rPr>
              <a:t> by </a:t>
            </a:r>
            <a:r>
              <a:rPr lang="en-US" sz="3600" b="1">
                <a:latin typeface="LM Roman 12" panose="00000500000000000000"/>
              </a:rPr>
              <a:t>n </a:t>
            </a:r>
            <a:r>
              <a:rPr lang="en-US" sz="3600">
                <a:latin typeface="LM Roman 12" panose="00000500000000000000"/>
              </a:rPr>
              <a:t>arrays (multiple-subscripted)</a:t>
            </a:r>
            <a:endParaRPr lang="en-ZA" sz="3600" b="1">
              <a:latin typeface="LM Roman 12" panose="000005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13539184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F957B-11C8-BB3A-6274-0DA105330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B0C268BF-1360-443B-49FF-488EFF519CCC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90B60B2-47BB-47C9-663F-107004121591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467782F-6D4E-0D22-1D6A-358C1A40479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5EC2746-2ACC-445C-39C7-FEE5A551919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75DD7A57-796F-DB05-261F-12850496E9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B8F46D7-47A7-78C5-8E36-C188F49B6E8C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26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7962357-074A-E7C1-4FAE-9DD2A92691AD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>
                  <a:solidFill>
                    <a:srgbClr val="FFFF00"/>
                  </a:solidFill>
                  <a:latin typeface="LM Roman 12" panose="00000500000000000000"/>
                </a:rPr>
                <a:t>Multiple-subscripted arrays</a:t>
              </a:r>
              <a:endParaRPr lang="en-ZA">
                <a:solidFill>
                  <a:srgbClr val="FFFF00"/>
                </a:solidFill>
                <a:latin typeface="LM Roman 12" panose="00000500000000000000" pitchFamily="50" charset="0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E4BC882E-D537-04FE-1F15-05B9CE5A4C87}"/>
              </a:ext>
            </a:extLst>
          </p:cNvPr>
          <p:cNvSpPr txBox="1"/>
          <p:nvPr/>
        </p:nvSpPr>
        <p:spPr>
          <a:xfrm>
            <a:off x="3164967" y="1818833"/>
            <a:ext cx="64152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>
                <a:latin typeface="LM Roman 12" panose="00000500000000000000"/>
              </a:rPr>
              <a:t> {</a:t>
            </a:r>
            <a:endParaRPr lang="en-ZA" sz="6600">
              <a:latin typeface="LM Roman 12" panose="0000050000000000000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6446643-355F-5587-A669-51F8C08FBB92}"/>
              </a:ext>
            </a:extLst>
          </p:cNvPr>
          <p:cNvSpPr txBox="1"/>
          <p:nvPr/>
        </p:nvSpPr>
        <p:spPr>
          <a:xfrm>
            <a:off x="11323820" y="1801075"/>
            <a:ext cx="45085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>
                <a:latin typeface="LM Roman 12" panose="00000500000000000000"/>
              </a:rPr>
              <a:t>}</a:t>
            </a:r>
            <a:endParaRPr lang="en-ZA" sz="40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A0EEEF6-5951-058D-02F4-148621A9070B}"/>
              </a:ext>
            </a:extLst>
          </p:cNvPr>
          <p:cNvSpPr txBox="1"/>
          <p:nvPr/>
        </p:nvSpPr>
        <p:spPr>
          <a:xfrm>
            <a:off x="36629" y="2049666"/>
            <a:ext cx="3845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>
                <a:solidFill>
                  <a:srgbClr val="00B0F0"/>
                </a:solidFill>
                <a:latin typeface="LM Roman 12" panose="00000500000000000000"/>
              </a:rPr>
              <a:t>int</a:t>
            </a:r>
            <a:r>
              <a:rPr lang="en-US" sz="3600">
                <a:latin typeface="LM Roman 12" panose="00000500000000000000"/>
              </a:rPr>
              <a:t> Array[4][n] =</a:t>
            </a:r>
            <a:endParaRPr lang="en-ZA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9A86C7D-4E62-B537-EB19-961AFECC5ED9}"/>
              </a:ext>
            </a:extLst>
          </p:cNvPr>
          <p:cNvSpPr txBox="1"/>
          <p:nvPr/>
        </p:nvSpPr>
        <p:spPr>
          <a:xfrm>
            <a:off x="4766798" y="320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ZA" b="1">
              <a:latin typeface="LM Roman 12" panose="00000500000000000000"/>
            </a:endParaRPr>
          </a:p>
        </p:txBody>
      </p: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036C86C4-AFD5-086D-2DAC-FC449C53C972}"/>
              </a:ext>
            </a:extLst>
          </p:cNvPr>
          <p:cNvGrpSpPr/>
          <p:nvPr/>
        </p:nvGrpSpPr>
        <p:grpSpPr>
          <a:xfrm>
            <a:off x="3930200" y="2085198"/>
            <a:ext cx="7393620" cy="539750"/>
            <a:chOff x="3797300" y="2706391"/>
            <a:chExt cx="7393620" cy="53975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A72F1D9-9709-A9AA-75EC-8BC196628876}"/>
                </a:ext>
              </a:extLst>
            </p:cNvPr>
            <p:cNvSpPr/>
            <p:nvPr/>
          </p:nvSpPr>
          <p:spPr>
            <a:xfrm>
              <a:off x="3797300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[0][0]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AC131E1-6DF4-8EEA-6758-CB0D50ADBFCA}"/>
                </a:ext>
              </a:extLst>
            </p:cNvPr>
            <p:cNvSpPr/>
            <p:nvPr/>
          </p:nvSpPr>
          <p:spPr>
            <a:xfrm>
              <a:off x="9705876" y="2706391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…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1676B97-5A88-1285-6E5D-E54514FD5DD7}"/>
                </a:ext>
              </a:extLst>
            </p:cNvPr>
            <p:cNvSpPr/>
            <p:nvPr/>
          </p:nvSpPr>
          <p:spPr>
            <a:xfrm>
              <a:off x="10403575" y="2706391"/>
              <a:ext cx="787345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400">
                  <a:solidFill>
                    <a:srgbClr val="FF0000"/>
                  </a:solidFill>
                </a:rPr>
                <a:t>[0][n-1]</a:t>
              </a:r>
              <a:endParaRPr lang="en-ZA" sz="1400">
                <a:solidFill>
                  <a:srgbClr val="FF0000"/>
                </a:solidFill>
              </a:endParaRP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8F7A11C2-0481-D111-4BC9-E77F1FB6F82D}"/>
                </a:ext>
              </a:extLst>
            </p:cNvPr>
            <p:cNvSpPr/>
            <p:nvPr/>
          </p:nvSpPr>
          <p:spPr>
            <a:xfrm>
              <a:off x="4535872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[0][1]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C36D45A0-41CF-8825-7692-C1D4BC8C5DC9}"/>
                </a:ext>
              </a:extLst>
            </p:cNvPr>
            <p:cNvSpPr/>
            <p:nvPr/>
          </p:nvSpPr>
          <p:spPr>
            <a:xfrm>
              <a:off x="5274444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[0][2]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9637E881-E3A3-D1DA-E05A-0AE58582E56C}"/>
                </a:ext>
              </a:extLst>
            </p:cNvPr>
            <p:cNvSpPr/>
            <p:nvPr/>
          </p:nvSpPr>
          <p:spPr>
            <a:xfrm>
              <a:off x="6013016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[0][3]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39EAD0A4-12D9-62B6-9761-57B1166EEACF}"/>
                </a:ext>
              </a:extLst>
            </p:cNvPr>
            <p:cNvSpPr/>
            <p:nvPr/>
          </p:nvSpPr>
          <p:spPr>
            <a:xfrm>
              <a:off x="6751588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[0][4]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A9167C20-587E-2B50-FC83-1624F4DAC5FA}"/>
                </a:ext>
              </a:extLst>
            </p:cNvPr>
            <p:cNvSpPr/>
            <p:nvPr/>
          </p:nvSpPr>
          <p:spPr>
            <a:xfrm>
              <a:off x="7490160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[0][5]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10409AEE-460E-C760-39A1-874611DFA2C6}"/>
                </a:ext>
              </a:extLst>
            </p:cNvPr>
            <p:cNvSpPr/>
            <p:nvPr/>
          </p:nvSpPr>
          <p:spPr>
            <a:xfrm>
              <a:off x="8228732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[0][6]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4A6343A6-DCEA-6F48-63FB-4A783E5EED17}"/>
                </a:ext>
              </a:extLst>
            </p:cNvPr>
            <p:cNvSpPr/>
            <p:nvPr/>
          </p:nvSpPr>
          <p:spPr>
            <a:xfrm>
              <a:off x="8967304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[0][7]</a:t>
              </a:r>
              <a:endParaRPr lang="en-ZA">
                <a:solidFill>
                  <a:srgbClr val="FF0000"/>
                </a:solidFill>
              </a:endParaRPr>
            </a:p>
          </p:txBody>
        </p:sp>
      </p:grpSp>
      <p:sp>
        <p:nvSpPr>
          <p:cNvPr id="148" name="TextBox 147">
            <a:extLst>
              <a:ext uri="{FF2B5EF4-FFF2-40B4-BE49-F238E27FC236}">
                <a16:creationId xmlns:a16="http://schemas.microsoft.com/office/drawing/2014/main" id="{08B517DF-BDC3-CBBC-1A2F-9DF539D07109}"/>
              </a:ext>
            </a:extLst>
          </p:cNvPr>
          <p:cNvSpPr txBox="1"/>
          <p:nvPr/>
        </p:nvSpPr>
        <p:spPr>
          <a:xfrm>
            <a:off x="6140366" y="1588001"/>
            <a:ext cx="27202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latin typeface="LM Roman 12" panose="00000500000000000000"/>
              </a:rPr>
              <a:t>m = 4 (four rows)</a:t>
            </a:r>
            <a:endParaRPr lang="en-ZA" sz="2400"/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E5E4F668-A95D-207A-729A-EDEE410FDFF0}"/>
              </a:ext>
            </a:extLst>
          </p:cNvPr>
          <p:cNvSpPr txBox="1"/>
          <p:nvPr/>
        </p:nvSpPr>
        <p:spPr>
          <a:xfrm>
            <a:off x="6935813" y="8798131"/>
            <a:ext cx="8418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>
                <a:latin typeface="LM Roman 12" panose="00000500000000000000"/>
              </a:rPr>
              <a:t>…</a:t>
            </a:r>
            <a:endParaRPr lang="en-ZA" sz="72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3142691-3B9A-9A3E-B848-BEC657B58F81}"/>
              </a:ext>
            </a:extLst>
          </p:cNvPr>
          <p:cNvGrpSpPr/>
          <p:nvPr/>
        </p:nvGrpSpPr>
        <p:grpSpPr>
          <a:xfrm>
            <a:off x="3933905" y="2707564"/>
            <a:ext cx="7393620" cy="539750"/>
            <a:chOff x="3805989" y="3296980"/>
            <a:chExt cx="7393620" cy="53975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71678A6-E759-67EB-7274-54983E08CFCA}"/>
                </a:ext>
              </a:extLst>
            </p:cNvPr>
            <p:cNvSpPr/>
            <p:nvPr/>
          </p:nvSpPr>
          <p:spPr>
            <a:xfrm>
              <a:off x="380598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[1][0]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316BCBA-2A54-CE32-57C6-7A23A871491A}"/>
                </a:ext>
              </a:extLst>
            </p:cNvPr>
            <p:cNvSpPr/>
            <p:nvPr/>
          </p:nvSpPr>
          <p:spPr>
            <a:xfrm>
              <a:off x="9714565" y="329698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…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C1EB30C-1A86-679F-856E-A7E8E60D6E82}"/>
                </a:ext>
              </a:extLst>
            </p:cNvPr>
            <p:cNvSpPr/>
            <p:nvPr/>
          </p:nvSpPr>
          <p:spPr>
            <a:xfrm>
              <a:off x="10412264" y="3296980"/>
              <a:ext cx="787345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400">
                  <a:solidFill>
                    <a:srgbClr val="FF0000"/>
                  </a:solidFill>
                </a:rPr>
                <a:t>[1][n-1]</a:t>
              </a:r>
              <a:endParaRPr lang="en-ZA" sz="1400">
                <a:solidFill>
                  <a:srgbClr val="FF0000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9F51A21-B7C1-9630-01D2-785764B2A1CB}"/>
                </a:ext>
              </a:extLst>
            </p:cNvPr>
            <p:cNvSpPr/>
            <p:nvPr/>
          </p:nvSpPr>
          <p:spPr>
            <a:xfrm>
              <a:off x="454456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[1][1]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CB6BF8A-0F7C-FD77-0D90-B2B33384BFEC}"/>
                </a:ext>
              </a:extLst>
            </p:cNvPr>
            <p:cNvSpPr/>
            <p:nvPr/>
          </p:nvSpPr>
          <p:spPr>
            <a:xfrm>
              <a:off x="528313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[1][2]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8B68F79-106B-F503-E8CB-7D8B1DFCF225}"/>
                </a:ext>
              </a:extLst>
            </p:cNvPr>
            <p:cNvSpPr/>
            <p:nvPr/>
          </p:nvSpPr>
          <p:spPr>
            <a:xfrm>
              <a:off x="6021705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[1][3]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E02F1A2-779C-6BDB-1B79-817763C8C055}"/>
                </a:ext>
              </a:extLst>
            </p:cNvPr>
            <p:cNvSpPr/>
            <p:nvPr/>
          </p:nvSpPr>
          <p:spPr>
            <a:xfrm>
              <a:off x="6760277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[1][4]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71B9EE6-386C-8BE8-AFD9-D9AA613D8FE0}"/>
                </a:ext>
              </a:extLst>
            </p:cNvPr>
            <p:cNvSpPr/>
            <p:nvPr/>
          </p:nvSpPr>
          <p:spPr>
            <a:xfrm>
              <a:off x="749884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[1][5]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4F6895F-0BF1-D263-9D85-09ED3E495A09}"/>
                </a:ext>
              </a:extLst>
            </p:cNvPr>
            <p:cNvSpPr/>
            <p:nvPr/>
          </p:nvSpPr>
          <p:spPr>
            <a:xfrm>
              <a:off x="823742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[1][6]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21FEB5B-A407-F89D-9BED-91482D1B831B}"/>
                </a:ext>
              </a:extLst>
            </p:cNvPr>
            <p:cNvSpPr/>
            <p:nvPr/>
          </p:nvSpPr>
          <p:spPr>
            <a:xfrm>
              <a:off x="897599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[1][7]</a:t>
              </a:r>
              <a:endParaRPr lang="en-ZA"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746680C-B4F3-0E51-EF58-13287B64A2F6}"/>
              </a:ext>
            </a:extLst>
          </p:cNvPr>
          <p:cNvGrpSpPr/>
          <p:nvPr/>
        </p:nvGrpSpPr>
        <p:grpSpPr>
          <a:xfrm>
            <a:off x="3930200" y="3351296"/>
            <a:ext cx="7393620" cy="539750"/>
            <a:chOff x="3805989" y="3296980"/>
            <a:chExt cx="7393620" cy="53975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65C8620-9629-7A2D-DED5-709290F6BFB1}"/>
                </a:ext>
              </a:extLst>
            </p:cNvPr>
            <p:cNvSpPr/>
            <p:nvPr/>
          </p:nvSpPr>
          <p:spPr>
            <a:xfrm>
              <a:off x="380598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[2][0]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CE93757-6327-5D89-04DF-B47DC539E052}"/>
                </a:ext>
              </a:extLst>
            </p:cNvPr>
            <p:cNvSpPr/>
            <p:nvPr/>
          </p:nvSpPr>
          <p:spPr>
            <a:xfrm>
              <a:off x="9714565" y="329698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…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FAF096D-FEB5-64CA-9DF7-6E078B135421}"/>
                </a:ext>
              </a:extLst>
            </p:cNvPr>
            <p:cNvSpPr/>
            <p:nvPr/>
          </p:nvSpPr>
          <p:spPr>
            <a:xfrm>
              <a:off x="10412264" y="3296980"/>
              <a:ext cx="787345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400">
                  <a:solidFill>
                    <a:srgbClr val="FF0000"/>
                  </a:solidFill>
                </a:rPr>
                <a:t>[2][N-1]</a:t>
              </a:r>
              <a:endParaRPr lang="en-ZA" sz="1400">
                <a:solidFill>
                  <a:srgbClr val="FF0000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A662DD4-C3F8-1257-6939-9CC232155449}"/>
                </a:ext>
              </a:extLst>
            </p:cNvPr>
            <p:cNvSpPr/>
            <p:nvPr/>
          </p:nvSpPr>
          <p:spPr>
            <a:xfrm>
              <a:off x="454456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[2][1]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2A76497-7606-FA28-7377-378536BB58FB}"/>
                </a:ext>
              </a:extLst>
            </p:cNvPr>
            <p:cNvSpPr/>
            <p:nvPr/>
          </p:nvSpPr>
          <p:spPr>
            <a:xfrm>
              <a:off x="528313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[2][2]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E692984-4EE5-2231-B986-FFD802788DFC}"/>
                </a:ext>
              </a:extLst>
            </p:cNvPr>
            <p:cNvSpPr/>
            <p:nvPr/>
          </p:nvSpPr>
          <p:spPr>
            <a:xfrm>
              <a:off x="6021705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[2][3]</a:t>
              </a:r>
              <a:endParaRPr lang="en-ZA" dirty="0">
                <a:solidFill>
                  <a:srgbClr val="FF0000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51560A3-D921-2891-9A01-2C0BD035A950}"/>
                </a:ext>
              </a:extLst>
            </p:cNvPr>
            <p:cNvSpPr/>
            <p:nvPr/>
          </p:nvSpPr>
          <p:spPr>
            <a:xfrm>
              <a:off x="6760277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[2][4]</a:t>
              </a:r>
              <a:endParaRPr lang="en-ZA" dirty="0">
                <a:solidFill>
                  <a:srgbClr val="FF0000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1A9F3B5-4BDC-5CA9-DE01-3303DCB98BC1}"/>
                </a:ext>
              </a:extLst>
            </p:cNvPr>
            <p:cNvSpPr/>
            <p:nvPr/>
          </p:nvSpPr>
          <p:spPr>
            <a:xfrm>
              <a:off x="749884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[2][5]</a:t>
              </a:r>
              <a:endParaRPr lang="en-ZA" dirty="0">
                <a:solidFill>
                  <a:srgbClr val="FF0000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AD6219A-157C-7161-9515-C0F2193884E4}"/>
                </a:ext>
              </a:extLst>
            </p:cNvPr>
            <p:cNvSpPr/>
            <p:nvPr/>
          </p:nvSpPr>
          <p:spPr>
            <a:xfrm>
              <a:off x="823742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[2][6]</a:t>
              </a:r>
              <a:endParaRPr lang="en-ZA" dirty="0">
                <a:solidFill>
                  <a:srgbClr val="FF0000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070DE7D-38AA-A6C4-6348-EBDDE478375E}"/>
                </a:ext>
              </a:extLst>
            </p:cNvPr>
            <p:cNvSpPr/>
            <p:nvPr/>
          </p:nvSpPr>
          <p:spPr>
            <a:xfrm>
              <a:off x="897599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[2][7]</a:t>
              </a:r>
              <a:endParaRPr lang="en-ZA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349F993-E225-D7AE-BA9A-4288ECEFD8CB}"/>
              </a:ext>
            </a:extLst>
          </p:cNvPr>
          <p:cNvGrpSpPr/>
          <p:nvPr/>
        </p:nvGrpSpPr>
        <p:grpSpPr>
          <a:xfrm>
            <a:off x="3930200" y="4018757"/>
            <a:ext cx="7393620" cy="539750"/>
            <a:chOff x="3805989" y="3296980"/>
            <a:chExt cx="7393620" cy="53975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FB748B5-6569-5AE9-FAAC-F27901D26513}"/>
                </a:ext>
              </a:extLst>
            </p:cNvPr>
            <p:cNvSpPr/>
            <p:nvPr/>
          </p:nvSpPr>
          <p:spPr>
            <a:xfrm>
              <a:off x="380598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[3][0]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F3B4D13-26A9-9E63-4CC7-9BF092C2EEEB}"/>
                </a:ext>
              </a:extLst>
            </p:cNvPr>
            <p:cNvSpPr/>
            <p:nvPr/>
          </p:nvSpPr>
          <p:spPr>
            <a:xfrm>
              <a:off x="9714565" y="329698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…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5CF8AAB-FC76-E16B-D415-007ED6F34F95}"/>
                </a:ext>
              </a:extLst>
            </p:cNvPr>
            <p:cNvSpPr/>
            <p:nvPr/>
          </p:nvSpPr>
          <p:spPr>
            <a:xfrm>
              <a:off x="10412264" y="3296980"/>
              <a:ext cx="787345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400">
                  <a:solidFill>
                    <a:srgbClr val="FF0000"/>
                  </a:solidFill>
                </a:rPr>
                <a:t>[3][n-1]</a:t>
              </a:r>
              <a:endParaRPr lang="en-ZA" sz="1400">
                <a:solidFill>
                  <a:srgbClr val="FF0000"/>
                </a:solidFill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5297595-2B71-C173-B0D4-A6756287D73A}"/>
                </a:ext>
              </a:extLst>
            </p:cNvPr>
            <p:cNvSpPr/>
            <p:nvPr/>
          </p:nvSpPr>
          <p:spPr>
            <a:xfrm>
              <a:off x="454456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[3][1]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EA4B48E-392B-F5E4-179D-24DFD0F55B05}"/>
                </a:ext>
              </a:extLst>
            </p:cNvPr>
            <p:cNvSpPr/>
            <p:nvPr/>
          </p:nvSpPr>
          <p:spPr>
            <a:xfrm>
              <a:off x="528313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[3][2]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9E8D685-A14E-6046-B530-3188F395D59E}"/>
                </a:ext>
              </a:extLst>
            </p:cNvPr>
            <p:cNvSpPr/>
            <p:nvPr/>
          </p:nvSpPr>
          <p:spPr>
            <a:xfrm>
              <a:off x="6021705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[3][3]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155A3DC-A436-5EA4-43AC-AB03ECC2A2C8}"/>
                </a:ext>
              </a:extLst>
            </p:cNvPr>
            <p:cNvSpPr/>
            <p:nvPr/>
          </p:nvSpPr>
          <p:spPr>
            <a:xfrm>
              <a:off x="6760277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[3][4]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2F14B52-0A03-F2AA-4D25-A62F34BBBE26}"/>
                </a:ext>
              </a:extLst>
            </p:cNvPr>
            <p:cNvSpPr/>
            <p:nvPr/>
          </p:nvSpPr>
          <p:spPr>
            <a:xfrm>
              <a:off x="749884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[3][5]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0EAAA63-0A5E-8E1A-B07A-6007E5B0DD7D}"/>
                </a:ext>
              </a:extLst>
            </p:cNvPr>
            <p:cNvSpPr/>
            <p:nvPr/>
          </p:nvSpPr>
          <p:spPr>
            <a:xfrm>
              <a:off x="823742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[3][6]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6D30B0B-5606-A2F5-5A1E-DB5DCE0038CD}"/>
                </a:ext>
              </a:extLst>
            </p:cNvPr>
            <p:cNvSpPr/>
            <p:nvPr/>
          </p:nvSpPr>
          <p:spPr>
            <a:xfrm>
              <a:off x="897599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[3][7]</a:t>
              </a:r>
              <a:endParaRPr lang="en-ZA">
                <a:solidFill>
                  <a:srgbClr val="FF0000"/>
                </a:solidFill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8039DB9-FD7B-2198-F1AC-A078DCCAD601}"/>
              </a:ext>
            </a:extLst>
          </p:cNvPr>
          <p:cNvGrpSpPr/>
          <p:nvPr/>
        </p:nvGrpSpPr>
        <p:grpSpPr>
          <a:xfrm>
            <a:off x="3961594" y="9024644"/>
            <a:ext cx="7393620" cy="539750"/>
            <a:chOff x="3805989" y="3296980"/>
            <a:chExt cx="7393620" cy="539750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DE6F4A5-3A8D-ECF8-EB05-C4BD0F907327}"/>
                </a:ext>
              </a:extLst>
            </p:cNvPr>
            <p:cNvSpPr/>
            <p:nvPr/>
          </p:nvSpPr>
          <p:spPr>
            <a:xfrm>
              <a:off x="380598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[4][0]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9BB033D-0B57-0929-EE55-84F9BFEE4858}"/>
                </a:ext>
              </a:extLst>
            </p:cNvPr>
            <p:cNvSpPr/>
            <p:nvPr/>
          </p:nvSpPr>
          <p:spPr>
            <a:xfrm>
              <a:off x="9714565" y="329698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…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A2791D8-E810-A27D-1C88-1DD8EB99185F}"/>
                </a:ext>
              </a:extLst>
            </p:cNvPr>
            <p:cNvSpPr/>
            <p:nvPr/>
          </p:nvSpPr>
          <p:spPr>
            <a:xfrm>
              <a:off x="10412264" y="3296980"/>
              <a:ext cx="787345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400">
                  <a:solidFill>
                    <a:srgbClr val="FF0000"/>
                  </a:solidFill>
                </a:rPr>
                <a:t>[4][N-1]</a:t>
              </a:r>
              <a:endParaRPr lang="en-ZA" sz="1400">
                <a:solidFill>
                  <a:srgbClr val="FF0000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58D4955A-B8E2-035E-55F7-32F8EE287481}"/>
                </a:ext>
              </a:extLst>
            </p:cNvPr>
            <p:cNvSpPr/>
            <p:nvPr/>
          </p:nvSpPr>
          <p:spPr>
            <a:xfrm>
              <a:off x="454456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[4][1]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BD986CC-BF14-A6C5-9E1C-0D3CD4DF7D52}"/>
                </a:ext>
              </a:extLst>
            </p:cNvPr>
            <p:cNvSpPr/>
            <p:nvPr/>
          </p:nvSpPr>
          <p:spPr>
            <a:xfrm>
              <a:off x="528313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[4][2]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88FE84E4-A16B-4FA2-77E9-0988651E9CAC}"/>
                </a:ext>
              </a:extLst>
            </p:cNvPr>
            <p:cNvSpPr/>
            <p:nvPr/>
          </p:nvSpPr>
          <p:spPr>
            <a:xfrm>
              <a:off x="6021705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[4][3]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A2EFE523-EE6F-07AA-01EE-1C3573041ADD}"/>
                </a:ext>
              </a:extLst>
            </p:cNvPr>
            <p:cNvSpPr/>
            <p:nvPr/>
          </p:nvSpPr>
          <p:spPr>
            <a:xfrm>
              <a:off x="6760277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[4][4]</a:t>
              </a:r>
              <a:endParaRPr lang="en-ZA" dirty="0">
                <a:solidFill>
                  <a:srgbClr val="FF0000"/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4725DB10-D5D8-F829-BBD5-F7027CAD1F24}"/>
                </a:ext>
              </a:extLst>
            </p:cNvPr>
            <p:cNvSpPr/>
            <p:nvPr/>
          </p:nvSpPr>
          <p:spPr>
            <a:xfrm>
              <a:off x="749884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[4][5]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9C53F608-1417-92C4-204C-F4BAE685EDC3}"/>
                </a:ext>
              </a:extLst>
            </p:cNvPr>
            <p:cNvSpPr/>
            <p:nvPr/>
          </p:nvSpPr>
          <p:spPr>
            <a:xfrm>
              <a:off x="823742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[4][6]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5354177B-CFDB-A283-B41C-77F4F7AB62C7}"/>
                </a:ext>
              </a:extLst>
            </p:cNvPr>
            <p:cNvSpPr/>
            <p:nvPr/>
          </p:nvSpPr>
          <p:spPr>
            <a:xfrm>
              <a:off x="897599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[4][7]</a:t>
              </a:r>
              <a:endParaRPr lang="en-ZA">
                <a:solidFill>
                  <a:srgbClr val="FF0000"/>
                </a:solidFill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F4A6D4D-ED4D-4D48-5A43-DC399983CE4B}"/>
              </a:ext>
            </a:extLst>
          </p:cNvPr>
          <p:cNvGrpSpPr/>
          <p:nvPr/>
        </p:nvGrpSpPr>
        <p:grpSpPr>
          <a:xfrm>
            <a:off x="3943405" y="9961229"/>
            <a:ext cx="7393620" cy="539750"/>
            <a:chOff x="3805989" y="3296980"/>
            <a:chExt cx="7393620" cy="539750"/>
          </a:xfrm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794DF33E-1C4A-7EC1-D037-5C6A680F807E}"/>
                </a:ext>
              </a:extLst>
            </p:cNvPr>
            <p:cNvSpPr/>
            <p:nvPr/>
          </p:nvSpPr>
          <p:spPr>
            <a:xfrm>
              <a:off x="380598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[m-1][0]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D62553E2-C2E4-8B5A-C68A-2ABF7CF1AC0C}"/>
                </a:ext>
              </a:extLst>
            </p:cNvPr>
            <p:cNvSpPr/>
            <p:nvPr/>
          </p:nvSpPr>
          <p:spPr>
            <a:xfrm>
              <a:off x="9714565" y="329698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…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735B889A-92B7-3446-4359-17662D196BDB}"/>
                </a:ext>
              </a:extLst>
            </p:cNvPr>
            <p:cNvSpPr/>
            <p:nvPr/>
          </p:nvSpPr>
          <p:spPr>
            <a:xfrm>
              <a:off x="10412264" y="3296980"/>
              <a:ext cx="787345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050">
                  <a:solidFill>
                    <a:srgbClr val="FF0000"/>
                  </a:solidFill>
                </a:rPr>
                <a:t>[m-1][n-1]</a:t>
              </a:r>
              <a:endParaRPr lang="en-ZA" sz="1050">
                <a:solidFill>
                  <a:srgbClr val="FF0000"/>
                </a:solidFill>
              </a:endParaRP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AD02A178-7768-6F3F-97F7-2657EABC7FC9}"/>
                </a:ext>
              </a:extLst>
            </p:cNvPr>
            <p:cNvSpPr/>
            <p:nvPr/>
          </p:nvSpPr>
          <p:spPr>
            <a:xfrm>
              <a:off x="454456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[m-1][1]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333857E7-4334-7517-B903-93FF9E410764}"/>
                </a:ext>
              </a:extLst>
            </p:cNvPr>
            <p:cNvSpPr/>
            <p:nvPr/>
          </p:nvSpPr>
          <p:spPr>
            <a:xfrm>
              <a:off x="528313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[m-1][2]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2CD2D714-57CD-0D1B-5F8C-47632770C1BC}"/>
                </a:ext>
              </a:extLst>
            </p:cNvPr>
            <p:cNvSpPr/>
            <p:nvPr/>
          </p:nvSpPr>
          <p:spPr>
            <a:xfrm>
              <a:off x="6021705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[m-1][3]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F828232E-A022-B69A-D5D0-5EE4FC3C28C1}"/>
                </a:ext>
              </a:extLst>
            </p:cNvPr>
            <p:cNvSpPr/>
            <p:nvPr/>
          </p:nvSpPr>
          <p:spPr>
            <a:xfrm>
              <a:off x="6760277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[m-1][4]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11769EF0-842B-889F-C930-4A8146096835}"/>
                </a:ext>
              </a:extLst>
            </p:cNvPr>
            <p:cNvSpPr/>
            <p:nvPr/>
          </p:nvSpPr>
          <p:spPr>
            <a:xfrm>
              <a:off x="749884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[m-1][5]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5B7116F0-26A0-0709-F12B-1D379E9FBAD0}"/>
                </a:ext>
              </a:extLst>
            </p:cNvPr>
            <p:cNvSpPr/>
            <p:nvPr/>
          </p:nvSpPr>
          <p:spPr>
            <a:xfrm>
              <a:off x="823742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[m-1][6]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539BD9DF-9563-650F-34AE-B32B4B3DE533}"/>
                </a:ext>
              </a:extLst>
            </p:cNvPr>
            <p:cNvSpPr/>
            <p:nvPr/>
          </p:nvSpPr>
          <p:spPr>
            <a:xfrm>
              <a:off x="897599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[m-1][7]</a:t>
              </a:r>
              <a:endParaRPr lang="en-ZA" sz="1200">
                <a:solidFill>
                  <a:srgbClr val="FF0000"/>
                </a:solidFill>
              </a:endParaRPr>
            </a:p>
          </p:txBody>
        </p: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80010F5F-EE36-808B-5C8C-1A47CBB6DB4E}"/>
              </a:ext>
            </a:extLst>
          </p:cNvPr>
          <p:cNvSpPr txBox="1"/>
          <p:nvPr/>
        </p:nvSpPr>
        <p:spPr>
          <a:xfrm>
            <a:off x="7088213" y="8950531"/>
            <a:ext cx="8418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>
                <a:latin typeface="LM Roman 12" panose="00000500000000000000"/>
              </a:rPr>
              <a:t>…</a:t>
            </a:r>
            <a:endParaRPr lang="en-ZA" sz="7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1F3B83-D947-7877-B693-893E0A06208D}"/>
              </a:ext>
            </a:extLst>
          </p:cNvPr>
          <p:cNvSpPr txBox="1"/>
          <p:nvPr/>
        </p:nvSpPr>
        <p:spPr>
          <a:xfrm>
            <a:off x="3470134" y="853730"/>
            <a:ext cx="75035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>
                <a:latin typeface="LM Roman 12" panose="00000500000000000000"/>
              </a:rPr>
              <a:t>m</a:t>
            </a:r>
            <a:r>
              <a:rPr lang="en-US" sz="3600">
                <a:latin typeface="LM Roman 12" panose="00000500000000000000"/>
              </a:rPr>
              <a:t> by </a:t>
            </a:r>
            <a:r>
              <a:rPr lang="en-US" sz="3600" b="1">
                <a:latin typeface="LM Roman 12" panose="00000500000000000000"/>
              </a:rPr>
              <a:t>n </a:t>
            </a:r>
            <a:r>
              <a:rPr lang="en-US" sz="3600">
                <a:latin typeface="LM Roman 12" panose="00000500000000000000"/>
              </a:rPr>
              <a:t>arrays (multiple-subscripted)</a:t>
            </a:r>
            <a:endParaRPr lang="en-ZA" sz="3600" b="1">
              <a:latin typeface="LM Roman 12" panose="000005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14358423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55DDC-0BBD-3779-B8BF-304DEA0C1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90F7364F-224B-337E-3D53-FE7406C8EDD4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104B9A4-B947-7499-CCD3-64159B607502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0B64745-188B-86FD-8A51-66DAA59D38C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4B58D3C-F691-AE43-B92E-D81909CA7B49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2D71A78B-24FA-2ED9-91FA-A2715C0B2A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983A4B6-9537-03AA-5D05-6786FAAF4A57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26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2BC56C2-36E8-C9A3-CDCA-BA6961B95B8C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>
                  <a:solidFill>
                    <a:srgbClr val="FFFF00"/>
                  </a:solidFill>
                  <a:latin typeface="LM Roman 12" panose="00000500000000000000"/>
                </a:rPr>
                <a:t>Multiple-subscripted arrays</a:t>
              </a:r>
              <a:endParaRPr lang="en-ZA">
                <a:solidFill>
                  <a:srgbClr val="FFFF00"/>
                </a:solidFill>
                <a:latin typeface="LM Roman 12" panose="00000500000000000000" pitchFamily="50" charset="0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8F3C02C1-325A-E7EA-686F-3ED4C34DEA4F}"/>
              </a:ext>
            </a:extLst>
          </p:cNvPr>
          <p:cNvSpPr txBox="1"/>
          <p:nvPr/>
        </p:nvSpPr>
        <p:spPr>
          <a:xfrm>
            <a:off x="3164967" y="1818833"/>
            <a:ext cx="64152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>
                <a:latin typeface="LM Roman 12" panose="00000500000000000000"/>
              </a:rPr>
              <a:t> {</a:t>
            </a:r>
            <a:endParaRPr lang="en-ZA" sz="6600">
              <a:latin typeface="LM Roman 12" panose="0000050000000000000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043145-7F4F-7B67-2521-D6F5A9C46B21}"/>
              </a:ext>
            </a:extLst>
          </p:cNvPr>
          <p:cNvSpPr txBox="1"/>
          <p:nvPr/>
        </p:nvSpPr>
        <p:spPr>
          <a:xfrm>
            <a:off x="11323820" y="1801075"/>
            <a:ext cx="45085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>
                <a:latin typeface="LM Roman 12" panose="00000500000000000000"/>
              </a:rPr>
              <a:t>}</a:t>
            </a:r>
            <a:endParaRPr lang="en-ZA" sz="40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CB8B16C-7905-D294-C37E-279CCB49D38D}"/>
              </a:ext>
            </a:extLst>
          </p:cNvPr>
          <p:cNvSpPr txBox="1"/>
          <p:nvPr/>
        </p:nvSpPr>
        <p:spPr>
          <a:xfrm>
            <a:off x="36629" y="2049666"/>
            <a:ext cx="3845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>
                <a:solidFill>
                  <a:srgbClr val="00B0F0"/>
                </a:solidFill>
                <a:latin typeface="LM Roman 12" panose="00000500000000000000"/>
              </a:rPr>
              <a:t>int</a:t>
            </a:r>
            <a:r>
              <a:rPr lang="en-US" sz="3600">
                <a:latin typeface="LM Roman 12" panose="00000500000000000000"/>
              </a:rPr>
              <a:t> Array[5][n] =</a:t>
            </a:r>
            <a:endParaRPr lang="en-ZA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D32162-3CDF-9719-6280-890E548577A3}"/>
              </a:ext>
            </a:extLst>
          </p:cNvPr>
          <p:cNvSpPr txBox="1"/>
          <p:nvPr/>
        </p:nvSpPr>
        <p:spPr>
          <a:xfrm>
            <a:off x="4766798" y="320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ZA" b="1">
              <a:latin typeface="LM Roman 12" panose="00000500000000000000"/>
            </a:endParaRPr>
          </a:p>
        </p:txBody>
      </p: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8097D2F6-EF53-E374-1BC7-D71B01B5B611}"/>
              </a:ext>
            </a:extLst>
          </p:cNvPr>
          <p:cNvGrpSpPr/>
          <p:nvPr/>
        </p:nvGrpSpPr>
        <p:grpSpPr>
          <a:xfrm>
            <a:off x="3930200" y="2085198"/>
            <a:ext cx="7393620" cy="539750"/>
            <a:chOff x="3797300" y="2706391"/>
            <a:chExt cx="7393620" cy="53975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16713E2-C743-99B0-0F77-FB46D477830C}"/>
                </a:ext>
              </a:extLst>
            </p:cNvPr>
            <p:cNvSpPr/>
            <p:nvPr/>
          </p:nvSpPr>
          <p:spPr>
            <a:xfrm>
              <a:off x="3797300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[0][0]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FC7DFF2-149D-3785-0118-BD0B0A291F54}"/>
                </a:ext>
              </a:extLst>
            </p:cNvPr>
            <p:cNvSpPr/>
            <p:nvPr/>
          </p:nvSpPr>
          <p:spPr>
            <a:xfrm>
              <a:off x="9705876" y="2706391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…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975E670-4C2B-5BC9-1ABA-BEDE74EC7357}"/>
                </a:ext>
              </a:extLst>
            </p:cNvPr>
            <p:cNvSpPr/>
            <p:nvPr/>
          </p:nvSpPr>
          <p:spPr>
            <a:xfrm>
              <a:off x="10403575" y="2706391"/>
              <a:ext cx="787345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400">
                  <a:solidFill>
                    <a:srgbClr val="FF0000"/>
                  </a:solidFill>
                </a:rPr>
                <a:t>[0][n-1]</a:t>
              </a:r>
              <a:endParaRPr lang="en-ZA" sz="1400">
                <a:solidFill>
                  <a:srgbClr val="FF0000"/>
                </a:solidFill>
              </a:endParaRP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321062EF-2E53-8E24-5C79-E55BF18FB352}"/>
                </a:ext>
              </a:extLst>
            </p:cNvPr>
            <p:cNvSpPr/>
            <p:nvPr/>
          </p:nvSpPr>
          <p:spPr>
            <a:xfrm>
              <a:off x="4535872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[0][1]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BC009E36-A5E2-7CF6-3CDE-006E0038DB70}"/>
                </a:ext>
              </a:extLst>
            </p:cNvPr>
            <p:cNvSpPr/>
            <p:nvPr/>
          </p:nvSpPr>
          <p:spPr>
            <a:xfrm>
              <a:off x="5274444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[0][2]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857537DD-3DBA-3207-6D30-832EEF39773D}"/>
                </a:ext>
              </a:extLst>
            </p:cNvPr>
            <p:cNvSpPr/>
            <p:nvPr/>
          </p:nvSpPr>
          <p:spPr>
            <a:xfrm>
              <a:off x="6013016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[0][3]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3715C677-11CD-5294-55EA-CEEF8A08C698}"/>
                </a:ext>
              </a:extLst>
            </p:cNvPr>
            <p:cNvSpPr/>
            <p:nvPr/>
          </p:nvSpPr>
          <p:spPr>
            <a:xfrm>
              <a:off x="6751588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[0][4]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F220D690-B01B-20D4-6512-EE5CE9E03FEE}"/>
                </a:ext>
              </a:extLst>
            </p:cNvPr>
            <p:cNvSpPr/>
            <p:nvPr/>
          </p:nvSpPr>
          <p:spPr>
            <a:xfrm>
              <a:off x="7490160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[0][5]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C08F23EC-2822-233D-CF84-17319F9E50E4}"/>
                </a:ext>
              </a:extLst>
            </p:cNvPr>
            <p:cNvSpPr/>
            <p:nvPr/>
          </p:nvSpPr>
          <p:spPr>
            <a:xfrm>
              <a:off x="8228732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[0][6]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2D59CE3D-13E7-5341-D9AF-770CFD5DFBCB}"/>
                </a:ext>
              </a:extLst>
            </p:cNvPr>
            <p:cNvSpPr/>
            <p:nvPr/>
          </p:nvSpPr>
          <p:spPr>
            <a:xfrm>
              <a:off x="8967304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[0][7]</a:t>
              </a:r>
              <a:endParaRPr lang="en-ZA">
                <a:solidFill>
                  <a:srgbClr val="FF0000"/>
                </a:solidFill>
              </a:endParaRPr>
            </a:p>
          </p:txBody>
        </p:sp>
      </p:grpSp>
      <p:sp>
        <p:nvSpPr>
          <p:cNvPr id="148" name="TextBox 147">
            <a:extLst>
              <a:ext uri="{FF2B5EF4-FFF2-40B4-BE49-F238E27FC236}">
                <a16:creationId xmlns:a16="http://schemas.microsoft.com/office/drawing/2014/main" id="{7F07381D-C6DF-1220-EEAE-9E2BB3CDE2C8}"/>
              </a:ext>
            </a:extLst>
          </p:cNvPr>
          <p:cNvSpPr txBox="1"/>
          <p:nvPr/>
        </p:nvSpPr>
        <p:spPr>
          <a:xfrm>
            <a:off x="6140366" y="1588001"/>
            <a:ext cx="2652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latin typeface="LM Roman 12" panose="00000500000000000000"/>
              </a:rPr>
              <a:t>m = 5 (five rows)</a:t>
            </a:r>
            <a:endParaRPr lang="en-ZA" sz="2400"/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2FE47F4A-5D11-49AE-4F8D-C7022265F060}"/>
              </a:ext>
            </a:extLst>
          </p:cNvPr>
          <p:cNvSpPr txBox="1"/>
          <p:nvPr/>
        </p:nvSpPr>
        <p:spPr>
          <a:xfrm>
            <a:off x="6935813" y="8798131"/>
            <a:ext cx="8418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>
                <a:latin typeface="LM Roman 12" panose="00000500000000000000"/>
              </a:rPr>
              <a:t>…</a:t>
            </a:r>
            <a:endParaRPr lang="en-ZA" sz="72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0522D5B-6BF8-AC35-83C6-C4BF5219FDB3}"/>
              </a:ext>
            </a:extLst>
          </p:cNvPr>
          <p:cNvGrpSpPr/>
          <p:nvPr/>
        </p:nvGrpSpPr>
        <p:grpSpPr>
          <a:xfrm>
            <a:off x="3933905" y="2707564"/>
            <a:ext cx="7393620" cy="539750"/>
            <a:chOff x="3805989" y="3296980"/>
            <a:chExt cx="7393620" cy="53975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B39B6A0-B59D-38AB-A210-956F5DC87176}"/>
                </a:ext>
              </a:extLst>
            </p:cNvPr>
            <p:cNvSpPr/>
            <p:nvPr/>
          </p:nvSpPr>
          <p:spPr>
            <a:xfrm>
              <a:off x="380598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[1][0]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3B50320-2C0A-9B50-48CD-1A092FE083AB}"/>
                </a:ext>
              </a:extLst>
            </p:cNvPr>
            <p:cNvSpPr/>
            <p:nvPr/>
          </p:nvSpPr>
          <p:spPr>
            <a:xfrm>
              <a:off x="9714565" y="329698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…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3DC3027-6209-607E-E853-DAD54C45D594}"/>
                </a:ext>
              </a:extLst>
            </p:cNvPr>
            <p:cNvSpPr/>
            <p:nvPr/>
          </p:nvSpPr>
          <p:spPr>
            <a:xfrm>
              <a:off x="10412264" y="3296980"/>
              <a:ext cx="787345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400">
                  <a:solidFill>
                    <a:srgbClr val="FF0000"/>
                  </a:solidFill>
                </a:rPr>
                <a:t>[1][n-1]</a:t>
              </a:r>
              <a:endParaRPr lang="en-ZA" sz="1400">
                <a:solidFill>
                  <a:srgbClr val="FF0000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6BBA745-56CC-FC5F-6BAE-C268A32B0A66}"/>
                </a:ext>
              </a:extLst>
            </p:cNvPr>
            <p:cNvSpPr/>
            <p:nvPr/>
          </p:nvSpPr>
          <p:spPr>
            <a:xfrm>
              <a:off x="454456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[1][1]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CD53DBA-68C3-0B07-8631-FBA1EEC1D4A2}"/>
                </a:ext>
              </a:extLst>
            </p:cNvPr>
            <p:cNvSpPr/>
            <p:nvPr/>
          </p:nvSpPr>
          <p:spPr>
            <a:xfrm>
              <a:off x="528313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[1][2]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51DF0EA-98B1-8A4B-5250-9250FCAAF05A}"/>
                </a:ext>
              </a:extLst>
            </p:cNvPr>
            <p:cNvSpPr/>
            <p:nvPr/>
          </p:nvSpPr>
          <p:spPr>
            <a:xfrm>
              <a:off x="6021705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[1][3]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F615D74-21E1-121C-0BAF-00B80029F381}"/>
                </a:ext>
              </a:extLst>
            </p:cNvPr>
            <p:cNvSpPr/>
            <p:nvPr/>
          </p:nvSpPr>
          <p:spPr>
            <a:xfrm>
              <a:off x="6760277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[1][4]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B6EDE20-FA73-8A2D-AD23-4508589D3FD3}"/>
                </a:ext>
              </a:extLst>
            </p:cNvPr>
            <p:cNvSpPr/>
            <p:nvPr/>
          </p:nvSpPr>
          <p:spPr>
            <a:xfrm>
              <a:off x="749884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[1][5]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15D96C-6725-86A4-2B2F-F0BD3EB8A789}"/>
                </a:ext>
              </a:extLst>
            </p:cNvPr>
            <p:cNvSpPr/>
            <p:nvPr/>
          </p:nvSpPr>
          <p:spPr>
            <a:xfrm>
              <a:off x="823742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[1][6]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75CA5A2-8ADB-A743-776F-6DF41822603D}"/>
                </a:ext>
              </a:extLst>
            </p:cNvPr>
            <p:cNvSpPr/>
            <p:nvPr/>
          </p:nvSpPr>
          <p:spPr>
            <a:xfrm>
              <a:off x="897599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[1][7]</a:t>
              </a:r>
              <a:endParaRPr lang="en-ZA"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BFB7683-30BE-2503-2DEA-46DFE49F3478}"/>
              </a:ext>
            </a:extLst>
          </p:cNvPr>
          <p:cNvGrpSpPr/>
          <p:nvPr/>
        </p:nvGrpSpPr>
        <p:grpSpPr>
          <a:xfrm>
            <a:off x="3930200" y="3351296"/>
            <a:ext cx="7393620" cy="539750"/>
            <a:chOff x="3805989" y="3296980"/>
            <a:chExt cx="7393620" cy="53975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EB034AD-9C1B-E1AA-6D07-B2E55DEA7F30}"/>
                </a:ext>
              </a:extLst>
            </p:cNvPr>
            <p:cNvSpPr/>
            <p:nvPr/>
          </p:nvSpPr>
          <p:spPr>
            <a:xfrm>
              <a:off x="380598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[2][0]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FE3BD21-13D1-9756-66FC-047189B5D018}"/>
                </a:ext>
              </a:extLst>
            </p:cNvPr>
            <p:cNvSpPr/>
            <p:nvPr/>
          </p:nvSpPr>
          <p:spPr>
            <a:xfrm>
              <a:off x="9714565" y="329698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…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76C8CCF-632A-D37E-32E4-D84EE57F3081}"/>
                </a:ext>
              </a:extLst>
            </p:cNvPr>
            <p:cNvSpPr/>
            <p:nvPr/>
          </p:nvSpPr>
          <p:spPr>
            <a:xfrm>
              <a:off x="10412264" y="3296980"/>
              <a:ext cx="787345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400">
                  <a:solidFill>
                    <a:srgbClr val="FF0000"/>
                  </a:solidFill>
                </a:rPr>
                <a:t>[2][N-1]</a:t>
              </a:r>
              <a:endParaRPr lang="en-ZA" sz="1400">
                <a:solidFill>
                  <a:srgbClr val="FF0000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8C4304C-24B9-E414-2AAD-DB65A7D9BFE2}"/>
                </a:ext>
              </a:extLst>
            </p:cNvPr>
            <p:cNvSpPr/>
            <p:nvPr/>
          </p:nvSpPr>
          <p:spPr>
            <a:xfrm>
              <a:off x="454456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[2][1]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9BD34A7-F959-1BF4-9C62-64C7841AB711}"/>
                </a:ext>
              </a:extLst>
            </p:cNvPr>
            <p:cNvSpPr/>
            <p:nvPr/>
          </p:nvSpPr>
          <p:spPr>
            <a:xfrm>
              <a:off x="528313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[2][2]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0F183D0-47D8-F2A2-A791-47EE796DF140}"/>
                </a:ext>
              </a:extLst>
            </p:cNvPr>
            <p:cNvSpPr/>
            <p:nvPr/>
          </p:nvSpPr>
          <p:spPr>
            <a:xfrm>
              <a:off x="6021705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[2][3]</a:t>
              </a:r>
              <a:endParaRPr lang="en-ZA" dirty="0">
                <a:solidFill>
                  <a:srgbClr val="FF0000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E0762AE-13DB-3357-E1BC-73D7C7712D0E}"/>
                </a:ext>
              </a:extLst>
            </p:cNvPr>
            <p:cNvSpPr/>
            <p:nvPr/>
          </p:nvSpPr>
          <p:spPr>
            <a:xfrm>
              <a:off x="6760277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[2][4]</a:t>
              </a:r>
              <a:endParaRPr lang="en-ZA" dirty="0">
                <a:solidFill>
                  <a:srgbClr val="FF0000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9F1117D-D17A-E03E-D37B-FCAEBBD749BE}"/>
                </a:ext>
              </a:extLst>
            </p:cNvPr>
            <p:cNvSpPr/>
            <p:nvPr/>
          </p:nvSpPr>
          <p:spPr>
            <a:xfrm>
              <a:off x="749884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[2][5]</a:t>
              </a:r>
              <a:endParaRPr lang="en-ZA" dirty="0">
                <a:solidFill>
                  <a:srgbClr val="FF0000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234D6F3-7AF1-0643-E6A3-14DC040528B9}"/>
                </a:ext>
              </a:extLst>
            </p:cNvPr>
            <p:cNvSpPr/>
            <p:nvPr/>
          </p:nvSpPr>
          <p:spPr>
            <a:xfrm>
              <a:off x="823742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[2][6]</a:t>
              </a:r>
              <a:endParaRPr lang="en-ZA" dirty="0">
                <a:solidFill>
                  <a:srgbClr val="FF0000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6145197-2390-0ED0-D97C-15FEEFA7465C}"/>
                </a:ext>
              </a:extLst>
            </p:cNvPr>
            <p:cNvSpPr/>
            <p:nvPr/>
          </p:nvSpPr>
          <p:spPr>
            <a:xfrm>
              <a:off x="897599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[2][7]</a:t>
              </a:r>
              <a:endParaRPr lang="en-ZA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F975039-CDC3-E4E2-7B5E-17DF21AB5085}"/>
              </a:ext>
            </a:extLst>
          </p:cNvPr>
          <p:cNvGrpSpPr/>
          <p:nvPr/>
        </p:nvGrpSpPr>
        <p:grpSpPr>
          <a:xfrm>
            <a:off x="3930200" y="4018757"/>
            <a:ext cx="7393620" cy="539750"/>
            <a:chOff x="3805989" y="3296980"/>
            <a:chExt cx="7393620" cy="53975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9223731-63B9-DC39-4CB2-A5788C2996E7}"/>
                </a:ext>
              </a:extLst>
            </p:cNvPr>
            <p:cNvSpPr/>
            <p:nvPr/>
          </p:nvSpPr>
          <p:spPr>
            <a:xfrm>
              <a:off x="380598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[3][0]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42A7F4F-C29E-290C-D504-D30D7A7D6C43}"/>
                </a:ext>
              </a:extLst>
            </p:cNvPr>
            <p:cNvSpPr/>
            <p:nvPr/>
          </p:nvSpPr>
          <p:spPr>
            <a:xfrm>
              <a:off x="9714565" y="329698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…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81E4C81-2808-A23D-8A29-326FCCEF712C}"/>
                </a:ext>
              </a:extLst>
            </p:cNvPr>
            <p:cNvSpPr/>
            <p:nvPr/>
          </p:nvSpPr>
          <p:spPr>
            <a:xfrm>
              <a:off x="10412264" y="3296980"/>
              <a:ext cx="787345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400">
                  <a:solidFill>
                    <a:srgbClr val="FF0000"/>
                  </a:solidFill>
                </a:rPr>
                <a:t>[3][n-1]</a:t>
              </a:r>
              <a:endParaRPr lang="en-ZA" sz="1400">
                <a:solidFill>
                  <a:srgbClr val="FF0000"/>
                </a:solidFill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C9BB3FF-7B3C-52E9-2959-B2E509F2D02A}"/>
                </a:ext>
              </a:extLst>
            </p:cNvPr>
            <p:cNvSpPr/>
            <p:nvPr/>
          </p:nvSpPr>
          <p:spPr>
            <a:xfrm>
              <a:off x="454456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[3][1]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33CAC2B-83B0-5BF6-2218-18EAF2108B01}"/>
                </a:ext>
              </a:extLst>
            </p:cNvPr>
            <p:cNvSpPr/>
            <p:nvPr/>
          </p:nvSpPr>
          <p:spPr>
            <a:xfrm>
              <a:off x="528313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[3][2]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E7DFF3C-F756-DC95-6FBD-D105077B9765}"/>
                </a:ext>
              </a:extLst>
            </p:cNvPr>
            <p:cNvSpPr/>
            <p:nvPr/>
          </p:nvSpPr>
          <p:spPr>
            <a:xfrm>
              <a:off x="6021705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[3][3]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C78E7E7-BBB3-C54D-2886-CCD40222D8A9}"/>
                </a:ext>
              </a:extLst>
            </p:cNvPr>
            <p:cNvSpPr/>
            <p:nvPr/>
          </p:nvSpPr>
          <p:spPr>
            <a:xfrm>
              <a:off x="6760277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[3][4]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902B178-91A6-1B0C-DAE4-87AA909FE523}"/>
                </a:ext>
              </a:extLst>
            </p:cNvPr>
            <p:cNvSpPr/>
            <p:nvPr/>
          </p:nvSpPr>
          <p:spPr>
            <a:xfrm>
              <a:off x="749884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[3][5]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CABA4B5-E1B6-1205-C17D-C32B891041F3}"/>
                </a:ext>
              </a:extLst>
            </p:cNvPr>
            <p:cNvSpPr/>
            <p:nvPr/>
          </p:nvSpPr>
          <p:spPr>
            <a:xfrm>
              <a:off x="823742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[3][6]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6377C95-4089-E533-8B1C-A1105394F0CA}"/>
                </a:ext>
              </a:extLst>
            </p:cNvPr>
            <p:cNvSpPr/>
            <p:nvPr/>
          </p:nvSpPr>
          <p:spPr>
            <a:xfrm>
              <a:off x="897599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[3][7]</a:t>
              </a:r>
              <a:endParaRPr lang="en-ZA">
                <a:solidFill>
                  <a:srgbClr val="FF0000"/>
                </a:solidFill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3FB984B-D0F6-D49B-E2D9-5F9CF0A1268A}"/>
              </a:ext>
            </a:extLst>
          </p:cNvPr>
          <p:cNvGrpSpPr/>
          <p:nvPr/>
        </p:nvGrpSpPr>
        <p:grpSpPr>
          <a:xfrm>
            <a:off x="3930200" y="4702235"/>
            <a:ext cx="7393620" cy="539750"/>
            <a:chOff x="3805989" y="3296980"/>
            <a:chExt cx="7393620" cy="539750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23C536A-EFCB-3C38-7CDD-54C9A6A4FE48}"/>
                </a:ext>
              </a:extLst>
            </p:cNvPr>
            <p:cNvSpPr/>
            <p:nvPr/>
          </p:nvSpPr>
          <p:spPr>
            <a:xfrm>
              <a:off x="380598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[4][0]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2BEA609-DE59-1A1F-3971-B7B229AB0358}"/>
                </a:ext>
              </a:extLst>
            </p:cNvPr>
            <p:cNvSpPr/>
            <p:nvPr/>
          </p:nvSpPr>
          <p:spPr>
            <a:xfrm>
              <a:off x="9714565" y="329698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…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9CDDF3D-D274-8CA8-20B9-BAADB5DB031C}"/>
                </a:ext>
              </a:extLst>
            </p:cNvPr>
            <p:cNvSpPr/>
            <p:nvPr/>
          </p:nvSpPr>
          <p:spPr>
            <a:xfrm>
              <a:off x="10412264" y="3296980"/>
              <a:ext cx="787345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400">
                  <a:solidFill>
                    <a:srgbClr val="FF0000"/>
                  </a:solidFill>
                </a:rPr>
                <a:t>[4][N-1]</a:t>
              </a:r>
              <a:endParaRPr lang="en-ZA" sz="1400">
                <a:solidFill>
                  <a:srgbClr val="FF0000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DB7B51AB-7898-71D9-54BB-4080D856CA09}"/>
                </a:ext>
              </a:extLst>
            </p:cNvPr>
            <p:cNvSpPr/>
            <p:nvPr/>
          </p:nvSpPr>
          <p:spPr>
            <a:xfrm>
              <a:off x="454456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[4][1]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023EE6C-ABFD-7868-A94D-F7ED0178FE52}"/>
                </a:ext>
              </a:extLst>
            </p:cNvPr>
            <p:cNvSpPr/>
            <p:nvPr/>
          </p:nvSpPr>
          <p:spPr>
            <a:xfrm>
              <a:off x="528313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[4][2]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05CBB61B-5BEE-78DA-6C1B-E6C0E8F09AD1}"/>
                </a:ext>
              </a:extLst>
            </p:cNvPr>
            <p:cNvSpPr/>
            <p:nvPr/>
          </p:nvSpPr>
          <p:spPr>
            <a:xfrm>
              <a:off x="6021705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[4][3]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FAE6292-601D-61F0-6E79-505897E9E86A}"/>
                </a:ext>
              </a:extLst>
            </p:cNvPr>
            <p:cNvSpPr/>
            <p:nvPr/>
          </p:nvSpPr>
          <p:spPr>
            <a:xfrm>
              <a:off x="6760277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[4][4]</a:t>
              </a:r>
              <a:endParaRPr lang="en-ZA" dirty="0">
                <a:solidFill>
                  <a:srgbClr val="FF0000"/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F873090-6F31-108D-73E8-F6CBB65D32F3}"/>
                </a:ext>
              </a:extLst>
            </p:cNvPr>
            <p:cNvSpPr/>
            <p:nvPr/>
          </p:nvSpPr>
          <p:spPr>
            <a:xfrm>
              <a:off x="749884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[4][5]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F3AA0CD8-6EA5-21AF-74C1-D45067C27F6C}"/>
                </a:ext>
              </a:extLst>
            </p:cNvPr>
            <p:cNvSpPr/>
            <p:nvPr/>
          </p:nvSpPr>
          <p:spPr>
            <a:xfrm>
              <a:off x="823742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[4][6]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58185A6-285E-27D9-C68A-A0465FF954D9}"/>
                </a:ext>
              </a:extLst>
            </p:cNvPr>
            <p:cNvSpPr/>
            <p:nvPr/>
          </p:nvSpPr>
          <p:spPr>
            <a:xfrm>
              <a:off x="897599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[4][7]</a:t>
              </a:r>
              <a:endParaRPr lang="en-ZA">
                <a:solidFill>
                  <a:srgbClr val="FF0000"/>
                </a:solidFill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09B1943-95E3-7641-F96D-449D1D93BC58}"/>
              </a:ext>
            </a:extLst>
          </p:cNvPr>
          <p:cNvGrpSpPr/>
          <p:nvPr/>
        </p:nvGrpSpPr>
        <p:grpSpPr>
          <a:xfrm>
            <a:off x="3943405" y="9961229"/>
            <a:ext cx="7393620" cy="539750"/>
            <a:chOff x="3805989" y="3296980"/>
            <a:chExt cx="7393620" cy="539750"/>
          </a:xfrm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BD8AEAA6-6DC3-3BFF-5460-036E26724949}"/>
                </a:ext>
              </a:extLst>
            </p:cNvPr>
            <p:cNvSpPr/>
            <p:nvPr/>
          </p:nvSpPr>
          <p:spPr>
            <a:xfrm>
              <a:off x="380598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[m-1][0]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1FF663DF-5D4D-351B-455E-B4C399061B3E}"/>
                </a:ext>
              </a:extLst>
            </p:cNvPr>
            <p:cNvSpPr/>
            <p:nvPr/>
          </p:nvSpPr>
          <p:spPr>
            <a:xfrm>
              <a:off x="9714565" y="329698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…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3E537F50-9A68-24FC-FE25-EC87FEC2BF81}"/>
                </a:ext>
              </a:extLst>
            </p:cNvPr>
            <p:cNvSpPr/>
            <p:nvPr/>
          </p:nvSpPr>
          <p:spPr>
            <a:xfrm>
              <a:off x="10412264" y="3296980"/>
              <a:ext cx="787345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050">
                  <a:solidFill>
                    <a:srgbClr val="FF0000"/>
                  </a:solidFill>
                </a:rPr>
                <a:t>[m-1][n-1]</a:t>
              </a:r>
              <a:endParaRPr lang="en-ZA" sz="1050">
                <a:solidFill>
                  <a:srgbClr val="FF0000"/>
                </a:solidFill>
              </a:endParaRP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D5FA4721-A5DF-57A0-6788-883AF6B0920F}"/>
                </a:ext>
              </a:extLst>
            </p:cNvPr>
            <p:cNvSpPr/>
            <p:nvPr/>
          </p:nvSpPr>
          <p:spPr>
            <a:xfrm>
              <a:off x="454456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[m-1][1]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D659E69A-1F86-847B-15CF-A1EB6A10D3EC}"/>
                </a:ext>
              </a:extLst>
            </p:cNvPr>
            <p:cNvSpPr/>
            <p:nvPr/>
          </p:nvSpPr>
          <p:spPr>
            <a:xfrm>
              <a:off x="528313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[m-1][2]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D536EC2B-6234-1AAF-F6A9-A2CCE084E5B9}"/>
                </a:ext>
              </a:extLst>
            </p:cNvPr>
            <p:cNvSpPr/>
            <p:nvPr/>
          </p:nvSpPr>
          <p:spPr>
            <a:xfrm>
              <a:off x="6021705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[m-1][3]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BD52AF7B-CD60-75ED-7900-D22E6AD9C2BB}"/>
                </a:ext>
              </a:extLst>
            </p:cNvPr>
            <p:cNvSpPr/>
            <p:nvPr/>
          </p:nvSpPr>
          <p:spPr>
            <a:xfrm>
              <a:off x="6760277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[m-1][4]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1AF042A4-AD13-553F-44C1-37AAF30A465C}"/>
                </a:ext>
              </a:extLst>
            </p:cNvPr>
            <p:cNvSpPr/>
            <p:nvPr/>
          </p:nvSpPr>
          <p:spPr>
            <a:xfrm>
              <a:off x="749884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[m-1][5]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9A42A0AE-D663-84F7-E6DA-8E3D807D8F3F}"/>
                </a:ext>
              </a:extLst>
            </p:cNvPr>
            <p:cNvSpPr/>
            <p:nvPr/>
          </p:nvSpPr>
          <p:spPr>
            <a:xfrm>
              <a:off x="823742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[m-1][6]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52FDA695-568F-1061-6CCF-95C374296B11}"/>
                </a:ext>
              </a:extLst>
            </p:cNvPr>
            <p:cNvSpPr/>
            <p:nvPr/>
          </p:nvSpPr>
          <p:spPr>
            <a:xfrm>
              <a:off x="897599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[m-1][7]</a:t>
              </a:r>
              <a:endParaRPr lang="en-ZA" sz="1200">
                <a:solidFill>
                  <a:srgbClr val="FF0000"/>
                </a:solidFill>
              </a:endParaRPr>
            </a:p>
          </p:txBody>
        </p: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DAA45325-0020-AE1F-5516-B7857B2715F9}"/>
              </a:ext>
            </a:extLst>
          </p:cNvPr>
          <p:cNvSpPr txBox="1"/>
          <p:nvPr/>
        </p:nvSpPr>
        <p:spPr>
          <a:xfrm>
            <a:off x="7088213" y="8950531"/>
            <a:ext cx="8418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>
                <a:latin typeface="LM Roman 12" panose="00000500000000000000"/>
              </a:rPr>
              <a:t>…</a:t>
            </a:r>
            <a:endParaRPr lang="en-ZA" sz="7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D34435-3835-D81A-0E4A-79F9F51E7EEB}"/>
              </a:ext>
            </a:extLst>
          </p:cNvPr>
          <p:cNvSpPr txBox="1"/>
          <p:nvPr/>
        </p:nvSpPr>
        <p:spPr>
          <a:xfrm>
            <a:off x="3470134" y="853730"/>
            <a:ext cx="75035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>
                <a:latin typeface="LM Roman 12" panose="00000500000000000000"/>
              </a:rPr>
              <a:t>m</a:t>
            </a:r>
            <a:r>
              <a:rPr lang="en-US" sz="3600">
                <a:latin typeface="LM Roman 12" panose="00000500000000000000"/>
              </a:rPr>
              <a:t> by </a:t>
            </a:r>
            <a:r>
              <a:rPr lang="en-US" sz="3600" b="1">
                <a:latin typeface="LM Roman 12" panose="00000500000000000000"/>
              </a:rPr>
              <a:t>n </a:t>
            </a:r>
            <a:r>
              <a:rPr lang="en-US" sz="3600">
                <a:latin typeface="LM Roman 12" panose="00000500000000000000"/>
              </a:rPr>
              <a:t>arrays (multiple-subscripted)</a:t>
            </a:r>
            <a:endParaRPr lang="en-ZA" sz="3600" b="1">
              <a:latin typeface="LM Roman 12" panose="000005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21623612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F2DB0-DC54-6237-3F6B-D757CE6C4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E6F4877F-DA4B-E8AD-F552-EE24CB6D7F98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EFCC8B92-42B8-F360-C1C0-551895A3504D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EF08139-B585-C307-3667-C94A546722F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522F031-3899-5E8B-0C61-685380416BCB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5195B1F9-6D5B-3279-A63E-D7CF9AC027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B5E3659-D52C-1E6E-6EDE-D2AD1B10BAA9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26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1F5A8D5-69EA-7BAA-D920-579E6F61C3E8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>
                  <a:solidFill>
                    <a:srgbClr val="FFFF00"/>
                  </a:solidFill>
                  <a:latin typeface="LM Roman 12" panose="00000500000000000000"/>
                </a:rPr>
                <a:t>Multiple-subscripted arrays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B54F9DEF-4468-19EF-951C-203FB6A81B13}"/>
              </a:ext>
            </a:extLst>
          </p:cNvPr>
          <p:cNvSpPr txBox="1"/>
          <p:nvPr/>
        </p:nvSpPr>
        <p:spPr>
          <a:xfrm>
            <a:off x="3164967" y="1818833"/>
            <a:ext cx="64152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>
                <a:latin typeface="LM Roman 12" panose="00000500000000000000"/>
              </a:rPr>
              <a:t> {</a:t>
            </a:r>
            <a:endParaRPr lang="en-ZA" sz="6600">
              <a:latin typeface="LM Roman 12" panose="0000050000000000000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47CDEF5-8D73-6D08-06CA-013050D5A357}"/>
              </a:ext>
            </a:extLst>
          </p:cNvPr>
          <p:cNvSpPr txBox="1"/>
          <p:nvPr/>
        </p:nvSpPr>
        <p:spPr>
          <a:xfrm>
            <a:off x="11323820" y="1801075"/>
            <a:ext cx="45085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>
                <a:latin typeface="LM Roman 12" panose="00000500000000000000"/>
              </a:rPr>
              <a:t>}</a:t>
            </a:r>
            <a:endParaRPr lang="en-ZA" sz="40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33F12F3-122F-3700-D7B2-1193346F6201}"/>
              </a:ext>
            </a:extLst>
          </p:cNvPr>
          <p:cNvSpPr txBox="1"/>
          <p:nvPr/>
        </p:nvSpPr>
        <p:spPr>
          <a:xfrm>
            <a:off x="36629" y="2049666"/>
            <a:ext cx="3845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>
                <a:solidFill>
                  <a:srgbClr val="00B0F0"/>
                </a:solidFill>
                <a:latin typeface="LM Roman 12" panose="00000500000000000000"/>
              </a:rPr>
              <a:t>int</a:t>
            </a:r>
            <a:r>
              <a:rPr lang="en-US" sz="3600">
                <a:latin typeface="LM Roman 12" panose="00000500000000000000"/>
              </a:rPr>
              <a:t> Array[m][n] =</a:t>
            </a:r>
            <a:endParaRPr lang="en-ZA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3C58B9F-8F52-CF03-5013-A89128B01C20}"/>
              </a:ext>
            </a:extLst>
          </p:cNvPr>
          <p:cNvSpPr txBox="1"/>
          <p:nvPr/>
        </p:nvSpPr>
        <p:spPr>
          <a:xfrm>
            <a:off x="4766798" y="320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ZA" b="1">
              <a:latin typeface="LM Roman 12" panose="00000500000000000000"/>
            </a:endParaRPr>
          </a:p>
        </p:txBody>
      </p: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AB70BCC6-34D6-BE22-5F6D-C6FEFB3D8DFC}"/>
              </a:ext>
            </a:extLst>
          </p:cNvPr>
          <p:cNvGrpSpPr/>
          <p:nvPr/>
        </p:nvGrpSpPr>
        <p:grpSpPr>
          <a:xfrm>
            <a:off x="3930200" y="2085198"/>
            <a:ext cx="7393620" cy="539750"/>
            <a:chOff x="3797300" y="2706391"/>
            <a:chExt cx="7393620" cy="53975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4A7FD6F-CFE9-58B0-6FBE-6F0973C02488}"/>
                </a:ext>
              </a:extLst>
            </p:cNvPr>
            <p:cNvSpPr/>
            <p:nvPr/>
          </p:nvSpPr>
          <p:spPr>
            <a:xfrm>
              <a:off x="3797300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[0][0]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72A452B-E975-B7FA-01FC-21381CF49D85}"/>
                </a:ext>
              </a:extLst>
            </p:cNvPr>
            <p:cNvSpPr/>
            <p:nvPr/>
          </p:nvSpPr>
          <p:spPr>
            <a:xfrm>
              <a:off x="9705876" y="2706391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…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2B8FCFB-3661-DFC4-1143-F3E0F2D77896}"/>
                </a:ext>
              </a:extLst>
            </p:cNvPr>
            <p:cNvSpPr/>
            <p:nvPr/>
          </p:nvSpPr>
          <p:spPr>
            <a:xfrm>
              <a:off x="10403575" y="2706391"/>
              <a:ext cx="787345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400">
                  <a:solidFill>
                    <a:srgbClr val="FF0000"/>
                  </a:solidFill>
                </a:rPr>
                <a:t>[0][n-1]</a:t>
              </a:r>
              <a:endParaRPr lang="en-ZA" sz="1400">
                <a:solidFill>
                  <a:srgbClr val="FF0000"/>
                </a:solidFill>
              </a:endParaRP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B211D6F5-AAA8-1B6B-1A2F-5330844CFBBB}"/>
                </a:ext>
              </a:extLst>
            </p:cNvPr>
            <p:cNvSpPr/>
            <p:nvPr/>
          </p:nvSpPr>
          <p:spPr>
            <a:xfrm>
              <a:off x="4535872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[0][1]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EE52D04F-1B0C-9B9D-42B0-B70966AB7039}"/>
                </a:ext>
              </a:extLst>
            </p:cNvPr>
            <p:cNvSpPr/>
            <p:nvPr/>
          </p:nvSpPr>
          <p:spPr>
            <a:xfrm>
              <a:off x="5274444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[0][2]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D92D9C02-E864-C142-C14B-7F3744D1393A}"/>
                </a:ext>
              </a:extLst>
            </p:cNvPr>
            <p:cNvSpPr/>
            <p:nvPr/>
          </p:nvSpPr>
          <p:spPr>
            <a:xfrm>
              <a:off x="6013016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[0][3]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75AB7342-C8D4-4867-DDB5-206C5E235E00}"/>
                </a:ext>
              </a:extLst>
            </p:cNvPr>
            <p:cNvSpPr/>
            <p:nvPr/>
          </p:nvSpPr>
          <p:spPr>
            <a:xfrm>
              <a:off x="6751588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[0][4]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CE2447A1-FA61-FD00-8C25-E6DCD2979ECC}"/>
                </a:ext>
              </a:extLst>
            </p:cNvPr>
            <p:cNvSpPr/>
            <p:nvPr/>
          </p:nvSpPr>
          <p:spPr>
            <a:xfrm>
              <a:off x="7490160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[0][5]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76DA4223-AEE2-B26A-FFEE-F75070A6E124}"/>
                </a:ext>
              </a:extLst>
            </p:cNvPr>
            <p:cNvSpPr/>
            <p:nvPr/>
          </p:nvSpPr>
          <p:spPr>
            <a:xfrm>
              <a:off x="8228732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[0][6]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5E8B7E47-30EA-26B9-D2B7-75B41ADFD04E}"/>
                </a:ext>
              </a:extLst>
            </p:cNvPr>
            <p:cNvSpPr/>
            <p:nvPr/>
          </p:nvSpPr>
          <p:spPr>
            <a:xfrm>
              <a:off x="8967304" y="2706391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[0][7]</a:t>
              </a:r>
              <a:endParaRPr lang="en-ZA">
                <a:solidFill>
                  <a:srgbClr val="FF0000"/>
                </a:solidFill>
              </a:endParaRPr>
            </a:p>
          </p:txBody>
        </p:sp>
      </p:grpSp>
      <p:sp>
        <p:nvSpPr>
          <p:cNvPr id="148" name="TextBox 147">
            <a:extLst>
              <a:ext uri="{FF2B5EF4-FFF2-40B4-BE49-F238E27FC236}">
                <a16:creationId xmlns:a16="http://schemas.microsoft.com/office/drawing/2014/main" id="{992F236A-C4F2-5597-275E-0AF5B7FFC5CD}"/>
              </a:ext>
            </a:extLst>
          </p:cNvPr>
          <p:cNvSpPr txBox="1"/>
          <p:nvPr/>
        </p:nvSpPr>
        <p:spPr>
          <a:xfrm>
            <a:off x="6140366" y="1588001"/>
            <a:ext cx="25199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latin typeface="LM Roman 12" panose="00000500000000000000"/>
              </a:rPr>
              <a:t>m = m (m rows)</a:t>
            </a:r>
            <a:endParaRPr lang="en-ZA" sz="24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EA28C81-00A4-0B38-A7F3-CD8B41319DDC}"/>
              </a:ext>
            </a:extLst>
          </p:cNvPr>
          <p:cNvGrpSpPr/>
          <p:nvPr/>
        </p:nvGrpSpPr>
        <p:grpSpPr>
          <a:xfrm>
            <a:off x="3933905" y="2707564"/>
            <a:ext cx="7393620" cy="539750"/>
            <a:chOff x="3805989" y="3296980"/>
            <a:chExt cx="7393620" cy="53975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7561E4E-1AC8-8E16-6962-1C5918676D70}"/>
                </a:ext>
              </a:extLst>
            </p:cNvPr>
            <p:cNvSpPr/>
            <p:nvPr/>
          </p:nvSpPr>
          <p:spPr>
            <a:xfrm>
              <a:off x="380598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[1][0]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5852CCC-5699-D8A0-21EB-83647E5FC7DF}"/>
                </a:ext>
              </a:extLst>
            </p:cNvPr>
            <p:cNvSpPr/>
            <p:nvPr/>
          </p:nvSpPr>
          <p:spPr>
            <a:xfrm>
              <a:off x="9714565" y="329698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…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5781B5-1DBA-F219-338F-8A525DE64300}"/>
                </a:ext>
              </a:extLst>
            </p:cNvPr>
            <p:cNvSpPr/>
            <p:nvPr/>
          </p:nvSpPr>
          <p:spPr>
            <a:xfrm>
              <a:off x="10412264" y="3296980"/>
              <a:ext cx="787345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400">
                  <a:solidFill>
                    <a:srgbClr val="FF0000"/>
                  </a:solidFill>
                </a:rPr>
                <a:t>[1][n-1]</a:t>
              </a:r>
              <a:endParaRPr lang="en-ZA" sz="1400">
                <a:solidFill>
                  <a:srgbClr val="FF0000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C7DF24B-4780-14A6-A875-8ABE94B7082E}"/>
                </a:ext>
              </a:extLst>
            </p:cNvPr>
            <p:cNvSpPr/>
            <p:nvPr/>
          </p:nvSpPr>
          <p:spPr>
            <a:xfrm>
              <a:off x="454456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[1][1]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ED8F817-BDDD-01A1-79EB-BBB41F626A8A}"/>
                </a:ext>
              </a:extLst>
            </p:cNvPr>
            <p:cNvSpPr/>
            <p:nvPr/>
          </p:nvSpPr>
          <p:spPr>
            <a:xfrm>
              <a:off x="528313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[1][2]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05F1331-B4DB-FC5C-FA6A-9DAA55C14A40}"/>
                </a:ext>
              </a:extLst>
            </p:cNvPr>
            <p:cNvSpPr/>
            <p:nvPr/>
          </p:nvSpPr>
          <p:spPr>
            <a:xfrm>
              <a:off x="6021705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[1][3]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4C405B7-BA44-AAA1-5C89-D7D931EFDBD6}"/>
                </a:ext>
              </a:extLst>
            </p:cNvPr>
            <p:cNvSpPr/>
            <p:nvPr/>
          </p:nvSpPr>
          <p:spPr>
            <a:xfrm>
              <a:off x="6760277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[1][4]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927512B-B2D3-6AD8-B2E8-A18F9EC3E874}"/>
                </a:ext>
              </a:extLst>
            </p:cNvPr>
            <p:cNvSpPr/>
            <p:nvPr/>
          </p:nvSpPr>
          <p:spPr>
            <a:xfrm>
              <a:off x="749884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[1][5]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2D04E91-F0E0-55FD-CE84-B09D78F94EE1}"/>
                </a:ext>
              </a:extLst>
            </p:cNvPr>
            <p:cNvSpPr/>
            <p:nvPr/>
          </p:nvSpPr>
          <p:spPr>
            <a:xfrm>
              <a:off x="823742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[1][6]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4D110D7-98C3-4180-FDC8-02FA12B589D3}"/>
                </a:ext>
              </a:extLst>
            </p:cNvPr>
            <p:cNvSpPr/>
            <p:nvPr/>
          </p:nvSpPr>
          <p:spPr>
            <a:xfrm>
              <a:off x="897599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[1][7]</a:t>
              </a:r>
              <a:endParaRPr lang="en-ZA"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99DDF82-FAFC-5992-93C1-A543C83F029F}"/>
              </a:ext>
            </a:extLst>
          </p:cNvPr>
          <p:cNvGrpSpPr/>
          <p:nvPr/>
        </p:nvGrpSpPr>
        <p:grpSpPr>
          <a:xfrm>
            <a:off x="3930200" y="3351296"/>
            <a:ext cx="7393620" cy="539750"/>
            <a:chOff x="3805989" y="3296980"/>
            <a:chExt cx="7393620" cy="53975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9038A99-B75A-713A-8B5F-1397AF0EAA7E}"/>
                </a:ext>
              </a:extLst>
            </p:cNvPr>
            <p:cNvSpPr/>
            <p:nvPr/>
          </p:nvSpPr>
          <p:spPr>
            <a:xfrm>
              <a:off x="380598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[2][0]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917CAAE-DAAC-7BCE-8F86-D5B49EFEB521}"/>
                </a:ext>
              </a:extLst>
            </p:cNvPr>
            <p:cNvSpPr/>
            <p:nvPr/>
          </p:nvSpPr>
          <p:spPr>
            <a:xfrm>
              <a:off x="9714565" y="329698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…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0FCAC08-9E03-C4BF-F5EA-082EC8AFAF8C}"/>
                </a:ext>
              </a:extLst>
            </p:cNvPr>
            <p:cNvSpPr/>
            <p:nvPr/>
          </p:nvSpPr>
          <p:spPr>
            <a:xfrm>
              <a:off x="10412264" y="3296980"/>
              <a:ext cx="787345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400">
                  <a:solidFill>
                    <a:srgbClr val="FF0000"/>
                  </a:solidFill>
                </a:rPr>
                <a:t>[2][N-1]</a:t>
              </a:r>
              <a:endParaRPr lang="en-ZA" sz="1400">
                <a:solidFill>
                  <a:srgbClr val="FF0000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7E2D9A5-4E54-D3D4-4193-B13090AC49EE}"/>
                </a:ext>
              </a:extLst>
            </p:cNvPr>
            <p:cNvSpPr/>
            <p:nvPr/>
          </p:nvSpPr>
          <p:spPr>
            <a:xfrm>
              <a:off x="454456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[2][1]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7EF7603-EBDC-DB1C-EC4D-849EC1501686}"/>
                </a:ext>
              </a:extLst>
            </p:cNvPr>
            <p:cNvSpPr/>
            <p:nvPr/>
          </p:nvSpPr>
          <p:spPr>
            <a:xfrm>
              <a:off x="528313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[2][2]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66C9BC1-6A20-025A-34AA-2FED87E23857}"/>
                </a:ext>
              </a:extLst>
            </p:cNvPr>
            <p:cNvSpPr/>
            <p:nvPr/>
          </p:nvSpPr>
          <p:spPr>
            <a:xfrm>
              <a:off x="6021705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[2][3]</a:t>
              </a:r>
              <a:endParaRPr lang="en-ZA" dirty="0">
                <a:solidFill>
                  <a:srgbClr val="FF0000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36EB600-81A2-27F5-F564-2EFEFC4671AD}"/>
                </a:ext>
              </a:extLst>
            </p:cNvPr>
            <p:cNvSpPr/>
            <p:nvPr/>
          </p:nvSpPr>
          <p:spPr>
            <a:xfrm>
              <a:off x="6760277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[2][4]</a:t>
              </a:r>
              <a:endParaRPr lang="en-ZA" dirty="0">
                <a:solidFill>
                  <a:srgbClr val="FF0000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7886E20-DD39-AB12-8BBF-0C02E0E031E5}"/>
                </a:ext>
              </a:extLst>
            </p:cNvPr>
            <p:cNvSpPr/>
            <p:nvPr/>
          </p:nvSpPr>
          <p:spPr>
            <a:xfrm>
              <a:off x="749884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[2][5]</a:t>
              </a:r>
              <a:endParaRPr lang="en-ZA" dirty="0">
                <a:solidFill>
                  <a:srgbClr val="FF0000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A75B5DD-BBBD-8883-3CFD-C11A89DBAEE0}"/>
                </a:ext>
              </a:extLst>
            </p:cNvPr>
            <p:cNvSpPr/>
            <p:nvPr/>
          </p:nvSpPr>
          <p:spPr>
            <a:xfrm>
              <a:off x="823742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[2][6]</a:t>
              </a:r>
              <a:endParaRPr lang="en-ZA" dirty="0">
                <a:solidFill>
                  <a:srgbClr val="FF0000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DEFD7B0-1F58-3E17-A6B3-AF3BF0F9BAA3}"/>
                </a:ext>
              </a:extLst>
            </p:cNvPr>
            <p:cNvSpPr/>
            <p:nvPr/>
          </p:nvSpPr>
          <p:spPr>
            <a:xfrm>
              <a:off x="897599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[2][7]</a:t>
              </a:r>
              <a:endParaRPr lang="en-ZA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B49DE8F-D35B-5B7A-A647-A6373E9E89CE}"/>
              </a:ext>
            </a:extLst>
          </p:cNvPr>
          <p:cNvGrpSpPr/>
          <p:nvPr/>
        </p:nvGrpSpPr>
        <p:grpSpPr>
          <a:xfrm>
            <a:off x="3930200" y="4018757"/>
            <a:ext cx="7393620" cy="539750"/>
            <a:chOff x="3805989" y="3296980"/>
            <a:chExt cx="7393620" cy="53975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08F31F7-48BA-2D1E-097A-07E1D5FC0761}"/>
                </a:ext>
              </a:extLst>
            </p:cNvPr>
            <p:cNvSpPr/>
            <p:nvPr/>
          </p:nvSpPr>
          <p:spPr>
            <a:xfrm>
              <a:off x="380598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[3][0]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A6FDB1EF-74A0-746F-DF62-13D54A32FC58}"/>
                </a:ext>
              </a:extLst>
            </p:cNvPr>
            <p:cNvSpPr/>
            <p:nvPr/>
          </p:nvSpPr>
          <p:spPr>
            <a:xfrm>
              <a:off x="9714565" y="329698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…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C6784B4-2BE9-E133-3AF4-21E75BEE1DBA}"/>
                </a:ext>
              </a:extLst>
            </p:cNvPr>
            <p:cNvSpPr/>
            <p:nvPr/>
          </p:nvSpPr>
          <p:spPr>
            <a:xfrm>
              <a:off x="10412264" y="3296980"/>
              <a:ext cx="787345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400">
                  <a:solidFill>
                    <a:srgbClr val="FF0000"/>
                  </a:solidFill>
                </a:rPr>
                <a:t>[3][n-1]</a:t>
              </a:r>
              <a:endParaRPr lang="en-ZA" sz="1400">
                <a:solidFill>
                  <a:srgbClr val="FF0000"/>
                </a:solidFill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B5D6E28-B5FC-B5A7-FB83-C58B9F2FDDBD}"/>
                </a:ext>
              </a:extLst>
            </p:cNvPr>
            <p:cNvSpPr/>
            <p:nvPr/>
          </p:nvSpPr>
          <p:spPr>
            <a:xfrm>
              <a:off x="454456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[3][1]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A82ACF7-B28B-8F22-D295-EF246B813A13}"/>
                </a:ext>
              </a:extLst>
            </p:cNvPr>
            <p:cNvSpPr/>
            <p:nvPr/>
          </p:nvSpPr>
          <p:spPr>
            <a:xfrm>
              <a:off x="528313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[3][2]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854C848-CB74-C149-829F-B11735805E57}"/>
                </a:ext>
              </a:extLst>
            </p:cNvPr>
            <p:cNvSpPr/>
            <p:nvPr/>
          </p:nvSpPr>
          <p:spPr>
            <a:xfrm>
              <a:off x="6021705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[3][3]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A5B00B4-3989-FC8E-DEE8-4171F9AE714E}"/>
                </a:ext>
              </a:extLst>
            </p:cNvPr>
            <p:cNvSpPr/>
            <p:nvPr/>
          </p:nvSpPr>
          <p:spPr>
            <a:xfrm>
              <a:off x="6760277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[3][4]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B4F82CE-7120-99F8-7F3E-D5FC24EF1784}"/>
                </a:ext>
              </a:extLst>
            </p:cNvPr>
            <p:cNvSpPr/>
            <p:nvPr/>
          </p:nvSpPr>
          <p:spPr>
            <a:xfrm>
              <a:off x="749884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[3][5]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13829380-969D-DBE1-43A3-F07283AF7E4F}"/>
                </a:ext>
              </a:extLst>
            </p:cNvPr>
            <p:cNvSpPr/>
            <p:nvPr/>
          </p:nvSpPr>
          <p:spPr>
            <a:xfrm>
              <a:off x="823742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[3][6]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1CB673A-6B6A-8C8C-C0C4-3B30C91032B0}"/>
                </a:ext>
              </a:extLst>
            </p:cNvPr>
            <p:cNvSpPr/>
            <p:nvPr/>
          </p:nvSpPr>
          <p:spPr>
            <a:xfrm>
              <a:off x="897599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[3][7]</a:t>
              </a:r>
              <a:endParaRPr lang="en-ZA">
                <a:solidFill>
                  <a:srgbClr val="FF0000"/>
                </a:solidFill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75BF857-F7C7-79FA-9EBC-D07463CFEB80}"/>
              </a:ext>
            </a:extLst>
          </p:cNvPr>
          <p:cNvGrpSpPr/>
          <p:nvPr/>
        </p:nvGrpSpPr>
        <p:grpSpPr>
          <a:xfrm>
            <a:off x="3930200" y="4702235"/>
            <a:ext cx="7393620" cy="539750"/>
            <a:chOff x="3805989" y="3296980"/>
            <a:chExt cx="7393620" cy="539750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DE3CF61-63D0-4230-D2A3-C46801E49CFD}"/>
                </a:ext>
              </a:extLst>
            </p:cNvPr>
            <p:cNvSpPr/>
            <p:nvPr/>
          </p:nvSpPr>
          <p:spPr>
            <a:xfrm>
              <a:off x="380598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[4][0]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86F7896-FCDA-CDBF-6856-8A3411472C92}"/>
                </a:ext>
              </a:extLst>
            </p:cNvPr>
            <p:cNvSpPr/>
            <p:nvPr/>
          </p:nvSpPr>
          <p:spPr>
            <a:xfrm>
              <a:off x="9714565" y="329698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…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29BE295-A809-FA3A-DE32-5D811241823D}"/>
                </a:ext>
              </a:extLst>
            </p:cNvPr>
            <p:cNvSpPr/>
            <p:nvPr/>
          </p:nvSpPr>
          <p:spPr>
            <a:xfrm>
              <a:off x="10412264" y="3296980"/>
              <a:ext cx="787345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400">
                  <a:solidFill>
                    <a:srgbClr val="FF0000"/>
                  </a:solidFill>
                </a:rPr>
                <a:t>[4][N-1]</a:t>
              </a:r>
              <a:endParaRPr lang="en-ZA" sz="1400">
                <a:solidFill>
                  <a:srgbClr val="FF0000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3221CA1-51D3-D920-2162-01F726C05ACB}"/>
                </a:ext>
              </a:extLst>
            </p:cNvPr>
            <p:cNvSpPr/>
            <p:nvPr/>
          </p:nvSpPr>
          <p:spPr>
            <a:xfrm>
              <a:off x="454456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[4][1]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E904209-B1B4-1FFB-2CAA-ED4BC1944987}"/>
                </a:ext>
              </a:extLst>
            </p:cNvPr>
            <p:cNvSpPr/>
            <p:nvPr/>
          </p:nvSpPr>
          <p:spPr>
            <a:xfrm>
              <a:off x="528313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[4][2]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FB88A65B-C633-FB10-2D47-D2E26566B655}"/>
                </a:ext>
              </a:extLst>
            </p:cNvPr>
            <p:cNvSpPr/>
            <p:nvPr/>
          </p:nvSpPr>
          <p:spPr>
            <a:xfrm>
              <a:off x="6021705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[4][3]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3343152A-90A7-C2C4-0952-084A9CCABBD5}"/>
                </a:ext>
              </a:extLst>
            </p:cNvPr>
            <p:cNvSpPr/>
            <p:nvPr/>
          </p:nvSpPr>
          <p:spPr>
            <a:xfrm>
              <a:off x="6760277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[4][4]</a:t>
              </a:r>
              <a:endParaRPr lang="en-ZA" dirty="0">
                <a:solidFill>
                  <a:srgbClr val="FF0000"/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D172E632-1970-93D0-C6E7-25A4F52FFF39}"/>
                </a:ext>
              </a:extLst>
            </p:cNvPr>
            <p:cNvSpPr/>
            <p:nvPr/>
          </p:nvSpPr>
          <p:spPr>
            <a:xfrm>
              <a:off x="749884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[4][5]</a:t>
              </a:r>
              <a:endParaRPr lang="en-ZA" dirty="0">
                <a:solidFill>
                  <a:srgbClr val="FF0000"/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74E9F16E-30FA-8E04-EE6F-4D0D3A12FA05}"/>
                </a:ext>
              </a:extLst>
            </p:cNvPr>
            <p:cNvSpPr/>
            <p:nvPr/>
          </p:nvSpPr>
          <p:spPr>
            <a:xfrm>
              <a:off x="823742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[4][6]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DBDA5EF-AE4B-424F-E83F-88A6CB3778B6}"/>
                </a:ext>
              </a:extLst>
            </p:cNvPr>
            <p:cNvSpPr/>
            <p:nvPr/>
          </p:nvSpPr>
          <p:spPr>
            <a:xfrm>
              <a:off x="897599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[4][7]</a:t>
              </a:r>
              <a:endParaRPr lang="en-ZA">
                <a:solidFill>
                  <a:srgbClr val="FF0000"/>
                </a:solidFill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9A92EA2-9805-6553-91A3-AEB1E3EF7EE8}"/>
              </a:ext>
            </a:extLst>
          </p:cNvPr>
          <p:cNvGrpSpPr/>
          <p:nvPr/>
        </p:nvGrpSpPr>
        <p:grpSpPr>
          <a:xfrm>
            <a:off x="3965424" y="5783299"/>
            <a:ext cx="7393620" cy="539750"/>
            <a:chOff x="3805989" y="3296980"/>
            <a:chExt cx="7393620" cy="539750"/>
          </a:xfrm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6203EB71-1A7A-204A-6CC0-9E93024A6751}"/>
                </a:ext>
              </a:extLst>
            </p:cNvPr>
            <p:cNvSpPr/>
            <p:nvPr/>
          </p:nvSpPr>
          <p:spPr>
            <a:xfrm>
              <a:off x="380598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[m-1][0]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C86E5814-D9FF-C811-31E1-8E023140EC64}"/>
                </a:ext>
              </a:extLst>
            </p:cNvPr>
            <p:cNvSpPr/>
            <p:nvPr/>
          </p:nvSpPr>
          <p:spPr>
            <a:xfrm>
              <a:off x="9714565" y="3296980"/>
              <a:ext cx="692150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…</a:t>
              </a:r>
              <a:endParaRPr lang="en-ZA">
                <a:solidFill>
                  <a:srgbClr val="FF0000"/>
                </a:solidFill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A98437E8-1AB1-C6C2-9CFF-37B94E5CA6A9}"/>
                </a:ext>
              </a:extLst>
            </p:cNvPr>
            <p:cNvSpPr/>
            <p:nvPr/>
          </p:nvSpPr>
          <p:spPr>
            <a:xfrm>
              <a:off x="10412264" y="3296980"/>
              <a:ext cx="787345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050">
                  <a:solidFill>
                    <a:srgbClr val="FF0000"/>
                  </a:solidFill>
                </a:rPr>
                <a:t>[m-1][n-1]</a:t>
              </a:r>
              <a:endParaRPr lang="en-ZA" sz="1050">
                <a:solidFill>
                  <a:srgbClr val="FF0000"/>
                </a:solidFill>
              </a:endParaRP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D5E50AC0-08B4-4384-8FAC-22F4BA0E27C3}"/>
                </a:ext>
              </a:extLst>
            </p:cNvPr>
            <p:cNvSpPr/>
            <p:nvPr/>
          </p:nvSpPr>
          <p:spPr>
            <a:xfrm>
              <a:off x="454456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[m-1][1]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401028B2-6280-B08F-BA7B-F26701F63F50}"/>
                </a:ext>
              </a:extLst>
            </p:cNvPr>
            <p:cNvSpPr/>
            <p:nvPr/>
          </p:nvSpPr>
          <p:spPr>
            <a:xfrm>
              <a:off x="528313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[m-1][2]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13BD1D9B-AD99-B10B-F1A9-783BD7F3AA86}"/>
                </a:ext>
              </a:extLst>
            </p:cNvPr>
            <p:cNvSpPr/>
            <p:nvPr/>
          </p:nvSpPr>
          <p:spPr>
            <a:xfrm>
              <a:off x="6021705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[m-1][3]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E56F32AA-AE2D-BCA7-4497-098DFFF914F4}"/>
                </a:ext>
              </a:extLst>
            </p:cNvPr>
            <p:cNvSpPr/>
            <p:nvPr/>
          </p:nvSpPr>
          <p:spPr>
            <a:xfrm>
              <a:off x="6760277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[m-1][4]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D90F1BFD-7413-B688-2F69-4DE5687944B7}"/>
                </a:ext>
              </a:extLst>
            </p:cNvPr>
            <p:cNvSpPr/>
            <p:nvPr/>
          </p:nvSpPr>
          <p:spPr>
            <a:xfrm>
              <a:off x="7498849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[m-1][5]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9AA85E1A-A323-6F2C-EBF0-F1CE8C9D72DD}"/>
                </a:ext>
              </a:extLst>
            </p:cNvPr>
            <p:cNvSpPr/>
            <p:nvPr/>
          </p:nvSpPr>
          <p:spPr>
            <a:xfrm>
              <a:off x="8237421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[m-1][6]</a:t>
              </a:r>
              <a:endParaRPr lang="en-ZA" sz="1200">
                <a:solidFill>
                  <a:srgbClr val="FF0000"/>
                </a:solidFill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7575DA3A-C0EF-1033-9483-31FFA8311E9F}"/>
                </a:ext>
              </a:extLst>
            </p:cNvPr>
            <p:cNvSpPr/>
            <p:nvPr/>
          </p:nvSpPr>
          <p:spPr>
            <a:xfrm>
              <a:off x="8975993" y="3296980"/>
              <a:ext cx="733022" cy="539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FF0000"/>
                  </a:solidFill>
                </a:rPr>
                <a:t>Array</a:t>
              </a:r>
            </a:p>
            <a:p>
              <a:pPr algn="ctr"/>
              <a:r>
                <a:rPr lang="en-US" sz="1200">
                  <a:solidFill>
                    <a:srgbClr val="FF0000"/>
                  </a:solidFill>
                </a:rPr>
                <a:t>[m-1][7]</a:t>
              </a:r>
              <a:endParaRPr lang="en-ZA" sz="1200">
                <a:solidFill>
                  <a:srgbClr val="FF0000"/>
                </a:solidFill>
              </a:endParaRPr>
            </a:p>
          </p:txBody>
        </p: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AD11E6B7-C389-736E-1DA5-7650C45D7C68}"/>
              </a:ext>
            </a:extLst>
          </p:cNvPr>
          <p:cNvSpPr txBox="1"/>
          <p:nvPr/>
        </p:nvSpPr>
        <p:spPr>
          <a:xfrm>
            <a:off x="7110232" y="4772601"/>
            <a:ext cx="8418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>
                <a:latin typeface="LM Roman 12" panose="00000500000000000000"/>
              </a:rPr>
              <a:t>…</a:t>
            </a:r>
            <a:endParaRPr lang="en-ZA" sz="7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E48C39-B5D2-9CA4-E30B-64630D8E6970}"/>
              </a:ext>
            </a:extLst>
          </p:cNvPr>
          <p:cNvSpPr txBox="1"/>
          <p:nvPr/>
        </p:nvSpPr>
        <p:spPr>
          <a:xfrm>
            <a:off x="3470134" y="853730"/>
            <a:ext cx="75035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>
                <a:latin typeface="LM Roman 12" panose="00000500000000000000"/>
              </a:rPr>
              <a:t>m</a:t>
            </a:r>
            <a:r>
              <a:rPr lang="en-US" sz="3600">
                <a:latin typeface="LM Roman 12" panose="00000500000000000000"/>
              </a:rPr>
              <a:t> by </a:t>
            </a:r>
            <a:r>
              <a:rPr lang="en-US" sz="3600" b="1">
                <a:latin typeface="LM Roman 12" panose="00000500000000000000"/>
              </a:rPr>
              <a:t>n </a:t>
            </a:r>
            <a:r>
              <a:rPr lang="en-US" sz="3600">
                <a:latin typeface="LM Roman 12" panose="00000500000000000000"/>
              </a:rPr>
              <a:t>arrays (multiple-subscripted)</a:t>
            </a:r>
            <a:endParaRPr lang="en-ZA" sz="3600" b="1">
              <a:latin typeface="LM Roman 12" panose="000005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22572659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336B8-4E3E-6DA5-0084-3F3C9D4D4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0A23F0F9-1DC5-539E-0013-1A633D2A76B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3355F88-24E9-0C2D-4297-F70CDC2108AE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3CD7F1B-70B5-B1E7-8985-9CB30B5CD33B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5403F41-6907-C14F-43E1-69EB9746F932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8DC83EA4-2E06-464C-65B0-AC5B15BAD9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5F73DAC-3F16-E4F4-DEF1-72893D7B8C20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26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CBBED7D-2E51-99B1-4F6C-ECC3670551A9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>
                  <a:solidFill>
                    <a:srgbClr val="FFFF00"/>
                  </a:solidFill>
                  <a:latin typeface="LM Roman 12" panose="00000500000000000000"/>
                </a:rPr>
                <a:t>Multiple-subscripted arrays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6A1C871C-F102-043E-ED1C-D9E545A5D1E1}"/>
              </a:ext>
            </a:extLst>
          </p:cNvPr>
          <p:cNvSpPr txBox="1"/>
          <p:nvPr/>
        </p:nvSpPr>
        <p:spPr>
          <a:xfrm>
            <a:off x="4766798" y="320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ZA" b="1">
              <a:latin typeface="LM Roman 12" panose="0000050000000000000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8DD440-943B-941C-D53C-03C315BE1A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8017" y="1293277"/>
            <a:ext cx="7082568" cy="2528292"/>
          </a:xfrm>
          <a:prstGeom prst="rect">
            <a:avLst/>
          </a:prstGeom>
        </p:spPr>
      </p:pic>
      <p:pic>
        <p:nvPicPr>
          <p:cNvPr id="150" name="Picture 149">
            <a:extLst>
              <a:ext uri="{FF2B5EF4-FFF2-40B4-BE49-F238E27FC236}">
                <a16:creationId xmlns:a16="http://schemas.microsoft.com/office/drawing/2014/main" id="{001A25FD-11D3-76B6-2216-8C0F41F199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8017" y="4200446"/>
            <a:ext cx="7082568" cy="186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2432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D9748-CE65-2F52-4350-C2EFF7542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E992EA05-7CFA-FF84-2BF2-0D258ACD3350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F32AF64-1E1C-65ED-D2FE-AE37F8DDCDBD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400BCBF-A956-F165-67C9-4917DA7FB0A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0FD9FD-08B0-BEA9-A798-7B531B47EE46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466FEC67-7033-0475-7168-165D73B0BD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C3BF31E-A020-B565-1620-DD21111734BB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26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B833B33-46DF-B601-7933-8DBC59475C5F}"/>
                </a:ext>
              </a:extLst>
            </p:cNvPr>
            <p:cNvSpPr/>
            <p:nvPr/>
          </p:nvSpPr>
          <p:spPr>
            <a:xfrm>
              <a:off x="3708455" y="584240"/>
              <a:ext cx="4359220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>
                  <a:solidFill>
                    <a:srgbClr val="FFFF00"/>
                  </a:solidFill>
                  <a:latin typeface="LM Roman 12" panose="00000500000000000000"/>
                </a:rPr>
                <a:t>Example 1| Multiple-subscripted arrays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BFA50E52-71F7-3938-FC69-3ABB1401693E}"/>
              </a:ext>
            </a:extLst>
          </p:cNvPr>
          <p:cNvSpPr txBox="1"/>
          <p:nvPr/>
        </p:nvSpPr>
        <p:spPr>
          <a:xfrm>
            <a:off x="4766798" y="320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ZA" b="1">
              <a:latin typeface="LM Roman 12" panose="0000050000000000000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3686FF3-C5BE-F8B9-F5D9-7E92598CC256}"/>
              </a:ext>
            </a:extLst>
          </p:cNvPr>
          <p:cNvGrpSpPr/>
          <p:nvPr/>
        </p:nvGrpSpPr>
        <p:grpSpPr>
          <a:xfrm>
            <a:off x="8699648" y="2435726"/>
            <a:ext cx="2141929" cy="1764799"/>
            <a:chOff x="8448675" y="2111876"/>
            <a:chExt cx="2141929" cy="176479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370D153-A127-9E85-1557-2D6634AD996D}"/>
                </a:ext>
              </a:extLst>
            </p:cNvPr>
            <p:cNvSpPr txBox="1"/>
            <p:nvPr/>
          </p:nvSpPr>
          <p:spPr>
            <a:xfrm>
              <a:off x="8679722" y="2111876"/>
              <a:ext cx="156004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>
                  <a:latin typeface="LM Roman 12" panose="00000500000000000000"/>
                </a:rPr>
                <a:t>OUTPUT</a:t>
              </a:r>
              <a:endParaRPr lang="en-ZA" sz="24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1E2C464-1EBF-A22F-111D-87B5391E95E2}"/>
                </a:ext>
              </a:extLst>
            </p:cNvPr>
            <p:cNvSpPr/>
            <p:nvPr/>
          </p:nvSpPr>
          <p:spPr>
            <a:xfrm>
              <a:off x="8448675" y="2743200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ECF3514-1462-F49F-5CE7-1349BF4BF694}"/>
                </a:ext>
              </a:extLst>
            </p:cNvPr>
            <p:cNvSpPr/>
            <p:nvPr/>
          </p:nvSpPr>
          <p:spPr>
            <a:xfrm>
              <a:off x="8448675" y="332422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B4875E0-13AB-43FA-5788-B5285191D986}"/>
                </a:ext>
              </a:extLst>
            </p:cNvPr>
            <p:cNvSpPr/>
            <p:nvPr/>
          </p:nvSpPr>
          <p:spPr>
            <a:xfrm>
              <a:off x="9181502" y="2743200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F16EAA4-9BCF-18B2-4842-868B1D4C0253}"/>
                </a:ext>
              </a:extLst>
            </p:cNvPr>
            <p:cNvSpPr/>
            <p:nvPr/>
          </p:nvSpPr>
          <p:spPr>
            <a:xfrm>
              <a:off x="9181502" y="332422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163DD70-24BF-7111-5ADA-85C6F57DE642}"/>
                </a:ext>
              </a:extLst>
            </p:cNvPr>
            <p:cNvSpPr/>
            <p:nvPr/>
          </p:nvSpPr>
          <p:spPr>
            <a:xfrm>
              <a:off x="9914329" y="2743200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AED1C29-01A7-9A13-9760-11DA64D5BF29}"/>
                </a:ext>
              </a:extLst>
            </p:cNvPr>
            <p:cNvSpPr/>
            <p:nvPr/>
          </p:nvSpPr>
          <p:spPr>
            <a:xfrm>
              <a:off x="9914329" y="332422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5</a:t>
              </a: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79A8DB5A-E98F-1881-9019-1380B1528B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13" y="1349675"/>
            <a:ext cx="5889412" cy="480009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2DB49CF-9FC4-21E4-F734-C782A60697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8639" y="4486241"/>
            <a:ext cx="5103510" cy="81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1826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74155-9192-2DEF-E63A-8CFE2BDE1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14DB0AD8-35FA-ED45-3D6B-78BF6F9B16E0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4A88C49-BC42-66D9-A9B8-BFDC250302F5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9D64341-19EA-C421-5E36-8A88CED0F84D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E43D07A-0007-CD96-3927-6B9B2247C3A7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95DCFEDA-97A1-C47D-A2F2-42069CD400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982C318-B95D-1054-5BF6-C9E60854781D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26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2029770-F14B-F045-FF71-31ECA133BE84}"/>
                </a:ext>
              </a:extLst>
            </p:cNvPr>
            <p:cNvSpPr/>
            <p:nvPr/>
          </p:nvSpPr>
          <p:spPr>
            <a:xfrm>
              <a:off x="3708454" y="584240"/>
              <a:ext cx="427349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>
                  <a:solidFill>
                    <a:srgbClr val="FFFF00"/>
                  </a:solidFill>
                  <a:latin typeface="LM Roman 12" panose="00000500000000000000"/>
                </a:rPr>
                <a:t>Example 2| Multiple-subscripted arrays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DB7BFEA6-5659-AAFA-1915-C8FAECA746D1}"/>
              </a:ext>
            </a:extLst>
          </p:cNvPr>
          <p:cNvSpPr txBox="1"/>
          <p:nvPr/>
        </p:nvSpPr>
        <p:spPr>
          <a:xfrm>
            <a:off x="4766798" y="320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ZA" b="1">
              <a:latin typeface="LM Roman 12" panose="00000500000000000000"/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D31273F8-4794-9B5E-8A3A-647627BB9665}"/>
              </a:ext>
            </a:extLst>
          </p:cNvPr>
          <p:cNvGrpSpPr/>
          <p:nvPr/>
        </p:nvGrpSpPr>
        <p:grpSpPr>
          <a:xfrm>
            <a:off x="2488042" y="3582495"/>
            <a:ext cx="2874756" cy="552450"/>
            <a:chOff x="4422923" y="3152775"/>
            <a:chExt cx="2874756" cy="552450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647F6B17-070F-9FCF-4FA1-9D12F729E5AD}"/>
                </a:ext>
              </a:extLst>
            </p:cNvPr>
            <p:cNvSpPr/>
            <p:nvPr/>
          </p:nvSpPr>
          <p:spPr>
            <a:xfrm>
              <a:off x="4422923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70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F139C301-2030-4036-2D4C-EBB87133C30D}"/>
                </a:ext>
              </a:extLst>
            </p:cNvPr>
            <p:cNvSpPr/>
            <p:nvPr/>
          </p:nvSpPr>
          <p:spPr>
            <a:xfrm>
              <a:off x="5155750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90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3BA403CE-A2D8-5A03-5D0F-AC1A7D61724D}"/>
                </a:ext>
              </a:extLst>
            </p:cNvPr>
            <p:cNvSpPr/>
            <p:nvPr/>
          </p:nvSpPr>
          <p:spPr>
            <a:xfrm>
              <a:off x="5888577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86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8DE6F7E2-FF73-AD4D-E75E-044882609870}"/>
                </a:ext>
              </a:extLst>
            </p:cNvPr>
            <p:cNvSpPr/>
            <p:nvPr/>
          </p:nvSpPr>
          <p:spPr>
            <a:xfrm>
              <a:off x="6621404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81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FE7273DB-127D-0574-C211-537F4EABCBE4}"/>
              </a:ext>
            </a:extLst>
          </p:cNvPr>
          <p:cNvGrpSpPr/>
          <p:nvPr/>
        </p:nvGrpSpPr>
        <p:grpSpPr>
          <a:xfrm>
            <a:off x="2488042" y="2933207"/>
            <a:ext cx="2874756" cy="552450"/>
            <a:chOff x="4422923" y="3152775"/>
            <a:chExt cx="2874756" cy="552450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D2486AE0-2C30-8291-AE9D-F9BF1E20CC39}"/>
                </a:ext>
              </a:extLst>
            </p:cNvPr>
            <p:cNvSpPr/>
            <p:nvPr/>
          </p:nvSpPr>
          <p:spPr>
            <a:xfrm>
              <a:off x="4422923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96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A42ABA08-D292-6DF4-8C09-5DC1F726031B}"/>
                </a:ext>
              </a:extLst>
            </p:cNvPr>
            <p:cNvSpPr/>
            <p:nvPr/>
          </p:nvSpPr>
          <p:spPr>
            <a:xfrm>
              <a:off x="5155750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87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A84B9286-9AAD-64E5-002A-D97FB9F333CA}"/>
                </a:ext>
              </a:extLst>
            </p:cNvPr>
            <p:cNvSpPr/>
            <p:nvPr/>
          </p:nvSpPr>
          <p:spPr>
            <a:xfrm>
              <a:off x="5888577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89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0BECFDBD-B7C2-4C9A-C26D-F40F9CEE55E8}"/>
                </a:ext>
              </a:extLst>
            </p:cNvPr>
            <p:cNvSpPr/>
            <p:nvPr/>
          </p:nvSpPr>
          <p:spPr>
            <a:xfrm>
              <a:off x="6621404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78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0B9FE78-5875-2C88-ADC1-F11EF374CB10}"/>
              </a:ext>
            </a:extLst>
          </p:cNvPr>
          <p:cNvGrpSpPr/>
          <p:nvPr/>
        </p:nvGrpSpPr>
        <p:grpSpPr>
          <a:xfrm>
            <a:off x="2488042" y="2283919"/>
            <a:ext cx="2874756" cy="552450"/>
            <a:chOff x="4422923" y="3152775"/>
            <a:chExt cx="2874756" cy="552450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C09E60BE-F202-F161-8FED-61C57F938CF2}"/>
                </a:ext>
              </a:extLst>
            </p:cNvPr>
            <p:cNvSpPr/>
            <p:nvPr/>
          </p:nvSpPr>
          <p:spPr>
            <a:xfrm>
              <a:off x="4422923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77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6A402B62-FEFF-9527-3378-04B0B9A45530}"/>
                </a:ext>
              </a:extLst>
            </p:cNvPr>
            <p:cNvSpPr/>
            <p:nvPr/>
          </p:nvSpPr>
          <p:spPr>
            <a:xfrm>
              <a:off x="5155750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68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B3CA06DE-ED1C-DC1F-B1FB-3FD1E0153F6F}"/>
                </a:ext>
              </a:extLst>
            </p:cNvPr>
            <p:cNvSpPr/>
            <p:nvPr/>
          </p:nvSpPr>
          <p:spPr>
            <a:xfrm>
              <a:off x="5888577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86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753DD8C2-A870-B8BA-53EB-9CD8281028D9}"/>
                </a:ext>
              </a:extLst>
            </p:cNvPr>
            <p:cNvSpPr/>
            <p:nvPr/>
          </p:nvSpPr>
          <p:spPr>
            <a:xfrm>
              <a:off x="6621404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73</a:t>
              </a:r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9FFEEEE9-1A6E-296A-583A-29A5813E00FD}"/>
              </a:ext>
            </a:extLst>
          </p:cNvPr>
          <p:cNvSpPr txBox="1"/>
          <p:nvPr/>
        </p:nvSpPr>
        <p:spPr>
          <a:xfrm>
            <a:off x="1600813" y="2467037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Emma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E7B4085-3012-2A59-BD07-87E58C4DB062}"/>
              </a:ext>
            </a:extLst>
          </p:cNvPr>
          <p:cNvSpPr txBox="1"/>
          <p:nvPr/>
        </p:nvSpPr>
        <p:spPr>
          <a:xfrm>
            <a:off x="1600813" y="3024766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Josh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D2CA645-9353-F232-66C9-276708E947A2}"/>
              </a:ext>
            </a:extLst>
          </p:cNvPr>
          <p:cNvSpPr txBox="1"/>
          <p:nvPr/>
        </p:nvSpPr>
        <p:spPr>
          <a:xfrm>
            <a:off x="1600813" y="3705189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Musa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9846ED3-4530-2A81-02F1-BA2B6975E5D1}"/>
              </a:ext>
            </a:extLst>
          </p:cNvPr>
          <p:cNvSpPr txBox="1"/>
          <p:nvPr/>
        </p:nvSpPr>
        <p:spPr>
          <a:xfrm>
            <a:off x="2320816" y="1829636"/>
            <a:ext cx="843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CP143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8E2A14C-82AB-950F-90F1-F37A9DC4B39A}"/>
              </a:ext>
            </a:extLst>
          </p:cNvPr>
          <p:cNvSpPr txBox="1"/>
          <p:nvPr/>
        </p:nvSpPr>
        <p:spPr>
          <a:xfrm>
            <a:off x="3089674" y="1829636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CS214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03F4F0A-9F8A-57C5-EFC2-A8722E46324D}"/>
              </a:ext>
            </a:extLst>
          </p:cNvPr>
          <p:cNvSpPr txBox="1"/>
          <p:nvPr/>
        </p:nvSpPr>
        <p:spPr>
          <a:xfrm>
            <a:off x="3858532" y="1829636"/>
            <a:ext cx="843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ET300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F485AEF-4F9D-EF70-BDC4-68D7D3E6C726}"/>
              </a:ext>
            </a:extLst>
          </p:cNvPr>
          <p:cNvSpPr txBox="1"/>
          <p:nvPr/>
        </p:nvSpPr>
        <p:spPr>
          <a:xfrm>
            <a:off x="4627390" y="1829636"/>
            <a:ext cx="84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AP414</a:t>
            </a: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1017D4C6-7FA8-945C-CC5E-56AC848B4D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772" y="2185259"/>
            <a:ext cx="5696422" cy="2058707"/>
          </a:xfrm>
          <a:prstGeom prst="rect">
            <a:avLst/>
          </a:prstGeom>
        </p:spPr>
      </p:pic>
      <p:sp>
        <p:nvSpPr>
          <p:cNvPr id="107" name="Rectangle 106">
            <a:extLst>
              <a:ext uri="{FF2B5EF4-FFF2-40B4-BE49-F238E27FC236}">
                <a16:creationId xmlns:a16="http://schemas.microsoft.com/office/drawing/2014/main" id="{EACCFFAE-6F39-EC9B-CAF8-22408D6E4DE3}"/>
              </a:ext>
            </a:extLst>
          </p:cNvPr>
          <p:cNvSpPr/>
          <p:nvPr/>
        </p:nvSpPr>
        <p:spPr>
          <a:xfrm>
            <a:off x="2016151" y="4555057"/>
            <a:ext cx="7181851" cy="153031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en-ZA" sz="2400">
                <a:latin typeface="LM Roman 12" panose="00000500000000000000" pitchFamily="50" charset="0"/>
              </a:rPr>
              <a:t>Print the array</a:t>
            </a:r>
          </a:p>
          <a:p>
            <a:pPr marL="342900" indent="-342900" algn="ctr">
              <a:buAutoNum type="arabicPeriod"/>
            </a:pPr>
            <a:r>
              <a:rPr lang="en-ZA" sz="2400">
                <a:latin typeface="LM Roman 12" panose="00000500000000000000" pitchFamily="50" charset="0"/>
              </a:rPr>
              <a:t>Minimum grade</a:t>
            </a:r>
          </a:p>
          <a:p>
            <a:pPr marL="342900" indent="-342900" algn="ctr">
              <a:buAutoNum type="arabicPeriod"/>
            </a:pPr>
            <a:r>
              <a:rPr lang="en-ZA" sz="2400">
                <a:latin typeface="LM Roman 12" panose="00000500000000000000" pitchFamily="50" charset="0"/>
              </a:rPr>
              <a:t>Maximum grade</a:t>
            </a:r>
          </a:p>
          <a:p>
            <a:pPr marL="342900" indent="-342900" algn="ctr">
              <a:buAutoNum type="arabicPeriod"/>
            </a:pPr>
            <a:r>
              <a:rPr lang="en-ZA" sz="2400">
                <a:latin typeface="LM Roman 12" panose="00000500000000000000" pitchFamily="50" charset="0"/>
              </a:rPr>
              <a:t>Average grade (each student)</a:t>
            </a:r>
          </a:p>
        </p:txBody>
      </p:sp>
      <p:pic>
        <p:nvPicPr>
          <p:cNvPr id="109" name="Picture 108">
            <a:extLst>
              <a:ext uri="{FF2B5EF4-FFF2-40B4-BE49-F238E27FC236}">
                <a16:creationId xmlns:a16="http://schemas.microsoft.com/office/drawing/2014/main" id="{BB545F54-78B8-65C4-4247-A990537CCB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04392" y="98731"/>
            <a:ext cx="6058425" cy="2293819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B5C1E097-603B-AD84-AC3D-A8E3C87908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04392" y="2560144"/>
            <a:ext cx="4839119" cy="2720576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7AC27D31-FF2E-F120-6BC4-B10B4ABDC9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999073" y="171155"/>
            <a:ext cx="4877223" cy="2720576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5B4865A6-A457-8B09-F42E-2EE1B651CB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821863" y="3628425"/>
            <a:ext cx="4359018" cy="169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0666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34ED6-66BF-D63A-C5D5-2BE7E1D8D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2C9BBB6B-5322-FE88-2F26-121485016644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9D16831-3666-A730-7E5C-3DEF769A4776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D020B15-3B00-B3CA-B9C8-A2352962C2EC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EED1D81-F28B-9646-9235-8CC77A902981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4DE1B197-EDF3-7079-CBC8-693BEE5CD9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6CE2CC6-F471-4DCC-4091-D1FF77E0C05B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26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2AC554D-BCAE-E44D-5C6D-B11D3CDE99BF}"/>
                </a:ext>
              </a:extLst>
            </p:cNvPr>
            <p:cNvSpPr/>
            <p:nvPr/>
          </p:nvSpPr>
          <p:spPr>
            <a:xfrm>
              <a:off x="3708454" y="584240"/>
              <a:ext cx="427349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>
                  <a:solidFill>
                    <a:srgbClr val="FFFF00"/>
                  </a:solidFill>
                  <a:latin typeface="LM Roman 12" panose="00000500000000000000"/>
                </a:rPr>
                <a:t>Example 2| Multiple-subscripted arrays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B7489C41-EE9B-F160-B559-3528015EE5A3}"/>
              </a:ext>
            </a:extLst>
          </p:cNvPr>
          <p:cNvSpPr txBox="1"/>
          <p:nvPr/>
        </p:nvSpPr>
        <p:spPr>
          <a:xfrm>
            <a:off x="4766798" y="320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ZA" b="1">
              <a:latin typeface="LM Roman 12" panose="00000500000000000000"/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ADF75DF-A2DA-A1CC-6102-B7F5CBBB3536}"/>
              </a:ext>
            </a:extLst>
          </p:cNvPr>
          <p:cNvGrpSpPr/>
          <p:nvPr/>
        </p:nvGrpSpPr>
        <p:grpSpPr>
          <a:xfrm>
            <a:off x="2488042" y="3582495"/>
            <a:ext cx="2874756" cy="552450"/>
            <a:chOff x="4422923" y="3152775"/>
            <a:chExt cx="2874756" cy="552450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0D8B6BB5-E9DB-CCBB-5893-C4DB23AB9721}"/>
                </a:ext>
              </a:extLst>
            </p:cNvPr>
            <p:cNvSpPr/>
            <p:nvPr/>
          </p:nvSpPr>
          <p:spPr>
            <a:xfrm>
              <a:off x="4422923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70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F355291E-D927-B061-13FF-117A9876D8A5}"/>
                </a:ext>
              </a:extLst>
            </p:cNvPr>
            <p:cNvSpPr/>
            <p:nvPr/>
          </p:nvSpPr>
          <p:spPr>
            <a:xfrm>
              <a:off x="5155750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90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87F65602-6325-17C5-FE96-390D34AA75F3}"/>
                </a:ext>
              </a:extLst>
            </p:cNvPr>
            <p:cNvSpPr/>
            <p:nvPr/>
          </p:nvSpPr>
          <p:spPr>
            <a:xfrm>
              <a:off x="5888577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86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D471ACA5-2A85-60B1-C90D-ECD403686C01}"/>
                </a:ext>
              </a:extLst>
            </p:cNvPr>
            <p:cNvSpPr/>
            <p:nvPr/>
          </p:nvSpPr>
          <p:spPr>
            <a:xfrm>
              <a:off x="6621404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81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6E7B33B-F89D-D747-DD6B-46B02FE99CDE}"/>
              </a:ext>
            </a:extLst>
          </p:cNvPr>
          <p:cNvGrpSpPr/>
          <p:nvPr/>
        </p:nvGrpSpPr>
        <p:grpSpPr>
          <a:xfrm>
            <a:off x="2488042" y="2933207"/>
            <a:ext cx="2874756" cy="552450"/>
            <a:chOff x="4422923" y="3152775"/>
            <a:chExt cx="2874756" cy="552450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E27B55C5-5519-2611-4172-49B19D142077}"/>
                </a:ext>
              </a:extLst>
            </p:cNvPr>
            <p:cNvSpPr/>
            <p:nvPr/>
          </p:nvSpPr>
          <p:spPr>
            <a:xfrm>
              <a:off x="4422923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96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CF5C8388-E126-291D-5393-9C45B02E5597}"/>
                </a:ext>
              </a:extLst>
            </p:cNvPr>
            <p:cNvSpPr/>
            <p:nvPr/>
          </p:nvSpPr>
          <p:spPr>
            <a:xfrm>
              <a:off x="5155750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87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3C86680B-9978-A9E2-301B-A071D2C4C1FE}"/>
                </a:ext>
              </a:extLst>
            </p:cNvPr>
            <p:cNvSpPr/>
            <p:nvPr/>
          </p:nvSpPr>
          <p:spPr>
            <a:xfrm>
              <a:off x="5888577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89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E4D6AD81-54CA-0D05-1943-542C0D4BF71C}"/>
                </a:ext>
              </a:extLst>
            </p:cNvPr>
            <p:cNvSpPr/>
            <p:nvPr/>
          </p:nvSpPr>
          <p:spPr>
            <a:xfrm>
              <a:off x="6621404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78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6F9F2760-6187-C835-3C4F-BF96DA45CFDF}"/>
              </a:ext>
            </a:extLst>
          </p:cNvPr>
          <p:cNvGrpSpPr/>
          <p:nvPr/>
        </p:nvGrpSpPr>
        <p:grpSpPr>
          <a:xfrm>
            <a:off x="2488042" y="2283919"/>
            <a:ext cx="2874756" cy="552450"/>
            <a:chOff x="4422923" y="3152775"/>
            <a:chExt cx="2874756" cy="552450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53B3E005-9568-70D7-2CEB-C0128D1334FC}"/>
                </a:ext>
              </a:extLst>
            </p:cNvPr>
            <p:cNvSpPr/>
            <p:nvPr/>
          </p:nvSpPr>
          <p:spPr>
            <a:xfrm>
              <a:off x="4422923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77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1A8477E8-85E7-4649-FEE0-743523988ACE}"/>
                </a:ext>
              </a:extLst>
            </p:cNvPr>
            <p:cNvSpPr/>
            <p:nvPr/>
          </p:nvSpPr>
          <p:spPr>
            <a:xfrm>
              <a:off x="5155750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68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8DD9E675-4C22-4447-7D7F-27B387809D6A}"/>
                </a:ext>
              </a:extLst>
            </p:cNvPr>
            <p:cNvSpPr/>
            <p:nvPr/>
          </p:nvSpPr>
          <p:spPr>
            <a:xfrm>
              <a:off x="5888577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86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1CC34BB-80FC-2E79-50DD-E27FE7B24ECD}"/>
                </a:ext>
              </a:extLst>
            </p:cNvPr>
            <p:cNvSpPr/>
            <p:nvPr/>
          </p:nvSpPr>
          <p:spPr>
            <a:xfrm>
              <a:off x="6621404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73</a:t>
              </a:r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DE2E3376-C0AF-5F2A-FBE8-79F1420821F6}"/>
              </a:ext>
            </a:extLst>
          </p:cNvPr>
          <p:cNvSpPr txBox="1"/>
          <p:nvPr/>
        </p:nvSpPr>
        <p:spPr>
          <a:xfrm>
            <a:off x="1600813" y="2467037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Emma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10147AF-65E9-11F0-57F2-6A90CE81D894}"/>
              </a:ext>
            </a:extLst>
          </p:cNvPr>
          <p:cNvSpPr txBox="1"/>
          <p:nvPr/>
        </p:nvSpPr>
        <p:spPr>
          <a:xfrm>
            <a:off x="1600813" y="3024766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Josh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4FD8511-9179-D531-07F0-6AA91CFE5545}"/>
              </a:ext>
            </a:extLst>
          </p:cNvPr>
          <p:cNvSpPr txBox="1"/>
          <p:nvPr/>
        </p:nvSpPr>
        <p:spPr>
          <a:xfrm>
            <a:off x="1600813" y="3705189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Musa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54249D9-B967-F375-52CD-EC8EB47262A5}"/>
              </a:ext>
            </a:extLst>
          </p:cNvPr>
          <p:cNvSpPr txBox="1"/>
          <p:nvPr/>
        </p:nvSpPr>
        <p:spPr>
          <a:xfrm>
            <a:off x="2320816" y="1829636"/>
            <a:ext cx="843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CP143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5C125D3-1178-43BE-2D58-443675D1DFD6}"/>
              </a:ext>
            </a:extLst>
          </p:cNvPr>
          <p:cNvSpPr txBox="1"/>
          <p:nvPr/>
        </p:nvSpPr>
        <p:spPr>
          <a:xfrm>
            <a:off x="3089674" y="1829636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CS214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13C02F2-B687-6AB9-3E62-2930E9153ED1}"/>
              </a:ext>
            </a:extLst>
          </p:cNvPr>
          <p:cNvSpPr txBox="1"/>
          <p:nvPr/>
        </p:nvSpPr>
        <p:spPr>
          <a:xfrm>
            <a:off x="3858532" y="1829636"/>
            <a:ext cx="843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ET300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7A58167-38A3-0A7B-A553-412BCCB49277}"/>
              </a:ext>
            </a:extLst>
          </p:cNvPr>
          <p:cNvSpPr txBox="1"/>
          <p:nvPr/>
        </p:nvSpPr>
        <p:spPr>
          <a:xfrm>
            <a:off x="4627390" y="1829636"/>
            <a:ext cx="84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AP414</a:t>
            </a: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331C075F-3EE1-1B97-E23E-E95B48E1EA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772" y="2185259"/>
            <a:ext cx="5696422" cy="2058707"/>
          </a:xfrm>
          <a:prstGeom prst="rect">
            <a:avLst/>
          </a:prstGeom>
        </p:spPr>
      </p:pic>
      <p:sp>
        <p:nvSpPr>
          <p:cNvPr id="107" name="Rectangle 106">
            <a:extLst>
              <a:ext uri="{FF2B5EF4-FFF2-40B4-BE49-F238E27FC236}">
                <a16:creationId xmlns:a16="http://schemas.microsoft.com/office/drawing/2014/main" id="{B9BF08B4-69EB-A4CD-1E21-4AAAF80CBB38}"/>
              </a:ext>
            </a:extLst>
          </p:cNvPr>
          <p:cNvSpPr/>
          <p:nvPr/>
        </p:nvSpPr>
        <p:spPr>
          <a:xfrm>
            <a:off x="-7303701" y="5454217"/>
            <a:ext cx="7181851" cy="153031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en-ZA" sz="2400">
                <a:latin typeface="LM Roman 12" panose="00000500000000000000" pitchFamily="50" charset="0"/>
              </a:rPr>
              <a:t>Print the array</a:t>
            </a:r>
          </a:p>
          <a:p>
            <a:pPr marL="342900" indent="-342900" algn="ctr">
              <a:buAutoNum type="arabicPeriod"/>
            </a:pPr>
            <a:r>
              <a:rPr lang="en-ZA" sz="2400">
                <a:latin typeface="LM Roman 12" panose="00000500000000000000" pitchFamily="50" charset="0"/>
              </a:rPr>
              <a:t>Minimum grade</a:t>
            </a:r>
          </a:p>
          <a:p>
            <a:pPr marL="342900" indent="-342900" algn="ctr">
              <a:buAutoNum type="arabicPeriod"/>
            </a:pPr>
            <a:r>
              <a:rPr lang="en-ZA" sz="2400">
                <a:latin typeface="LM Roman 12" panose="00000500000000000000" pitchFamily="50" charset="0"/>
              </a:rPr>
              <a:t>Maximum grade</a:t>
            </a:r>
          </a:p>
          <a:p>
            <a:pPr marL="342900" indent="-342900" algn="ctr">
              <a:buAutoNum type="arabicPeriod"/>
            </a:pPr>
            <a:r>
              <a:rPr lang="en-ZA" sz="2400">
                <a:latin typeface="LM Roman 12" panose="00000500000000000000" pitchFamily="50" charset="0"/>
              </a:rPr>
              <a:t>Average grade (each student)</a:t>
            </a:r>
          </a:p>
        </p:txBody>
      </p:sp>
      <p:pic>
        <p:nvPicPr>
          <p:cNvPr id="109" name="Picture 108">
            <a:extLst>
              <a:ext uri="{FF2B5EF4-FFF2-40B4-BE49-F238E27FC236}">
                <a16:creationId xmlns:a16="http://schemas.microsoft.com/office/drawing/2014/main" id="{A5E4EDFA-0F65-F152-9473-51A50F5405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1558" y="4367915"/>
            <a:ext cx="6058425" cy="2293819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C5AE114B-4F88-9E1D-5880-E40F57A181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04392" y="2560144"/>
            <a:ext cx="4839119" cy="2720576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87892365-9A0A-0917-BB19-9A6A97719A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999073" y="171155"/>
            <a:ext cx="4877223" cy="2720576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26452B28-186C-0401-F36F-3939D2F7AE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821863" y="3628425"/>
            <a:ext cx="4359018" cy="169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8810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52902-97A7-8226-AA1B-39F952829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12558EFA-60AA-43F0-4A47-FF217C6B6EE8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E92A306-BD28-2140-0EF6-4E48772AEE62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C868F88-AD77-851D-BFCD-105FEDEA9AD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EE38305-D9DA-56CC-AC2F-1A54E057954B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AA9256B1-0697-89EC-EEB0-9063DB10CD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39FA18B-A71B-61FB-86B5-77171D8AD614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26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3B6DA9C-85F5-817B-96B0-CA0A396F89C3}"/>
                </a:ext>
              </a:extLst>
            </p:cNvPr>
            <p:cNvSpPr/>
            <p:nvPr/>
          </p:nvSpPr>
          <p:spPr>
            <a:xfrm>
              <a:off x="3708454" y="584240"/>
              <a:ext cx="427349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>
                  <a:solidFill>
                    <a:srgbClr val="FFFF00"/>
                  </a:solidFill>
                  <a:latin typeface="LM Roman 12" panose="00000500000000000000"/>
                </a:rPr>
                <a:t>Example 2| Multiple-subscripted arrays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F7059F5F-2CBD-081D-5CEE-50CA389170AF}"/>
              </a:ext>
            </a:extLst>
          </p:cNvPr>
          <p:cNvSpPr txBox="1"/>
          <p:nvPr/>
        </p:nvSpPr>
        <p:spPr>
          <a:xfrm>
            <a:off x="4766798" y="320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ZA" b="1">
              <a:latin typeface="LM Roman 12" panose="00000500000000000000"/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952F6F3-0438-CAD9-A869-7C89F0DBE39E}"/>
              </a:ext>
            </a:extLst>
          </p:cNvPr>
          <p:cNvGrpSpPr/>
          <p:nvPr/>
        </p:nvGrpSpPr>
        <p:grpSpPr>
          <a:xfrm>
            <a:off x="2488042" y="3582495"/>
            <a:ext cx="2874756" cy="552450"/>
            <a:chOff x="4422923" y="3152775"/>
            <a:chExt cx="2874756" cy="552450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9C7BA510-0740-3984-973C-D121A4AFBCA3}"/>
                </a:ext>
              </a:extLst>
            </p:cNvPr>
            <p:cNvSpPr/>
            <p:nvPr/>
          </p:nvSpPr>
          <p:spPr>
            <a:xfrm>
              <a:off x="4422923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70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07B8BD45-EF3B-FD44-A422-7B4C43671A86}"/>
                </a:ext>
              </a:extLst>
            </p:cNvPr>
            <p:cNvSpPr/>
            <p:nvPr/>
          </p:nvSpPr>
          <p:spPr>
            <a:xfrm>
              <a:off x="5155750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90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3FE1CD2-CC93-934D-E01E-C0F445C5F557}"/>
                </a:ext>
              </a:extLst>
            </p:cNvPr>
            <p:cNvSpPr/>
            <p:nvPr/>
          </p:nvSpPr>
          <p:spPr>
            <a:xfrm>
              <a:off x="5888577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86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45DC4E39-6973-665C-1D4F-5A23DC494AE8}"/>
                </a:ext>
              </a:extLst>
            </p:cNvPr>
            <p:cNvSpPr/>
            <p:nvPr/>
          </p:nvSpPr>
          <p:spPr>
            <a:xfrm>
              <a:off x="6621404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81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048A4213-A4DE-635C-E098-6FBFC5BFDDAF}"/>
              </a:ext>
            </a:extLst>
          </p:cNvPr>
          <p:cNvGrpSpPr/>
          <p:nvPr/>
        </p:nvGrpSpPr>
        <p:grpSpPr>
          <a:xfrm>
            <a:off x="2488042" y="2933207"/>
            <a:ext cx="2874756" cy="552450"/>
            <a:chOff x="4422923" y="3152775"/>
            <a:chExt cx="2874756" cy="552450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FE5317EA-3C4D-D1DB-8DA0-B42BB0CED6E8}"/>
                </a:ext>
              </a:extLst>
            </p:cNvPr>
            <p:cNvSpPr/>
            <p:nvPr/>
          </p:nvSpPr>
          <p:spPr>
            <a:xfrm>
              <a:off x="4422923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96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E97A4F17-1FE8-3CDA-E157-80FAAE8F19AB}"/>
                </a:ext>
              </a:extLst>
            </p:cNvPr>
            <p:cNvSpPr/>
            <p:nvPr/>
          </p:nvSpPr>
          <p:spPr>
            <a:xfrm>
              <a:off x="5155750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87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7669E6BC-6218-790B-BD7E-C3585821584E}"/>
                </a:ext>
              </a:extLst>
            </p:cNvPr>
            <p:cNvSpPr/>
            <p:nvPr/>
          </p:nvSpPr>
          <p:spPr>
            <a:xfrm>
              <a:off x="5888577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89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C9B7E54D-7878-7DB5-C433-54C520AC527F}"/>
                </a:ext>
              </a:extLst>
            </p:cNvPr>
            <p:cNvSpPr/>
            <p:nvPr/>
          </p:nvSpPr>
          <p:spPr>
            <a:xfrm>
              <a:off x="6621404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78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AB530BDD-76BA-D774-3A4E-396DAF059C78}"/>
              </a:ext>
            </a:extLst>
          </p:cNvPr>
          <p:cNvGrpSpPr/>
          <p:nvPr/>
        </p:nvGrpSpPr>
        <p:grpSpPr>
          <a:xfrm>
            <a:off x="2488042" y="2283919"/>
            <a:ext cx="2874756" cy="552450"/>
            <a:chOff x="4422923" y="3152775"/>
            <a:chExt cx="2874756" cy="552450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28C0A87E-8562-C605-CD12-EBA80B7BEDD1}"/>
                </a:ext>
              </a:extLst>
            </p:cNvPr>
            <p:cNvSpPr/>
            <p:nvPr/>
          </p:nvSpPr>
          <p:spPr>
            <a:xfrm>
              <a:off x="4422923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77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44C96888-B01B-2F43-4191-2BDB03AE8B05}"/>
                </a:ext>
              </a:extLst>
            </p:cNvPr>
            <p:cNvSpPr/>
            <p:nvPr/>
          </p:nvSpPr>
          <p:spPr>
            <a:xfrm>
              <a:off x="5155750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68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9678FCA9-FCE7-CD2F-9976-77A7159BF110}"/>
                </a:ext>
              </a:extLst>
            </p:cNvPr>
            <p:cNvSpPr/>
            <p:nvPr/>
          </p:nvSpPr>
          <p:spPr>
            <a:xfrm>
              <a:off x="5888577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86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3E7D958B-09F1-7042-DC5E-DEA912859FCB}"/>
                </a:ext>
              </a:extLst>
            </p:cNvPr>
            <p:cNvSpPr/>
            <p:nvPr/>
          </p:nvSpPr>
          <p:spPr>
            <a:xfrm>
              <a:off x="6621404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73</a:t>
              </a:r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6F3DE7B6-3BB6-0A36-F38A-6BB2A0393AC5}"/>
              </a:ext>
            </a:extLst>
          </p:cNvPr>
          <p:cNvSpPr txBox="1"/>
          <p:nvPr/>
        </p:nvSpPr>
        <p:spPr>
          <a:xfrm>
            <a:off x="1600813" y="2467037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Emma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AAAA2BB-3F4E-D45D-4F00-AFA79EA2D134}"/>
              </a:ext>
            </a:extLst>
          </p:cNvPr>
          <p:cNvSpPr txBox="1"/>
          <p:nvPr/>
        </p:nvSpPr>
        <p:spPr>
          <a:xfrm>
            <a:off x="1600813" y="3024766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Josh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CC755C5-C3F2-EF9B-9018-301AD7D37203}"/>
              </a:ext>
            </a:extLst>
          </p:cNvPr>
          <p:cNvSpPr txBox="1"/>
          <p:nvPr/>
        </p:nvSpPr>
        <p:spPr>
          <a:xfrm>
            <a:off x="1600813" y="3705189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Musa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632A618-D5AF-E48A-FF86-523BA15B9E92}"/>
              </a:ext>
            </a:extLst>
          </p:cNvPr>
          <p:cNvSpPr txBox="1"/>
          <p:nvPr/>
        </p:nvSpPr>
        <p:spPr>
          <a:xfrm>
            <a:off x="2320816" y="1829636"/>
            <a:ext cx="843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CP143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BE54E6B-129F-12A8-EDDA-6AC9B8662953}"/>
              </a:ext>
            </a:extLst>
          </p:cNvPr>
          <p:cNvSpPr txBox="1"/>
          <p:nvPr/>
        </p:nvSpPr>
        <p:spPr>
          <a:xfrm>
            <a:off x="3089674" y="1829636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CS214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9D16D0B-4BD5-F439-6F82-F650286C0CDB}"/>
              </a:ext>
            </a:extLst>
          </p:cNvPr>
          <p:cNvSpPr txBox="1"/>
          <p:nvPr/>
        </p:nvSpPr>
        <p:spPr>
          <a:xfrm>
            <a:off x="3858532" y="1829636"/>
            <a:ext cx="843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ET300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3573B84-77D3-39FB-D8B6-FBCD468FB858}"/>
              </a:ext>
            </a:extLst>
          </p:cNvPr>
          <p:cNvSpPr txBox="1"/>
          <p:nvPr/>
        </p:nvSpPr>
        <p:spPr>
          <a:xfrm>
            <a:off x="4627390" y="1829636"/>
            <a:ext cx="84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AP414</a:t>
            </a: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B89AFFAD-9166-BA4C-F7DA-A8F810CB51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772" y="2185259"/>
            <a:ext cx="5696422" cy="2058707"/>
          </a:xfrm>
          <a:prstGeom prst="rect">
            <a:avLst/>
          </a:prstGeom>
        </p:spPr>
      </p:pic>
      <p:sp>
        <p:nvSpPr>
          <p:cNvPr id="107" name="Rectangle 106">
            <a:extLst>
              <a:ext uri="{FF2B5EF4-FFF2-40B4-BE49-F238E27FC236}">
                <a16:creationId xmlns:a16="http://schemas.microsoft.com/office/drawing/2014/main" id="{0FA50BA9-FFCC-F72A-3B47-43E1BAD791EB}"/>
              </a:ext>
            </a:extLst>
          </p:cNvPr>
          <p:cNvSpPr/>
          <p:nvPr/>
        </p:nvSpPr>
        <p:spPr>
          <a:xfrm>
            <a:off x="-7303701" y="5454217"/>
            <a:ext cx="7181851" cy="153031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en-ZA" sz="2400">
                <a:latin typeface="LM Roman 12" panose="00000500000000000000" pitchFamily="50" charset="0"/>
              </a:rPr>
              <a:t>Print the array</a:t>
            </a:r>
          </a:p>
          <a:p>
            <a:pPr marL="342900" indent="-342900" algn="ctr">
              <a:buAutoNum type="arabicPeriod"/>
            </a:pPr>
            <a:r>
              <a:rPr lang="en-ZA" sz="2400">
                <a:latin typeface="LM Roman 12" panose="00000500000000000000" pitchFamily="50" charset="0"/>
              </a:rPr>
              <a:t>Minimum grade</a:t>
            </a:r>
          </a:p>
          <a:p>
            <a:pPr marL="342900" indent="-342900" algn="ctr">
              <a:buAutoNum type="arabicPeriod"/>
            </a:pPr>
            <a:r>
              <a:rPr lang="en-ZA" sz="2400">
                <a:latin typeface="LM Roman 12" panose="00000500000000000000" pitchFamily="50" charset="0"/>
              </a:rPr>
              <a:t>Maximum grade</a:t>
            </a:r>
          </a:p>
          <a:p>
            <a:pPr marL="342900" indent="-342900" algn="ctr">
              <a:buAutoNum type="arabicPeriod"/>
            </a:pPr>
            <a:r>
              <a:rPr lang="en-ZA" sz="2400">
                <a:latin typeface="LM Roman 12" panose="00000500000000000000" pitchFamily="50" charset="0"/>
              </a:rPr>
              <a:t>Average grade (each student)</a:t>
            </a:r>
          </a:p>
        </p:txBody>
      </p:sp>
      <p:pic>
        <p:nvPicPr>
          <p:cNvPr id="109" name="Picture 108">
            <a:extLst>
              <a:ext uri="{FF2B5EF4-FFF2-40B4-BE49-F238E27FC236}">
                <a16:creationId xmlns:a16="http://schemas.microsoft.com/office/drawing/2014/main" id="{B3F67DA7-7C36-0F1A-AFD7-6CE88CF84A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3553" y="184666"/>
            <a:ext cx="6058425" cy="2293819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2EAF832B-AEE9-F745-B105-FC129716A5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4317" y="4162948"/>
            <a:ext cx="4839119" cy="2720576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EABAF5A4-913F-0C72-BA58-1FDE6B440E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999073" y="171155"/>
            <a:ext cx="4877223" cy="2720576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E4C27511-1C1C-1A29-CE80-407EE58C98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821863" y="3628425"/>
            <a:ext cx="4359018" cy="169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752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E1D28-0E0D-4C08-A231-A473F4BBF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A5467424-3B83-6277-4416-3F9B75F15EF6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B525BF3-4D9F-4EAD-597C-8389AFE2390C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CF50772-0BEA-C7A3-6881-CDA22F476C45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8140078-372C-4585-D1A2-4DA7DC708B49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78F3A83E-6A49-7136-310F-CB0CB64649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AB5D82C-F843-E5C4-2B24-A31730F061EE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26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10D7CAA-4EBB-7B5A-D01B-CC7BEB59FC3A}"/>
                </a:ext>
              </a:extLst>
            </p:cNvPr>
            <p:cNvSpPr/>
            <p:nvPr/>
          </p:nvSpPr>
          <p:spPr>
            <a:xfrm>
              <a:off x="3708454" y="584240"/>
              <a:ext cx="427349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>
                  <a:solidFill>
                    <a:srgbClr val="FFFF00"/>
                  </a:solidFill>
                  <a:latin typeface="LM Roman 12" panose="00000500000000000000"/>
                </a:rPr>
                <a:t>Example 2| Multiple-subscripted arrays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954AB9E9-8917-78F3-9071-72CA39C357A1}"/>
              </a:ext>
            </a:extLst>
          </p:cNvPr>
          <p:cNvSpPr txBox="1"/>
          <p:nvPr/>
        </p:nvSpPr>
        <p:spPr>
          <a:xfrm>
            <a:off x="4766798" y="320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ZA" b="1">
              <a:latin typeface="LM Roman 12" panose="00000500000000000000"/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DA36AE2-3870-2D7C-FBDF-61A77CF8D2B2}"/>
              </a:ext>
            </a:extLst>
          </p:cNvPr>
          <p:cNvGrpSpPr/>
          <p:nvPr/>
        </p:nvGrpSpPr>
        <p:grpSpPr>
          <a:xfrm>
            <a:off x="2488042" y="3582495"/>
            <a:ext cx="2874756" cy="552450"/>
            <a:chOff x="4422923" y="3152775"/>
            <a:chExt cx="2874756" cy="552450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93904F3E-F7A7-C25F-B77F-23C82C139C2A}"/>
                </a:ext>
              </a:extLst>
            </p:cNvPr>
            <p:cNvSpPr/>
            <p:nvPr/>
          </p:nvSpPr>
          <p:spPr>
            <a:xfrm>
              <a:off x="4422923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70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7BAC3B0B-53BD-EB5F-0987-F94B4C0E8779}"/>
                </a:ext>
              </a:extLst>
            </p:cNvPr>
            <p:cNvSpPr/>
            <p:nvPr/>
          </p:nvSpPr>
          <p:spPr>
            <a:xfrm>
              <a:off x="5155750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90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87AC913-5C95-2DC2-972C-059D39F1893D}"/>
                </a:ext>
              </a:extLst>
            </p:cNvPr>
            <p:cNvSpPr/>
            <p:nvPr/>
          </p:nvSpPr>
          <p:spPr>
            <a:xfrm>
              <a:off x="5888577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86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AFD4F0CE-5B20-9C68-91AB-9E55A22DEBF9}"/>
                </a:ext>
              </a:extLst>
            </p:cNvPr>
            <p:cNvSpPr/>
            <p:nvPr/>
          </p:nvSpPr>
          <p:spPr>
            <a:xfrm>
              <a:off x="6621404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81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FC230F2C-890C-E090-E059-30F3B6E69CFC}"/>
              </a:ext>
            </a:extLst>
          </p:cNvPr>
          <p:cNvGrpSpPr/>
          <p:nvPr/>
        </p:nvGrpSpPr>
        <p:grpSpPr>
          <a:xfrm>
            <a:off x="2488042" y="2933207"/>
            <a:ext cx="2874756" cy="552450"/>
            <a:chOff x="4422923" y="3152775"/>
            <a:chExt cx="2874756" cy="552450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910F5140-8ACE-5660-A8E0-A818BA5B0AE9}"/>
                </a:ext>
              </a:extLst>
            </p:cNvPr>
            <p:cNvSpPr/>
            <p:nvPr/>
          </p:nvSpPr>
          <p:spPr>
            <a:xfrm>
              <a:off x="4422923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96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AAA4969D-76BE-D985-9858-28EB2C3DDA8B}"/>
                </a:ext>
              </a:extLst>
            </p:cNvPr>
            <p:cNvSpPr/>
            <p:nvPr/>
          </p:nvSpPr>
          <p:spPr>
            <a:xfrm>
              <a:off x="5155750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87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F173BE8C-9F13-8D34-B63A-AAC03B20717C}"/>
                </a:ext>
              </a:extLst>
            </p:cNvPr>
            <p:cNvSpPr/>
            <p:nvPr/>
          </p:nvSpPr>
          <p:spPr>
            <a:xfrm>
              <a:off x="5888577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89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0F2C6F7F-1BA1-6ABB-AB7C-7E874F5DE621}"/>
                </a:ext>
              </a:extLst>
            </p:cNvPr>
            <p:cNvSpPr/>
            <p:nvPr/>
          </p:nvSpPr>
          <p:spPr>
            <a:xfrm>
              <a:off x="6621404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78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16E7D4E1-5968-561C-2422-3B4794FCEF3D}"/>
              </a:ext>
            </a:extLst>
          </p:cNvPr>
          <p:cNvGrpSpPr/>
          <p:nvPr/>
        </p:nvGrpSpPr>
        <p:grpSpPr>
          <a:xfrm>
            <a:off x="2488042" y="2283919"/>
            <a:ext cx="2874756" cy="552450"/>
            <a:chOff x="4422923" y="3152775"/>
            <a:chExt cx="2874756" cy="552450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2FCE892E-0660-6110-9E7F-1719D4BFF3CB}"/>
                </a:ext>
              </a:extLst>
            </p:cNvPr>
            <p:cNvSpPr/>
            <p:nvPr/>
          </p:nvSpPr>
          <p:spPr>
            <a:xfrm>
              <a:off x="4422923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77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D12479F7-7E3B-6E08-91BD-5581FCE4CA5F}"/>
                </a:ext>
              </a:extLst>
            </p:cNvPr>
            <p:cNvSpPr/>
            <p:nvPr/>
          </p:nvSpPr>
          <p:spPr>
            <a:xfrm>
              <a:off x="5155750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68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BB14DF73-94F5-C46F-70A8-418B8A3AE6A8}"/>
                </a:ext>
              </a:extLst>
            </p:cNvPr>
            <p:cNvSpPr/>
            <p:nvPr/>
          </p:nvSpPr>
          <p:spPr>
            <a:xfrm>
              <a:off x="5888577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86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4A63F4B1-B32D-B881-9331-3E26A198950F}"/>
                </a:ext>
              </a:extLst>
            </p:cNvPr>
            <p:cNvSpPr/>
            <p:nvPr/>
          </p:nvSpPr>
          <p:spPr>
            <a:xfrm>
              <a:off x="6621404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73</a:t>
              </a:r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43DD54AF-6CDD-A286-D383-8AE0B993710C}"/>
              </a:ext>
            </a:extLst>
          </p:cNvPr>
          <p:cNvSpPr txBox="1"/>
          <p:nvPr/>
        </p:nvSpPr>
        <p:spPr>
          <a:xfrm>
            <a:off x="1600813" y="2467037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Emma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5A1A35C-A005-0E41-0CF4-89700CD1C187}"/>
              </a:ext>
            </a:extLst>
          </p:cNvPr>
          <p:cNvSpPr txBox="1"/>
          <p:nvPr/>
        </p:nvSpPr>
        <p:spPr>
          <a:xfrm>
            <a:off x="1600813" y="3024766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Josh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007FF86-CB54-5A0E-A7B5-607923E4A9DB}"/>
              </a:ext>
            </a:extLst>
          </p:cNvPr>
          <p:cNvSpPr txBox="1"/>
          <p:nvPr/>
        </p:nvSpPr>
        <p:spPr>
          <a:xfrm>
            <a:off x="1600813" y="3705189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Musa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AF8EC64-707B-19B4-491A-EBE7EEC57F9B}"/>
              </a:ext>
            </a:extLst>
          </p:cNvPr>
          <p:cNvSpPr txBox="1"/>
          <p:nvPr/>
        </p:nvSpPr>
        <p:spPr>
          <a:xfrm>
            <a:off x="2320816" y="1829636"/>
            <a:ext cx="843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CP143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F6B0448-73A3-6A6F-F9FD-C98F8DBDB1B4}"/>
              </a:ext>
            </a:extLst>
          </p:cNvPr>
          <p:cNvSpPr txBox="1"/>
          <p:nvPr/>
        </p:nvSpPr>
        <p:spPr>
          <a:xfrm>
            <a:off x="3089674" y="1829636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CS214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5CCDDFF-5722-204E-2FD5-C2535D08FE7D}"/>
              </a:ext>
            </a:extLst>
          </p:cNvPr>
          <p:cNvSpPr txBox="1"/>
          <p:nvPr/>
        </p:nvSpPr>
        <p:spPr>
          <a:xfrm>
            <a:off x="3858532" y="1829636"/>
            <a:ext cx="843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ET300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C1C1A54-9ADF-10B1-34DF-83CFAB156C8C}"/>
              </a:ext>
            </a:extLst>
          </p:cNvPr>
          <p:cNvSpPr txBox="1"/>
          <p:nvPr/>
        </p:nvSpPr>
        <p:spPr>
          <a:xfrm>
            <a:off x="4627390" y="1829636"/>
            <a:ext cx="84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AP414</a:t>
            </a: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EC8D7317-CF8E-840B-5AAE-0C778029A2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772" y="2185259"/>
            <a:ext cx="5696422" cy="2058707"/>
          </a:xfrm>
          <a:prstGeom prst="rect">
            <a:avLst/>
          </a:prstGeom>
        </p:spPr>
      </p:pic>
      <p:sp>
        <p:nvSpPr>
          <p:cNvPr id="107" name="Rectangle 106">
            <a:extLst>
              <a:ext uri="{FF2B5EF4-FFF2-40B4-BE49-F238E27FC236}">
                <a16:creationId xmlns:a16="http://schemas.microsoft.com/office/drawing/2014/main" id="{5A9F668E-69D6-60EB-9015-AEDFC18F2AE4}"/>
              </a:ext>
            </a:extLst>
          </p:cNvPr>
          <p:cNvSpPr/>
          <p:nvPr/>
        </p:nvSpPr>
        <p:spPr>
          <a:xfrm>
            <a:off x="-7303701" y="5454217"/>
            <a:ext cx="7181851" cy="153031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en-ZA" sz="2400">
                <a:latin typeface="LM Roman 12" panose="00000500000000000000" pitchFamily="50" charset="0"/>
              </a:rPr>
              <a:t>Print the array</a:t>
            </a:r>
          </a:p>
          <a:p>
            <a:pPr marL="342900" indent="-342900" algn="ctr">
              <a:buAutoNum type="arabicPeriod"/>
            </a:pPr>
            <a:r>
              <a:rPr lang="en-ZA" sz="2400">
                <a:latin typeface="LM Roman 12" panose="00000500000000000000" pitchFamily="50" charset="0"/>
              </a:rPr>
              <a:t>Minimum grade</a:t>
            </a:r>
          </a:p>
          <a:p>
            <a:pPr marL="342900" indent="-342900" algn="ctr">
              <a:buAutoNum type="arabicPeriod"/>
            </a:pPr>
            <a:r>
              <a:rPr lang="en-ZA" sz="2400">
                <a:latin typeface="LM Roman 12" panose="00000500000000000000" pitchFamily="50" charset="0"/>
              </a:rPr>
              <a:t>Maximum grade</a:t>
            </a:r>
          </a:p>
          <a:p>
            <a:pPr marL="342900" indent="-342900" algn="ctr">
              <a:buAutoNum type="arabicPeriod"/>
            </a:pPr>
            <a:r>
              <a:rPr lang="en-ZA" sz="2400">
                <a:latin typeface="LM Roman 12" panose="00000500000000000000" pitchFamily="50" charset="0"/>
              </a:rPr>
              <a:t>Average grade (each student)</a:t>
            </a:r>
          </a:p>
        </p:txBody>
      </p:sp>
      <p:pic>
        <p:nvPicPr>
          <p:cNvPr id="109" name="Picture 108">
            <a:extLst>
              <a:ext uri="{FF2B5EF4-FFF2-40B4-BE49-F238E27FC236}">
                <a16:creationId xmlns:a16="http://schemas.microsoft.com/office/drawing/2014/main" id="{40CFE7F1-D27F-E7F8-D69D-4F03E0EEA2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3553" y="184666"/>
            <a:ext cx="6058425" cy="2293819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893CB74E-A4B3-4709-E4B4-9326A3E4B0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3553" y="3024766"/>
            <a:ext cx="4839119" cy="2720576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F3940A79-199F-3978-84C5-00BAE5386D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0926" y="4145108"/>
            <a:ext cx="4877223" cy="2720576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577E4CD7-F3BD-8952-9C96-B7ECDDA512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821863" y="3628425"/>
            <a:ext cx="4359018" cy="169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6036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8953D-1983-EFE4-832A-A7B2F5850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FC83980F-0EA2-C609-D8A1-80B3CFDBC2E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2763F1F3-43B4-CD30-7DEA-335CCFB5C465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2F0172B-64E1-FC1B-4F29-D90724CCD25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F4E1807-EE52-77F6-C87D-25E2A22340A5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481F51BB-0AC1-8B83-4EC3-DD8DDA0390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D3A2436-77D8-F931-89B7-84838FEEC5FE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26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5BD02E0-B8BB-B82C-36A0-086F9213D1AB}"/>
                </a:ext>
              </a:extLst>
            </p:cNvPr>
            <p:cNvSpPr/>
            <p:nvPr/>
          </p:nvSpPr>
          <p:spPr>
            <a:xfrm>
              <a:off x="3708454" y="584240"/>
              <a:ext cx="427349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>
                  <a:solidFill>
                    <a:srgbClr val="FFFF00"/>
                  </a:solidFill>
                  <a:latin typeface="LM Roman 12" panose="00000500000000000000"/>
                </a:rPr>
                <a:t>Example 2| Multiple-subscripted arrays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5547A490-784A-A77B-AEBC-6A0585E1F33A}"/>
              </a:ext>
            </a:extLst>
          </p:cNvPr>
          <p:cNvSpPr txBox="1"/>
          <p:nvPr/>
        </p:nvSpPr>
        <p:spPr>
          <a:xfrm>
            <a:off x="4766798" y="320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ZA" b="1">
              <a:latin typeface="LM Roman 12" panose="00000500000000000000"/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F3D11413-3AB1-FA1F-CA65-0E0A16C3D0C6}"/>
              </a:ext>
            </a:extLst>
          </p:cNvPr>
          <p:cNvGrpSpPr/>
          <p:nvPr/>
        </p:nvGrpSpPr>
        <p:grpSpPr>
          <a:xfrm>
            <a:off x="2488042" y="3582495"/>
            <a:ext cx="2874756" cy="552450"/>
            <a:chOff x="4422923" y="3152775"/>
            <a:chExt cx="2874756" cy="552450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8D67BEB8-9828-3705-135B-D1A13F6D6BBA}"/>
                </a:ext>
              </a:extLst>
            </p:cNvPr>
            <p:cNvSpPr/>
            <p:nvPr/>
          </p:nvSpPr>
          <p:spPr>
            <a:xfrm>
              <a:off x="4422923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70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ABBBC6BF-AFD7-41EC-EB81-ACC8F3DC7EF9}"/>
                </a:ext>
              </a:extLst>
            </p:cNvPr>
            <p:cNvSpPr/>
            <p:nvPr/>
          </p:nvSpPr>
          <p:spPr>
            <a:xfrm>
              <a:off x="5155750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90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F54E276-6B2A-FE68-BF85-CBFC81564C48}"/>
                </a:ext>
              </a:extLst>
            </p:cNvPr>
            <p:cNvSpPr/>
            <p:nvPr/>
          </p:nvSpPr>
          <p:spPr>
            <a:xfrm>
              <a:off x="5888577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86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B367EA44-0918-ABD3-8B77-4EA95B914571}"/>
                </a:ext>
              </a:extLst>
            </p:cNvPr>
            <p:cNvSpPr/>
            <p:nvPr/>
          </p:nvSpPr>
          <p:spPr>
            <a:xfrm>
              <a:off x="6621404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81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2AB1976-712B-E64F-BA5E-E4C5F3A0D6B5}"/>
              </a:ext>
            </a:extLst>
          </p:cNvPr>
          <p:cNvGrpSpPr/>
          <p:nvPr/>
        </p:nvGrpSpPr>
        <p:grpSpPr>
          <a:xfrm>
            <a:off x="2488042" y="2933207"/>
            <a:ext cx="2874756" cy="552450"/>
            <a:chOff x="4422923" y="3152775"/>
            <a:chExt cx="2874756" cy="552450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474E0DBD-6BCE-CF2D-3C1A-3DEFD5C79122}"/>
                </a:ext>
              </a:extLst>
            </p:cNvPr>
            <p:cNvSpPr/>
            <p:nvPr/>
          </p:nvSpPr>
          <p:spPr>
            <a:xfrm>
              <a:off x="4422923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96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D949030F-198C-86ED-022F-823804DC93DA}"/>
                </a:ext>
              </a:extLst>
            </p:cNvPr>
            <p:cNvSpPr/>
            <p:nvPr/>
          </p:nvSpPr>
          <p:spPr>
            <a:xfrm>
              <a:off x="5155750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87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BD6DE24-9A74-07E9-0D42-FF93E3CF6CB7}"/>
                </a:ext>
              </a:extLst>
            </p:cNvPr>
            <p:cNvSpPr/>
            <p:nvPr/>
          </p:nvSpPr>
          <p:spPr>
            <a:xfrm>
              <a:off x="5888577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89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9AF8E621-E04F-C172-16D0-BD11184FF22B}"/>
                </a:ext>
              </a:extLst>
            </p:cNvPr>
            <p:cNvSpPr/>
            <p:nvPr/>
          </p:nvSpPr>
          <p:spPr>
            <a:xfrm>
              <a:off x="6621404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78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930CA06-AB87-750B-E8E8-E40398EFE27E}"/>
              </a:ext>
            </a:extLst>
          </p:cNvPr>
          <p:cNvGrpSpPr/>
          <p:nvPr/>
        </p:nvGrpSpPr>
        <p:grpSpPr>
          <a:xfrm>
            <a:off x="2488042" y="2283919"/>
            <a:ext cx="2874756" cy="552450"/>
            <a:chOff x="4422923" y="3152775"/>
            <a:chExt cx="2874756" cy="552450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6F06B1A3-39BD-3B00-7353-F63ABA83E0C4}"/>
                </a:ext>
              </a:extLst>
            </p:cNvPr>
            <p:cNvSpPr/>
            <p:nvPr/>
          </p:nvSpPr>
          <p:spPr>
            <a:xfrm>
              <a:off x="4422923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77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820B73E8-AC0D-1753-CD72-9EE3986258A5}"/>
                </a:ext>
              </a:extLst>
            </p:cNvPr>
            <p:cNvSpPr/>
            <p:nvPr/>
          </p:nvSpPr>
          <p:spPr>
            <a:xfrm>
              <a:off x="5155750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68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2EAF377B-627C-7FD4-0ACC-4465C0BD0A0C}"/>
                </a:ext>
              </a:extLst>
            </p:cNvPr>
            <p:cNvSpPr/>
            <p:nvPr/>
          </p:nvSpPr>
          <p:spPr>
            <a:xfrm>
              <a:off x="5888577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86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A7D6F11B-ACCE-C261-F69E-4397AD0B4740}"/>
                </a:ext>
              </a:extLst>
            </p:cNvPr>
            <p:cNvSpPr/>
            <p:nvPr/>
          </p:nvSpPr>
          <p:spPr>
            <a:xfrm>
              <a:off x="6621404" y="3152775"/>
              <a:ext cx="676275" cy="5524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solidFill>
                    <a:schemeClr val="tx1"/>
                  </a:solidFill>
                </a:rPr>
                <a:t>73</a:t>
              </a:r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84E172CC-F78D-12F6-677A-9CA75919CB7E}"/>
              </a:ext>
            </a:extLst>
          </p:cNvPr>
          <p:cNvSpPr txBox="1"/>
          <p:nvPr/>
        </p:nvSpPr>
        <p:spPr>
          <a:xfrm>
            <a:off x="1600813" y="2467037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Emma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B49C8CA-9A07-532D-4EFD-A581AC6ECB77}"/>
              </a:ext>
            </a:extLst>
          </p:cNvPr>
          <p:cNvSpPr txBox="1"/>
          <p:nvPr/>
        </p:nvSpPr>
        <p:spPr>
          <a:xfrm>
            <a:off x="1600813" y="3024766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Josh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C797F2A-B657-0A9C-1A5C-98C363EDE761}"/>
              </a:ext>
            </a:extLst>
          </p:cNvPr>
          <p:cNvSpPr txBox="1"/>
          <p:nvPr/>
        </p:nvSpPr>
        <p:spPr>
          <a:xfrm>
            <a:off x="1600813" y="3705189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Musa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10FE9D1-9390-09C7-A7B0-F644B8634440}"/>
              </a:ext>
            </a:extLst>
          </p:cNvPr>
          <p:cNvSpPr txBox="1"/>
          <p:nvPr/>
        </p:nvSpPr>
        <p:spPr>
          <a:xfrm>
            <a:off x="2320816" y="1829636"/>
            <a:ext cx="843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CP143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06E01DE-39D3-A7E0-97FB-996FE5ED71DD}"/>
              </a:ext>
            </a:extLst>
          </p:cNvPr>
          <p:cNvSpPr txBox="1"/>
          <p:nvPr/>
        </p:nvSpPr>
        <p:spPr>
          <a:xfrm>
            <a:off x="3089674" y="1829636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CS214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94ABDFC-ECCF-FD27-56C9-CEE1D42DB178}"/>
              </a:ext>
            </a:extLst>
          </p:cNvPr>
          <p:cNvSpPr txBox="1"/>
          <p:nvPr/>
        </p:nvSpPr>
        <p:spPr>
          <a:xfrm>
            <a:off x="3858532" y="1829636"/>
            <a:ext cx="843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ET300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FCB4DBC-C0E9-C81D-7097-925ED46F158A}"/>
              </a:ext>
            </a:extLst>
          </p:cNvPr>
          <p:cNvSpPr txBox="1"/>
          <p:nvPr/>
        </p:nvSpPr>
        <p:spPr>
          <a:xfrm>
            <a:off x="4627390" y="1829636"/>
            <a:ext cx="84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AP414</a:t>
            </a: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43A9AF04-74CD-7760-8678-B985DE03FA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772" y="2185259"/>
            <a:ext cx="5696422" cy="2058707"/>
          </a:xfrm>
          <a:prstGeom prst="rect">
            <a:avLst/>
          </a:prstGeom>
        </p:spPr>
      </p:pic>
      <p:sp>
        <p:nvSpPr>
          <p:cNvPr id="107" name="Rectangle 106">
            <a:extLst>
              <a:ext uri="{FF2B5EF4-FFF2-40B4-BE49-F238E27FC236}">
                <a16:creationId xmlns:a16="http://schemas.microsoft.com/office/drawing/2014/main" id="{72BBEEB5-B049-9BBB-484A-5B5DB6DCB10A}"/>
              </a:ext>
            </a:extLst>
          </p:cNvPr>
          <p:cNvSpPr/>
          <p:nvPr/>
        </p:nvSpPr>
        <p:spPr>
          <a:xfrm>
            <a:off x="-7303701" y="5454217"/>
            <a:ext cx="7181851" cy="153031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en-ZA" sz="2400">
                <a:latin typeface="LM Roman 12" panose="00000500000000000000" pitchFamily="50" charset="0"/>
              </a:rPr>
              <a:t>Print the array</a:t>
            </a:r>
          </a:p>
          <a:p>
            <a:pPr marL="342900" indent="-342900" algn="ctr">
              <a:buAutoNum type="arabicPeriod"/>
            </a:pPr>
            <a:r>
              <a:rPr lang="en-ZA" sz="2400">
                <a:latin typeface="LM Roman 12" panose="00000500000000000000" pitchFamily="50" charset="0"/>
              </a:rPr>
              <a:t>Minimum grade</a:t>
            </a:r>
          </a:p>
          <a:p>
            <a:pPr marL="342900" indent="-342900" algn="ctr">
              <a:buAutoNum type="arabicPeriod"/>
            </a:pPr>
            <a:r>
              <a:rPr lang="en-ZA" sz="2400">
                <a:latin typeface="LM Roman 12" panose="00000500000000000000" pitchFamily="50" charset="0"/>
              </a:rPr>
              <a:t>Maximum grade</a:t>
            </a:r>
          </a:p>
          <a:p>
            <a:pPr marL="342900" indent="-342900" algn="ctr">
              <a:buAutoNum type="arabicPeriod"/>
            </a:pPr>
            <a:r>
              <a:rPr lang="en-ZA" sz="2400">
                <a:latin typeface="LM Roman 12" panose="00000500000000000000" pitchFamily="50" charset="0"/>
              </a:rPr>
              <a:t>Average grade (each student)</a:t>
            </a:r>
          </a:p>
        </p:txBody>
      </p:sp>
      <p:pic>
        <p:nvPicPr>
          <p:cNvPr id="109" name="Picture 108">
            <a:extLst>
              <a:ext uri="{FF2B5EF4-FFF2-40B4-BE49-F238E27FC236}">
                <a16:creationId xmlns:a16="http://schemas.microsoft.com/office/drawing/2014/main" id="{AAFB133E-2AD3-221C-49A1-81EF630028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3553" y="184666"/>
            <a:ext cx="6058425" cy="2293819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92197152-204E-54FF-B054-268869007B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3553" y="3024766"/>
            <a:ext cx="4839119" cy="2720576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0E264D98-2757-09E4-8F7D-AFEA50E096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5023861" y="384880"/>
            <a:ext cx="4877223" cy="2720576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7DABE518-3E7D-80C1-1E25-6E9527EAAA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6997" y="4608323"/>
            <a:ext cx="4359018" cy="1691787"/>
          </a:xfrm>
          <a:prstGeom prst="rect">
            <a:avLst/>
          </a:prstGeom>
        </p:spPr>
      </p:pic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3" name="Slide Zoom 2">
                <a:extLst>
                  <a:ext uri="{FF2B5EF4-FFF2-40B4-BE49-F238E27FC236}">
                    <a16:creationId xmlns:a16="http://schemas.microsoft.com/office/drawing/2014/main" id="{740A0268-8734-EC80-95D0-9446F42C9DA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80738844"/>
                  </p:ext>
                </p:extLst>
              </p:nvPr>
            </p:nvGraphicFramePr>
            <p:xfrm>
              <a:off x="11658194" y="6557734"/>
              <a:ext cx="533806" cy="300266"/>
            </p:xfrm>
            <a:graphic>
              <a:graphicData uri="http://schemas.microsoft.com/office/powerpoint/2016/slidezoom">
                <pslz:sldZm>
                  <pslz:sldZmObj sldId="641" cId="1782941056">
                    <pslz:zmPr id="{6C8D9124-65DB-486B-98F1-C742A2A4D209}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33806" cy="30026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3" name="Slide Zoom 2">
                <a:extLst>
                  <a:ext uri="{FF2B5EF4-FFF2-40B4-BE49-F238E27FC236}">
                    <a16:creationId xmlns:a16="http://schemas.microsoft.com/office/drawing/2014/main" id="{740A0268-8734-EC80-95D0-9446F42C9DA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658194" y="6557734"/>
                <a:ext cx="533806" cy="30026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57601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B0D1F8-0BE0-0104-E41B-3FE1F3FF3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03" y="78990"/>
            <a:ext cx="6027557" cy="67000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B9A6AB-4512-ED77-8E25-1BEF462B1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7351" y="2205859"/>
            <a:ext cx="4816257" cy="302540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608F854-531B-6BE1-5797-456057F3A653}"/>
              </a:ext>
            </a:extLst>
          </p:cNvPr>
          <p:cNvSpPr txBox="1"/>
          <p:nvPr/>
        </p:nvSpPr>
        <p:spPr>
          <a:xfrm>
            <a:off x="8641135" y="1626739"/>
            <a:ext cx="1560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latin typeface="LM Roman 12" panose="00000500000000000000"/>
              </a:rPr>
              <a:t>OUTPUT</a:t>
            </a:r>
            <a:endParaRPr lang="en-ZA" sz="2400"/>
          </a:p>
        </p:txBody>
      </p:sp>
    </p:spTree>
    <p:extLst>
      <p:ext uri="{BB962C8B-B14F-4D97-AF65-F5344CB8AC3E}">
        <p14:creationId xmlns:p14="http://schemas.microsoft.com/office/powerpoint/2010/main" val="17829410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C3AEB-EF05-ADC9-78F5-9CB8EDA12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58DF591B-3FD9-0DB0-8B74-9CAA812F7F42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389F072-2CA9-C972-372C-CD9E699D28EF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9C129A1-A37B-3591-EC78-1452805684AC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D704B84-7E30-8854-4904-76882DE4AB14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F53E593A-7654-C33A-93FD-3F0F34C633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88FDEDB-61E8-2FA2-EFBE-154789032724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26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F4BB267-7D32-18DC-2694-FADB24952997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>
                  <a:solidFill>
                    <a:srgbClr val="FFFF00"/>
                  </a:solidFill>
                  <a:latin typeface="LM Roman 12" panose="00000500000000000000"/>
                </a:rPr>
                <a:t>Debugging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02B08203-FC92-973F-6755-00CD28E9AB28}"/>
              </a:ext>
            </a:extLst>
          </p:cNvPr>
          <p:cNvSpPr txBox="1"/>
          <p:nvPr/>
        </p:nvSpPr>
        <p:spPr>
          <a:xfrm>
            <a:off x="4766798" y="320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ZA" b="1">
              <a:latin typeface="LM Roman 12" panose="0000050000000000000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64DC0C-4306-6BE9-C856-4DF0D5F68209}"/>
              </a:ext>
            </a:extLst>
          </p:cNvPr>
          <p:cNvSpPr/>
          <p:nvPr/>
        </p:nvSpPr>
        <p:spPr>
          <a:xfrm>
            <a:off x="964194" y="1245641"/>
            <a:ext cx="1421606" cy="54612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3423B2-BD33-97FD-41A8-F25278608AF2}"/>
              </a:ext>
            </a:extLst>
          </p:cNvPr>
          <p:cNvSpPr/>
          <p:nvPr/>
        </p:nvSpPr>
        <p:spPr>
          <a:xfrm>
            <a:off x="1204649" y="1189303"/>
            <a:ext cx="5075043" cy="602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515AE4-AE13-661B-6307-5F5483A4194E}"/>
              </a:ext>
            </a:extLst>
          </p:cNvPr>
          <p:cNvSpPr txBox="1"/>
          <p:nvPr/>
        </p:nvSpPr>
        <p:spPr>
          <a:xfrm>
            <a:off x="1204647" y="1249130"/>
            <a:ext cx="10700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108107">
              <a:defRPr/>
            </a:pPr>
            <a:r>
              <a:rPr lang="en-ZA" sz="240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Systematic process of identifying and fixing errors (bugs) in a comp program.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FF8C08-A68F-8C59-451D-6ED81E36AAA6}"/>
              </a:ext>
            </a:extLst>
          </p:cNvPr>
          <p:cNvSpPr/>
          <p:nvPr/>
        </p:nvSpPr>
        <p:spPr>
          <a:xfrm>
            <a:off x="0" y="2333624"/>
            <a:ext cx="3797582" cy="30482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2000" b="1">
              <a:solidFill>
                <a:schemeClr val="tx1"/>
              </a:solidFill>
              <a:latin typeface="LM Roman 12" panose="00000500000000000000" pitchFamily="50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6E8927-B675-B0E4-EB43-40960A55F4BB}"/>
              </a:ext>
            </a:extLst>
          </p:cNvPr>
          <p:cNvSpPr/>
          <p:nvPr/>
        </p:nvSpPr>
        <p:spPr>
          <a:xfrm>
            <a:off x="0" y="3436977"/>
            <a:ext cx="3797582" cy="5066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err="1">
                <a:latin typeface="LM Roman 12" panose="00000500000000000000" pitchFamily="50" charset="0"/>
              </a:rPr>
              <a:t>printf</a:t>
            </a:r>
            <a:r>
              <a:rPr lang="en-ZA">
                <a:latin typeface="LM Roman 12" panose="00000500000000000000" pitchFamily="50" charset="0"/>
              </a:rPr>
              <a:t>() statements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4C425AC-9611-A44E-68F2-E8B578603935}"/>
              </a:ext>
            </a:extLst>
          </p:cNvPr>
          <p:cNvSpPr/>
          <p:nvPr/>
        </p:nvSpPr>
        <p:spPr>
          <a:xfrm>
            <a:off x="4170487" y="2333624"/>
            <a:ext cx="3797582" cy="30482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2000" b="1">
              <a:solidFill>
                <a:schemeClr val="tx1"/>
              </a:solidFill>
              <a:latin typeface="LM Roman 12" panose="00000500000000000000" pitchFamily="50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0D49616-5A2D-4068-3DF8-96F552359A0E}"/>
              </a:ext>
            </a:extLst>
          </p:cNvPr>
          <p:cNvSpPr/>
          <p:nvPr/>
        </p:nvSpPr>
        <p:spPr>
          <a:xfrm>
            <a:off x="4170486" y="3436977"/>
            <a:ext cx="3797582" cy="5066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Comment blocks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FBDDC5E-3D22-8656-69F4-1EEA3036DB22}"/>
              </a:ext>
            </a:extLst>
          </p:cNvPr>
          <p:cNvSpPr/>
          <p:nvPr/>
        </p:nvSpPr>
        <p:spPr>
          <a:xfrm>
            <a:off x="8340973" y="2333624"/>
            <a:ext cx="3797582" cy="30482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2000" b="1">
              <a:solidFill>
                <a:schemeClr val="tx1"/>
              </a:solidFill>
              <a:latin typeface="LM Roman 12" panose="00000500000000000000" pitchFamily="50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2C361D4-B556-B70A-A2F0-BD56392F99AE}"/>
              </a:ext>
            </a:extLst>
          </p:cNvPr>
          <p:cNvSpPr/>
          <p:nvPr/>
        </p:nvSpPr>
        <p:spPr>
          <a:xfrm>
            <a:off x="8340973" y="3436977"/>
            <a:ext cx="3797582" cy="5066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Using the debugger</a:t>
            </a:r>
          </a:p>
        </p:txBody>
      </p:sp>
    </p:spTree>
    <p:extLst>
      <p:ext uri="{BB962C8B-B14F-4D97-AF65-F5344CB8AC3E}">
        <p14:creationId xmlns:p14="http://schemas.microsoft.com/office/powerpoint/2010/main" val="42686223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9CE0C-7A48-CF8D-76B6-89C8E9C79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3ECBF2D0-BD07-430D-022F-48E6693CF1D0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32B84E0-D19A-B8BA-7C08-8A742D3E632B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D62336D-293B-461F-C7C0-9CBC77512BA2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08B114E-D1D4-2F45-98DE-762F4EDAE4CF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4EE97F53-3D7A-0B6A-8033-8B4A6E06DF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66D7FD5-10ED-9890-4D20-B759B8B301F3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26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B787A3E-89B4-8336-2A1A-B5A6C111D642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>
                  <a:solidFill>
                    <a:srgbClr val="FFFF00"/>
                  </a:solidFill>
                  <a:latin typeface="LM Roman 12" panose="00000500000000000000"/>
                </a:rPr>
                <a:t>Debugging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028C33E4-BCB4-BCC6-54CA-9E3188D6B6C6}"/>
              </a:ext>
            </a:extLst>
          </p:cNvPr>
          <p:cNvSpPr txBox="1"/>
          <p:nvPr/>
        </p:nvSpPr>
        <p:spPr>
          <a:xfrm>
            <a:off x="4766798" y="320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ZA" b="1">
              <a:latin typeface="LM Roman 12" panose="0000050000000000000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CF2FFE-0DCF-2A4D-31EA-3E4F59A9D143}"/>
              </a:ext>
            </a:extLst>
          </p:cNvPr>
          <p:cNvSpPr/>
          <p:nvPr/>
        </p:nvSpPr>
        <p:spPr>
          <a:xfrm>
            <a:off x="964194" y="1245641"/>
            <a:ext cx="1421606" cy="54612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7A8A58-C2ED-88DF-CEAA-88F547DB5A11}"/>
              </a:ext>
            </a:extLst>
          </p:cNvPr>
          <p:cNvSpPr/>
          <p:nvPr/>
        </p:nvSpPr>
        <p:spPr>
          <a:xfrm>
            <a:off x="1204649" y="1189303"/>
            <a:ext cx="5075043" cy="602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6C4E79-5E6A-B0BE-A22A-922894F7478B}"/>
              </a:ext>
            </a:extLst>
          </p:cNvPr>
          <p:cNvSpPr txBox="1"/>
          <p:nvPr/>
        </p:nvSpPr>
        <p:spPr>
          <a:xfrm>
            <a:off x="1204647" y="1249130"/>
            <a:ext cx="10700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108107">
              <a:defRPr/>
            </a:pPr>
            <a:r>
              <a:rPr lang="en-ZA" sz="240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Systematic process of identifying and fixing errors (bugs) in a comp program.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F6F385-1CF3-FD00-04C6-EEE598F24573}"/>
              </a:ext>
            </a:extLst>
          </p:cNvPr>
          <p:cNvSpPr/>
          <p:nvPr/>
        </p:nvSpPr>
        <p:spPr>
          <a:xfrm>
            <a:off x="0" y="2333624"/>
            <a:ext cx="3797582" cy="30482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sz="1600">
                <a:solidFill>
                  <a:schemeClr val="tx1"/>
                </a:solidFill>
                <a:latin typeface="LM Roman 12" panose="00000500000000000000" pitchFamily="50" charset="0"/>
              </a:rPr>
              <a:t>Print out the data in a particular variable to see if it is as expected</a:t>
            </a:r>
          </a:p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sz="1600">
                <a:solidFill>
                  <a:schemeClr val="tx1"/>
                </a:solidFill>
                <a:latin typeface="LM Roman 12" panose="00000500000000000000" pitchFamily="50" charset="0"/>
              </a:rPr>
              <a:t>To see if a certain line is executed:</a:t>
            </a:r>
          </a:p>
          <a:p>
            <a:pPr algn="ctr"/>
            <a:r>
              <a:rPr lang="en-US" sz="1600" err="1">
                <a:solidFill>
                  <a:schemeClr val="tx1"/>
                </a:solidFill>
                <a:latin typeface="LM Roman 12" panose="00000500000000000000" pitchFamily="50" charset="0"/>
              </a:rPr>
              <a:t>printf</a:t>
            </a:r>
            <a:r>
              <a:rPr lang="en-US" sz="1600">
                <a:solidFill>
                  <a:schemeClr val="tx1"/>
                </a:solidFill>
                <a:latin typeface="LM Roman 12" panose="00000500000000000000" pitchFamily="50" charset="0"/>
              </a:rPr>
              <a:t>("%s:%d\n", __FILE__, __LINE__);</a:t>
            </a:r>
          </a:p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sz="1600">
                <a:solidFill>
                  <a:schemeClr val="tx1"/>
                </a:solidFill>
                <a:latin typeface="LM Roman 12" panose="00000500000000000000" pitchFamily="50" charset="0"/>
              </a:rPr>
              <a:t>To interrupt the program at specific point:</a:t>
            </a:r>
          </a:p>
          <a:p>
            <a:pPr algn="ctr"/>
            <a:r>
              <a:rPr lang="en-US" sz="1600">
                <a:solidFill>
                  <a:schemeClr val="tx1"/>
                </a:solidFill>
                <a:latin typeface="LM Roman 12" panose="00000500000000000000" pitchFamily="50" charset="0"/>
              </a:rPr>
              <a:t>exit(-1); // defined in </a:t>
            </a:r>
            <a:r>
              <a:rPr lang="en-US" sz="1600" err="1">
                <a:solidFill>
                  <a:schemeClr val="tx1"/>
                </a:solidFill>
                <a:latin typeface="LM Roman 12" panose="00000500000000000000" pitchFamily="50" charset="0"/>
              </a:rPr>
              <a:t>stdlib.h</a:t>
            </a:r>
            <a:r>
              <a:rPr lang="en-US" sz="1600">
                <a:solidFill>
                  <a:schemeClr val="tx1"/>
                </a:solidFill>
                <a:latin typeface="LM Roman 12" panose="00000500000000000000" pitchFamily="50" charset="0"/>
              </a:rPr>
              <a:t> library</a:t>
            </a:r>
            <a:endParaRPr lang="en-ZA" sz="1600">
              <a:solidFill>
                <a:schemeClr val="tx1"/>
              </a:solidFill>
              <a:latin typeface="LM Roman 12" panose="00000500000000000000" pitchFamily="50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DA1EFD-F1A1-D59F-8625-80D0F0405CA2}"/>
              </a:ext>
            </a:extLst>
          </p:cNvPr>
          <p:cNvSpPr/>
          <p:nvPr/>
        </p:nvSpPr>
        <p:spPr>
          <a:xfrm>
            <a:off x="0" y="2320570"/>
            <a:ext cx="3797582" cy="5066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err="1">
                <a:latin typeface="LM Roman 12" panose="00000500000000000000" pitchFamily="50" charset="0"/>
              </a:rPr>
              <a:t>printf</a:t>
            </a:r>
            <a:r>
              <a:rPr lang="en-ZA">
                <a:latin typeface="LM Roman 12" panose="00000500000000000000" pitchFamily="50" charset="0"/>
              </a:rPr>
              <a:t>() statements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DD9F3E-4022-3EB2-6129-3EA7CA7C0A00}"/>
              </a:ext>
            </a:extLst>
          </p:cNvPr>
          <p:cNvSpPr/>
          <p:nvPr/>
        </p:nvSpPr>
        <p:spPr>
          <a:xfrm>
            <a:off x="4170487" y="2333624"/>
            <a:ext cx="3797582" cy="30482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2000" b="1">
              <a:solidFill>
                <a:schemeClr val="tx1"/>
              </a:solidFill>
              <a:latin typeface="LM Roman 12" panose="00000500000000000000" pitchFamily="50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15017A9-CC82-8816-E0AD-AD94F24D6402}"/>
              </a:ext>
            </a:extLst>
          </p:cNvPr>
          <p:cNvSpPr/>
          <p:nvPr/>
        </p:nvSpPr>
        <p:spPr>
          <a:xfrm>
            <a:off x="4170486" y="3436977"/>
            <a:ext cx="3797582" cy="5066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Comment blocks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20B5EC6-E542-6B1A-94D6-C54089B65EF6}"/>
              </a:ext>
            </a:extLst>
          </p:cNvPr>
          <p:cNvSpPr/>
          <p:nvPr/>
        </p:nvSpPr>
        <p:spPr>
          <a:xfrm>
            <a:off x="8340973" y="2333624"/>
            <a:ext cx="3797582" cy="30482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2000" b="1">
              <a:solidFill>
                <a:schemeClr val="tx1"/>
              </a:solidFill>
              <a:latin typeface="LM Roman 12" panose="00000500000000000000" pitchFamily="50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D412533-0463-72D1-9D98-4923E9693473}"/>
              </a:ext>
            </a:extLst>
          </p:cNvPr>
          <p:cNvSpPr/>
          <p:nvPr/>
        </p:nvSpPr>
        <p:spPr>
          <a:xfrm>
            <a:off x="8340973" y="3436977"/>
            <a:ext cx="3797582" cy="5066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Using the debugger</a:t>
            </a:r>
          </a:p>
        </p:txBody>
      </p:sp>
    </p:spTree>
    <p:extLst>
      <p:ext uri="{BB962C8B-B14F-4D97-AF65-F5344CB8AC3E}">
        <p14:creationId xmlns:p14="http://schemas.microsoft.com/office/powerpoint/2010/main" val="21545545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4E8F3-F693-A3F8-EFF4-02430FA7D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28C770C7-181A-EDFF-C2A1-5548552B3AE4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29A3AE14-1C05-9E3C-EBE1-2BF18FE5806B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C429731-FB94-5A9A-74C2-5D6055E2AF1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4AA1863-054A-397F-EBB3-B9145B33F4B1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05E3C73D-5389-9D7F-39E7-84508C2636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AD02F52-A21B-439E-E9C5-6E6106E987B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26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CDBDAAA-933B-2112-A5D6-2EEE772333CD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>
                  <a:solidFill>
                    <a:srgbClr val="FFFF00"/>
                  </a:solidFill>
                  <a:latin typeface="LM Roman 12" panose="00000500000000000000"/>
                </a:rPr>
                <a:t>Debugging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E9F526E8-2C5E-F740-8C72-ACCF45254B4F}"/>
              </a:ext>
            </a:extLst>
          </p:cNvPr>
          <p:cNvSpPr txBox="1"/>
          <p:nvPr/>
        </p:nvSpPr>
        <p:spPr>
          <a:xfrm>
            <a:off x="4766798" y="320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ZA" b="1">
              <a:latin typeface="LM Roman 12" panose="0000050000000000000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2A01F0-143B-F09A-521C-11B91E456C24}"/>
              </a:ext>
            </a:extLst>
          </p:cNvPr>
          <p:cNvSpPr/>
          <p:nvPr/>
        </p:nvSpPr>
        <p:spPr>
          <a:xfrm>
            <a:off x="964194" y="1245641"/>
            <a:ext cx="1421606" cy="54612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86FFC4-2560-FDCA-3877-23BAD3187AB2}"/>
              </a:ext>
            </a:extLst>
          </p:cNvPr>
          <p:cNvSpPr/>
          <p:nvPr/>
        </p:nvSpPr>
        <p:spPr>
          <a:xfrm>
            <a:off x="1204649" y="1189303"/>
            <a:ext cx="5075043" cy="602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454D6D-B7E3-EAEA-0132-FDA30D44558D}"/>
              </a:ext>
            </a:extLst>
          </p:cNvPr>
          <p:cNvSpPr txBox="1"/>
          <p:nvPr/>
        </p:nvSpPr>
        <p:spPr>
          <a:xfrm>
            <a:off x="1204647" y="1249130"/>
            <a:ext cx="10700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108107">
              <a:defRPr/>
            </a:pPr>
            <a:r>
              <a:rPr lang="en-ZA" sz="240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Systematic process of identifying and fixing errors (bugs) in a comp program.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2C34E3-C2D5-3EA4-34C4-605A05693CDA}"/>
              </a:ext>
            </a:extLst>
          </p:cNvPr>
          <p:cNvSpPr/>
          <p:nvPr/>
        </p:nvSpPr>
        <p:spPr>
          <a:xfrm>
            <a:off x="0" y="2333624"/>
            <a:ext cx="3797582" cy="30482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sz="1600">
                <a:solidFill>
                  <a:schemeClr val="tx1"/>
                </a:solidFill>
                <a:latin typeface="LM Roman 12" panose="00000500000000000000" pitchFamily="50" charset="0"/>
              </a:rPr>
              <a:t>Print out the data in a particular variable to see if it is as expected</a:t>
            </a:r>
          </a:p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sz="1600">
                <a:solidFill>
                  <a:schemeClr val="tx1"/>
                </a:solidFill>
                <a:latin typeface="LM Roman 12" panose="00000500000000000000" pitchFamily="50" charset="0"/>
              </a:rPr>
              <a:t>To see if a certain line is executed:</a:t>
            </a:r>
          </a:p>
          <a:p>
            <a:pPr algn="ctr"/>
            <a:r>
              <a:rPr lang="en-US" sz="1600" err="1">
                <a:solidFill>
                  <a:schemeClr val="tx1"/>
                </a:solidFill>
                <a:latin typeface="LM Roman 12" panose="00000500000000000000" pitchFamily="50" charset="0"/>
              </a:rPr>
              <a:t>printf</a:t>
            </a:r>
            <a:r>
              <a:rPr lang="en-US" sz="1600">
                <a:solidFill>
                  <a:schemeClr val="tx1"/>
                </a:solidFill>
                <a:latin typeface="LM Roman 12" panose="00000500000000000000" pitchFamily="50" charset="0"/>
              </a:rPr>
              <a:t>("%s:%d\n", __FILE__, __LINE__);</a:t>
            </a:r>
          </a:p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sz="1600">
                <a:solidFill>
                  <a:schemeClr val="tx1"/>
                </a:solidFill>
                <a:latin typeface="LM Roman 12" panose="00000500000000000000" pitchFamily="50" charset="0"/>
              </a:rPr>
              <a:t>To interrupt the program at specific point:</a:t>
            </a:r>
          </a:p>
          <a:p>
            <a:pPr algn="ctr"/>
            <a:r>
              <a:rPr lang="en-US" sz="1600">
                <a:solidFill>
                  <a:schemeClr val="tx1"/>
                </a:solidFill>
                <a:latin typeface="LM Roman 12" panose="00000500000000000000" pitchFamily="50" charset="0"/>
              </a:rPr>
              <a:t>exit(-1); // defined in </a:t>
            </a:r>
            <a:r>
              <a:rPr lang="en-US" sz="1600" err="1">
                <a:solidFill>
                  <a:schemeClr val="tx1"/>
                </a:solidFill>
                <a:latin typeface="LM Roman 12" panose="00000500000000000000" pitchFamily="50" charset="0"/>
              </a:rPr>
              <a:t>stdlib.h</a:t>
            </a:r>
            <a:r>
              <a:rPr lang="en-US" sz="1600">
                <a:solidFill>
                  <a:schemeClr val="tx1"/>
                </a:solidFill>
                <a:latin typeface="LM Roman 12" panose="00000500000000000000" pitchFamily="50" charset="0"/>
              </a:rPr>
              <a:t> library</a:t>
            </a:r>
            <a:endParaRPr lang="en-ZA" sz="1600">
              <a:solidFill>
                <a:schemeClr val="tx1"/>
              </a:solidFill>
              <a:latin typeface="LM Roman 12" panose="00000500000000000000" pitchFamily="50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9139F7-448C-F591-94C8-21380E923838}"/>
              </a:ext>
            </a:extLst>
          </p:cNvPr>
          <p:cNvSpPr/>
          <p:nvPr/>
        </p:nvSpPr>
        <p:spPr>
          <a:xfrm>
            <a:off x="0" y="2320570"/>
            <a:ext cx="3797582" cy="5066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err="1">
                <a:latin typeface="LM Roman 12" panose="00000500000000000000" pitchFamily="50" charset="0"/>
              </a:rPr>
              <a:t>printf</a:t>
            </a:r>
            <a:r>
              <a:rPr lang="en-ZA">
                <a:latin typeface="LM Roman 12" panose="00000500000000000000" pitchFamily="50" charset="0"/>
              </a:rPr>
              <a:t>() statements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0B8F944-662C-3ACD-0939-812E0772FA60}"/>
              </a:ext>
            </a:extLst>
          </p:cNvPr>
          <p:cNvSpPr/>
          <p:nvPr/>
        </p:nvSpPr>
        <p:spPr>
          <a:xfrm>
            <a:off x="4170487" y="2333624"/>
            <a:ext cx="3797582" cy="30482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Block out large sections that may be leading to an error</a:t>
            </a:r>
          </a:p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Unblock single statements / small sections until the error occurs</a:t>
            </a:r>
            <a:endParaRPr lang="en-ZA" sz="2000">
              <a:solidFill>
                <a:schemeClr val="tx1"/>
              </a:solidFill>
              <a:latin typeface="LM Roman 12" panose="00000500000000000000" pitchFamily="50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8862F9C-DE89-6510-5697-1D8A9F1C7BD5}"/>
              </a:ext>
            </a:extLst>
          </p:cNvPr>
          <p:cNvSpPr/>
          <p:nvPr/>
        </p:nvSpPr>
        <p:spPr>
          <a:xfrm>
            <a:off x="4170486" y="2333624"/>
            <a:ext cx="3797582" cy="5066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Comment blocks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DF8D15E-63C2-AEBA-1EDD-F7FF3B567C6A}"/>
              </a:ext>
            </a:extLst>
          </p:cNvPr>
          <p:cNvSpPr/>
          <p:nvPr/>
        </p:nvSpPr>
        <p:spPr>
          <a:xfrm>
            <a:off x="8340973" y="2333624"/>
            <a:ext cx="3797582" cy="30482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2000" b="1">
              <a:solidFill>
                <a:schemeClr val="tx1"/>
              </a:solidFill>
              <a:latin typeface="LM Roman 12" panose="00000500000000000000" pitchFamily="50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B69BDB4-B9F7-9F5E-AF53-27394B4A9C0B}"/>
              </a:ext>
            </a:extLst>
          </p:cNvPr>
          <p:cNvSpPr/>
          <p:nvPr/>
        </p:nvSpPr>
        <p:spPr>
          <a:xfrm>
            <a:off x="8340973" y="3436977"/>
            <a:ext cx="3797582" cy="5066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Using the debugger</a:t>
            </a:r>
          </a:p>
        </p:txBody>
      </p:sp>
    </p:spTree>
    <p:extLst>
      <p:ext uri="{BB962C8B-B14F-4D97-AF65-F5344CB8AC3E}">
        <p14:creationId xmlns:p14="http://schemas.microsoft.com/office/powerpoint/2010/main" val="33402645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DFD19-3CA4-0545-3BE3-CB9E2BD93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4952CDD3-6F7F-DFA6-5DF1-806CFB62BCB9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CCAA993-972D-2FDF-8A72-2E486305C2C7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B77DDDA-BA32-C318-DCC6-C7DF724BF79B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A765F07-0A90-6475-2D29-48FABE719922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27C3BD5B-4B28-F3AB-CE6C-F65D120136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4C3FEDB-2C5F-F290-538F-FC56A3AEAE8F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26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651CC9E-5467-85F0-C7C1-F1E06374BF9B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>
                  <a:solidFill>
                    <a:srgbClr val="FFFF00"/>
                  </a:solidFill>
                  <a:latin typeface="LM Roman 12" panose="00000500000000000000"/>
                </a:rPr>
                <a:t>Debugging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6899D37A-3D30-9059-642E-CAE2D860C2BD}"/>
              </a:ext>
            </a:extLst>
          </p:cNvPr>
          <p:cNvSpPr txBox="1"/>
          <p:nvPr/>
        </p:nvSpPr>
        <p:spPr>
          <a:xfrm>
            <a:off x="4766798" y="320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ZA" b="1">
              <a:latin typeface="LM Roman 12" panose="0000050000000000000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A2F902-B043-9104-4CC7-1C36FB61851A}"/>
              </a:ext>
            </a:extLst>
          </p:cNvPr>
          <p:cNvSpPr/>
          <p:nvPr/>
        </p:nvSpPr>
        <p:spPr>
          <a:xfrm>
            <a:off x="964194" y="1245641"/>
            <a:ext cx="1421606" cy="54612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5CD7BC-5801-DDF0-5CD7-8C9A8E312FFA}"/>
              </a:ext>
            </a:extLst>
          </p:cNvPr>
          <p:cNvSpPr/>
          <p:nvPr/>
        </p:nvSpPr>
        <p:spPr>
          <a:xfrm>
            <a:off x="1204649" y="1189303"/>
            <a:ext cx="5075043" cy="602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3333C2-DEDA-01C4-40E6-3F4341C4EBCE}"/>
              </a:ext>
            </a:extLst>
          </p:cNvPr>
          <p:cNvSpPr txBox="1"/>
          <p:nvPr/>
        </p:nvSpPr>
        <p:spPr>
          <a:xfrm>
            <a:off x="1204647" y="1249130"/>
            <a:ext cx="10700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108107">
              <a:defRPr/>
            </a:pPr>
            <a:r>
              <a:rPr lang="en-ZA" sz="240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Systematic process of identifying and fixing errors (bugs) in a comp program.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55B4D5-D167-60FC-8C05-4CDD3A9055B6}"/>
              </a:ext>
            </a:extLst>
          </p:cNvPr>
          <p:cNvSpPr/>
          <p:nvPr/>
        </p:nvSpPr>
        <p:spPr>
          <a:xfrm>
            <a:off x="0" y="2333624"/>
            <a:ext cx="3797582" cy="30482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sz="1600">
                <a:solidFill>
                  <a:schemeClr val="tx1"/>
                </a:solidFill>
                <a:latin typeface="LM Roman 12" panose="00000500000000000000" pitchFamily="50" charset="0"/>
              </a:rPr>
              <a:t>Print out the data in a particular variable to see if it is as expected</a:t>
            </a:r>
          </a:p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sz="1600">
                <a:solidFill>
                  <a:schemeClr val="tx1"/>
                </a:solidFill>
                <a:latin typeface="LM Roman 12" panose="00000500000000000000" pitchFamily="50" charset="0"/>
              </a:rPr>
              <a:t>To see if a certain line is executed:</a:t>
            </a:r>
          </a:p>
          <a:p>
            <a:pPr algn="ctr"/>
            <a:r>
              <a:rPr lang="en-US" sz="1600" err="1">
                <a:solidFill>
                  <a:schemeClr val="tx1"/>
                </a:solidFill>
                <a:latin typeface="LM Roman 12" panose="00000500000000000000" pitchFamily="50" charset="0"/>
              </a:rPr>
              <a:t>printf</a:t>
            </a:r>
            <a:r>
              <a:rPr lang="en-US" sz="1600">
                <a:solidFill>
                  <a:schemeClr val="tx1"/>
                </a:solidFill>
                <a:latin typeface="LM Roman 12" panose="00000500000000000000" pitchFamily="50" charset="0"/>
              </a:rPr>
              <a:t>("%s:%d\n", __FILE__, __LINE__);</a:t>
            </a:r>
          </a:p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sz="1600">
                <a:solidFill>
                  <a:schemeClr val="tx1"/>
                </a:solidFill>
                <a:latin typeface="LM Roman 12" panose="00000500000000000000" pitchFamily="50" charset="0"/>
              </a:rPr>
              <a:t>To interrupt the program at specific point:</a:t>
            </a:r>
          </a:p>
          <a:p>
            <a:pPr algn="ctr"/>
            <a:r>
              <a:rPr lang="en-US" sz="1600">
                <a:solidFill>
                  <a:schemeClr val="tx1"/>
                </a:solidFill>
                <a:latin typeface="LM Roman 12" panose="00000500000000000000" pitchFamily="50" charset="0"/>
              </a:rPr>
              <a:t>exit(-1); // defined in </a:t>
            </a:r>
            <a:r>
              <a:rPr lang="en-US" sz="1600" err="1">
                <a:solidFill>
                  <a:schemeClr val="tx1"/>
                </a:solidFill>
                <a:latin typeface="LM Roman 12" panose="00000500000000000000" pitchFamily="50" charset="0"/>
              </a:rPr>
              <a:t>stdlib.h</a:t>
            </a:r>
            <a:r>
              <a:rPr lang="en-US" sz="1600">
                <a:solidFill>
                  <a:schemeClr val="tx1"/>
                </a:solidFill>
                <a:latin typeface="LM Roman 12" panose="00000500000000000000" pitchFamily="50" charset="0"/>
              </a:rPr>
              <a:t> library</a:t>
            </a:r>
            <a:endParaRPr lang="en-ZA" sz="1600">
              <a:solidFill>
                <a:schemeClr val="tx1"/>
              </a:solidFill>
              <a:latin typeface="LM Roman 12" panose="00000500000000000000" pitchFamily="50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A1C205-3AA1-8344-9BB8-3E892A725FF3}"/>
              </a:ext>
            </a:extLst>
          </p:cNvPr>
          <p:cNvSpPr/>
          <p:nvPr/>
        </p:nvSpPr>
        <p:spPr>
          <a:xfrm>
            <a:off x="0" y="2320570"/>
            <a:ext cx="3797582" cy="5066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err="1">
                <a:latin typeface="LM Roman 12" panose="00000500000000000000" pitchFamily="50" charset="0"/>
              </a:rPr>
              <a:t>printf</a:t>
            </a:r>
            <a:r>
              <a:rPr lang="en-ZA">
                <a:latin typeface="LM Roman 12" panose="00000500000000000000" pitchFamily="50" charset="0"/>
              </a:rPr>
              <a:t>() statements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83EFA13-98B8-ACAA-24CB-C31DA6739239}"/>
              </a:ext>
            </a:extLst>
          </p:cNvPr>
          <p:cNvSpPr/>
          <p:nvPr/>
        </p:nvSpPr>
        <p:spPr>
          <a:xfrm>
            <a:off x="4170487" y="2333624"/>
            <a:ext cx="3797582" cy="30482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Block out large sections that may be leading to an error</a:t>
            </a:r>
          </a:p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Unblock single statements / small sections until the error occurs</a:t>
            </a:r>
            <a:endParaRPr lang="en-ZA" sz="2000">
              <a:solidFill>
                <a:schemeClr val="tx1"/>
              </a:solidFill>
              <a:latin typeface="LM Roman 12" panose="00000500000000000000" pitchFamily="50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E75CAB-FC96-6CAE-A74F-CB3183652118}"/>
              </a:ext>
            </a:extLst>
          </p:cNvPr>
          <p:cNvSpPr/>
          <p:nvPr/>
        </p:nvSpPr>
        <p:spPr>
          <a:xfrm>
            <a:off x="4170486" y="2333624"/>
            <a:ext cx="3797582" cy="5066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Comment blocks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067DA95-3C78-BED9-8579-083174646CBC}"/>
              </a:ext>
            </a:extLst>
          </p:cNvPr>
          <p:cNvSpPr/>
          <p:nvPr/>
        </p:nvSpPr>
        <p:spPr>
          <a:xfrm>
            <a:off x="8340973" y="2333624"/>
            <a:ext cx="3797582" cy="30482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Those red arrows </a:t>
            </a:r>
            <a:r>
              <a:rPr lang="en-US" sz="2000" err="1">
                <a:solidFill>
                  <a:schemeClr val="tx1"/>
                </a:solidFill>
                <a:latin typeface="LM Roman 12" panose="00000500000000000000" pitchFamily="50" charset="0"/>
              </a:rPr>
              <a:t>etc</a:t>
            </a:r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 at the right top in Code::Blocks</a:t>
            </a:r>
          </a:p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Install if not available - see </a:t>
            </a:r>
            <a:r>
              <a:rPr lang="en-US" sz="2000" err="1">
                <a:solidFill>
                  <a:schemeClr val="tx1"/>
                </a:solidFill>
                <a:latin typeface="LM Roman 12" panose="00000500000000000000" pitchFamily="50" charset="0"/>
              </a:rPr>
              <a:t>STEMLearn</a:t>
            </a:r>
            <a:endParaRPr lang="en-ZA" sz="2000">
              <a:solidFill>
                <a:schemeClr val="tx1"/>
              </a:solidFill>
              <a:latin typeface="LM Roman 12" panose="00000500000000000000" pitchFamily="50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F4DD8D5-F94D-A3D4-F151-3076ACAA8F65}"/>
              </a:ext>
            </a:extLst>
          </p:cNvPr>
          <p:cNvSpPr/>
          <p:nvPr/>
        </p:nvSpPr>
        <p:spPr>
          <a:xfrm>
            <a:off x="8340973" y="2408277"/>
            <a:ext cx="3797582" cy="5066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Using the debugger</a:t>
            </a:r>
          </a:p>
        </p:txBody>
      </p:sp>
    </p:spTree>
    <p:extLst>
      <p:ext uri="{BB962C8B-B14F-4D97-AF65-F5344CB8AC3E}">
        <p14:creationId xmlns:p14="http://schemas.microsoft.com/office/powerpoint/2010/main" val="2363105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3063</Words>
  <Application>Microsoft Office PowerPoint</Application>
  <PresentationFormat>Widescreen</PresentationFormat>
  <Paragraphs>1021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Aptos Display</vt:lpstr>
      <vt:lpstr>Arial</vt:lpstr>
      <vt:lpstr>Bradley Hand ITC</vt:lpstr>
      <vt:lpstr>LM Roman 12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Khobo</dc:creator>
  <cp:lastModifiedBy>Isaac Khobo</cp:lastModifiedBy>
  <cp:revision>1</cp:revision>
  <dcterms:created xsi:type="dcterms:W3CDTF">2026-08-25T11:16:11Z</dcterms:created>
  <dcterms:modified xsi:type="dcterms:W3CDTF">2026-08-26T11:11:59Z</dcterms:modified>
</cp:coreProperties>
</file>