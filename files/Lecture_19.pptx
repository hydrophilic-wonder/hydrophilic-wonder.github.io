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597" r:id="rId2"/>
    <p:sldId id="598" r:id="rId3"/>
    <p:sldId id="599" r:id="rId4"/>
    <p:sldId id="600" r:id="rId5"/>
    <p:sldId id="601" r:id="rId6"/>
    <p:sldId id="602" r:id="rId7"/>
    <p:sldId id="603" r:id="rId8"/>
    <p:sldId id="604" r:id="rId9"/>
    <p:sldId id="605" r:id="rId10"/>
    <p:sldId id="606" r:id="rId11"/>
    <p:sldId id="607" r:id="rId12"/>
    <p:sldId id="608" r:id="rId13"/>
    <p:sldId id="60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51" autoAdjust="0"/>
    <p:restoredTop sz="94124" autoAdjust="0"/>
  </p:normalViewPr>
  <p:slideViewPr>
    <p:cSldViewPr snapToGrid="0">
      <p:cViewPr varScale="1">
        <p:scale>
          <a:sx n="84" d="100"/>
          <a:sy n="84" d="100"/>
        </p:scale>
        <p:origin x="96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bo, IL, Dr [ilkhobo@sun.ac.za]" userId="b519a442-dcea-4a28-9c45-7e29f1df5837" providerId="ADAL" clId="{8BC8A5CF-2DB3-45E9-BF57-F2ED810C291E}"/>
    <pc:docChg chg="undo custSel addSld delSld modSld sldOrd">
      <pc:chgData name="Khobo, IL, Dr [ilkhobo@sun.ac.za]" userId="b519a442-dcea-4a28-9c45-7e29f1df5837" providerId="ADAL" clId="{8BC8A5CF-2DB3-45E9-BF57-F2ED810C291E}" dt="2026-09-19T09:29:57.329" v="3940" actId="20577"/>
      <pc:docMkLst>
        <pc:docMk/>
      </pc:docMkLst>
      <pc:sldChg chg="modSp mod">
        <pc:chgData name="Khobo, IL, Dr [ilkhobo@sun.ac.za]" userId="b519a442-dcea-4a28-9c45-7e29f1df5837" providerId="ADAL" clId="{8BC8A5CF-2DB3-45E9-BF57-F2ED810C291E}" dt="2026-09-15T10:03:33.999" v="116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8BC8A5CF-2DB3-45E9-BF57-F2ED810C291E}" dt="2026-09-15T10:02:44.178" v="55" actId="1076"/>
          <ac:spMkLst>
            <pc:docMk/>
            <pc:sldMk cId="2601401026" sldId="597"/>
            <ac:spMk id="13" creationId="{20076924-44A7-AFA3-D2D3-FEB8DE4DD9A9}"/>
          </ac:spMkLst>
        </pc:spChg>
        <pc:spChg chg="mod">
          <ac:chgData name="Khobo, IL, Dr [ilkhobo@sun.ac.za]" userId="b519a442-dcea-4a28-9c45-7e29f1df5837" providerId="ADAL" clId="{8BC8A5CF-2DB3-45E9-BF57-F2ED810C291E}" dt="2026-09-15T10:03:33.999" v="116" actId="20577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8BC8A5CF-2DB3-45E9-BF57-F2ED810C291E}" dt="2026-09-15T10:02:31.272" v="51" actId="20577"/>
          <ac:spMkLst>
            <pc:docMk/>
            <pc:sldMk cId="2601401026" sldId="597"/>
            <ac:spMk id="34" creationId="{593DD671-6E7B-06CE-9A2D-78AB0133EE61}"/>
          </ac:spMkLst>
        </pc:spChg>
        <pc:picChg chg="mod">
          <ac:chgData name="Khobo, IL, Dr [ilkhobo@sun.ac.za]" userId="b519a442-dcea-4a28-9c45-7e29f1df5837" providerId="ADAL" clId="{8BC8A5CF-2DB3-45E9-BF57-F2ED810C291E}" dt="2026-09-15T10:02:47.697" v="56" actId="14100"/>
          <ac:picMkLst>
            <pc:docMk/>
            <pc:sldMk cId="2601401026" sldId="597"/>
            <ac:picMk id="4" creationId="{8E3F0134-2454-5477-8946-7D018BDF2F56}"/>
          </ac:picMkLst>
        </pc:picChg>
      </pc:sldChg>
      <pc:sldChg chg="addSp delSp modSp mod delAnim modAnim">
        <pc:chgData name="Khobo, IL, Dr [ilkhobo@sun.ac.za]" userId="b519a442-dcea-4a28-9c45-7e29f1df5837" providerId="ADAL" clId="{8BC8A5CF-2DB3-45E9-BF57-F2ED810C291E}" dt="2026-09-18T06:01:54.532" v="3882" actId="403"/>
        <pc:sldMkLst>
          <pc:docMk/>
          <pc:sldMk cId="3688302285" sldId="598"/>
        </pc:sldMkLst>
        <pc:spChg chg="add mod">
          <ac:chgData name="Khobo, IL, Dr [ilkhobo@sun.ac.za]" userId="b519a442-dcea-4a28-9c45-7e29f1df5837" providerId="ADAL" clId="{8BC8A5CF-2DB3-45E9-BF57-F2ED810C291E}" dt="2026-09-18T06:01:54.532" v="3882" actId="403"/>
          <ac:spMkLst>
            <pc:docMk/>
            <pc:sldMk cId="3688302285" sldId="598"/>
            <ac:spMk id="20" creationId="{646C04A3-C2E1-0C87-1953-B149B7607B0D}"/>
          </ac:spMkLst>
        </pc:spChg>
        <pc:spChg chg="add mod">
          <ac:chgData name="Khobo, IL, Dr [ilkhobo@sun.ac.za]" userId="b519a442-dcea-4a28-9c45-7e29f1df5837" providerId="ADAL" clId="{8BC8A5CF-2DB3-45E9-BF57-F2ED810C291E}" dt="2026-09-17T18:18:17.070" v="2586" actId="164"/>
          <ac:spMkLst>
            <pc:docMk/>
            <pc:sldMk cId="3688302285" sldId="598"/>
            <ac:spMk id="21" creationId="{29216686-B958-0754-7345-A153C045D5E1}"/>
          </ac:spMkLst>
        </pc:spChg>
        <pc:spChg chg="add mod">
          <ac:chgData name="Khobo, IL, Dr [ilkhobo@sun.ac.za]" userId="b519a442-dcea-4a28-9c45-7e29f1df5837" providerId="ADAL" clId="{8BC8A5CF-2DB3-45E9-BF57-F2ED810C291E}" dt="2026-09-17T18:20:50.942" v="2757" actId="113"/>
          <ac:spMkLst>
            <pc:docMk/>
            <pc:sldMk cId="3688302285" sldId="598"/>
            <ac:spMk id="22" creationId="{7F03CD33-11E4-E3C4-A2D4-EF2585296056}"/>
          </ac:spMkLst>
        </pc:spChg>
        <pc:spChg chg="add mod">
          <ac:chgData name="Khobo, IL, Dr [ilkhobo@sun.ac.za]" userId="b519a442-dcea-4a28-9c45-7e29f1df5837" providerId="ADAL" clId="{8BC8A5CF-2DB3-45E9-BF57-F2ED810C291E}" dt="2026-09-17T18:18:30.539" v="2604" actId="20577"/>
          <ac:spMkLst>
            <pc:docMk/>
            <pc:sldMk cId="3688302285" sldId="598"/>
            <ac:spMk id="23" creationId="{70780431-026A-7AF5-CC2A-CEA15ECA626F}"/>
          </ac:spMkLst>
        </pc:spChg>
        <pc:spChg chg="mod">
          <ac:chgData name="Khobo, IL, Dr [ilkhobo@sun.ac.za]" userId="b519a442-dcea-4a28-9c45-7e29f1df5837" providerId="ADAL" clId="{8BC8A5CF-2DB3-45E9-BF57-F2ED810C291E}" dt="2026-09-17T18:16:35.212" v="2577" actId="20577"/>
          <ac:spMkLst>
            <pc:docMk/>
            <pc:sldMk cId="3688302285" sldId="598"/>
            <ac:spMk id="36" creationId="{594B83FC-F6AE-70F5-3BB1-5654CFB91FF5}"/>
          </ac:spMkLst>
        </pc:spChg>
        <pc:grpChg chg="add mod">
          <ac:chgData name="Khobo, IL, Dr [ilkhobo@sun.ac.za]" userId="b519a442-dcea-4a28-9c45-7e29f1df5837" providerId="ADAL" clId="{8BC8A5CF-2DB3-45E9-BF57-F2ED810C291E}" dt="2026-09-17T18:18:17.070" v="2586" actId="164"/>
          <ac:grpSpMkLst>
            <pc:docMk/>
            <pc:sldMk cId="3688302285" sldId="598"/>
            <ac:grpSpMk id="25" creationId="{9F713CE4-8B57-CA43-6378-7517A82BC1C0}"/>
          </ac:grpSpMkLst>
        </pc:grpChg>
        <pc:grpChg chg="add mod">
          <ac:chgData name="Khobo, IL, Dr [ilkhobo@sun.ac.za]" userId="b519a442-dcea-4a28-9c45-7e29f1df5837" providerId="ADAL" clId="{8BC8A5CF-2DB3-45E9-BF57-F2ED810C291E}" dt="2026-09-17T18:18:17.070" v="2586" actId="164"/>
          <ac:grpSpMkLst>
            <pc:docMk/>
            <pc:sldMk cId="3688302285" sldId="598"/>
            <ac:grpSpMk id="26" creationId="{CFF30133-4E4D-1A59-05DD-7406EE6C2FE5}"/>
          </ac:grpSpMkLst>
        </pc:grpChg>
        <pc:picChg chg="add mod modCrop">
          <ac:chgData name="Khobo, IL, Dr [ilkhobo@sun.ac.za]" userId="b519a442-dcea-4a28-9c45-7e29f1df5837" providerId="ADAL" clId="{8BC8A5CF-2DB3-45E9-BF57-F2ED810C291E}" dt="2026-09-17T18:18:01.990" v="2584" actId="1076"/>
          <ac:picMkLst>
            <pc:docMk/>
            <pc:sldMk cId="3688302285" sldId="598"/>
            <ac:picMk id="19" creationId="{F366CEF7-800D-2A25-F951-2F65349FD72B}"/>
          </ac:picMkLst>
        </pc:picChg>
      </pc:sldChg>
      <pc:sldChg chg="addSp delSp modSp add mod modTransition delAnim modAnim">
        <pc:chgData name="Khobo, IL, Dr [ilkhobo@sun.ac.za]" userId="b519a442-dcea-4a28-9c45-7e29f1df5837" providerId="ADAL" clId="{8BC8A5CF-2DB3-45E9-BF57-F2ED810C291E}" dt="2026-09-17T18:52:06.231" v="3232"/>
        <pc:sldMkLst>
          <pc:docMk/>
          <pc:sldMk cId="1050411075" sldId="599"/>
        </pc:sldMkLst>
        <pc:picChg chg="add mod">
          <ac:chgData name="Khobo, IL, Dr [ilkhobo@sun.ac.za]" userId="b519a442-dcea-4a28-9c45-7e29f1df5837" providerId="ADAL" clId="{8BC8A5CF-2DB3-45E9-BF57-F2ED810C291E}" dt="2026-09-17T18:22:47.431" v="2763" actId="1076"/>
          <ac:picMkLst>
            <pc:docMk/>
            <pc:sldMk cId="1050411075" sldId="599"/>
            <ac:picMk id="2" creationId="{7B3E02F1-7380-A318-BC93-E0105F1E21CB}"/>
          </ac:picMkLst>
        </pc:picChg>
        <pc:picChg chg="mod">
          <ac:chgData name="Khobo, IL, Dr [ilkhobo@sun.ac.za]" userId="b519a442-dcea-4a28-9c45-7e29f1df5837" providerId="ADAL" clId="{8BC8A5CF-2DB3-45E9-BF57-F2ED810C291E}" dt="2026-09-17T18:22:18.039" v="2759" actId="1076"/>
          <ac:picMkLst>
            <pc:docMk/>
            <pc:sldMk cId="1050411075" sldId="599"/>
            <ac:picMk id="3" creationId="{0A075CF9-9C35-D687-FE2C-8134F6BE0AA1}"/>
          </ac:picMkLst>
        </pc:picChg>
        <pc:picChg chg="add mod">
          <ac:chgData name="Khobo, IL, Dr [ilkhobo@sun.ac.za]" userId="b519a442-dcea-4a28-9c45-7e29f1df5837" providerId="ADAL" clId="{8BC8A5CF-2DB3-45E9-BF57-F2ED810C291E}" dt="2026-09-17T18:22:31.576" v="2762" actId="1076"/>
          <ac:picMkLst>
            <pc:docMk/>
            <pc:sldMk cId="1050411075" sldId="599"/>
            <ac:picMk id="4" creationId="{13A16550-053A-31AC-72EE-EA2F664AF768}"/>
          </ac:picMkLst>
        </pc:picChg>
        <pc:picChg chg="add mod">
          <ac:chgData name="Khobo, IL, Dr [ilkhobo@sun.ac.za]" userId="b519a442-dcea-4a28-9c45-7e29f1df5837" providerId="ADAL" clId="{8BC8A5CF-2DB3-45E9-BF57-F2ED810C291E}" dt="2026-09-17T18:22:31.576" v="2762" actId="1076"/>
          <ac:picMkLst>
            <pc:docMk/>
            <pc:sldMk cId="1050411075" sldId="599"/>
            <ac:picMk id="5" creationId="{122CDC22-0646-04A8-03DA-097FF23585F5}"/>
          </ac:picMkLst>
        </pc:picChg>
      </pc:sldChg>
      <pc:sldChg chg="addSp delSp modSp add mod delAnim">
        <pc:chgData name="Khobo, IL, Dr [ilkhobo@sun.ac.za]" userId="b519a442-dcea-4a28-9c45-7e29f1df5837" providerId="ADAL" clId="{8BC8A5CF-2DB3-45E9-BF57-F2ED810C291E}" dt="2026-09-17T18:59:04.523" v="3276" actId="14100"/>
        <pc:sldMkLst>
          <pc:docMk/>
          <pc:sldMk cId="1771664255" sldId="600"/>
        </pc:sldMkLst>
        <pc:spChg chg="add mod">
          <ac:chgData name="Khobo, IL, Dr [ilkhobo@sun.ac.za]" userId="b519a442-dcea-4a28-9c45-7e29f1df5837" providerId="ADAL" clId="{8BC8A5CF-2DB3-45E9-BF57-F2ED810C291E}" dt="2026-09-17T18:41:43.539" v="3100" actId="1076"/>
          <ac:spMkLst>
            <pc:docMk/>
            <pc:sldMk cId="1771664255" sldId="600"/>
            <ac:spMk id="6" creationId="{59587D08-FDD1-DC92-D38E-8E2BC87C8233}"/>
          </ac:spMkLst>
        </pc:spChg>
        <pc:spChg chg="add mod">
          <ac:chgData name="Khobo, IL, Dr [ilkhobo@sun.ac.za]" userId="b519a442-dcea-4a28-9c45-7e29f1df5837" providerId="ADAL" clId="{8BC8A5CF-2DB3-45E9-BF57-F2ED810C291E}" dt="2026-09-17T18:41:38.562" v="3099" actId="1076"/>
          <ac:spMkLst>
            <pc:docMk/>
            <pc:sldMk cId="1771664255" sldId="600"/>
            <ac:spMk id="8" creationId="{AE8E2D09-6890-57E3-8B06-1D75A74A099E}"/>
          </ac:spMkLst>
        </pc:spChg>
        <pc:spChg chg="add mod">
          <ac:chgData name="Khobo, IL, Dr [ilkhobo@sun.ac.za]" userId="b519a442-dcea-4a28-9c45-7e29f1df5837" providerId="ADAL" clId="{8BC8A5CF-2DB3-45E9-BF57-F2ED810C291E}" dt="2026-09-17T18:33:41.002" v="3031" actId="1076"/>
          <ac:spMkLst>
            <pc:docMk/>
            <pc:sldMk cId="1771664255" sldId="600"/>
            <ac:spMk id="10" creationId="{58273EB0-21D0-10A0-F4F9-209AB58A855F}"/>
          </ac:spMkLst>
        </pc:spChg>
        <pc:spChg chg="add mod">
          <ac:chgData name="Khobo, IL, Dr [ilkhobo@sun.ac.za]" userId="b519a442-dcea-4a28-9c45-7e29f1df5837" providerId="ADAL" clId="{8BC8A5CF-2DB3-45E9-BF57-F2ED810C291E}" dt="2026-09-17T18:57:58.200" v="3264" actId="1076"/>
          <ac:spMkLst>
            <pc:docMk/>
            <pc:sldMk cId="1771664255" sldId="600"/>
            <ac:spMk id="12" creationId="{4E516C5A-D17C-C7B2-064A-1B12E00BDC06}"/>
          </ac:spMkLst>
        </pc:spChg>
        <pc:spChg chg="add mod">
          <ac:chgData name="Khobo, IL, Dr [ilkhobo@sun.ac.za]" userId="b519a442-dcea-4a28-9c45-7e29f1df5837" providerId="ADAL" clId="{8BC8A5CF-2DB3-45E9-BF57-F2ED810C291E}" dt="2026-09-17T18:57:58.200" v="3264" actId="1076"/>
          <ac:spMkLst>
            <pc:docMk/>
            <pc:sldMk cId="1771664255" sldId="600"/>
            <ac:spMk id="14" creationId="{9F04B41E-4280-4AE1-0910-DB7F33D8C8EB}"/>
          </ac:spMkLst>
        </pc:spChg>
        <pc:spChg chg="mod">
          <ac:chgData name="Khobo, IL, Dr [ilkhobo@sun.ac.za]" userId="b519a442-dcea-4a28-9c45-7e29f1df5837" providerId="ADAL" clId="{8BC8A5CF-2DB3-45E9-BF57-F2ED810C291E}" dt="2026-09-17T18:26:27.500" v="2784" actId="20577"/>
          <ac:spMkLst>
            <pc:docMk/>
            <pc:sldMk cId="1771664255" sldId="600"/>
            <ac:spMk id="36" creationId="{C96DD721-5B5F-5B8B-F4EA-5F6F55960A2F}"/>
          </ac:spMkLst>
        </pc:spChg>
        <pc:picChg chg="add mod">
          <ac:chgData name="Khobo, IL, Dr [ilkhobo@sun.ac.za]" userId="b519a442-dcea-4a28-9c45-7e29f1df5837" providerId="ADAL" clId="{8BC8A5CF-2DB3-45E9-BF57-F2ED810C291E}" dt="2026-09-17T18:59:04.523" v="3276" actId="14100"/>
          <ac:picMkLst>
            <pc:docMk/>
            <pc:sldMk cId="1771664255" sldId="600"/>
            <ac:picMk id="20" creationId="{049DEB06-4991-EE2E-58E9-64E5E724C0D9}"/>
          </ac:picMkLst>
        </pc:picChg>
      </pc:sldChg>
      <pc:sldChg chg="addSp delSp modSp add mod modTransition">
        <pc:chgData name="Khobo, IL, Dr [ilkhobo@sun.ac.za]" userId="b519a442-dcea-4a28-9c45-7e29f1df5837" providerId="ADAL" clId="{8BC8A5CF-2DB3-45E9-BF57-F2ED810C291E}" dt="2026-09-18T08:07:55.287" v="3899" actId="478"/>
        <pc:sldMkLst>
          <pc:docMk/>
          <pc:sldMk cId="261590760" sldId="601"/>
        </pc:sldMkLst>
        <pc:spChg chg="add mod">
          <ac:chgData name="Khobo, IL, Dr [ilkhobo@sun.ac.za]" userId="b519a442-dcea-4a28-9c45-7e29f1df5837" providerId="ADAL" clId="{8BC8A5CF-2DB3-45E9-BF57-F2ED810C291E}" dt="2026-09-17T18:46:23.467" v="3103" actId="1076"/>
          <ac:spMkLst>
            <pc:docMk/>
            <pc:sldMk cId="261590760" sldId="601"/>
            <ac:spMk id="3" creationId="{40F4D0AA-3AFA-287F-C11C-5B52A71F3EA0}"/>
          </ac:spMkLst>
        </pc:spChg>
        <pc:spChg chg="mod">
          <ac:chgData name="Khobo, IL, Dr [ilkhobo@sun.ac.za]" userId="b519a442-dcea-4a28-9c45-7e29f1df5837" providerId="ADAL" clId="{8BC8A5CF-2DB3-45E9-BF57-F2ED810C291E}" dt="2026-09-17T18:57:49.962" v="3263" actId="1076"/>
          <ac:spMkLst>
            <pc:docMk/>
            <pc:sldMk cId="261590760" sldId="601"/>
            <ac:spMk id="12" creationId="{2677F251-E33C-9600-CB60-9AFCC3F7518C}"/>
          </ac:spMkLst>
        </pc:spChg>
        <pc:spChg chg="mod">
          <ac:chgData name="Khobo, IL, Dr [ilkhobo@sun.ac.za]" userId="b519a442-dcea-4a28-9c45-7e29f1df5837" providerId="ADAL" clId="{8BC8A5CF-2DB3-45E9-BF57-F2ED810C291E}" dt="2026-09-17T18:57:49.962" v="3263" actId="1076"/>
          <ac:spMkLst>
            <pc:docMk/>
            <pc:sldMk cId="261590760" sldId="601"/>
            <ac:spMk id="14" creationId="{F1D85BCE-1043-711B-B7C7-4BBE86690CC6}"/>
          </ac:spMkLst>
        </pc:spChg>
        <pc:spChg chg="add">
          <ac:chgData name="Khobo, IL, Dr [ilkhobo@sun.ac.za]" userId="b519a442-dcea-4a28-9c45-7e29f1df5837" providerId="ADAL" clId="{8BC8A5CF-2DB3-45E9-BF57-F2ED810C291E}" dt="2026-09-17T18:46:15.899" v="3102" actId="22"/>
          <ac:spMkLst>
            <pc:docMk/>
            <pc:sldMk cId="261590760" sldId="601"/>
            <ac:spMk id="22" creationId="{6BF0B642-6FA7-280B-992B-E0F77618313F}"/>
          </ac:spMkLst>
        </pc:spChg>
        <pc:spChg chg="add">
          <ac:chgData name="Khobo, IL, Dr [ilkhobo@sun.ac.za]" userId="b519a442-dcea-4a28-9c45-7e29f1df5837" providerId="ADAL" clId="{8BC8A5CF-2DB3-45E9-BF57-F2ED810C291E}" dt="2026-09-17T18:46:15.899" v="3102" actId="22"/>
          <ac:spMkLst>
            <pc:docMk/>
            <pc:sldMk cId="261590760" sldId="601"/>
            <ac:spMk id="25" creationId="{32A6437C-D913-C574-FC72-D74980861AF4}"/>
          </ac:spMkLst>
        </pc:spChg>
        <pc:spChg chg="add">
          <ac:chgData name="Khobo, IL, Dr [ilkhobo@sun.ac.za]" userId="b519a442-dcea-4a28-9c45-7e29f1df5837" providerId="ADAL" clId="{8BC8A5CF-2DB3-45E9-BF57-F2ED810C291E}" dt="2026-09-17T18:46:15.899" v="3102" actId="22"/>
          <ac:spMkLst>
            <pc:docMk/>
            <pc:sldMk cId="261590760" sldId="601"/>
            <ac:spMk id="27" creationId="{FB004CF4-8551-228C-66D3-F45BCBBA114A}"/>
          </ac:spMkLst>
        </pc:spChg>
        <pc:picChg chg="add mod">
          <ac:chgData name="Khobo, IL, Dr [ilkhobo@sun.ac.za]" userId="b519a442-dcea-4a28-9c45-7e29f1df5837" providerId="ADAL" clId="{8BC8A5CF-2DB3-45E9-BF57-F2ED810C291E}" dt="2026-09-17T19:01:25.188" v="3284" actId="1076"/>
          <ac:picMkLst>
            <pc:docMk/>
            <pc:sldMk cId="261590760" sldId="601"/>
            <ac:picMk id="31" creationId="{B9526C4C-28C5-42CC-96D5-CA9302D36589}"/>
          </ac:picMkLst>
        </pc:picChg>
        <pc:inkChg chg="add del">
          <ac:chgData name="Khobo, IL, Dr [ilkhobo@sun.ac.za]" userId="b519a442-dcea-4a28-9c45-7e29f1df5837" providerId="ADAL" clId="{8BC8A5CF-2DB3-45E9-BF57-F2ED810C291E}" dt="2026-09-18T08:07:52.620" v="3898" actId="478"/>
          <ac:inkMkLst>
            <pc:docMk/>
            <pc:sldMk cId="261590760" sldId="601"/>
            <ac:inkMk id="32" creationId="{8ABE4D36-027C-5EA6-9AB4-16C4340C39AD}"/>
          </ac:inkMkLst>
        </pc:inkChg>
        <pc:inkChg chg="add del">
          <ac:chgData name="Khobo, IL, Dr [ilkhobo@sun.ac.za]" userId="b519a442-dcea-4a28-9c45-7e29f1df5837" providerId="ADAL" clId="{8BC8A5CF-2DB3-45E9-BF57-F2ED810C291E}" dt="2026-09-18T08:07:55.287" v="3899" actId="478"/>
          <ac:inkMkLst>
            <pc:docMk/>
            <pc:sldMk cId="261590760" sldId="601"/>
            <ac:inkMk id="33" creationId="{FC83F3B6-6566-6731-6F17-25742451ED78}"/>
          </ac:inkMkLst>
        </pc:inkChg>
      </pc:sldChg>
      <pc:sldChg chg="addSp delSp modSp add mod modTransition">
        <pc:chgData name="Khobo, IL, Dr [ilkhobo@sun.ac.za]" userId="b519a442-dcea-4a28-9c45-7e29f1df5837" providerId="ADAL" clId="{8BC8A5CF-2DB3-45E9-BF57-F2ED810C291E}" dt="2026-09-17T19:03:28.610" v="3292" actId="1076"/>
        <pc:sldMkLst>
          <pc:docMk/>
          <pc:sldMk cId="3773195825" sldId="602"/>
        </pc:sldMkLst>
        <pc:spChg chg="add mod">
          <ac:chgData name="Khobo, IL, Dr [ilkhobo@sun.ac.za]" userId="b519a442-dcea-4a28-9c45-7e29f1df5837" providerId="ADAL" clId="{8BC8A5CF-2DB3-45E9-BF57-F2ED810C291E}" dt="2026-09-17T18:50:23.162" v="3209" actId="1076"/>
          <ac:spMkLst>
            <pc:docMk/>
            <pc:sldMk cId="3773195825" sldId="602"/>
            <ac:spMk id="4" creationId="{6746340B-9741-DEC9-520D-40774494A45F}"/>
          </ac:spMkLst>
        </pc:spChg>
        <pc:spChg chg="add mod">
          <ac:chgData name="Khobo, IL, Dr [ilkhobo@sun.ac.za]" userId="b519a442-dcea-4a28-9c45-7e29f1df5837" providerId="ADAL" clId="{8BC8A5CF-2DB3-45E9-BF57-F2ED810C291E}" dt="2026-09-17T18:50:06.857" v="3207" actId="1076"/>
          <ac:spMkLst>
            <pc:docMk/>
            <pc:sldMk cId="3773195825" sldId="602"/>
            <ac:spMk id="6" creationId="{0612034F-BCA6-4598-EF0B-FC9CA83553A2}"/>
          </ac:spMkLst>
        </pc:spChg>
        <pc:spChg chg="add mod">
          <ac:chgData name="Khobo, IL, Dr [ilkhobo@sun.ac.za]" userId="b519a442-dcea-4a28-9c45-7e29f1df5837" providerId="ADAL" clId="{8BC8A5CF-2DB3-45E9-BF57-F2ED810C291E}" dt="2026-09-17T18:50:26.179" v="3210" actId="1076"/>
          <ac:spMkLst>
            <pc:docMk/>
            <pc:sldMk cId="3773195825" sldId="602"/>
            <ac:spMk id="8" creationId="{30AB7207-20C3-4C92-E022-4EBC10BEB35D}"/>
          </ac:spMkLst>
        </pc:spChg>
        <pc:spChg chg="add">
          <ac:chgData name="Khobo, IL, Dr [ilkhobo@sun.ac.za]" userId="b519a442-dcea-4a28-9c45-7e29f1df5837" providerId="ADAL" clId="{8BC8A5CF-2DB3-45E9-BF57-F2ED810C291E}" dt="2026-09-17T18:49:47.757" v="3204" actId="22"/>
          <ac:spMkLst>
            <pc:docMk/>
            <pc:sldMk cId="3773195825" sldId="602"/>
            <ac:spMk id="10" creationId="{28DB35D8-F420-2CDB-1FE8-C66749A1E33F}"/>
          </ac:spMkLst>
        </pc:spChg>
        <pc:spChg chg="mod">
          <ac:chgData name="Khobo, IL, Dr [ilkhobo@sun.ac.za]" userId="b519a442-dcea-4a28-9c45-7e29f1df5837" providerId="ADAL" clId="{8BC8A5CF-2DB3-45E9-BF57-F2ED810C291E}" dt="2026-09-17T18:58:15.168" v="3266" actId="1076"/>
          <ac:spMkLst>
            <pc:docMk/>
            <pc:sldMk cId="3773195825" sldId="602"/>
            <ac:spMk id="12" creationId="{72EB95C8-61F4-88A6-BC53-4725675B496A}"/>
          </ac:spMkLst>
        </pc:spChg>
        <pc:spChg chg="mod">
          <ac:chgData name="Khobo, IL, Dr [ilkhobo@sun.ac.za]" userId="b519a442-dcea-4a28-9c45-7e29f1df5837" providerId="ADAL" clId="{8BC8A5CF-2DB3-45E9-BF57-F2ED810C291E}" dt="2026-09-17T18:58:15.168" v="3266" actId="1076"/>
          <ac:spMkLst>
            <pc:docMk/>
            <pc:sldMk cId="3773195825" sldId="602"/>
            <ac:spMk id="14" creationId="{B9B3E272-D739-6521-51EC-505C39E02CDD}"/>
          </ac:spMkLst>
        </pc:spChg>
        <pc:picChg chg="add mod">
          <ac:chgData name="Khobo, IL, Dr [ilkhobo@sun.ac.za]" userId="b519a442-dcea-4a28-9c45-7e29f1df5837" providerId="ADAL" clId="{8BC8A5CF-2DB3-45E9-BF57-F2ED810C291E}" dt="2026-09-17T19:03:28.610" v="3292" actId="1076"/>
          <ac:picMkLst>
            <pc:docMk/>
            <pc:sldMk cId="3773195825" sldId="602"/>
            <ac:picMk id="26" creationId="{530323D6-7272-2D75-84BB-74EC84A205E5}"/>
          </ac:picMkLst>
        </pc:picChg>
      </pc:sldChg>
      <pc:sldChg chg="addSp delSp modSp add mod modTransition">
        <pc:chgData name="Khobo, IL, Dr [ilkhobo@sun.ac.za]" userId="b519a442-dcea-4a28-9c45-7e29f1df5837" providerId="ADAL" clId="{8BC8A5CF-2DB3-45E9-BF57-F2ED810C291E}" dt="2026-09-19T09:29:57.329" v="3940" actId="20577"/>
        <pc:sldMkLst>
          <pc:docMk/>
          <pc:sldMk cId="1555217230" sldId="603"/>
        </pc:sldMkLst>
        <pc:spChg chg="add mod">
          <ac:chgData name="Khobo, IL, Dr [ilkhobo@sun.ac.za]" userId="b519a442-dcea-4a28-9c45-7e29f1df5837" providerId="ADAL" clId="{8BC8A5CF-2DB3-45E9-BF57-F2ED810C291E}" dt="2026-09-17T18:51:45.107" v="3231" actId="1076"/>
          <ac:spMkLst>
            <pc:docMk/>
            <pc:sldMk cId="1555217230" sldId="603"/>
            <ac:spMk id="3" creationId="{E487B0AD-9F82-980B-ED7E-A9A9F5664E22}"/>
          </ac:spMkLst>
        </pc:spChg>
        <pc:spChg chg="mod">
          <ac:chgData name="Khobo, IL, Dr [ilkhobo@sun.ac.za]" userId="b519a442-dcea-4a28-9c45-7e29f1df5837" providerId="ADAL" clId="{8BC8A5CF-2DB3-45E9-BF57-F2ED810C291E}" dt="2026-09-17T18:51:41.295" v="3230" actId="1076"/>
          <ac:spMkLst>
            <pc:docMk/>
            <pc:sldMk cId="1555217230" sldId="603"/>
            <ac:spMk id="6" creationId="{480ADC88-CD78-86C6-87B3-095F943D8E46}"/>
          </ac:spMkLst>
        </pc:spChg>
        <pc:spChg chg="mod">
          <ac:chgData name="Khobo, IL, Dr [ilkhobo@sun.ac.za]" userId="b519a442-dcea-4a28-9c45-7e29f1df5837" providerId="ADAL" clId="{8BC8A5CF-2DB3-45E9-BF57-F2ED810C291E}" dt="2026-09-19T09:29:57.329" v="3940" actId="20577"/>
          <ac:spMkLst>
            <pc:docMk/>
            <pc:sldMk cId="1555217230" sldId="603"/>
            <ac:spMk id="12" creationId="{8163B008-B2D9-1A0F-00CA-3CA516C6A43F}"/>
          </ac:spMkLst>
        </pc:spChg>
        <pc:spChg chg="mod">
          <ac:chgData name="Khobo, IL, Dr [ilkhobo@sun.ac.za]" userId="b519a442-dcea-4a28-9c45-7e29f1df5837" providerId="ADAL" clId="{8BC8A5CF-2DB3-45E9-BF57-F2ED810C291E}" dt="2026-09-17T18:58:25.220" v="3267" actId="1076"/>
          <ac:spMkLst>
            <pc:docMk/>
            <pc:sldMk cId="1555217230" sldId="603"/>
            <ac:spMk id="14" creationId="{B3E602EB-6E7C-78C8-DAA9-216D37C3A665}"/>
          </ac:spMkLst>
        </pc:spChg>
        <pc:picChg chg="add mod">
          <ac:chgData name="Khobo, IL, Dr [ilkhobo@sun.ac.za]" userId="b519a442-dcea-4a28-9c45-7e29f1df5837" providerId="ADAL" clId="{8BC8A5CF-2DB3-45E9-BF57-F2ED810C291E}" dt="2026-09-17T19:05:31.550" v="3297" actId="1076"/>
          <ac:picMkLst>
            <pc:docMk/>
            <pc:sldMk cId="1555217230" sldId="603"/>
            <ac:picMk id="7" creationId="{EE69D2F2-3B47-8B46-B3A2-366A9CE09BB7}"/>
          </ac:picMkLst>
        </pc:picChg>
        <pc:inkChg chg="add del">
          <ac:chgData name="Khobo, IL, Dr [ilkhobo@sun.ac.za]" userId="b519a442-dcea-4a28-9c45-7e29f1df5837" providerId="ADAL" clId="{8BC8A5CF-2DB3-45E9-BF57-F2ED810C291E}" dt="2026-09-18T08:08:00.951" v="3900" actId="478"/>
          <ac:inkMkLst>
            <pc:docMk/>
            <pc:sldMk cId="1555217230" sldId="603"/>
            <ac:inkMk id="9" creationId="{D25D12F7-7383-803D-56FF-E4AF2A7D8809}"/>
          </ac:inkMkLst>
        </pc:inkChg>
        <pc:inkChg chg="add del">
          <ac:chgData name="Khobo, IL, Dr [ilkhobo@sun.ac.za]" userId="b519a442-dcea-4a28-9c45-7e29f1df5837" providerId="ADAL" clId="{8BC8A5CF-2DB3-45E9-BF57-F2ED810C291E}" dt="2026-09-18T08:08:02.819" v="3901" actId="478"/>
          <ac:inkMkLst>
            <pc:docMk/>
            <pc:sldMk cId="1555217230" sldId="603"/>
            <ac:inkMk id="11" creationId="{54B80767-829A-C52A-28BD-100B4450160B}"/>
          </ac:inkMkLst>
        </pc:inkChg>
        <pc:inkChg chg="add del">
          <ac:chgData name="Khobo, IL, Dr [ilkhobo@sun.ac.za]" userId="b519a442-dcea-4a28-9c45-7e29f1df5837" providerId="ADAL" clId="{8BC8A5CF-2DB3-45E9-BF57-F2ED810C291E}" dt="2026-09-18T08:08:05.425" v="3902" actId="478"/>
          <ac:inkMkLst>
            <pc:docMk/>
            <pc:sldMk cId="1555217230" sldId="603"/>
            <ac:inkMk id="13" creationId="{B45DDEA6-F73C-3853-DE4A-1D9D2083111D}"/>
          </ac:inkMkLst>
        </pc:inkChg>
        <pc:inkChg chg="add del">
          <ac:chgData name="Khobo, IL, Dr [ilkhobo@sun.ac.za]" userId="b519a442-dcea-4a28-9c45-7e29f1df5837" providerId="ADAL" clId="{8BC8A5CF-2DB3-45E9-BF57-F2ED810C291E}" dt="2026-09-18T08:08:07.166" v="3903" actId="478"/>
          <ac:inkMkLst>
            <pc:docMk/>
            <pc:sldMk cId="1555217230" sldId="603"/>
            <ac:inkMk id="15" creationId="{F258A51E-14A3-85AF-E82C-1A52D37CAB27}"/>
          </ac:inkMkLst>
        </pc:inkChg>
      </pc:sldChg>
      <pc:sldChg chg="addSp delSp modSp add mod">
        <pc:chgData name="Khobo, IL, Dr [ilkhobo@sun.ac.za]" userId="b519a442-dcea-4a28-9c45-7e29f1df5837" providerId="ADAL" clId="{8BC8A5CF-2DB3-45E9-BF57-F2ED810C291E}" dt="2026-09-18T08:08:13.105" v="3904" actId="478"/>
        <pc:sldMkLst>
          <pc:docMk/>
          <pc:sldMk cId="3827995093" sldId="604"/>
        </pc:sldMkLst>
        <pc:picChg chg="add mod">
          <ac:chgData name="Khobo, IL, Dr [ilkhobo@sun.ac.za]" userId="b519a442-dcea-4a28-9c45-7e29f1df5837" providerId="ADAL" clId="{8BC8A5CF-2DB3-45E9-BF57-F2ED810C291E}" dt="2026-09-17T19:08:01.302" v="3306" actId="1076"/>
          <ac:picMkLst>
            <pc:docMk/>
            <pc:sldMk cId="3827995093" sldId="604"/>
            <ac:picMk id="5" creationId="{3870811C-E024-846D-99D0-77054D43A021}"/>
          </ac:picMkLst>
        </pc:picChg>
        <pc:inkChg chg="add del">
          <ac:chgData name="Khobo, IL, Dr [ilkhobo@sun.ac.za]" userId="b519a442-dcea-4a28-9c45-7e29f1df5837" providerId="ADAL" clId="{8BC8A5CF-2DB3-45E9-BF57-F2ED810C291E}" dt="2026-09-18T08:08:13.105" v="3904" actId="478"/>
          <ac:inkMkLst>
            <pc:docMk/>
            <pc:sldMk cId="3827995093" sldId="604"/>
            <ac:inkMk id="9" creationId="{AC502E24-FCC6-B719-110F-BF34981BC8B8}"/>
          </ac:inkMkLst>
        </pc:inkChg>
      </pc:sldChg>
      <pc:sldChg chg="addSp delSp modSp add mod modTransition modAnim">
        <pc:chgData name="Khobo, IL, Dr [ilkhobo@sun.ac.za]" userId="b519a442-dcea-4a28-9c45-7e29f1df5837" providerId="ADAL" clId="{8BC8A5CF-2DB3-45E9-BF57-F2ED810C291E}" dt="2026-09-18T08:08:19.147" v="3905" actId="478"/>
        <pc:sldMkLst>
          <pc:docMk/>
          <pc:sldMk cId="2928003494" sldId="605"/>
        </pc:sldMkLst>
        <pc:spChg chg="add mod">
          <ac:chgData name="Khobo, IL, Dr [ilkhobo@sun.ac.za]" userId="b519a442-dcea-4a28-9c45-7e29f1df5837" providerId="ADAL" clId="{8BC8A5CF-2DB3-45E9-BF57-F2ED810C291E}" dt="2026-09-17T19:23:09.587" v="3416" actId="1076"/>
          <ac:spMkLst>
            <pc:docMk/>
            <pc:sldMk cId="2928003494" sldId="605"/>
            <ac:spMk id="13" creationId="{B4BEE0FE-189E-4E84-40E2-B4FEF615A003}"/>
          </ac:spMkLst>
        </pc:spChg>
        <pc:spChg chg="mod">
          <ac:chgData name="Khobo, IL, Dr [ilkhobo@sun.ac.za]" userId="b519a442-dcea-4a28-9c45-7e29f1df5837" providerId="ADAL" clId="{8BC8A5CF-2DB3-45E9-BF57-F2ED810C291E}" dt="2026-09-17T19:22:56.529" v="3411" actId="113"/>
          <ac:spMkLst>
            <pc:docMk/>
            <pc:sldMk cId="2928003494" sldId="605"/>
            <ac:spMk id="28" creationId="{DC6BF16E-5DC5-79B7-2EF7-31A7391F6ADD}"/>
          </ac:spMkLst>
        </pc:spChg>
        <pc:spChg chg="mod">
          <ac:chgData name="Khobo, IL, Dr [ilkhobo@sun.ac.za]" userId="b519a442-dcea-4a28-9c45-7e29f1df5837" providerId="ADAL" clId="{8BC8A5CF-2DB3-45E9-BF57-F2ED810C291E}" dt="2026-09-17T19:22:56.529" v="3411" actId="113"/>
          <ac:spMkLst>
            <pc:docMk/>
            <pc:sldMk cId="2928003494" sldId="605"/>
            <ac:spMk id="30" creationId="{B023A084-F253-DE6D-1EF2-B2B8C6D6AEB8}"/>
          </ac:spMkLst>
        </pc:spChg>
        <pc:spChg chg="mod">
          <ac:chgData name="Khobo, IL, Dr [ilkhobo@sun.ac.za]" userId="b519a442-dcea-4a28-9c45-7e29f1df5837" providerId="ADAL" clId="{8BC8A5CF-2DB3-45E9-BF57-F2ED810C291E}" dt="2026-09-17T19:22:56.529" v="3411" actId="113"/>
          <ac:spMkLst>
            <pc:docMk/>
            <pc:sldMk cId="2928003494" sldId="605"/>
            <ac:spMk id="34" creationId="{A2D6A297-3E3B-1415-D958-DE1765BF51CA}"/>
          </ac:spMkLst>
        </pc:spChg>
        <pc:spChg chg="mod">
          <ac:chgData name="Khobo, IL, Dr [ilkhobo@sun.ac.za]" userId="b519a442-dcea-4a28-9c45-7e29f1df5837" providerId="ADAL" clId="{8BC8A5CF-2DB3-45E9-BF57-F2ED810C291E}" dt="2026-09-17T19:22:56.529" v="3411" actId="113"/>
          <ac:spMkLst>
            <pc:docMk/>
            <pc:sldMk cId="2928003494" sldId="605"/>
            <ac:spMk id="36" creationId="{076E723C-096D-5A5D-FA4F-A3C4A3AD0AC8}"/>
          </ac:spMkLst>
        </pc:spChg>
        <pc:picChg chg="add mod">
          <ac:chgData name="Khobo, IL, Dr [ilkhobo@sun.ac.za]" userId="b519a442-dcea-4a28-9c45-7e29f1df5837" providerId="ADAL" clId="{8BC8A5CF-2DB3-45E9-BF57-F2ED810C291E}" dt="2026-09-17T19:22:00.184" v="3361" actId="1076"/>
          <ac:picMkLst>
            <pc:docMk/>
            <pc:sldMk cId="2928003494" sldId="605"/>
            <ac:picMk id="7" creationId="{E0B5DCD2-D2BA-2A67-C9A5-19CEE092CE8B}"/>
          </ac:picMkLst>
        </pc:picChg>
        <pc:picChg chg="add mod">
          <ac:chgData name="Khobo, IL, Dr [ilkhobo@sun.ac.za]" userId="b519a442-dcea-4a28-9c45-7e29f1df5837" providerId="ADAL" clId="{8BC8A5CF-2DB3-45E9-BF57-F2ED810C291E}" dt="2026-09-17T19:19:11.744" v="3344" actId="1076"/>
          <ac:picMkLst>
            <pc:docMk/>
            <pc:sldMk cId="2928003494" sldId="605"/>
            <ac:picMk id="9" creationId="{A6D14FF8-7E15-ABC0-6D01-D6BB1FCE1987}"/>
          </ac:picMkLst>
        </pc:picChg>
        <pc:picChg chg="add mod">
          <ac:chgData name="Khobo, IL, Dr [ilkhobo@sun.ac.za]" userId="b519a442-dcea-4a28-9c45-7e29f1df5837" providerId="ADAL" clId="{8BC8A5CF-2DB3-45E9-BF57-F2ED810C291E}" dt="2026-09-17T19:21:01.445" v="3353" actId="1076"/>
          <ac:picMkLst>
            <pc:docMk/>
            <pc:sldMk cId="2928003494" sldId="605"/>
            <ac:picMk id="11" creationId="{3059C7D7-6703-A04C-8B33-BB369E1377DF}"/>
          </ac:picMkLst>
        </pc:picChg>
        <pc:inkChg chg="add del">
          <ac:chgData name="Khobo, IL, Dr [ilkhobo@sun.ac.za]" userId="b519a442-dcea-4a28-9c45-7e29f1df5837" providerId="ADAL" clId="{8BC8A5CF-2DB3-45E9-BF57-F2ED810C291E}" dt="2026-09-18T08:08:19.147" v="3905" actId="478"/>
          <ac:inkMkLst>
            <pc:docMk/>
            <pc:sldMk cId="2928003494" sldId="605"/>
            <ac:inkMk id="14" creationId="{68855117-13B9-125B-4DE7-00751D10DD2B}"/>
          </ac:inkMkLst>
        </pc:inkChg>
      </pc:sldChg>
      <pc:sldChg chg="addSp delSp modSp add mod delAnim">
        <pc:chgData name="Khobo, IL, Dr [ilkhobo@sun.ac.za]" userId="b519a442-dcea-4a28-9c45-7e29f1df5837" providerId="ADAL" clId="{8BC8A5CF-2DB3-45E9-BF57-F2ED810C291E}" dt="2026-09-18T08:08:22.897" v="3906" actId="478"/>
        <pc:sldMkLst>
          <pc:docMk/>
          <pc:sldMk cId="113253452" sldId="606"/>
        </pc:sldMkLst>
        <pc:spChg chg="add mod">
          <ac:chgData name="Khobo, IL, Dr [ilkhobo@sun.ac.za]" userId="b519a442-dcea-4a28-9c45-7e29f1df5837" providerId="ADAL" clId="{8BC8A5CF-2DB3-45E9-BF57-F2ED810C291E}" dt="2026-09-17T19:23:34.436" v="3423" actId="20577"/>
          <ac:spMkLst>
            <pc:docMk/>
            <pc:sldMk cId="113253452" sldId="606"/>
            <ac:spMk id="3" creationId="{4B3BA3FB-A057-98C2-50A5-6585A9AE8DAB}"/>
          </ac:spMkLst>
        </pc:spChg>
        <pc:picChg chg="add mod">
          <ac:chgData name="Khobo, IL, Dr [ilkhobo@sun.ac.za]" userId="b519a442-dcea-4a28-9c45-7e29f1df5837" providerId="ADAL" clId="{8BC8A5CF-2DB3-45E9-BF57-F2ED810C291E}" dt="2026-09-17T19:26:21.438" v="3434" actId="1076"/>
          <ac:picMkLst>
            <pc:docMk/>
            <pc:sldMk cId="113253452" sldId="606"/>
            <ac:picMk id="5" creationId="{410576D7-CF62-805A-733A-89622370E250}"/>
          </ac:picMkLst>
        </pc:picChg>
        <pc:picChg chg="add mod">
          <ac:chgData name="Khobo, IL, Dr [ilkhobo@sun.ac.za]" userId="b519a442-dcea-4a28-9c45-7e29f1df5837" providerId="ADAL" clId="{8BC8A5CF-2DB3-45E9-BF57-F2ED810C291E}" dt="2026-09-17T19:27:03.671" v="3436" actId="1076"/>
          <ac:picMkLst>
            <pc:docMk/>
            <pc:sldMk cId="113253452" sldId="606"/>
            <ac:picMk id="8" creationId="{809A9652-18C6-45AE-6174-74715E8DA357}"/>
          </ac:picMkLst>
        </pc:picChg>
        <pc:inkChg chg="add del">
          <ac:chgData name="Khobo, IL, Dr [ilkhobo@sun.ac.za]" userId="b519a442-dcea-4a28-9c45-7e29f1df5837" providerId="ADAL" clId="{8BC8A5CF-2DB3-45E9-BF57-F2ED810C291E}" dt="2026-09-18T08:08:22.897" v="3906" actId="478"/>
          <ac:inkMkLst>
            <pc:docMk/>
            <pc:sldMk cId="113253452" sldId="606"/>
            <ac:inkMk id="10" creationId="{A3BF8856-E838-53C3-82A8-F7346F5DF54B}"/>
          </ac:inkMkLst>
        </pc:inkChg>
      </pc:sldChg>
      <pc:sldChg chg="addSp delSp modSp add mod">
        <pc:chgData name="Khobo, IL, Dr [ilkhobo@sun.ac.za]" userId="b519a442-dcea-4a28-9c45-7e29f1df5837" providerId="ADAL" clId="{8BC8A5CF-2DB3-45E9-BF57-F2ED810C291E}" dt="2026-09-18T08:08:58.393" v="3908" actId="478"/>
        <pc:sldMkLst>
          <pc:docMk/>
          <pc:sldMk cId="2768339207" sldId="607"/>
        </pc:sldMkLst>
        <pc:spChg chg="add mod">
          <ac:chgData name="Khobo, IL, Dr [ilkhobo@sun.ac.za]" userId="b519a442-dcea-4a28-9c45-7e29f1df5837" providerId="ADAL" clId="{8BC8A5CF-2DB3-45E9-BF57-F2ED810C291E}" dt="2026-09-17T19:39:45.363" v="3514" actId="1076"/>
          <ac:spMkLst>
            <pc:docMk/>
            <pc:sldMk cId="2768339207" sldId="607"/>
            <ac:spMk id="10" creationId="{C2B427A8-C1E1-A966-F9C7-B7BD1C0F2238}"/>
          </ac:spMkLst>
        </pc:spChg>
        <pc:picChg chg="add mod">
          <ac:chgData name="Khobo, IL, Dr [ilkhobo@sun.ac.za]" userId="b519a442-dcea-4a28-9c45-7e29f1df5837" providerId="ADAL" clId="{8BC8A5CF-2DB3-45E9-BF57-F2ED810C291E}" dt="2026-09-17T19:39:00.612" v="3455" actId="1076"/>
          <ac:picMkLst>
            <pc:docMk/>
            <pc:sldMk cId="2768339207" sldId="607"/>
            <ac:picMk id="2" creationId="{6B52DDED-9CF9-827B-D88F-D02F7042EB9C}"/>
          </ac:picMkLst>
        </pc:picChg>
        <pc:picChg chg="add mod">
          <ac:chgData name="Khobo, IL, Dr [ilkhobo@sun.ac.za]" userId="b519a442-dcea-4a28-9c45-7e29f1df5837" providerId="ADAL" clId="{8BC8A5CF-2DB3-45E9-BF57-F2ED810C291E}" dt="2026-09-17T19:38:35.447" v="3448" actId="1076"/>
          <ac:picMkLst>
            <pc:docMk/>
            <pc:sldMk cId="2768339207" sldId="607"/>
            <ac:picMk id="4" creationId="{E073F583-6D12-AAC6-60CC-886BDFF0B1EA}"/>
          </ac:picMkLst>
        </pc:picChg>
        <pc:picChg chg="add mod">
          <ac:chgData name="Khobo, IL, Dr [ilkhobo@sun.ac.za]" userId="b519a442-dcea-4a28-9c45-7e29f1df5837" providerId="ADAL" clId="{8BC8A5CF-2DB3-45E9-BF57-F2ED810C291E}" dt="2026-09-17T19:38:38.688" v="3449" actId="1076"/>
          <ac:picMkLst>
            <pc:docMk/>
            <pc:sldMk cId="2768339207" sldId="607"/>
            <ac:picMk id="7" creationId="{8B1C275E-E8A6-35F7-5ACB-6D889B2378B2}"/>
          </ac:picMkLst>
        </pc:picChg>
        <pc:inkChg chg="add del">
          <ac:chgData name="Khobo, IL, Dr [ilkhobo@sun.ac.za]" userId="b519a442-dcea-4a28-9c45-7e29f1df5837" providerId="ADAL" clId="{8BC8A5CF-2DB3-45E9-BF57-F2ED810C291E}" dt="2026-09-18T08:08:58.393" v="3908" actId="478"/>
          <ac:inkMkLst>
            <pc:docMk/>
            <pc:sldMk cId="2768339207" sldId="607"/>
            <ac:inkMk id="11" creationId="{3E1F19BC-F481-3441-AF77-4B6EDA0EF405}"/>
          </ac:inkMkLst>
        </pc:inkChg>
        <pc:cxnChg chg="add mod">
          <ac:chgData name="Khobo, IL, Dr [ilkhobo@sun.ac.za]" userId="b519a442-dcea-4a28-9c45-7e29f1df5837" providerId="ADAL" clId="{8BC8A5CF-2DB3-45E9-BF57-F2ED810C291E}" dt="2026-09-17T19:38:32.593" v="3447" actId="1076"/>
          <ac:cxnSpMkLst>
            <pc:docMk/>
            <pc:sldMk cId="2768339207" sldId="607"/>
            <ac:cxnSpMk id="6" creationId="{49471D4E-52B6-D701-630B-6F364D44196C}"/>
          </ac:cxnSpMkLst>
        </pc:cxnChg>
      </pc:sldChg>
      <pc:sldChg chg="addSp delSp modSp add mod">
        <pc:chgData name="Khobo, IL, Dr [ilkhobo@sun.ac.za]" userId="b519a442-dcea-4a28-9c45-7e29f1df5837" providerId="ADAL" clId="{8BC8A5CF-2DB3-45E9-BF57-F2ED810C291E}" dt="2026-09-18T08:08:52.292" v="3907" actId="478"/>
        <pc:sldMkLst>
          <pc:docMk/>
          <pc:sldMk cId="2304259686" sldId="608"/>
        </pc:sldMkLst>
        <pc:spChg chg="mod">
          <ac:chgData name="Khobo, IL, Dr [ilkhobo@sun.ac.za]" userId="b519a442-dcea-4a28-9c45-7e29f1df5837" providerId="ADAL" clId="{8BC8A5CF-2DB3-45E9-BF57-F2ED810C291E}" dt="2026-09-17T19:48:14.083" v="3548" actId="404"/>
          <ac:spMkLst>
            <pc:docMk/>
            <pc:sldMk cId="2304259686" sldId="608"/>
            <ac:spMk id="10" creationId="{4EBF0526-5DE9-15ED-7E8D-B33FECE5D225}"/>
          </ac:spMkLst>
        </pc:spChg>
        <pc:spChg chg="add mod">
          <ac:chgData name="Khobo, IL, Dr [ilkhobo@sun.ac.za]" userId="b519a442-dcea-4a28-9c45-7e29f1df5837" providerId="ADAL" clId="{8BC8A5CF-2DB3-45E9-BF57-F2ED810C291E}" dt="2026-09-17T19:50:57.955" v="3552" actId="1582"/>
          <ac:spMkLst>
            <pc:docMk/>
            <pc:sldMk cId="2304259686" sldId="608"/>
            <ac:spMk id="12" creationId="{98F02DB1-44FD-6433-4EA8-CB2E364FF415}"/>
          </ac:spMkLst>
        </pc:spChg>
        <pc:spChg chg="add mod">
          <ac:chgData name="Khobo, IL, Dr [ilkhobo@sun.ac.za]" userId="b519a442-dcea-4a28-9c45-7e29f1df5837" providerId="ADAL" clId="{8BC8A5CF-2DB3-45E9-BF57-F2ED810C291E}" dt="2026-09-17T19:53:11.568" v="3559" actId="1076"/>
          <ac:spMkLst>
            <pc:docMk/>
            <pc:sldMk cId="2304259686" sldId="608"/>
            <ac:spMk id="14" creationId="{971754DC-A567-16A4-F138-D499A1E46B4F}"/>
          </ac:spMkLst>
        </pc:spChg>
        <pc:picChg chg="add mod">
          <ac:chgData name="Khobo, IL, Dr [ilkhobo@sun.ac.za]" userId="b519a442-dcea-4a28-9c45-7e29f1df5837" providerId="ADAL" clId="{8BC8A5CF-2DB3-45E9-BF57-F2ED810C291E}" dt="2026-09-17T19:47:01.374" v="3534" actId="14100"/>
          <ac:picMkLst>
            <pc:docMk/>
            <pc:sldMk cId="2304259686" sldId="608"/>
            <ac:picMk id="5" creationId="{CFF4D558-5D83-C60B-78ED-55A81CCFF12B}"/>
          </ac:picMkLst>
        </pc:picChg>
        <pc:picChg chg="add mod">
          <ac:chgData name="Khobo, IL, Dr [ilkhobo@sun.ac.za]" userId="b519a442-dcea-4a28-9c45-7e29f1df5837" providerId="ADAL" clId="{8BC8A5CF-2DB3-45E9-BF57-F2ED810C291E}" dt="2026-09-17T19:53:08.737" v="3558" actId="1076"/>
          <ac:picMkLst>
            <pc:docMk/>
            <pc:sldMk cId="2304259686" sldId="608"/>
            <ac:picMk id="9" creationId="{6373FD0C-F48F-46B0-ADF5-42CFCEFFDE00}"/>
          </ac:picMkLst>
        </pc:picChg>
        <pc:picChg chg="add mod">
          <ac:chgData name="Khobo, IL, Dr [ilkhobo@sun.ac.za]" userId="b519a442-dcea-4a28-9c45-7e29f1df5837" providerId="ADAL" clId="{8BC8A5CF-2DB3-45E9-BF57-F2ED810C291E}" dt="2026-09-17T19:53:26.315" v="3564" actId="1076"/>
          <ac:picMkLst>
            <pc:docMk/>
            <pc:sldMk cId="2304259686" sldId="608"/>
            <ac:picMk id="16" creationId="{6496ADBF-C8AB-2C17-27FE-26044128E54C}"/>
          </ac:picMkLst>
        </pc:picChg>
        <pc:inkChg chg="add del">
          <ac:chgData name="Khobo, IL, Dr [ilkhobo@sun.ac.za]" userId="b519a442-dcea-4a28-9c45-7e29f1df5837" providerId="ADAL" clId="{8BC8A5CF-2DB3-45E9-BF57-F2ED810C291E}" dt="2026-09-18T08:08:52.292" v="3907" actId="478"/>
          <ac:inkMkLst>
            <pc:docMk/>
            <pc:sldMk cId="2304259686" sldId="608"/>
            <ac:inkMk id="17" creationId="{0442BDE7-42B2-F270-B28A-BF8F7651C1AD}"/>
          </ac:inkMkLst>
        </pc:inkChg>
        <pc:cxnChg chg="add mod">
          <ac:chgData name="Khobo, IL, Dr [ilkhobo@sun.ac.za]" userId="b519a442-dcea-4a28-9c45-7e29f1df5837" providerId="ADAL" clId="{8BC8A5CF-2DB3-45E9-BF57-F2ED810C291E}" dt="2026-09-17T19:47:52.357" v="3543" actId="1076"/>
          <ac:cxnSpMkLst>
            <pc:docMk/>
            <pc:sldMk cId="2304259686" sldId="608"/>
            <ac:cxnSpMk id="11" creationId="{DC57027C-E9FE-AB0A-5F47-DE7080202D82}"/>
          </ac:cxnSpMkLst>
        </pc:cxnChg>
      </pc:sldChg>
      <pc:sldChg chg="addSp delSp modSp add mod">
        <pc:chgData name="Khobo, IL, Dr [ilkhobo@sun.ac.za]" userId="b519a442-dcea-4a28-9c45-7e29f1df5837" providerId="ADAL" clId="{8BC8A5CF-2DB3-45E9-BF57-F2ED810C291E}" dt="2026-09-18T08:09:45.153" v="3936"/>
        <pc:sldMkLst>
          <pc:docMk/>
          <pc:sldMk cId="506110610" sldId="609"/>
        </pc:sldMkLst>
        <pc:spChg chg="add del mod">
          <ac:chgData name="Khobo, IL, Dr [ilkhobo@sun.ac.za]" userId="b519a442-dcea-4a28-9c45-7e29f1df5837" providerId="ADAL" clId="{8BC8A5CF-2DB3-45E9-BF57-F2ED810C291E}" dt="2026-09-18T08:09:45.153" v="3936"/>
          <ac:spMkLst>
            <pc:docMk/>
            <pc:sldMk cId="506110610" sldId="609"/>
            <ac:spMk id="3" creationId="{FD9E8BF4-4932-F61B-88C8-9258FBBE672B}"/>
          </ac:spMkLst>
        </pc:spChg>
        <pc:spChg chg="mod">
          <ac:chgData name="Khobo, IL, Dr [ilkhobo@sun.ac.za]" userId="b519a442-dcea-4a28-9c45-7e29f1df5837" providerId="ADAL" clId="{8BC8A5CF-2DB3-45E9-BF57-F2ED810C291E}" dt="2026-09-18T08:09:30.422" v="3930" actId="113"/>
          <ac:spMkLst>
            <pc:docMk/>
            <pc:sldMk cId="506110610" sldId="609"/>
            <ac:spMk id="28" creationId="{88FFB765-30D7-0512-6A0B-A171B63760DC}"/>
          </ac:spMkLst>
        </pc:spChg>
        <pc:spChg chg="mod">
          <ac:chgData name="Khobo, IL, Dr [ilkhobo@sun.ac.za]" userId="b519a442-dcea-4a28-9c45-7e29f1df5837" providerId="ADAL" clId="{8BC8A5CF-2DB3-45E9-BF57-F2ED810C291E}" dt="2026-09-18T08:09:30.422" v="3930" actId="113"/>
          <ac:spMkLst>
            <pc:docMk/>
            <pc:sldMk cId="506110610" sldId="609"/>
            <ac:spMk id="30" creationId="{193D9326-C4E0-10EF-F713-CF6847831A9A}"/>
          </ac:spMkLst>
        </pc:spChg>
        <pc:spChg chg="mod">
          <ac:chgData name="Khobo, IL, Dr [ilkhobo@sun.ac.za]" userId="b519a442-dcea-4a28-9c45-7e29f1df5837" providerId="ADAL" clId="{8BC8A5CF-2DB3-45E9-BF57-F2ED810C291E}" dt="2026-09-18T08:09:30.422" v="3930" actId="113"/>
          <ac:spMkLst>
            <pc:docMk/>
            <pc:sldMk cId="506110610" sldId="609"/>
            <ac:spMk id="34" creationId="{172E4E1B-DB5D-0103-10A2-8ED633DA4BCB}"/>
          </ac:spMkLst>
        </pc:spChg>
        <pc:spChg chg="mod">
          <ac:chgData name="Khobo, IL, Dr [ilkhobo@sun.ac.za]" userId="b519a442-dcea-4a28-9c45-7e29f1df5837" providerId="ADAL" clId="{8BC8A5CF-2DB3-45E9-BF57-F2ED810C291E}" dt="2026-09-18T08:09:30.422" v="3930" actId="113"/>
          <ac:spMkLst>
            <pc:docMk/>
            <pc:sldMk cId="506110610" sldId="609"/>
            <ac:spMk id="36" creationId="{A2309738-7513-4063-5902-0A08CF33271F}"/>
          </ac:spMkLst>
        </pc:spChg>
        <pc:graphicFrameChg chg="add mod modGraphic">
          <ac:chgData name="Khobo, IL, Dr [ilkhobo@sun.ac.za]" userId="b519a442-dcea-4a28-9c45-7e29f1df5837" providerId="ADAL" clId="{8BC8A5CF-2DB3-45E9-BF57-F2ED810C291E}" dt="2026-09-18T08:09:43.934" v="3934" actId="20577"/>
          <ac:graphicFrameMkLst>
            <pc:docMk/>
            <pc:sldMk cId="506110610" sldId="609"/>
            <ac:graphicFrameMk id="2" creationId="{682C8CA1-D098-A52A-0274-9CDF75CF41CF}"/>
          </ac:graphicFrameMkLst>
        </pc:graphicFrameChg>
        <pc:picChg chg="add mod">
          <ac:chgData name="Khobo, IL, Dr [ilkhobo@sun.ac.za]" userId="b519a442-dcea-4a28-9c45-7e29f1df5837" providerId="ADAL" clId="{8BC8A5CF-2DB3-45E9-BF57-F2ED810C291E}" dt="2026-09-17T20:28:53.014" v="3876" actId="14100"/>
          <ac:picMkLst>
            <pc:docMk/>
            <pc:sldMk cId="506110610" sldId="609"/>
            <ac:picMk id="4" creationId="{7BB8F996-C2C8-CB99-1AEB-66D6CB1F4CAD}"/>
          </ac:picMkLst>
        </pc:picChg>
        <pc:inkChg chg="add del">
          <ac:chgData name="Khobo, IL, Dr [ilkhobo@sun.ac.za]" userId="b519a442-dcea-4a28-9c45-7e29f1df5837" providerId="ADAL" clId="{8BC8A5CF-2DB3-45E9-BF57-F2ED810C291E}" dt="2026-09-18T08:09:01.190" v="3909" actId="478"/>
          <ac:inkMkLst>
            <pc:docMk/>
            <pc:sldMk cId="506110610" sldId="609"/>
            <ac:inkMk id="6" creationId="{5C05A18A-A9CA-85C4-13DB-9F7C98F69159}"/>
          </ac:inkMkLst>
        </pc:inkChg>
      </pc:sldChg>
    </pc:docChg>
  </pc:docChgLst>
  <pc:docChgLst>
    <pc:chgData name="Khobo, IL, Dr [ilkhobo@sun.ac.za]" userId="b519a442-dcea-4a28-9c45-7e29f1df5837" providerId="ADAL" clId="{D25D1C45-A404-4E0F-8657-49BD4E4887CA}"/>
    <pc:docChg chg="undo redo custSel addSld delSld modSld">
      <pc:chgData name="Khobo, IL, Dr [ilkhobo@sun.ac.za]" userId="b519a442-dcea-4a28-9c45-7e29f1df5837" providerId="ADAL" clId="{D25D1C45-A404-4E0F-8657-49BD4E4887CA}" dt="2026-09-16T07:28:10.569" v="2473" actId="207"/>
      <pc:docMkLst>
        <pc:docMk/>
      </pc:docMkLst>
      <pc:sldChg chg="modSp mod modNotesTx">
        <pc:chgData name="Khobo, IL, Dr [ilkhobo@sun.ac.za]" userId="b519a442-dcea-4a28-9c45-7e29f1df5837" providerId="ADAL" clId="{D25D1C45-A404-4E0F-8657-49BD4E4887CA}" dt="2026-09-16T07:26:03.737" v="2393" actId="113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D25D1C45-A404-4E0F-8657-49BD4E4887CA}" dt="2026-09-16T07:26:03.737" v="2393" actId="113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D25D1C45-A404-4E0F-8657-49BD4E4887CA}" dt="2026-09-16T07:24:59.140" v="2266" actId="20577"/>
          <ac:spMkLst>
            <pc:docMk/>
            <pc:sldMk cId="2601401026" sldId="597"/>
            <ac:spMk id="34" creationId="{593DD671-6E7B-06CE-9A2D-78AB0133EE61}"/>
          </ac:spMkLst>
        </pc:spChg>
      </pc:sldChg>
      <pc:sldChg chg="delSp modSp add mod">
        <pc:chgData name="Khobo, IL, Dr [ilkhobo@sun.ac.za]" userId="b519a442-dcea-4a28-9c45-7e29f1df5837" providerId="ADAL" clId="{D25D1C45-A404-4E0F-8657-49BD4E4887CA}" dt="2026-09-16T07:28:10.569" v="2473" actId="207"/>
        <pc:sldMkLst>
          <pc:docMk/>
          <pc:sldMk cId="3688302285" sldId="598"/>
        </pc:sldMkLst>
        <pc:spChg chg="mod">
          <ac:chgData name="Khobo, IL, Dr [ilkhobo@sun.ac.za]" userId="b519a442-dcea-4a28-9c45-7e29f1df5837" providerId="ADAL" clId="{D25D1C45-A404-4E0F-8657-49BD4E4887CA}" dt="2026-09-16T07:28:10.569" v="2473" actId="207"/>
          <ac:spMkLst>
            <pc:docMk/>
            <pc:sldMk cId="3688302285" sldId="598"/>
            <ac:spMk id="36" creationId="{594B83FC-F6AE-70F5-3BB1-5654CFB91F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4F8E5-B141-4125-AE90-AB7E5CBBF318}" type="datetimeFigureOut">
              <a:rPr lang="en-ZA" smtClean="0"/>
              <a:t>2026/09/19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4BACC-9E44-4D5F-A407-4AC8A14A1A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121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383-9F30-7F88-BD61-47F2BFE2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B729-C356-F1ED-4A68-5F571B6BE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E9E0-55EF-83D2-E7BC-B8361692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AB1F-4700-36D7-8D2E-F4808B0E4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69047-6DDF-0712-B254-DA7BFA440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7FC1F-B899-B1C9-0254-838CD3035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ADE66-3629-A7CB-58AE-36E31F9FE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A8471-342C-9EAC-0EA0-35EE871A7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0939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0254A-A44E-5B24-147B-394F608CE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6D886-D0C4-FB61-AFE4-BE6EAD8F9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4512B-477B-F385-FB1F-1168D42A6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1B366-F24E-2909-5223-45BD6EA2C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65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E3887-6D37-D6FD-82D6-D6FBC0823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A32D8-F248-7B64-D6D7-17A8230B1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F7305-FC36-996D-5B19-D7FEF5FAA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5741-10D9-FC41-7F9A-A0397EC7F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156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13C34-87FB-A54F-2A1F-6543E0F58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0CAF7-9465-9B4B-E2A3-10DABBD89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79EE4-F148-F80D-654C-0496CFC7D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33123-AB6C-BB01-3479-43A441C73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7512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BE1E8-DB35-451B-AF75-6B766129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9F8267-A60C-6AC1-9E21-46D6191FC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28A97-2ABF-D6C2-7188-72EF70D79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6003F-D5A1-FFC3-FA44-EE062B901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110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EA681-EB06-BFB8-7466-51652DECC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2013D-6A71-D095-3DFC-CACA5F4117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E6A94-5423-4FBC-4B13-1A8AABC25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E4272-4565-BDBB-3BB6-4E44A60E6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465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B8F28-C0AF-56F4-9124-E054FFFCA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3CA96-4660-F96A-9AEC-C99A522BE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D3309-625E-12B8-7EDF-10AA7D381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373D5-AF11-5840-4518-397599140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3735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C758C-72A7-1032-07CB-CE86E078A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4A392-46CA-D93E-1F67-339D02EA1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D16C5B-D220-4B37-8B2F-875A72EDE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1DD58-9BB7-0180-EDAC-A9D0EAE37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6610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98F98-90EE-BA72-4306-8DD3BFFD4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19B59-2F93-D5BA-8B58-6C8A51AE3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96C87-96A1-1C0E-D3C1-79C463BC3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04B59-9C44-2405-8A91-BE3773D84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8304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D309A-E137-B2CA-62CC-BB33A431A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74A62-092B-3E03-D5B8-1568A18CC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DACAD-E50A-5412-A25B-AFAC8701B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88C1A-3489-72BD-DFC6-AFF325107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000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ADC21-C095-955D-6403-9433D300E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E090A-43D0-EF02-88E0-3B32F91CA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5C9CB0-3CFB-18FB-549B-8F65A3FC6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35554-B69F-F07E-66F8-1E6D5C1602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1272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91124-DE12-CB49-EFE1-C895205E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E9BC1-2A81-BBC8-269B-18C967CB2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B0885-E8EA-70A5-7EE9-A180AB0A6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CC2C9-6E34-3C8A-AFC5-B332A0150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4470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CF25-1556-466E-864B-A3C07847E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7426E-2BE7-1883-9660-3581ADAE0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C9FEC-FAC9-0518-2A1C-E2EB4866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E6A5-FDDD-53A9-3038-937E4594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85B7-3B0C-9FA6-B7F5-5A461BB5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73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40D9-C6CB-2719-8934-6B011456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C497-C0D5-1152-D24E-35CD89CB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283D-6827-3224-BC6A-899C99B9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C184-718B-DF52-F070-95D42A72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FF9D-4A4F-264A-2FFE-D4307E6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400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4C11-491D-0E57-7CCE-41165E8B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D483-A042-128F-D3B7-E8C14E00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57B0-F5E6-58C9-CA4D-6872DB6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BF4A-F8B6-8B61-91B0-EB042AEB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8B23-E53B-A5A8-6B2D-F2A26ECE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176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FA65-E34C-9606-E1B7-63258C95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39D4-4B5B-3C82-39F5-EDE849A3A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75FF4-621C-9E0E-57BB-6949EACEF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D9EB6-5CCD-15CE-8137-300A28FD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BD1E-1AE4-B3D7-5A79-752D06B7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B3833-B89B-EC2B-94A9-59B64A1A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227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44B8-36C8-0A93-4FFA-AB7E201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1B294-8CCE-2035-6577-2154E852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9742-7175-1597-B067-66BF0362E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6E28A-39A1-D1AA-1169-BA9A9F764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291F6-3067-CBE3-27F0-70A9D4A4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E68EA-B0EE-B285-E9FB-C1A95C5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1F9E5-C35E-CC2F-16E7-12BBC912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D05B2-B2C3-8729-4DA8-81FE8BD7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740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0390-E35D-1322-BF0E-545E9C0C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9A727-219A-CDA4-A0E3-88E592B9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7D0CD-7FBD-6DEB-7CBF-CD1C4375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F934C-C7E1-5738-4872-2F317D65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341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D8D04-C266-AB3A-F877-5A1AAB9A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E0A76-5CEC-8CAE-CD48-0FD64CFC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582D-403E-A828-C4E6-08D8C3F9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50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9E1B-96FE-02AF-207E-7C0924C2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84E2-8218-99F8-2483-E5C60862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4DFA9-EE10-1A6E-748E-B66AE2F8A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A653-1997-95E5-A7FA-E5240EB8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7CAA-BA83-8786-7016-E655CA66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AEA5-50F2-F37C-4F99-75A30DAC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9440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F57E-ED87-0DEE-EB59-8BEE3594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4DAFC-04FB-F01B-9FF1-7A5FCC4FF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0F361-E8C4-456F-DACA-AB422B651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B1B53-7080-A3CE-DAD5-F6D8E373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5F7F7-AA20-E76C-EA29-F89E2F1C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AFB5-91BC-C8C0-A5E3-339EB3A5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766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7BA6-5167-5A15-0F5B-10A1AD9B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D7E56-63E1-98BE-EEF3-7A64C48B4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A0C1-EFEE-E432-DD54-7A73B291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2985-481D-2551-40AF-C4AD8E74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8EE37-3C0D-4ACA-1B4B-F74FF3F4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730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59BF8-4887-7102-ED14-A5E5A228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B6688-8957-8A74-2CA2-5FE1FF28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8AC5-1562-C603-1FD6-BBECEA2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17385-48A1-0DD6-0E9D-F70D3E5E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7B9B3-5DAA-A964-0A3D-5112F8F0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32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FE460-70E4-9C9D-EBA5-CDDC2C3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88BF-3A1D-615F-321D-DE3E54CD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3DD7-E6D9-ADAC-2CB6-2B60A2C8E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883AC-2ECA-4D97-B466-56E37F2202F1}" type="datetimeFigureOut">
              <a:rPr lang="en-ZA" smtClean="0"/>
              <a:t>2026/09/19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C6D6-F4F6-C773-B807-0710444E9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1813-D1E4-4495-4962-08C7FE738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71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5248-0A11-1014-9595-28465457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C74C40-289A-CA47-2A9E-CB243EF9FF06}"/>
              </a:ext>
            </a:extLst>
          </p:cNvPr>
          <p:cNvSpPr txBox="1"/>
          <p:nvPr/>
        </p:nvSpPr>
        <p:spPr>
          <a:xfrm>
            <a:off x="322513" y="1882740"/>
            <a:ext cx="1133277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8800" dirty="0">
                <a:solidFill>
                  <a:prstClr val="black"/>
                </a:solidFill>
                <a:latin typeface="LM Roman 12" panose="00000500000000000000" pitchFamily="50" charset="0"/>
              </a:rPr>
              <a:t>7</a:t>
            </a:r>
            <a:r>
              <a:rPr kumimoji="0" lang="en-ZA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. Pointers III</a:t>
            </a:r>
            <a:endParaRPr kumimoji="0" lang="en-ZA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Lecture 19| Using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const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qualifier with pointers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	    </a:t>
            </a:r>
            <a:r>
              <a:rPr lang="en-US" dirty="0" err="1">
                <a:solidFill>
                  <a:prstClr val="black"/>
                </a:solidFill>
                <a:latin typeface="LM Roman 12" panose="00000500000000000000" pitchFamily="50" charset="0"/>
              </a:rPr>
              <a:t>Bubblesort</a:t>
            </a: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 using call-by-reference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	    </a:t>
            </a:r>
            <a:r>
              <a:rPr lang="en-US" b="1" dirty="0" err="1">
                <a:solidFill>
                  <a:srgbClr val="0070C0"/>
                </a:solidFill>
                <a:latin typeface="LM Roman 12" panose="00000500000000000000" pitchFamily="50" charset="0"/>
              </a:rPr>
              <a:t>sizeof</a:t>
            </a: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 operator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DE2B1-C8C5-DEBE-B93A-8AC9B1EB7547}"/>
              </a:ext>
            </a:extLst>
          </p:cNvPr>
          <p:cNvSpPr txBox="1"/>
          <p:nvPr/>
        </p:nvSpPr>
        <p:spPr>
          <a:xfrm>
            <a:off x="406459" y="48083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 Khobo, PhD 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  <a:hlinkClick r:id="rId3"/>
              </a:rPr>
              <a:t>ilkhobo@sun.ac.za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94C48-601C-D5CE-431C-D921186F132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5681A8-2EBE-6A64-9DDA-1BE624E59B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78CB2-B273-986D-CD04-FAC5C419FB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D41F6-C4F6-42E9-1E60-17867AA4F1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167F92-740E-6BA7-27A0-DB69BBAD4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3DD671-6E7B-06CE-9A2D-78AB0133EE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18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6909DB-321F-0D3E-C4DE-934341ACBE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076924-44A7-AFA3-D2D3-FEB8DE4DD9A9}"/>
              </a:ext>
            </a:extLst>
          </p:cNvPr>
          <p:cNvSpPr txBox="1"/>
          <p:nvPr/>
        </p:nvSpPr>
        <p:spPr>
          <a:xfrm>
            <a:off x="8564849" y="6488628"/>
            <a:ext cx="233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Chapters 7: Pointers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F0134-2454-5477-8946-7D018BDF2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586" y="3145383"/>
            <a:ext cx="5334214" cy="335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10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B8F65-7F0C-16B9-318F-C9E02FEB6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1B3011E-58AB-8DDD-486F-45222A3C6CF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7F33488-81B0-B7BC-BF2D-9B884A6CE3F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FC5E1D9-B7F5-DADB-CDDD-74599D09A0F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E7D842-DF3A-4534-D381-19E74A273A1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BE557CAB-9C81-4E35-7A1D-74AC31428A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455DA52-40FF-DEBB-C98B-733E6590C8C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18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94B83FC-F6AE-70F5-3BB1-5654CFB91FF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Qualifiers: recap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366CEF7-800D-2A25-F951-2F65349FD7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143"/>
          <a:stretch>
            <a:fillRect/>
          </a:stretch>
        </p:blipFill>
        <p:spPr>
          <a:xfrm>
            <a:off x="1506487" y="2093136"/>
            <a:ext cx="8733277" cy="313339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46C04A3-C2E1-0C87-1953-B149B7607B0D}"/>
              </a:ext>
            </a:extLst>
          </p:cNvPr>
          <p:cNvSpPr txBox="1"/>
          <p:nvPr/>
        </p:nvSpPr>
        <p:spPr>
          <a:xfrm>
            <a:off x="2488041" y="1120532"/>
            <a:ext cx="8736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b="1" dirty="0">
                <a:latin typeface="LM Roman 12" panose="00000500000000000000" pitchFamily="50" charset="0"/>
              </a:rPr>
              <a:t>Lecture 11: Storage duration, scope (global, local variables), </a:t>
            </a:r>
          </a:p>
          <a:p>
            <a:r>
              <a:rPr lang="en-ZA" sz="2400" b="1" dirty="0">
                <a:latin typeface="LM Roman 12" panose="00000500000000000000" pitchFamily="50" charset="0"/>
              </a:rPr>
              <a:t>linkage (more in chapter 14)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FF30133-4E4D-1A59-05DD-7406EE6C2FE5}"/>
              </a:ext>
            </a:extLst>
          </p:cNvPr>
          <p:cNvGrpSpPr/>
          <p:nvPr/>
        </p:nvGrpSpPr>
        <p:grpSpPr>
          <a:xfrm>
            <a:off x="2416663" y="3198279"/>
            <a:ext cx="8572136" cy="3650539"/>
            <a:chOff x="2416663" y="3198279"/>
            <a:chExt cx="8572136" cy="3650539"/>
          </a:xfrm>
        </p:grpSpPr>
        <p:sp>
          <p:nvSpPr>
            <p:cNvPr id="21" name="Arrow: Left 20">
              <a:extLst>
                <a:ext uri="{FF2B5EF4-FFF2-40B4-BE49-F238E27FC236}">
                  <a16:creationId xmlns:a16="http://schemas.microsoft.com/office/drawing/2014/main" id="{29216686-B958-0754-7345-A153C045D5E1}"/>
                </a:ext>
              </a:extLst>
            </p:cNvPr>
            <p:cNvSpPr/>
            <p:nvPr/>
          </p:nvSpPr>
          <p:spPr>
            <a:xfrm rot="1462936">
              <a:off x="2416663" y="3872402"/>
              <a:ext cx="4709752" cy="671715"/>
            </a:xfrm>
            <a:prstGeom prst="lef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F713CE4-8B57-CA43-6378-7517A82BC1C0}"/>
                </a:ext>
              </a:extLst>
            </p:cNvPr>
            <p:cNvGrpSpPr/>
            <p:nvPr/>
          </p:nvGrpSpPr>
          <p:grpSpPr>
            <a:xfrm>
              <a:off x="6981667" y="3198279"/>
              <a:ext cx="4007132" cy="3650539"/>
              <a:chOff x="7286467" y="3111787"/>
              <a:chExt cx="4007132" cy="3650539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F03CD33-11E4-E3C4-A2D4-EF2585296056}"/>
                  </a:ext>
                </a:extLst>
              </p:cNvPr>
              <p:cNvSpPr/>
              <p:nvPr/>
            </p:nvSpPr>
            <p:spPr>
              <a:xfrm>
                <a:off x="7286467" y="3111787"/>
                <a:ext cx="4007132" cy="365053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For </a:t>
                </a:r>
                <a:r>
                  <a:rPr lang="en-US" sz="2000" b="1" dirty="0">
                    <a:solidFill>
                      <a:srgbClr val="FF0000"/>
                    </a:solidFill>
                    <a:latin typeface="LM Roman 12" panose="00000500000000000000" pitchFamily="50" charset="0"/>
                  </a:rPr>
                  <a:t>local variables </a:t>
                </a:r>
                <a:r>
                  <a:rPr lang="en-US" sz="2000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defined in functions: </a:t>
                </a:r>
                <a:r>
                  <a:rPr lang="en-US" sz="2000" b="1" dirty="0">
                    <a:solidFill>
                      <a:srgbClr val="FF0000"/>
                    </a:solidFill>
                    <a:latin typeface="LM Roman 12" panose="00000500000000000000" pitchFamily="50" charset="0"/>
                  </a:rPr>
                  <a:t>static</a:t>
                </a:r>
                <a:r>
                  <a:rPr lang="en-US" sz="2000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keep value after function ends, and the value is only known in the function</a:t>
                </a:r>
                <a:r>
                  <a:rPr lang="en-US" sz="2000" dirty="0">
                    <a:solidFill>
                      <a:srgbClr val="FF0000"/>
                    </a:solidFill>
                    <a:latin typeface="LM Roman 12" panose="00000500000000000000" pitchFamily="50" charset="0"/>
                  </a:rPr>
                  <a:t> </a:t>
                </a:r>
                <a:endParaRPr lang="en-ZA" sz="2000" dirty="0">
                  <a:solidFill>
                    <a:srgbClr val="FF0000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0780431-026A-7AF5-CC2A-CEA15ECA626F}"/>
                  </a:ext>
                </a:extLst>
              </p:cNvPr>
              <p:cNvSpPr/>
              <p:nvPr/>
            </p:nvSpPr>
            <p:spPr>
              <a:xfrm>
                <a:off x="7286467" y="3167389"/>
                <a:ext cx="4007132" cy="606727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Qualifier: static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830228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4905E-8AA0-9816-755B-F1E6B8EA0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3287502-2D29-1377-0E6C-2AC4962652D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6E1BEE7-566F-F6FD-EC6D-96366FBA832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8B21D30-9691-41DB-9EA4-8D04D4AF342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CB42F5-A9A7-979A-6E6C-AD346602A0A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2AB4B3A-3918-121D-5A37-D92813BB03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8E42C97-A469-8D80-94EC-6955EB4E6F5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18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4AD16AB-7186-8ACF-E574-5B86B4B488A4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const</a:t>
              </a: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 Qualifier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A075CF9-9C35-D687-FE2C-8134F6BE0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9361" y="1045905"/>
            <a:ext cx="8733277" cy="233192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B3E02F1-7380-A318-BC93-E0105F1E21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6517" y="3429000"/>
            <a:ext cx="3381101" cy="34056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A16550-053A-31AC-72EE-EA2F664AF7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4259" y="3462739"/>
            <a:ext cx="3726505" cy="3395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2CDC22-0646-04A8-03DA-097FF23585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601945">
            <a:off x="4952007" y="4817439"/>
            <a:ext cx="7011008" cy="6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41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D6E7D-99A3-6DF5-DAC8-0959848E5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C813D4D-EA10-9631-D79B-51DBF6C45A7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CE3CAF1-DD5D-E7B9-F3E7-4A8EFA12E6E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ECED1EF-9624-C2D5-A036-EDB233B696D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DE96C73-EFFE-B9C7-F8C8-1D5CC9201EF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C4D4C568-EBA9-C9ED-1118-155AB589AB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36203A0-C34E-E25D-8651-E64DF716CAE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18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96DD721-5B5F-5B8B-F4EA-5F6F55960A2F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const</a:t>
              </a: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 Qualifier with pointers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9587D08-FDD1-DC92-D38E-8E2BC87C8233}"/>
              </a:ext>
            </a:extLst>
          </p:cNvPr>
          <p:cNvSpPr txBox="1"/>
          <p:nvPr/>
        </p:nvSpPr>
        <p:spPr>
          <a:xfrm>
            <a:off x="4159387" y="2177874"/>
            <a:ext cx="10856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8E2D09-6890-57E3-8B06-1D75A74A099E}"/>
              </a:ext>
            </a:extLst>
          </p:cNvPr>
          <p:cNvSpPr txBox="1"/>
          <p:nvPr/>
        </p:nvSpPr>
        <p:spPr>
          <a:xfrm>
            <a:off x="5353151" y="2085541"/>
            <a:ext cx="5998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600" dirty="0">
                <a:solidFill>
                  <a:srgbClr val="FF0000"/>
                </a:solidFill>
                <a:latin typeface="LM Roman 12" panose="00000500000000000000" pitchFamily="50" charset="0"/>
              </a:rPr>
              <a:t>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273EB0-21D0-10A0-F4F9-209AB58A855F}"/>
              </a:ext>
            </a:extLst>
          </p:cNvPr>
          <p:cNvSpPr txBox="1"/>
          <p:nvPr/>
        </p:nvSpPr>
        <p:spPr>
          <a:xfrm>
            <a:off x="5783528" y="2177874"/>
            <a:ext cx="37755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 b="1" dirty="0" err="1">
                <a:latin typeface="LM Roman 12" panose="00000500000000000000" pitchFamily="50" charset="0"/>
              </a:rPr>
              <a:t>myPointer</a:t>
            </a:r>
            <a:endParaRPr lang="en-ZA" sz="6000" b="1" dirty="0">
              <a:latin typeface="LM Roman 12" panose="00000500000000000000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516C5A-D17C-C7B2-064A-1B12E00BDC06}"/>
              </a:ext>
            </a:extLst>
          </p:cNvPr>
          <p:cNvSpPr/>
          <p:nvPr/>
        </p:nvSpPr>
        <p:spPr>
          <a:xfrm>
            <a:off x="300295" y="3664464"/>
            <a:ext cx="5481781" cy="29439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LM Roman 12" panose="00000500000000000000" pitchFamily="50" charset="0"/>
              </a:rPr>
              <a:t>Non-constant data 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– the integer the pointer points to </a:t>
            </a:r>
            <a:r>
              <a:rPr lang="en-US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CAN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 be changed</a:t>
            </a:r>
          </a:p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US" sz="2000" b="1" dirty="0">
                <a:solidFill>
                  <a:srgbClr val="FF0000"/>
                </a:solidFill>
                <a:latin typeface="LM Roman 12" panose="00000500000000000000" pitchFamily="50" charset="0"/>
              </a:rPr>
              <a:t>Non-constant pointer 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– the address the pointer points to </a:t>
            </a:r>
            <a:r>
              <a:rPr lang="en-US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CAN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 be changed</a:t>
            </a:r>
            <a:endParaRPr lang="en-ZA" sz="2000" dirty="0">
              <a:solidFill>
                <a:srgbClr val="FF0000"/>
              </a:solidFill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04B41E-4280-4AE1-0910-DB7F33D8C8EB}"/>
              </a:ext>
            </a:extLst>
          </p:cNvPr>
          <p:cNvSpPr/>
          <p:nvPr/>
        </p:nvSpPr>
        <p:spPr>
          <a:xfrm>
            <a:off x="300295" y="3720066"/>
            <a:ext cx="5481781" cy="4892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Qualifier: none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49DEB06-4991-EE2E-58E9-64E5E724C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995" y="4231006"/>
            <a:ext cx="6239005" cy="196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66425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F2A20-F4B7-4FFC-55F2-EDCC58A61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71CAEF5-251C-AC73-4CA1-5AC714DFFC5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D113D52-15E9-7D0F-A2AA-B20C4A24AD4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ACEB975-D178-42E7-A96E-A5B94086F3D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8CA3D3F-921A-5841-5F38-72D82700F79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C66753A1-F80A-EB58-06ED-2F1442785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592F9BD-ADDF-B6EC-6266-2ECD89D491B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18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0E5D730-4E76-D34D-85A9-0495684085D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const</a:t>
              </a: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 Qualifier with pointers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2677F251-E33C-9600-CB60-9AFCC3F7518C}"/>
              </a:ext>
            </a:extLst>
          </p:cNvPr>
          <p:cNvSpPr/>
          <p:nvPr/>
        </p:nvSpPr>
        <p:spPr>
          <a:xfrm>
            <a:off x="471214" y="3664464"/>
            <a:ext cx="5481781" cy="29439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LM Roman 12" panose="00000500000000000000" pitchFamily="50" charset="0"/>
              </a:rPr>
              <a:t>Constant data 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– the integer the pointer points to </a:t>
            </a:r>
            <a:r>
              <a:rPr lang="en-US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CANNOT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 be changed</a:t>
            </a:r>
          </a:p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US" sz="2000" b="1" dirty="0">
                <a:solidFill>
                  <a:srgbClr val="FF0000"/>
                </a:solidFill>
                <a:latin typeface="LM Roman 12" panose="00000500000000000000" pitchFamily="50" charset="0"/>
              </a:rPr>
              <a:t>Non-constant pointer 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– the address the pointer points to </a:t>
            </a:r>
            <a:r>
              <a:rPr lang="en-US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CAN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 be changed</a:t>
            </a:r>
            <a:endParaRPr lang="en-ZA" sz="2000" dirty="0">
              <a:solidFill>
                <a:srgbClr val="FF0000"/>
              </a:solidFill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D85BCE-1043-711B-B7C7-4BBE86690CC6}"/>
              </a:ext>
            </a:extLst>
          </p:cNvPr>
          <p:cNvSpPr/>
          <p:nvPr/>
        </p:nvSpPr>
        <p:spPr>
          <a:xfrm>
            <a:off x="471214" y="3720066"/>
            <a:ext cx="5481781" cy="4892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Qualifier: </a:t>
            </a:r>
            <a:r>
              <a:rPr lang="en-ZA" dirty="0" err="1">
                <a:latin typeface="LM Roman 12" panose="00000500000000000000" pitchFamily="50" charset="0"/>
              </a:rPr>
              <a:t>const</a:t>
            </a:r>
            <a:r>
              <a:rPr lang="en-ZA" dirty="0">
                <a:latin typeface="LM Roman 12" panose="00000500000000000000" pitchFamily="50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F4D0AA-3AFA-287F-C11C-5B52A71F3EA0}"/>
              </a:ext>
            </a:extLst>
          </p:cNvPr>
          <p:cNvSpPr txBox="1"/>
          <p:nvPr/>
        </p:nvSpPr>
        <p:spPr>
          <a:xfrm>
            <a:off x="2146552" y="2177873"/>
            <a:ext cx="19046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 dirty="0" err="1">
                <a:solidFill>
                  <a:srgbClr val="0070C0"/>
                </a:solidFill>
                <a:latin typeface="LM Roman 12" panose="00000500000000000000" pitchFamily="50" charset="0"/>
              </a:rPr>
              <a:t>const</a:t>
            </a:r>
            <a:endParaRPr lang="en-ZA" sz="6000" dirty="0">
              <a:solidFill>
                <a:srgbClr val="0070C0"/>
              </a:solidFill>
              <a:latin typeface="LM Roman 12" panose="00000500000000000000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F0B642-6FA7-280B-992B-E0F77618313F}"/>
              </a:ext>
            </a:extLst>
          </p:cNvPr>
          <p:cNvSpPr txBox="1"/>
          <p:nvPr/>
        </p:nvSpPr>
        <p:spPr>
          <a:xfrm>
            <a:off x="4159387" y="2177874"/>
            <a:ext cx="10856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A6437C-D913-C574-FC72-D74980861AF4}"/>
              </a:ext>
            </a:extLst>
          </p:cNvPr>
          <p:cNvSpPr txBox="1"/>
          <p:nvPr/>
        </p:nvSpPr>
        <p:spPr>
          <a:xfrm>
            <a:off x="5353151" y="2085541"/>
            <a:ext cx="5998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600" dirty="0">
                <a:solidFill>
                  <a:srgbClr val="FF0000"/>
                </a:solidFill>
                <a:latin typeface="LM Roman 12" panose="00000500000000000000" pitchFamily="50" charset="0"/>
              </a:rPr>
              <a:t>*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004CF4-8551-228C-66D3-F45BCBBA114A}"/>
              </a:ext>
            </a:extLst>
          </p:cNvPr>
          <p:cNvSpPr txBox="1"/>
          <p:nvPr/>
        </p:nvSpPr>
        <p:spPr>
          <a:xfrm>
            <a:off x="5783528" y="2177874"/>
            <a:ext cx="37755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 b="1" dirty="0" err="1">
                <a:latin typeface="LM Roman 12" panose="00000500000000000000" pitchFamily="50" charset="0"/>
              </a:rPr>
              <a:t>myPointer</a:t>
            </a:r>
            <a:endParaRPr lang="en-ZA" sz="6000" b="1" dirty="0">
              <a:latin typeface="LM Roman 12" panose="00000500000000000000" pitchFamily="50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526C4C-28C5-42CC-96D5-CA9302D36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491" y="3886167"/>
            <a:ext cx="5639913" cy="248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90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7B7A6-2CF7-19C5-11F6-0787AF0EE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36AD71A-00F5-7571-91CE-F898EE11D48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B47CCC0-9A48-E723-9934-2682B11C5D9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C179C8-35E7-4D30-0441-F90E9779ADD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D118EAB-034F-B46F-5934-C84C5C0E0A5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928609A-C6D5-3A09-949F-BD88BD4323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C12AE65-0945-7267-DBAE-E611FA31F47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18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2693BB-A2DE-24D4-C24B-4C646FA1FF1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const</a:t>
              </a: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 Qualifier with pointers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2EB95C8-61F4-88A6-BC53-4725675B496A}"/>
              </a:ext>
            </a:extLst>
          </p:cNvPr>
          <p:cNvSpPr/>
          <p:nvPr/>
        </p:nvSpPr>
        <p:spPr>
          <a:xfrm>
            <a:off x="301747" y="3729431"/>
            <a:ext cx="5481781" cy="29439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LM Roman 12" panose="00000500000000000000" pitchFamily="50" charset="0"/>
              </a:rPr>
              <a:t>Non-constant data 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– the integer the pointer points to </a:t>
            </a:r>
            <a:r>
              <a:rPr lang="en-US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CAN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 be changed</a:t>
            </a:r>
          </a:p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US" sz="2000" b="1" dirty="0">
                <a:solidFill>
                  <a:srgbClr val="FF0000"/>
                </a:solidFill>
                <a:latin typeface="LM Roman 12" panose="00000500000000000000" pitchFamily="50" charset="0"/>
              </a:rPr>
              <a:t>Constant pointer 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– the address the pointer points to </a:t>
            </a:r>
            <a:r>
              <a:rPr lang="en-US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CANNOT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 be changed</a:t>
            </a:r>
            <a:endParaRPr lang="en-ZA" sz="2000" dirty="0">
              <a:solidFill>
                <a:srgbClr val="FF0000"/>
              </a:solidFill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B3E272-D739-6521-51EC-505C39E02CDD}"/>
              </a:ext>
            </a:extLst>
          </p:cNvPr>
          <p:cNvSpPr/>
          <p:nvPr/>
        </p:nvSpPr>
        <p:spPr>
          <a:xfrm>
            <a:off x="301747" y="3785033"/>
            <a:ext cx="5481781" cy="4892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Qualifier: </a:t>
            </a:r>
            <a:r>
              <a:rPr lang="en-ZA" dirty="0" err="1">
                <a:latin typeface="LM Roman 12" panose="00000500000000000000" pitchFamily="50" charset="0"/>
              </a:rPr>
              <a:t>const</a:t>
            </a:r>
            <a:r>
              <a:rPr lang="en-ZA" dirty="0">
                <a:latin typeface="LM Roman 12" panose="00000500000000000000" pitchFamily="50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6340B-9741-DEC9-520D-40774494A45F}"/>
              </a:ext>
            </a:extLst>
          </p:cNvPr>
          <p:cNvSpPr txBox="1"/>
          <p:nvPr/>
        </p:nvSpPr>
        <p:spPr>
          <a:xfrm>
            <a:off x="3753784" y="2177874"/>
            <a:ext cx="19046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 dirty="0" err="1">
                <a:solidFill>
                  <a:srgbClr val="0070C0"/>
                </a:solidFill>
                <a:latin typeface="LM Roman 12" panose="00000500000000000000" pitchFamily="50" charset="0"/>
              </a:rPr>
              <a:t>const</a:t>
            </a:r>
            <a:endParaRPr lang="en-ZA" sz="6000" dirty="0">
              <a:solidFill>
                <a:srgbClr val="0070C0"/>
              </a:solidFill>
              <a:latin typeface="LM Roman 12" panose="000005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2034F-BCA6-4598-EF0B-FC9CA83553A2}"/>
              </a:ext>
            </a:extLst>
          </p:cNvPr>
          <p:cNvSpPr txBox="1"/>
          <p:nvPr/>
        </p:nvSpPr>
        <p:spPr>
          <a:xfrm>
            <a:off x="2123534" y="2203338"/>
            <a:ext cx="10856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AB7207-20C3-4C92-E022-4EBC10BEB35D}"/>
              </a:ext>
            </a:extLst>
          </p:cNvPr>
          <p:cNvSpPr txBox="1"/>
          <p:nvPr/>
        </p:nvSpPr>
        <p:spPr>
          <a:xfrm>
            <a:off x="3397907" y="2131707"/>
            <a:ext cx="5998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600" dirty="0">
                <a:solidFill>
                  <a:srgbClr val="FF0000"/>
                </a:solidFill>
                <a:latin typeface="LM Roman 12" panose="00000500000000000000" pitchFamily="50" charset="0"/>
              </a:rPr>
              <a:t>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DB35D8-F420-2CDB-1FE8-C66749A1E33F}"/>
              </a:ext>
            </a:extLst>
          </p:cNvPr>
          <p:cNvSpPr txBox="1"/>
          <p:nvPr/>
        </p:nvSpPr>
        <p:spPr>
          <a:xfrm>
            <a:off x="5783528" y="2177874"/>
            <a:ext cx="37755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 b="1" dirty="0" err="1">
                <a:latin typeface="LM Roman 12" panose="00000500000000000000" pitchFamily="50" charset="0"/>
              </a:rPr>
              <a:t>myPointer</a:t>
            </a:r>
            <a:endParaRPr lang="en-ZA" sz="6000" b="1" dirty="0">
              <a:latin typeface="LM Roman 12" panose="00000500000000000000" pitchFamily="50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30323D6-7272-2D75-84BB-74EC84A20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01" y="3914007"/>
            <a:ext cx="5732283" cy="275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95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6E236-D0BB-72E0-0C30-7A4CA3669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76ADEFD-0024-3D75-471E-F1831B45602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1162C84-99A6-2754-4BFD-A99AC4E9D86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4AF2A0F-5863-C182-1EE4-52DF526EBE0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11C8B23-2DEE-AD41-14A5-E5D7F48B571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BECB1F9-68B4-DF5A-16F0-145B8D2D5A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A95B5A8-40B1-C5FD-786B-51EE7ECF682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18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EE81E43-64B9-5117-2984-C80B6830A9B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const</a:t>
              </a: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 Qualifier with pointers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3B008-B2D9-1A0F-00CA-3CA516C6A43F}"/>
              </a:ext>
            </a:extLst>
          </p:cNvPr>
          <p:cNvSpPr/>
          <p:nvPr/>
        </p:nvSpPr>
        <p:spPr>
          <a:xfrm>
            <a:off x="176692" y="3664464"/>
            <a:ext cx="5481781" cy="29439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Constant </a:t>
            </a:r>
            <a:r>
              <a:rPr lang="en-US" sz="2000" b="1" dirty="0">
                <a:solidFill>
                  <a:srgbClr val="FF0000"/>
                </a:solidFill>
                <a:latin typeface="LM Roman 12" panose="00000500000000000000" pitchFamily="50" charset="0"/>
              </a:rPr>
              <a:t>data 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– the integer the pointer points 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to </a:t>
            </a:r>
            <a:r>
              <a:rPr lang="en-US" sz="2000" b="1">
                <a:solidFill>
                  <a:schemeClr val="tx1"/>
                </a:solidFill>
                <a:latin typeface="LM Roman 12" panose="00000500000000000000" pitchFamily="50" charset="0"/>
              </a:rPr>
              <a:t>CANNOT</a:t>
            </a:r>
            <a:r>
              <a:rPr lang="en-US" sz="2000">
                <a:solidFill>
                  <a:schemeClr val="tx1"/>
                </a:solidFill>
                <a:latin typeface="LM Roman 12" panose="00000500000000000000" pitchFamily="50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be changed</a:t>
            </a:r>
          </a:p>
          <a:p>
            <a:pPr algn="ctr"/>
            <a:endParaRPr lang="en-US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US" sz="2000" b="1" dirty="0">
                <a:solidFill>
                  <a:srgbClr val="FF0000"/>
                </a:solidFill>
                <a:latin typeface="LM Roman 12" panose="00000500000000000000" pitchFamily="50" charset="0"/>
              </a:rPr>
              <a:t>Constant pointer 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– the address the pointer points to </a:t>
            </a:r>
            <a:r>
              <a:rPr lang="en-US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CANNOT</a:t>
            </a: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 be changed</a:t>
            </a:r>
            <a:endParaRPr lang="en-ZA" sz="2000" dirty="0">
              <a:solidFill>
                <a:srgbClr val="FF0000"/>
              </a:solidFill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E602EB-6E7C-78C8-DAA9-216D37C3A665}"/>
              </a:ext>
            </a:extLst>
          </p:cNvPr>
          <p:cNvSpPr/>
          <p:nvPr/>
        </p:nvSpPr>
        <p:spPr>
          <a:xfrm>
            <a:off x="176692" y="3720066"/>
            <a:ext cx="5481781" cy="4892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Qualifier: </a:t>
            </a:r>
            <a:r>
              <a:rPr lang="en-ZA" dirty="0" err="1">
                <a:latin typeface="LM Roman 12" panose="00000500000000000000" pitchFamily="50" charset="0"/>
              </a:rPr>
              <a:t>const</a:t>
            </a:r>
            <a:r>
              <a:rPr lang="en-ZA" dirty="0">
                <a:latin typeface="LM Roman 12" panose="00000500000000000000" pitchFamily="50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3E588-0E69-6980-A976-091D785D070C}"/>
              </a:ext>
            </a:extLst>
          </p:cNvPr>
          <p:cNvSpPr txBox="1"/>
          <p:nvPr/>
        </p:nvSpPr>
        <p:spPr>
          <a:xfrm>
            <a:off x="3753784" y="2177874"/>
            <a:ext cx="19046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 dirty="0" err="1">
                <a:solidFill>
                  <a:srgbClr val="0070C0"/>
                </a:solidFill>
                <a:latin typeface="LM Roman 12" panose="00000500000000000000" pitchFamily="50" charset="0"/>
              </a:rPr>
              <a:t>const</a:t>
            </a:r>
            <a:endParaRPr lang="en-ZA" sz="6000" dirty="0">
              <a:solidFill>
                <a:srgbClr val="0070C0"/>
              </a:solidFill>
              <a:latin typeface="LM Roman 12" panose="000005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0ADC88-CD78-86C6-87B3-095F943D8E46}"/>
              </a:ext>
            </a:extLst>
          </p:cNvPr>
          <p:cNvSpPr txBox="1"/>
          <p:nvPr/>
        </p:nvSpPr>
        <p:spPr>
          <a:xfrm>
            <a:off x="2312289" y="2177874"/>
            <a:ext cx="10856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4FDBA-F599-BCC9-06F0-C79EAE9AD9AB}"/>
              </a:ext>
            </a:extLst>
          </p:cNvPr>
          <p:cNvSpPr txBox="1"/>
          <p:nvPr/>
        </p:nvSpPr>
        <p:spPr>
          <a:xfrm>
            <a:off x="3397907" y="2131707"/>
            <a:ext cx="5998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600" dirty="0">
                <a:solidFill>
                  <a:srgbClr val="FF0000"/>
                </a:solidFill>
                <a:latin typeface="LM Roman 12" panose="00000500000000000000" pitchFamily="50" charset="0"/>
              </a:rPr>
              <a:t>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DB1B3-37B5-94AC-31B2-1BE3767610EA}"/>
              </a:ext>
            </a:extLst>
          </p:cNvPr>
          <p:cNvSpPr txBox="1"/>
          <p:nvPr/>
        </p:nvSpPr>
        <p:spPr>
          <a:xfrm>
            <a:off x="5783528" y="2177874"/>
            <a:ext cx="37755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 b="1" dirty="0" err="1">
                <a:latin typeface="LM Roman 12" panose="00000500000000000000" pitchFamily="50" charset="0"/>
              </a:rPr>
              <a:t>myPointer</a:t>
            </a:r>
            <a:endParaRPr lang="en-ZA" sz="6000" b="1" dirty="0">
              <a:latin typeface="LM Roman 12" panose="000005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87B0AD-9F82-980B-ED7E-A9A9F5664E22}"/>
              </a:ext>
            </a:extLst>
          </p:cNvPr>
          <p:cNvSpPr txBox="1"/>
          <p:nvPr/>
        </p:nvSpPr>
        <p:spPr>
          <a:xfrm>
            <a:off x="282545" y="2177874"/>
            <a:ext cx="19046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6000" dirty="0" err="1">
                <a:solidFill>
                  <a:srgbClr val="0070C0"/>
                </a:solidFill>
                <a:latin typeface="LM Roman 12" panose="00000500000000000000" pitchFamily="50" charset="0"/>
              </a:rPr>
              <a:t>const</a:t>
            </a:r>
            <a:endParaRPr lang="en-ZA" sz="6000" dirty="0">
              <a:solidFill>
                <a:srgbClr val="0070C0"/>
              </a:solidFill>
              <a:latin typeface="LM Roman 12" panose="00000500000000000000" pitchFamily="50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69D2F2-3B47-8B46-B3A2-366A9CE09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528" y="3964707"/>
            <a:ext cx="6254959" cy="248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17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F45C3-4499-6866-9D96-EFDC24119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A79DE895-9930-4A25-53BF-3DD1DCB8A65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A519287-C97D-DA87-9ED5-4A4D6C2287A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ABD9FCC-27A1-4EB1-DDDC-DC2508DD73F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C7CB2D0-E89C-E671-0761-455781AE9E0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38DE6B77-DF48-831D-7C65-3852F438CB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D868063-826B-357F-EAC4-C02838318B7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18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9478142-89B0-3CC5-D405-AD4BDB31061C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const</a:t>
              </a: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 Qualifier with pointers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870811C-E024-846D-99D0-77054D43A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17" y="1987421"/>
            <a:ext cx="11005669" cy="2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995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83AD1-BA8F-1E23-B688-17DD519C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918ACB9-8090-AA06-68F6-F664131F696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2C4143A-5670-16EC-B3CC-5110916EEBD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6BF16E-5DC5-79B7-2EF7-31A7391F6AD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023A084-F253-DE6D-1EF2-B2B8C6D6AEB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86167C4-3EF0-1CE9-EE4D-CF46A9866B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2D6A297-3E3B-1415-D958-DE1765BF51C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18 September </a:t>
                </a:r>
                <a:r>
                  <a:rPr kumimoji="0" lang="en-ZA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76E723C-096D-5A5D-FA4F-A3C4A3AD0AC8}"/>
                </a:ext>
              </a:extLst>
            </p:cNvPr>
            <p:cNvSpPr/>
            <p:nvPr/>
          </p:nvSpPr>
          <p:spPr>
            <a:xfrm>
              <a:off x="3708455" y="584240"/>
              <a:ext cx="4595790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const</a:t>
              </a: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 Qualifier with pointers: EXAMPLES</a:t>
              </a:r>
              <a:endParaRPr kumimoji="0" lang="en-ZA" sz="180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0B5DCD2-D2BA-2A67-C9A5-19CEE092C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60" y="1245641"/>
            <a:ext cx="5319221" cy="44199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D14FF8-7E15-ABC0-6D01-D6BB1FCE1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60" y="5812710"/>
            <a:ext cx="5029636" cy="922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59C7D7-6703-A04C-8B33-BB369E1377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7860" y="2612571"/>
            <a:ext cx="7008780" cy="29111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BEE0FE-189E-4E84-40E2-B4FEF615A003}"/>
              </a:ext>
            </a:extLst>
          </p:cNvPr>
          <p:cNvSpPr txBox="1"/>
          <p:nvPr/>
        </p:nvSpPr>
        <p:spPr>
          <a:xfrm>
            <a:off x="2917711" y="977572"/>
            <a:ext cx="6973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b="1" dirty="0">
                <a:latin typeface="LM Roman 12" panose="00000500000000000000" pitchFamily="50" charset="0"/>
              </a:rPr>
              <a:t>EXAMPLE 1: non-</a:t>
            </a:r>
            <a:r>
              <a:rPr lang="en-ZA" sz="2400" b="1" dirty="0" err="1">
                <a:latin typeface="LM Roman 12" panose="00000500000000000000" pitchFamily="50" charset="0"/>
              </a:rPr>
              <a:t>const</a:t>
            </a:r>
            <a:r>
              <a:rPr lang="en-ZA" sz="2400" b="1" dirty="0">
                <a:latin typeface="LM Roman 12" panose="00000500000000000000" pitchFamily="50" charset="0"/>
              </a:rPr>
              <a:t> data, non-</a:t>
            </a:r>
            <a:r>
              <a:rPr lang="en-ZA" sz="2400" b="1" dirty="0" err="1">
                <a:latin typeface="LM Roman 12" panose="00000500000000000000" pitchFamily="50" charset="0"/>
              </a:rPr>
              <a:t>const</a:t>
            </a:r>
            <a:r>
              <a:rPr lang="en-ZA" sz="2400" b="1" dirty="0">
                <a:latin typeface="LM Roman 12" panose="00000500000000000000" pitchFamily="50" charset="0"/>
              </a:rPr>
              <a:t> pointer</a:t>
            </a:r>
          </a:p>
        </p:txBody>
      </p:sp>
    </p:spTree>
    <p:extLst>
      <p:ext uri="{BB962C8B-B14F-4D97-AF65-F5344CB8AC3E}">
        <p14:creationId xmlns:p14="http://schemas.microsoft.com/office/powerpoint/2010/main" val="29280034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17D2C-CD3B-2283-81A5-F450BA17A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499A07D5-8A53-29EC-C004-C1C7314F22E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53A72E-7C67-2474-03C8-1543D74FCB4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AA9175D-6202-373E-C6F3-15ACFE3649B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17543A0-CAFF-9FA4-5255-CD349FDE401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4E4F7C67-75C2-EC1E-C525-11407ADF56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0E090EC-A96A-94F2-D79C-2D5E244745A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18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687A367-98B6-2E86-5B75-5E95F811E801}"/>
                </a:ext>
              </a:extLst>
            </p:cNvPr>
            <p:cNvSpPr/>
            <p:nvPr/>
          </p:nvSpPr>
          <p:spPr>
            <a:xfrm>
              <a:off x="3708455" y="584240"/>
              <a:ext cx="4595790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const</a:t>
              </a: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 Qualifier with pointers: EXAMPLES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B3BA3FB-A057-98C2-50A5-6585A9AE8DAB}"/>
              </a:ext>
            </a:extLst>
          </p:cNvPr>
          <p:cNvSpPr txBox="1"/>
          <p:nvPr/>
        </p:nvSpPr>
        <p:spPr>
          <a:xfrm>
            <a:off x="2917711" y="977572"/>
            <a:ext cx="6353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b="1" dirty="0">
                <a:latin typeface="LM Roman 12" panose="00000500000000000000" pitchFamily="50" charset="0"/>
              </a:rPr>
              <a:t>EXAMPLE 2: </a:t>
            </a:r>
            <a:r>
              <a:rPr lang="en-ZA" sz="2400" b="1" dirty="0" err="1">
                <a:latin typeface="LM Roman 12" panose="00000500000000000000" pitchFamily="50" charset="0"/>
              </a:rPr>
              <a:t>const</a:t>
            </a:r>
            <a:r>
              <a:rPr lang="en-ZA" sz="2400" b="1" dirty="0">
                <a:latin typeface="LM Roman 12" panose="00000500000000000000" pitchFamily="50" charset="0"/>
              </a:rPr>
              <a:t> data, non-</a:t>
            </a:r>
            <a:r>
              <a:rPr lang="en-ZA" sz="2400" b="1" dirty="0" err="1">
                <a:latin typeface="LM Roman 12" panose="00000500000000000000" pitchFamily="50" charset="0"/>
              </a:rPr>
              <a:t>const</a:t>
            </a:r>
            <a:r>
              <a:rPr lang="en-ZA" sz="2400" b="1" dirty="0">
                <a:latin typeface="LM Roman 12" panose="00000500000000000000" pitchFamily="50" charset="0"/>
              </a:rPr>
              <a:t> pointer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0576D7-CF62-805A-733A-89622370E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169" y="1439237"/>
            <a:ext cx="4617447" cy="43443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9A9652-18C6-45AE-6174-74715E8DA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115" y="5898113"/>
            <a:ext cx="4732430" cy="89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345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1244B-77A3-68C4-8E80-782C147FA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170039B-5558-1B25-5C18-DDD6E2939C0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8017CEC-1E66-2737-66EC-FEACAFF8ED2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AB3444A-5C04-849F-6E0C-32EE2FB0901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0009E7D-EEDE-7F24-BC07-A733C68A8E7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AE9D24FE-E1ED-7650-A6F0-D5D44AF93F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0353D2F-7B9C-9E0B-3742-96235E9FB94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18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011F3A3-D481-610E-1155-37581AC5E45F}"/>
                </a:ext>
              </a:extLst>
            </p:cNvPr>
            <p:cNvSpPr/>
            <p:nvPr/>
          </p:nvSpPr>
          <p:spPr>
            <a:xfrm>
              <a:off x="3708455" y="584240"/>
              <a:ext cx="4595790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const</a:t>
              </a: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 Qualifier with pointers: EXAMPLES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B52DDED-9CF9-827B-D88F-D02F7042E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60" y="1313974"/>
            <a:ext cx="5826984" cy="51460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73F583-6D12-AAC6-60CC-886BDFF0B1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75"/>
          <a:stretch>
            <a:fillRect/>
          </a:stretch>
        </p:blipFill>
        <p:spPr>
          <a:xfrm>
            <a:off x="6182983" y="1216896"/>
            <a:ext cx="5953760" cy="422100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471D4E-52B6-D701-630B-6F364D44196C}"/>
              </a:ext>
            </a:extLst>
          </p:cNvPr>
          <p:cNvCxnSpPr>
            <a:cxnSpLocks/>
          </p:cNvCxnSpPr>
          <p:nvPr/>
        </p:nvCxnSpPr>
        <p:spPr>
          <a:xfrm>
            <a:off x="6182983" y="1015466"/>
            <a:ext cx="0" cy="5521319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B1C275E-E8A6-35F7-5ACB-6D889B2378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173" y="5639334"/>
            <a:ext cx="5573379" cy="10537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B427A8-C1E1-A966-F9C7-B7BD1C0F2238}"/>
              </a:ext>
            </a:extLst>
          </p:cNvPr>
          <p:cNvSpPr txBox="1"/>
          <p:nvPr/>
        </p:nvSpPr>
        <p:spPr>
          <a:xfrm>
            <a:off x="1770657" y="962036"/>
            <a:ext cx="4484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1" dirty="0">
                <a:latin typeface="LM Roman 12" panose="00000500000000000000" pitchFamily="50" charset="0"/>
              </a:rPr>
              <a:t>LECTURE 15: Arrays III (</a:t>
            </a:r>
            <a:r>
              <a:rPr lang="en-ZA" sz="2400" b="1" dirty="0" err="1">
                <a:latin typeface="LM Roman 12" panose="00000500000000000000" pitchFamily="50" charset="0"/>
              </a:rPr>
              <a:t>bubblesort</a:t>
            </a:r>
            <a:r>
              <a:rPr lang="en-ZA" sz="2400" b="1" dirty="0">
                <a:latin typeface="LM Roman 12" panose="00000500000000000000" pitchFamily="50" charset="0"/>
              </a:rPr>
              <a:t> – pass by value)</a:t>
            </a:r>
          </a:p>
        </p:txBody>
      </p:sp>
    </p:spTree>
    <p:extLst>
      <p:ext uri="{BB962C8B-B14F-4D97-AF65-F5344CB8AC3E}">
        <p14:creationId xmlns:p14="http://schemas.microsoft.com/office/powerpoint/2010/main" val="276833920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B8FFD-ACCB-5270-24D1-6D5FF5821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72EA8654-B806-67DB-87D2-99F4D23B49F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3FF5D74-BAF7-686E-B1C0-096B04A8DEB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D1AF83C-517D-F582-CAC8-D37803B15B2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394DE2D-93E6-5D9F-3376-3616EB78A9F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4D53D9A-3CA4-7E5E-6A78-008FCD3935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BE29431-0D4D-5D8D-CCB1-851638981AD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18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FA27F1B-97B5-4543-7EE0-15B655D06D75}"/>
                </a:ext>
              </a:extLst>
            </p:cNvPr>
            <p:cNvSpPr/>
            <p:nvPr/>
          </p:nvSpPr>
          <p:spPr>
            <a:xfrm>
              <a:off x="3708455" y="584240"/>
              <a:ext cx="4595790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const</a:t>
              </a: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 Qualifier with pointers: EXAMPLES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EBF0526-5DE9-15ED-7E8D-B33FECE5D225}"/>
              </a:ext>
            </a:extLst>
          </p:cNvPr>
          <p:cNvSpPr txBox="1"/>
          <p:nvPr/>
        </p:nvSpPr>
        <p:spPr>
          <a:xfrm>
            <a:off x="1214428" y="1014808"/>
            <a:ext cx="5354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1" dirty="0">
                <a:latin typeface="LM Roman 12" panose="00000500000000000000" pitchFamily="50" charset="0"/>
              </a:rPr>
              <a:t>(</a:t>
            </a:r>
            <a:r>
              <a:rPr lang="en-ZA" sz="2400" b="1" dirty="0" err="1">
                <a:latin typeface="LM Roman 12" panose="00000500000000000000" pitchFamily="50" charset="0"/>
              </a:rPr>
              <a:t>bubblesort</a:t>
            </a:r>
            <a:r>
              <a:rPr lang="en-ZA" sz="2400" b="1" dirty="0">
                <a:latin typeface="LM Roman 12" panose="00000500000000000000" pitchFamily="50" charset="0"/>
              </a:rPr>
              <a:t> – pass by reference)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4D558-5D83-C60B-78ED-55A81CCFF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13" y="1751762"/>
            <a:ext cx="6163027" cy="47050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73FD0C-F48F-46B0-ADF5-42CFCEFFDE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3992" y="1346823"/>
            <a:ext cx="5650695" cy="350043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57027C-E9FE-AB0A-5F47-DE7080202D82}"/>
              </a:ext>
            </a:extLst>
          </p:cNvPr>
          <p:cNvCxnSpPr>
            <a:cxnSpLocks/>
          </p:cNvCxnSpPr>
          <p:nvPr/>
        </p:nvCxnSpPr>
        <p:spPr>
          <a:xfrm>
            <a:off x="6296458" y="962036"/>
            <a:ext cx="0" cy="5521319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8F02DB1-44FD-6433-4EA8-CB2E364FF415}"/>
              </a:ext>
            </a:extLst>
          </p:cNvPr>
          <p:cNvSpPr/>
          <p:nvPr/>
        </p:nvSpPr>
        <p:spPr>
          <a:xfrm>
            <a:off x="223935" y="4702629"/>
            <a:ext cx="3741489" cy="2892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1754DC-A567-16A4-F138-D499A1E46B4F}"/>
              </a:ext>
            </a:extLst>
          </p:cNvPr>
          <p:cNvSpPr/>
          <p:nvPr/>
        </p:nvSpPr>
        <p:spPr>
          <a:xfrm>
            <a:off x="6313940" y="1653859"/>
            <a:ext cx="4439982" cy="25503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496ADBF-C8AB-2C17-27FE-26044128E5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3992" y="5154289"/>
            <a:ext cx="5426811" cy="147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5968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1FCBA-2BC3-1725-522E-D48BE86A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6DB62F6-43FD-3DBC-A878-DF0A6AE98F3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DFB6D63-AB34-0ABF-288D-B59D9FBD44C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8FFB765-30D7-0512-6A0B-A171B63760D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3D9326-C4E0-10EF-F713-CF6847831A9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A43EE75-7E79-3433-F1FB-A7F80D33C4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72E4E1B-DB5D-0103-10A2-8ED633DA4BC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18 September </a:t>
                </a:r>
                <a:r>
                  <a:rPr kumimoji="0" lang="en-ZA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2309738-7513-4063-5902-0A08CF33271F}"/>
                </a:ext>
              </a:extLst>
            </p:cNvPr>
            <p:cNvSpPr/>
            <p:nvPr/>
          </p:nvSpPr>
          <p:spPr>
            <a:xfrm>
              <a:off x="3708455" y="584240"/>
              <a:ext cx="4595790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sizeof</a:t>
              </a:r>
              <a:r>
                <a:rPr lang="en-ZA" dirty="0">
                  <a:solidFill>
                    <a:srgbClr val="00B0F0"/>
                  </a:solidFill>
                  <a:latin typeface="LM Roman 12" panose="00000500000000000000" pitchFamily="50" charset="0"/>
                </a:rPr>
                <a:t> </a:t>
              </a: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OPERATOR</a:t>
              </a:r>
              <a:endParaRPr kumimoji="0" lang="en-ZA" sz="180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2C8CA1-D098-A52A-0274-9CDF75CF4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769354"/>
              </p:ext>
            </p:extLst>
          </p:nvPr>
        </p:nvGraphicFramePr>
        <p:xfrm>
          <a:off x="176245" y="1677876"/>
          <a:ext cx="8128000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1553726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66950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dirty="0" err="1">
                          <a:latin typeface="LM Roman 12" panose="00000500000000000000" pitchFamily="50" charset="0"/>
                        </a:rPr>
                        <a:t>Sizeof</a:t>
                      </a:r>
                      <a:endParaRPr lang="en-ZA" dirty="0">
                        <a:latin typeface="LM Roman 12" panose="000005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>
                          <a:latin typeface="LM Roman 12" panose="00000500000000000000" pitchFamily="50" charset="0"/>
                        </a:rPr>
                        <a:t>Size (bytes) 64bit machine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426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Integer (</a:t>
                      </a:r>
                      <a:r>
                        <a:rPr lang="en-ZA" dirty="0">
                          <a:solidFill>
                            <a:srgbClr val="0070C0"/>
                          </a:solidFill>
                          <a:latin typeface="LM Roman 12" panose="00000500000000000000" pitchFamily="50" charset="0"/>
                        </a:rPr>
                        <a:t>int</a:t>
                      </a:r>
                      <a:r>
                        <a:rPr lang="en-ZA" dirty="0">
                          <a:latin typeface="LM Roman 12" panose="00000500000000000000" pitchFamily="50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78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Short integer (</a:t>
                      </a:r>
                      <a:r>
                        <a:rPr lang="en-ZA" dirty="0">
                          <a:solidFill>
                            <a:srgbClr val="0070C0"/>
                          </a:solidFill>
                          <a:latin typeface="LM Roman 12" panose="00000500000000000000" pitchFamily="50" charset="0"/>
                        </a:rPr>
                        <a:t>short</a:t>
                      </a:r>
                      <a:r>
                        <a:rPr lang="en-ZA" dirty="0">
                          <a:latin typeface="LM Roman 12" panose="00000500000000000000" pitchFamily="50" charset="0"/>
                        </a:rPr>
                        <a:t>/ </a:t>
                      </a:r>
                      <a:r>
                        <a:rPr lang="en-ZA" dirty="0">
                          <a:solidFill>
                            <a:srgbClr val="0070C0"/>
                          </a:solidFill>
                          <a:latin typeface="LM Roman 12" panose="00000500000000000000" pitchFamily="50" charset="0"/>
                        </a:rPr>
                        <a:t>short int</a:t>
                      </a:r>
                      <a:r>
                        <a:rPr lang="en-ZA" dirty="0">
                          <a:latin typeface="LM Roman 12" panose="00000500000000000000" pitchFamily="50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63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Long integer (</a:t>
                      </a:r>
                      <a:r>
                        <a:rPr lang="en-ZA" dirty="0">
                          <a:solidFill>
                            <a:srgbClr val="0070C0"/>
                          </a:solidFill>
                          <a:latin typeface="LM Roman 12" panose="00000500000000000000" pitchFamily="50" charset="0"/>
                        </a:rPr>
                        <a:t>long</a:t>
                      </a:r>
                      <a:r>
                        <a:rPr lang="en-ZA" dirty="0">
                          <a:latin typeface="LM Roman 12" panose="00000500000000000000" pitchFamily="50" charset="0"/>
                        </a:rPr>
                        <a:t>/ </a:t>
                      </a:r>
                      <a:r>
                        <a:rPr lang="en-ZA" dirty="0">
                          <a:solidFill>
                            <a:srgbClr val="0070C0"/>
                          </a:solidFill>
                          <a:latin typeface="LM Roman 12" panose="00000500000000000000" pitchFamily="50" charset="0"/>
                        </a:rPr>
                        <a:t>long int</a:t>
                      </a:r>
                      <a:r>
                        <a:rPr lang="en-ZA" dirty="0">
                          <a:latin typeface="LM Roman 12" panose="00000500000000000000" pitchFamily="50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432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>
                          <a:latin typeface="LM Roman 12" panose="00000500000000000000" pitchFamily="50" charset="0"/>
                        </a:rPr>
                        <a:t>Floating point number (</a:t>
                      </a:r>
                      <a:r>
                        <a:rPr lang="en-ZA" dirty="0">
                          <a:solidFill>
                            <a:srgbClr val="0070C0"/>
                          </a:solidFill>
                          <a:latin typeface="LM Roman 12" panose="00000500000000000000" pitchFamily="50" charset="0"/>
                        </a:rPr>
                        <a:t>float</a:t>
                      </a:r>
                      <a:r>
                        <a:rPr lang="en-ZA" dirty="0">
                          <a:latin typeface="LM Roman 12" panose="00000500000000000000" pitchFamily="50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856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Double floating point number (</a:t>
                      </a:r>
                      <a:r>
                        <a:rPr lang="en-ZA" dirty="0">
                          <a:solidFill>
                            <a:srgbClr val="0070C0"/>
                          </a:solidFill>
                          <a:latin typeface="LM Roman 12" panose="00000500000000000000" pitchFamily="50" charset="0"/>
                        </a:rPr>
                        <a:t>double</a:t>
                      </a:r>
                      <a:r>
                        <a:rPr lang="en-ZA" dirty="0">
                          <a:latin typeface="LM Roman 12" panose="00000500000000000000" pitchFamily="50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753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Character (</a:t>
                      </a:r>
                      <a:r>
                        <a:rPr lang="en-ZA" dirty="0">
                          <a:solidFill>
                            <a:srgbClr val="0070C0"/>
                          </a:solidFill>
                          <a:latin typeface="LM Roman 12" panose="00000500000000000000" pitchFamily="50" charset="0"/>
                        </a:rPr>
                        <a:t>char</a:t>
                      </a:r>
                      <a:r>
                        <a:rPr lang="en-ZA" dirty="0">
                          <a:latin typeface="LM Roman 12" panose="00000500000000000000" pitchFamily="50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648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Pointer (*)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37041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BB8F996-C2C8-CB99-1AEB-66D6CB1F4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1398" y="1875453"/>
            <a:ext cx="3771424" cy="34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1061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</TotalTime>
  <Words>521</Words>
  <Application>Microsoft Office PowerPoint</Application>
  <PresentationFormat>Widescreen</PresentationFormat>
  <Paragraphs>116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Bradley Hand ITC</vt:lpstr>
      <vt:lpstr>LM Roman 12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2026-09-13T12:30:06Z</dcterms:created>
  <dcterms:modified xsi:type="dcterms:W3CDTF">2026-09-19T09:29:58Z</dcterms:modified>
</cp:coreProperties>
</file>