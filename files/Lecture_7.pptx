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0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53" r:id="rId2"/>
    <p:sldId id="456" r:id="rId3"/>
    <p:sldId id="457" r:id="rId4"/>
    <p:sldId id="459" r:id="rId5"/>
    <p:sldId id="461" r:id="rId6"/>
    <p:sldId id="462" r:id="rId7"/>
    <p:sldId id="464" r:id="rId8"/>
    <p:sldId id="465" r:id="rId9"/>
    <p:sldId id="467" r:id="rId10"/>
    <p:sldId id="468" r:id="rId11"/>
    <p:sldId id="469" r:id="rId12"/>
    <p:sldId id="470" r:id="rId13"/>
    <p:sldId id="471" r:id="rId14"/>
    <p:sldId id="475" r:id="rId15"/>
    <p:sldId id="476" r:id="rId16"/>
    <p:sldId id="472" r:id="rId17"/>
    <p:sldId id="477" r:id="rId18"/>
    <p:sldId id="478" r:id="rId19"/>
    <p:sldId id="473" r:id="rId20"/>
    <p:sldId id="480" r:id="rId21"/>
    <p:sldId id="479" r:id="rId22"/>
    <p:sldId id="481" r:id="rId23"/>
    <p:sldId id="482" r:id="rId24"/>
    <p:sldId id="483" r:id="rId25"/>
    <p:sldId id="484" r:id="rId26"/>
    <p:sldId id="485" r:id="rId27"/>
    <p:sldId id="4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901CE-E764-4E87-8317-B6D5C1975B28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B8534-3B41-4E6A-AC25-29263C1F07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819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AA2F-2EB5-448A-2831-E97DEA77A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DE78B-C916-7EFD-8B6F-62FD5BC0B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797FA-488C-C884-4E2B-17DB3DBEF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980B6-929F-6EB4-54D1-6BDD558D2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183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7CBF-11C3-B7B5-997F-84AE3BEC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10C6D-EFC8-2313-EF00-5112118F6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4647B-1241-FD2E-14BD-991F4A4F5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A233-C37F-2F14-0CED-6EAE34D37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3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D326-E2D4-475E-25E8-08F2D108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7831D-D6DC-C2B1-4A0D-F3F1DAC45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BEDEE-2537-4A50-064C-FEA323F55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7998D-660E-05E9-B341-59737033E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44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0EB6-6812-0D4C-3276-7C0387BD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A7819-E83F-5B3B-A36C-DDD1B0386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725D2-BF04-9ED9-A25B-01D6DD468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91C1-9495-B673-D219-883F0536E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7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83331-D259-FF74-520F-FECBFD79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6AD30-081F-796C-C225-B86876831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F320F-A006-85D9-500F-CC7C32255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2D523-4AB3-CFF7-4C8E-7ABC426E6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176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469A-239C-EF49-3EAD-A7E336EC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9A394-B3E7-C2DA-A20C-71E1A8E8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99C11-274A-2A0C-5ABE-337645568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2B6A-57A7-C3ED-C77F-7AA2B7AC7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307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AB855-3F55-38F6-BE88-77C15515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CCDD-D1D4-0AD5-629D-A9FA02909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88AA0-3C5D-8A22-4895-24B019810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1402C-EA3A-CCF5-15B7-81BA39E42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87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ED63-9C5B-340E-054A-A3FBC376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6C690-EF18-1D14-10C8-B20CC2E15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94654-1D6F-629C-508E-619A177B7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26264-2A5D-759F-B5A3-3887CDED9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15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420C-230D-F859-7C3E-9131054B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1A7F2-7B16-41DB-3B34-908F7C7D3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6A3F8-A805-122C-25CA-3306CD13B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04133-D4D3-4099-CDB1-476AA17BE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30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BA5A-66B5-D6A2-92A8-F8315686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729A4-F487-6E2E-AC89-6A9180932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F435E-C925-4545-7466-B4F185AFE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196CE-71D6-CCF7-67F1-06388EB76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953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E782-A03A-9434-B09E-ADD849BE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73C34-248D-FB7A-F3B8-EFC3605A1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E6977-BAFE-BD6E-250F-CC61C600A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E475-8A62-4D28-D965-5C957EB65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082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6F54-B80F-3D07-F7FD-E41A9E11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58150-752B-5FD2-D2B8-8BD2CB11F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B8A18-7412-8B9A-7F4E-17909354D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20348-F7BB-BBEC-B8BB-84FF2FBF1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060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9779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08F7-AF8E-1E78-35F8-08B52B9A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F49EA-165E-14A5-340C-C4D143214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F446C-EB8F-B3A4-8431-E3629D8D2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B4111-1D43-9D7C-0961-B7348A553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183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9637C-91B9-77F2-9B18-5B4EDA92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CDC67-37F9-8462-63A6-51B68968E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3756C-5FE7-0096-0FA5-FB0CFD6AE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EE696-A3AF-82B7-2DB6-A0126A988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225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EB50-9497-6F44-D377-BABE01C5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732A1-63A6-43A6-79C7-44995C9A6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D044A-401F-C82E-CD57-989AECA9D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8C964-E64A-C02E-67DC-FA9DDC8D9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387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2059-9AAF-6638-32CC-20F67799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86937-B160-96C7-EB8E-978F8183C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477AC-6C5B-F474-703F-E914C105F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71F31-2EF9-478A-45C3-EEF15B5EF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2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353B-383F-38CB-F5A7-7DF76195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4472B-E913-FD98-0E00-5BA934AC4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CD523-2082-EC16-340C-40BD6A7BE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A60AC-092F-674B-2405-1CA0129D3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304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64E0-7593-7293-C7DB-81686588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5AE24-BA73-F23D-32EA-B9038F3C8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4219A-E09F-D94E-548F-2EDEE0493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AEB55-BF8B-2358-F9BA-EA966AEA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621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E004-C6AF-3792-ED9A-23CFE2C6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524E8-37E1-23F5-9505-186750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6D289-DAFB-7525-DEBB-2079974A0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40FCB-020E-42CF-05F7-9CC088108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238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36A7-B309-D461-06A2-D3CED0B5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5C0B0-408F-C071-48CF-816F84FB3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20B9D-2935-2B04-9AD5-931E3706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0C226-27A4-B49A-5315-BD20932A8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77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7FB7-5C33-5F05-2545-FE483B781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2DDC4-F422-4E85-6D76-F1F2F97A8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DD03-DE59-ECFA-9215-415A14FA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AAF0F-46B7-1569-46FD-644CCEDD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BC957-6ED6-DB90-736A-7BBCFFBB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189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0412-77F5-0E11-F989-089D9E1F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6F97-C51D-7F87-C3DD-8A41747FD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643F5-8459-FBCC-25B5-C03EDC7B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CCC9-C154-24B6-7BDE-682C4279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A51A-F41C-9147-ABB3-8F0DDF64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792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F4A5-D34B-66B6-1635-D8157EE8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28FF4-09F6-D207-CA93-5CB64FCD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239FF-88C5-77D4-0647-FA0D9B8A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37522-E511-CFDE-D869-F3B18CE2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C88B-910B-CBB2-1142-A700A8FF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95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9520-B6A9-3624-32B7-3BDF0F7A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7634-8484-825E-7923-3D78C722D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35138-6754-01DB-C050-45A0C5DFC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10E80-E353-B22E-4D34-720965EF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0D89A-2EF4-A513-5648-D771ED1F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14451-1E0C-5A74-28EC-B4DBA5D5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339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80A7-3A74-EA98-C8F4-7A15ABF7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E2F2B-541A-2C7A-E630-9E342F928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A30F2-0B53-89B5-22F1-E9152039D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5AEA8-95D7-E3E8-FC12-EB9E86E4C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C0FCC-F833-C9A7-4F8C-4F4760E18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F406E-DAEA-CD9F-B92E-ABC8B7AA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CEE93-07AE-8EAD-992E-035236DB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7261A-B33A-0B29-221C-B179BAD0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233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7D5A-DDCD-F7B7-075A-AF32512F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579AA-4042-958C-23E2-235F766F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CAF9F-ECEE-D19F-F2D8-4F8E9D0B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FDCC5-B5AB-D56D-B07E-57F06E83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665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43A6F-DBFB-BC5F-0EB3-C85D942A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4C28D-EAB7-1C73-095B-DDD37E4D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FC61F-81B3-CE4E-5AE3-3B14FD85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554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A86A-1E98-E9C1-4FBC-FC53C94C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3759-116C-667C-5224-0E332E7E1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B50EB-1BC0-17F4-DBCD-68E80B4E1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FC41F-88FE-BF5D-A250-103E63D7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F3408-84BF-3147-EAC4-4F894BA2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03C17-BAB6-846D-AC16-85F97493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141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E4E0-46CE-2F01-E2B3-BE9AAFED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6236C-09E3-D6A8-8595-500C690E5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F6031-2268-4937-952B-C0A0523E9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F4654-D30F-C50D-7562-3D55C35E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DB75C-BABF-5592-47C9-80EE660F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6006-F16E-5EC9-AD0F-92AD8C43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117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5647-F7A5-DB76-8F90-DCF38D55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6A8DF-15AA-CEE4-58B6-F73139641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D94DD-7573-3460-D7FD-7768B3B0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4AF4-8060-B139-A51F-6CFD546C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9FD5-9F1A-3221-CE66-F27EFD9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916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F3ED8-9986-A823-ABA6-FE42EC59F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D4C0F-5AEF-C95A-9F8F-5B214A42F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38299-B332-61B4-9D17-33D6A4A0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9DE7C-D3E3-6331-E198-98D4793A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F16B6-07A5-ADC3-6609-0058DBCF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281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7378E-259C-6BCB-2EAB-1440FDB9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074F-BB54-4D3F-CB6E-8820AC7A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8140-EFCB-962A-E1A7-8BE3A9789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43F21-759E-4F3E-AF3F-C3DEFE5D760E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49C96-DE1C-2F8E-9D05-1488511D8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65504-F2F3-C9F7-1D41-89B5D9EFE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14FCF-5A20-4EA4-B026-9465B6CD0B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622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6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6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6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11" Type="http://schemas.openxmlformats.org/officeDocument/2006/relationships/image" Target="../media/image1710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6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7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8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18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1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12" Type="http://schemas.openxmlformats.org/officeDocument/2006/relationships/image" Target="../media/image1920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.emf"/><Relationship Id="rId11" Type="http://schemas.openxmlformats.org/officeDocument/2006/relationships/image" Target="../media/image34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910.png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4.png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407-5B94-199E-C146-EF509DDD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CC51022-5331-EEAD-919F-B51D37BB9D80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1972E-4E71-8764-A862-E22903570CCD}"/>
              </a:ext>
            </a:extLst>
          </p:cNvPr>
          <p:cNvSpPr txBox="1"/>
          <p:nvPr/>
        </p:nvSpPr>
        <p:spPr>
          <a:xfrm>
            <a:off x="210516" y="1255757"/>
            <a:ext cx="1133277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4. </a:t>
            </a:r>
            <a:r>
              <a:rPr lang="en-ZA" sz="8800" dirty="0">
                <a:latin typeface="LM Roman 12" panose="00000500000000000000" pitchFamily="50" charset="0"/>
              </a:rPr>
              <a:t>Program </a:t>
            </a:r>
          </a:p>
          <a:p>
            <a:pPr algn="l"/>
            <a:r>
              <a:rPr lang="en-ZA" sz="8800" dirty="0">
                <a:latin typeface="LM Roman 12" panose="00000500000000000000" pitchFamily="50" charset="0"/>
              </a:rPr>
              <a:t>Control I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7| The do…while repetition statement</a:t>
            </a:r>
          </a:p>
          <a:p>
            <a:r>
              <a:rPr lang="en-US" dirty="0">
                <a:latin typeface="LM Roman 12" panose="00000500000000000000" pitchFamily="50" charset="0"/>
              </a:rPr>
              <a:t>	  Logical operators</a:t>
            </a:r>
          </a:p>
          <a:p>
            <a:r>
              <a:rPr lang="en-US" dirty="0">
                <a:latin typeface="LM Roman 12" panose="00000500000000000000" pitchFamily="50" charset="0"/>
              </a:rPr>
              <a:t>	  Confusing equality and assignment operators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C7922-A5DA-926B-AF5B-3FF2B4495732}"/>
              </a:ext>
            </a:extLst>
          </p:cNvPr>
          <p:cNvSpPr txBox="1"/>
          <p:nvPr/>
        </p:nvSpPr>
        <p:spPr>
          <a:xfrm>
            <a:off x="322513" y="530649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B9D775-2A06-99ED-F7F5-8FE00E43DE9F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9842E0-7C72-0739-7D64-D0AC4F7D79B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02ED462-BFF0-98E4-29ED-6301B9DD1E3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7093E3-9010-0950-8815-ACDC06691D7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468C93B-C830-B69E-743C-AFE5FF027D0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23CD7C0-A531-3568-D859-EDC3756D3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39D3EF-50C0-0921-3264-262D7A90948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03 August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F0AA9AB-C897-BEFE-4FDE-56C5D5A1E91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762F6C-6D63-9A6F-CBC0-BEA5290E0AEA}"/>
              </a:ext>
            </a:extLst>
          </p:cNvPr>
          <p:cNvSpPr txBox="1"/>
          <p:nvPr/>
        </p:nvSpPr>
        <p:spPr>
          <a:xfrm>
            <a:off x="7967780" y="5856143"/>
            <a:ext cx="311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4 Program control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D33B5-E873-DFBC-A3C2-75F5AEFE8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654" y="2562225"/>
            <a:ext cx="5254346" cy="32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8766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F844-1701-A863-70A3-96CFF7AF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98E1003-67FE-70B2-7872-9378173CEC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98E1003-67FE-70B2-7872-9378173CEC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C4798DC-79CA-9484-7B2A-EDACCC7A2DF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9A1390-6279-022E-3AC5-54A8224C5DB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62E06E-899D-3C2E-CDB7-2B223E7F623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2A232A-AEAC-65E2-898E-C40E3246D53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42E520-A785-5C3F-F874-CAF0B8BC283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85B26B1-DE02-E20E-7834-CCF3878E7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CD6442-BFA1-FDCF-157C-68AEEC028288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7618A56-2FF8-D890-804C-F1CB2C447866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 else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CONTROL STRUCTURES &amp;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AF6C4D-EEC9-8F6E-FC5B-F67FA92778C1}"/>
              </a:ext>
            </a:extLst>
          </p:cNvPr>
          <p:cNvGrpSpPr/>
          <p:nvPr/>
        </p:nvGrpSpPr>
        <p:grpSpPr>
          <a:xfrm>
            <a:off x="458574" y="1820189"/>
            <a:ext cx="1208285" cy="3217622"/>
            <a:chOff x="171820" y="1399032"/>
            <a:chExt cx="1208285" cy="321762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93E2CD4-F57A-1DCB-85FD-B51EF2A6F0D7}"/>
                </a:ext>
              </a:extLst>
            </p:cNvPr>
            <p:cNvSpPr/>
            <p:nvPr/>
          </p:nvSpPr>
          <p:spPr>
            <a:xfrm>
              <a:off x="322513" y="1399032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3970F98-FF0F-F09E-E5DA-A82093F17DCC}"/>
                </a:ext>
              </a:extLst>
            </p:cNvPr>
            <p:cNvSpPr/>
            <p:nvPr/>
          </p:nvSpPr>
          <p:spPr>
            <a:xfrm>
              <a:off x="318763" y="414116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5" name="Flowchart: Decision 4">
              <a:extLst>
                <a:ext uri="{FF2B5EF4-FFF2-40B4-BE49-F238E27FC236}">
                  <a16:creationId xmlns:a16="http://schemas.microsoft.com/office/drawing/2014/main" id="{0D25FDC6-DD16-DC70-86E2-8E0B5BE3881C}"/>
                </a:ext>
              </a:extLst>
            </p:cNvPr>
            <p:cNvSpPr/>
            <p:nvPr/>
          </p:nvSpPr>
          <p:spPr>
            <a:xfrm>
              <a:off x="318762" y="2309622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BFF549-AE98-E471-E4B6-B889190C3A77}"/>
                </a:ext>
              </a:extLst>
            </p:cNvPr>
            <p:cNvCxnSpPr>
              <a:cxnSpLocks/>
              <a:stCxn id="2" idx="4"/>
              <a:endCxn id="5" idx="0"/>
            </p:cNvCxnSpPr>
            <p:nvPr/>
          </p:nvCxnSpPr>
          <p:spPr>
            <a:xfrm flipH="1">
              <a:off x="775962" y="1874520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661534-5A88-22DA-CD07-3520CC1D2944}"/>
                </a:ext>
              </a:extLst>
            </p:cNvPr>
            <p:cNvSpPr/>
            <p:nvPr/>
          </p:nvSpPr>
          <p:spPr>
            <a:xfrm>
              <a:off x="171820" y="3245587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1CBFC8-3419-EAA4-DC08-586F88917EA3}"/>
                </a:ext>
              </a:extLst>
            </p:cNvPr>
            <p:cNvCxnSpPr>
              <a:stCxn id="5" idx="2"/>
              <a:endCxn id="10" idx="0"/>
            </p:cNvCxnSpPr>
            <p:nvPr/>
          </p:nvCxnSpPr>
          <p:spPr>
            <a:xfrm>
              <a:off x="775962" y="2939034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0623AA8-60ED-971D-C120-2EB9FC5813C7}"/>
                </a:ext>
              </a:extLst>
            </p:cNvPr>
            <p:cNvCxnSpPr>
              <a:cxnSpLocks/>
              <a:stCxn id="10" idx="2"/>
              <a:endCxn id="4" idx="0"/>
            </p:cNvCxnSpPr>
            <p:nvPr/>
          </p:nvCxnSpPr>
          <p:spPr>
            <a:xfrm>
              <a:off x="775963" y="3721075"/>
              <a:ext cx="0" cy="420091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7" name="Slide Zoom 66">
                <a:extLst>
                  <a:ext uri="{FF2B5EF4-FFF2-40B4-BE49-F238E27FC236}">
                    <a16:creationId xmlns:a16="http://schemas.microsoft.com/office/drawing/2014/main" id="{57F6195E-094A-2F8E-7B38-9624A7F1DE1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38550" y="1877692"/>
              <a:ext cx="5454616" cy="3068221"/>
            </p:xfrm>
            <a:graphic>
              <a:graphicData uri="http://schemas.microsoft.com/office/powerpoint/2016/slidezoom">
                <pslz:sldZm>
                  <pslz:sldZmObj sldId="457" cId="2216086589">
                    <pslz:zmPr id="{92A782A4-763A-459D-86A9-9AEBF04F4197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454616" cy="306822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7" name="Slide Zoom 66">
                <a:extLst>
                  <a:ext uri="{FF2B5EF4-FFF2-40B4-BE49-F238E27FC236}">
                    <a16:creationId xmlns:a16="http://schemas.microsoft.com/office/drawing/2014/main" id="{57F6195E-094A-2F8E-7B38-9624A7F1DE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38550" y="1877692"/>
                <a:ext cx="5454616" cy="3068221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1C508F10-4951-3BA5-A074-B7102949D441}"/>
              </a:ext>
            </a:extLst>
          </p:cNvPr>
          <p:cNvSpPr txBox="1"/>
          <p:nvPr/>
        </p:nvSpPr>
        <p:spPr>
          <a:xfrm>
            <a:off x="754618" y="5298457"/>
            <a:ext cx="603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if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D336F2-50DF-6130-0257-91340D02E9D4}"/>
              </a:ext>
            </a:extLst>
          </p:cNvPr>
          <p:cNvSpPr txBox="1"/>
          <p:nvPr/>
        </p:nvSpPr>
        <p:spPr>
          <a:xfrm>
            <a:off x="3525607" y="5298457"/>
            <a:ext cx="2029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if</a:t>
            </a:r>
            <a:r>
              <a:rPr lang="en-ZA" sz="3600" b="1" dirty="0"/>
              <a:t> </a:t>
            </a:r>
            <a:r>
              <a:rPr lang="en-ZA" sz="5400" b="1" dirty="0"/>
              <a:t>else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8117A55-7B62-0949-B05E-093F26EC929B}"/>
              </a:ext>
            </a:extLst>
          </p:cNvPr>
          <p:cNvGrpSpPr/>
          <p:nvPr/>
        </p:nvGrpSpPr>
        <p:grpSpPr>
          <a:xfrm>
            <a:off x="2393679" y="1751380"/>
            <a:ext cx="2527130" cy="3217622"/>
            <a:chOff x="2393679" y="1751380"/>
            <a:chExt cx="2527130" cy="3217622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3FE6ECF-0502-B1D8-857C-FA0EF8DD1565}"/>
                </a:ext>
              </a:extLst>
            </p:cNvPr>
            <p:cNvCxnSpPr>
              <a:stCxn id="44" idx="2"/>
              <a:endCxn id="43" idx="0"/>
            </p:cNvCxnSpPr>
            <p:nvPr/>
          </p:nvCxnSpPr>
          <p:spPr>
            <a:xfrm>
              <a:off x="4459858" y="3291382"/>
              <a:ext cx="1" cy="120213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1E60C77-AD01-3AAE-CDDC-0C19209901D6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72551A2-30FE-EE40-F899-D3EF37C97DF7}"/>
                  </a:ext>
                </a:extLst>
              </p:cNvPr>
              <p:cNvSpPr/>
              <p:nvPr/>
            </p:nvSpPr>
            <p:spPr>
              <a:xfrm>
                <a:off x="4002659" y="4493514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EED85289-8BF7-379F-C592-C8EAF5C643C9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2824771"/>
                <a:chOff x="2393679" y="1751380"/>
                <a:chExt cx="2527130" cy="2824771"/>
              </a:xfrm>
            </p:grpSpPr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90443963-34A1-34EC-918F-958D1E22CDB9}"/>
                    </a:ext>
                  </a:extLst>
                </p:cNvPr>
                <p:cNvCxnSpPr>
                  <a:stCxn id="44" idx="1"/>
                  <a:endCxn id="46" idx="3"/>
                </p:cNvCxnSpPr>
                <p:nvPr/>
              </p:nvCxnSpPr>
              <p:spPr>
                <a:xfrm flipH="1" flipV="1">
                  <a:off x="3601964" y="2968523"/>
                  <a:ext cx="400694" cy="8153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86A11B25-1854-3F04-705D-CD5AA0BBFCC2}"/>
                    </a:ext>
                  </a:extLst>
                </p:cNvPr>
                <p:cNvSpPr/>
                <p:nvPr/>
              </p:nvSpPr>
              <p:spPr>
                <a:xfrm>
                  <a:off x="4006409" y="1751380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start</a:t>
                  </a:r>
                </a:p>
              </p:txBody>
            </p:sp>
            <p:sp>
              <p:nvSpPr>
                <p:cNvPr id="44" name="Flowchart: Decision 43">
                  <a:extLst>
                    <a:ext uri="{FF2B5EF4-FFF2-40B4-BE49-F238E27FC236}">
                      <a16:creationId xmlns:a16="http://schemas.microsoft.com/office/drawing/2014/main" id="{BBDD9A7A-F7B4-44C8-EC97-55EA6229E376}"/>
                    </a:ext>
                  </a:extLst>
                </p:cNvPr>
                <p:cNvSpPr/>
                <p:nvPr/>
              </p:nvSpPr>
              <p:spPr>
                <a:xfrm>
                  <a:off x="4002658" y="2661970"/>
                  <a:ext cx="914400" cy="629412"/>
                </a:xfrm>
                <a:prstGeom prst="flowChartDecision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C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086F5951-1D13-0DC9-D9E9-71E8AF2B5EDE}"/>
                    </a:ext>
                  </a:extLst>
                </p:cNvPr>
                <p:cNvCxnSpPr>
                  <a:cxnSpLocks/>
                  <a:stCxn id="42" idx="4"/>
                  <a:endCxn id="44" idx="0"/>
                </p:cNvCxnSpPr>
                <p:nvPr/>
              </p:nvCxnSpPr>
              <p:spPr>
                <a:xfrm flipH="1">
                  <a:off x="4459858" y="2226868"/>
                  <a:ext cx="3751" cy="435102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81B7E036-1B1E-CDFB-0B92-6E9CD64D37AD}"/>
                    </a:ext>
                  </a:extLst>
                </p:cNvPr>
                <p:cNvSpPr/>
                <p:nvPr/>
              </p:nvSpPr>
              <p:spPr>
                <a:xfrm>
                  <a:off x="2393679" y="2730779"/>
                  <a:ext cx="1208285" cy="4754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Do this</a:t>
                  </a:r>
                </a:p>
              </p:txBody>
            </p: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A39840A8-7FE2-2292-D98D-1A6B9AFC8034}"/>
                    </a:ext>
                  </a:extLst>
                </p:cNvPr>
                <p:cNvCxnSpPr>
                  <a:stCxn id="46" idx="2"/>
                </p:cNvCxnSpPr>
                <p:nvPr/>
              </p:nvCxnSpPr>
              <p:spPr>
                <a:xfrm rot="16200000" flipH="1">
                  <a:off x="3346630" y="2857458"/>
                  <a:ext cx="768171" cy="1465787"/>
                </a:xfrm>
                <a:prstGeom prst="bentConnector2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298F752A-4FB0-663C-EBF0-82F5FF40BD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9858" y="3974436"/>
                  <a:ext cx="0" cy="601715"/>
                </a:xfrm>
                <a:prstGeom prst="straightConnector1">
                  <a:avLst/>
                </a:prstGeom>
                <a:ln>
                  <a:solidFill>
                    <a:srgbClr val="00B05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B1D2908-D256-999F-C058-359C8C149986}"/>
              </a:ext>
            </a:extLst>
          </p:cNvPr>
          <p:cNvGrpSpPr/>
          <p:nvPr/>
        </p:nvGrpSpPr>
        <p:grpSpPr>
          <a:xfrm>
            <a:off x="4459858" y="2730779"/>
            <a:ext cx="2081524" cy="1818813"/>
            <a:chOff x="4459858" y="2730779"/>
            <a:chExt cx="2081524" cy="1818813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2E6670B-B7BF-749C-A9A3-685D0233FE09}"/>
                </a:ext>
              </a:extLst>
            </p:cNvPr>
            <p:cNvCxnSpPr>
              <a:cxnSpLocks/>
              <a:stCxn id="44" idx="3"/>
              <a:endCxn id="55" idx="1"/>
            </p:cNvCxnSpPr>
            <p:nvPr/>
          </p:nvCxnSpPr>
          <p:spPr>
            <a:xfrm flipV="1">
              <a:off x="4917058" y="2968523"/>
              <a:ext cx="416039" cy="81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3C87751-4038-175B-548C-0E26BC2F3CA4}"/>
                </a:ext>
              </a:extLst>
            </p:cNvPr>
            <p:cNvSpPr/>
            <p:nvPr/>
          </p:nvSpPr>
          <p:spPr>
            <a:xfrm>
              <a:off x="5333097" y="2730779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that</a:t>
              </a:r>
            </a:p>
          </p:txBody>
        </p: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74666678-CF47-85CB-0863-B0B37B032875}"/>
                </a:ext>
              </a:extLst>
            </p:cNvPr>
            <p:cNvCxnSpPr>
              <a:stCxn id="55" idx="2"/>
            </p:cNvCxnSpPr>
            <p:nvPr/>
          </p:nvCxnSpPr>
          <p:spPr>
            <a:xfrm rot="5400000">
              <a:off x="4816340" y="2853537"/>
              <a:ext cx="768170" cy="147363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83EFE13-448C-D744-D799-51AF64E2E3F1}"/>
                </a:ext>
              </a:extLst>
            </p:cNvPr>
            <p:cNvCxnSpPr>
              <a:cxnSpLocks/>
            </p:cNvCxnSpPr>
            <p:nvPr/>
          </p:nvCxnSpPr>
          <p:spPr>
            <a:xfrm>
              <a:off x="4459858" y="3985989"/>
              <a:ext cx="9997" cy="563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510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06DF-28CD-2A6E-D3E8-2F64553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192A261-4CDE-9B67-0454-6092D50C99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192A261-4CDE-9B67-0454-6092D50C9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93BBC83-3F3D-5BF2-0028-E9830597F99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C0D4E-DECD-00B4-003D-7D5409E38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00" y="491373"/>
            <a:ext cx="6307419" cy="5791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28A8F4-C0E3-5C79-2529-93FDB67A79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644" y="1179576"/>
            <a:ext cx="5526156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72998-7366-F47B-0214-77F90451CC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644" y="3527504"/>
            <a:ext cx="5526156" cy="168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86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9F4D-BC42-5393-1CD1-65BC3CD0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2291A2E-9834-7E67-FCAF-8FC8121EDE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2291A2E-9834-7E67-FCAF-8FC8121ED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7F638B8-DAC0-B07B-81B3-78FE7BD598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9C742D-67B8-BD36-AB54-BC23AFB6B15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BDFE0A-AE04-60F1-C010-ED586705FDA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A50862-0012-8C4B-FA73-D1FB0E6D825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BD039F6-85D0-A4B7-EBAC-9C2D030060E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936A8B4-A4C7-9FF6-5E2A-93304C5B5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F6207B5-56CD-BEA9-528F-186766A59F93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6DBC1CC-48EE-72D0-49F2-62D79E6D1D85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 else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CONTROL STRUCTURES &amp;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7" name="Slide Zoom 66">
                <a:extLst>
                  <a:ext uri="{FF2B5EF4-FFF2-40B4-BE49-F238E27FC236}">
                    <a16:creationId xmlns:a16="http://schemas.microsoft.com/office/drawing/2014/main" id="{D6E51CA4-C7DD-E423-2B0E-FB1B913789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638550" y="1877692"/>
              <a:ext cx="5454616" cy="3068221"/>
            </p:xfrm>
            <a:graphic>
              <a:graphicData uri="http://schemas.microsoft.com/office/powerpoint/2016/slidezoom">
                <pslz:sldZm>
                  <pslz:sldZmObj sldId="457" cId="2216086589">
                    <pslz:zmPr id="{92A782A4-763A-459D-86A9-9AEBF04F4197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454616" cy="306822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7" name="Slide Zoom 66">
                <a:extLst>
                  <a:ext uri="{FF2B5EF4-FFF2-40B4-BE49-F238E27FC236}">
                    <a16:creationId xmlns:a16="http://schemas.microsoft.com/office/drawing/2014/main" id="{D6E51CA4-C7DD-E423-2B0E-FB1B913789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38550" y="1877692"/>
                <a:ext cx="5454616" cy="3068221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D93F217-9D48-A82D-E368-121703AEB7E1}"/>
              </a:ext>
            </a:extLst>
          </p:cNvPr>
          <p:cNvGrpSpPr/>
          <p:nvPr/>
        </p:nvGrpSpPr>
        <p:grpSpPr>
          <a:xfrm>
            <a:off x="458574" y="1820189"/>
            <a:ext cx="1208285" cy="4401598"/>
            <a:chOff x="458574" y="1820189"/>
            <a:chExt cx="1208285" cy="44015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5B84789-B554-B216-F991-FAE1F2E7BAE5}"/>
                </a:ext>
              </a:extLst>
            </p:cNvPr>
            <p:cNvGrpSpPr/>
            <p:nvPr/>
          </p:nvGrpSpPr>
          <p:grpSpPr>
            <a:xfrm>
              <a:off x="458574" y="1820189"/>
              <a:ext cx="1208285" cy="3217622"/>
              <a:chOff x="171820" y="1399032"/>
              <a:chExt cx="1208285" cy="321762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648E0EF-C8C0-9881-A763-F88265EDFC79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7B96504-8632-F76B-4B39-4E9C28FC841C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5" name="Flowchart: Decision 4">
                <a:extLst>
                  <a:ext uri="{FF2B5EF4-FFF2-40B4-BE49-F238E27FC236}">
                    <a16:creationId xmlns:a16="http://schemas.microsoft.com/office/drawing/2014/main" id="{F9E345B0-3871-C421-45F7-6F5D909D5A6C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40FE228-63CA-C3A4-DB07-548630654D31}"/>
                  </a:ext>
                </a:extLst>
              </p:cNvPr>
              <p:cNvCxnSpPr>
                <a:cxnSpLocks/>
                <a:stCxn id="2" idx="4"/>
                <a:endCxn id="5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DA1E25E-EDFB-DA53-D5D6-E40EC7131466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01007F2-8E37-4BB8-F409-DB2A59F23149}"/>
                  </a:ext>
                </a:extLst>
              </p:cNvPr>
              <p:cNvCxnSpPr>
                <a:stCxn id="5" idx="2"/>
                <a:endCxn id="1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186CDF2-9C10-69CE-1884-9FBD3AD9D683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6822012-F5B5-CE06-625D-6526B12B6BE8}"/>
                </a:ext>
              </a:extLst>
            </p:cNvPr>
            <p:cNvSpPr txBox="1"/>
            <p:nvPr/>
          </p:nvSpPr>
          <p:spPr>
            <a:xfrm>
              <a:off x="754618" y="5298457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357693-CEF1-2451-4E6E-BA478FA22DDC}"/>
              </a:ext>
            </a:extLst>
          </p:cNvPr>
          <p:cNvGrpSpPr/>
          <p:nvPr/>
        </p:nvGrpSpPr>
        <p:grpSpPr>
          <a:xfrm>
            <a:off x="2393679" y="1751380"/>
            <a:ext cx="4147703" cy="4470407"/>
            <a:chOff x="2393679" y="1751380"/>
            <a:chExt cx="4147703" cy="447040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B64FBFF-916A-E112-006F-6ED853EDC54F}"/>
                </a:ext>
              </a:extLst>
            </p:cNvPr>
            <p:cNvSpPr txBox="1"/>
            <p:nvPr/>
          </p:nvSpPr>
          <p:spPr>
            <a:xfrm>
              <a:off x="3525607" y="5298457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750CA92-83DA-A596-51B3-E9253AD10B42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0F79DC5-7C63-2320-6046-298F390534E3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CC7C439-7D36-73AC-9FEB-9400C8099124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9D039246-AEAC-6E79-1961-AC41624584AE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D4A84E46-C9FA-A4AA-38FF-8202DD955985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29DDEEA4-9182-6111-78C3-442F21D6FAD4}"/>
                      </a:ext>
                    </a:extLst>
                  </p:cNvPr>
                  <p:cNvCxnSpPr>
                    <a:stCxn id="44" idx="1"/>
                    <a:endCxn id="46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6842C37-9FD5-0AA9-71C5-F43061941F78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44" name="Flowchart: Decision 43">
                    <a:extLst>
                      <a:ext uri="{FF2B5EF4-FFF2-40B4-BE49-F238E27FC236}">
                        <a16:creationId xmlns:a16="http://schemas.microsoft.com/office/drawing/2014/main" id="{038F0022-FA7E-C96D-2698-80069E8685B4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6E9562BB-E21E-12E9-1062-54F064D73892}"/>
                      </a:ext>
                    </a:extLst>
                  </p:cNvPr>
                  <p:cNvCxnSpPr>
                    <a:cxnSpLocks/>
                    <a:stCxn id="42" idx="4"/>
                    <a:endCxn id="44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AF20CA97-B42C-2DAB-91F3-E7F2D827C7A9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63" name="Connector: Elbow 62">
                    <a:extLst>
                      <a:ext uri="{FF2B5EF4-FFF2-40B4-BE49-F238E27FC236}">
                        <a16:creationId xmlns:a16="http://schemas.microsoft.com/office/drawing/2014/main" id="{51F34779-AD5F-7858-F7B8-85B7B45226DF}"/>
                      </a:ext>
                    </a:extLst>
                  </p:cNvPr>
                  <p:cNvCxnSpPr>
                    <a:stCxn id="46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6DF4FF28-2471-C3B8-8828-494E0F09DD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2EE4031-C346-212D-2F64-57F7718153E3}"/>
                </a:ext>
              </a:extLst>
            </p:cNvPr>
            <p:cNvGrpSpPr/>
            <p:nvPr/>
          </p:nvGrpSpPr>
          <p:grpSpPr>
            <a:xfrm>
              <a:off x="4459858" y="2730779"/>
              <a:ext cx="2081524" cy="1818813"/>
              <a:chOff x="4459858" y="2730779"/>
              <a:chExt cx="2081524" cy="1818813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A85E0C2-4C04-BD95-9DBC-8D326DF0EEEF}"/>
                  </a:ext>
                </a:extLst>
              </p:cNvPr>
              <p:cNvCxnSpPr>
                <a:cxnSpLocks/>
                <a:stCxn id="44" idx="3"/>
                <a:endCxn id="55" idx="1"/>
              </p:cNvCxnSpPr>
              <p:nvPr/>
            </p:nvCxnSpPr>
            <p:spPr>
              <a:xfrm flipV="1">
                <a:off x="4917058" y="2968523"/>
                <a:ext cx="416039" cy="81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B2E0874-EC4E-C758-4C85-B32BE093CDB0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217A9DE9-BABE-89E5-E6D4-498720B58ED1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68A71D1B-F407-5E5B-B9FE-0C90B72E9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8904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B50C-C433-F0B4-DB6E-02E8B478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384CBC2-83BE-BC6A-F908-7AD6FCC59F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384CBC2-83BE-BC6A-F908-7AD6FCC59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AE45C3F-B529-276F-ACC8-2ADC8BD77C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E7BD7A-B410-7A36-A208-E805A0CB8EF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4A9D2C-8AC9-6643-9C70-8C575EBD8F4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7B23F7-03A9-ECD1-5B02-A25DFB861A5B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4BFF38-8271-E33E-7AC4-1F58CCF79CC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C867E3C-A8B3-1D90-00E4-550968FB3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4F013F-ED3C-3EED-1EB2-D0F84A6FF506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C7E2AC-D3CE-0A55-FCF0-D4F0DC41AFAA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 else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CONTROL STRUCTURES &amp;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0637A6-255C-F45A-2B11-86DE7770D646}"/>
              </a:ext>
            </a:extLst>
          </p:cNvPr>
          <p:cNvGrpSpPr/>
          <p:nvPr/>
        </p:nvGrpSpPr>
        <p:grpSpPr>
          <a:xfrm>
            <a:off x="-1800531" y="1829881"/>
            <a:ext cx="1208285" cy="4401598"/>
            <a:chOff x="458574" y="1820189"/>
            <a:chExt cx="1208285" cy="44015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DDFC80B-FC6D-5C08-301E-55AED15E0998}"/>
                </a:ext>
              </a:extLst>
            </p:cNvPr>
            <p:cNvGrpSpPr/>
            <p:nvPr/>
          </p:nvGrpSpPr>
          <p:grpSpPr>
            <a:xfrm>
              <a:off x="458574" y="1820189"/>
              <a:ext cx="1208285" cy="3217622"/>
              <a:chOff x="171820" y="1399032"/>
              <a:chExt cx="1208285" cy="321762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B88BCD8F-1D2D-DD76-104C-16879CBAC775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D64A02A-2EC2-73D3-2D9A-4077933BB243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5" name="Flowchart: Decision 4">
                <a:extLst>
                  <a:ext uri="{FF2B5EF4-FFF2-40B4-BE49-F238E27FC236}">
                    <a16:creationId xmlns:a16="http://schemas.microsoft.com/office/drawing/2014/main" id="{2A77A210-D471-B50F-7FAE-E62399B76AD8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DBA724F-8A27-6753-4684-FBC9DE767B59}"/>
                  </a:ext>
                </a:extLst>
              </p:cNvPr>
              <p:cNvCxnSpPr>
                <a:cxnSpLocks/>
                <a:stCxn id="2" idx="4"/>
                <a:endCxn id="5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F28635-E421-CE26-E8E7-378E5F505205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A303D2F-9547-A519-1751-A2C32B1322FA}"/>
                  </a:ext>
                </a:extLst>
              </p:cNvPr>
              <p:cNvCxnSpPr>
                <a:stCxn id="5" idx="2"/>
                <a:endCxn id="1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90DD73F-4AF8-A060-A54C-063645306AC5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3FE6A1F-1469-56B6-F812-E22D37DEC554}"/>
                </a:ext>
              </a:extLst>
            </p:cNvPr>
            <p:cNvSpPr txBox="1"/>
            <p:nvPr/>
          </p:nvSpPr>
          <p:spPr>
            <a:xfrm>
              <a:off x="754618" y="5298457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DD88D0E-6001-1958-44D9-B9EC8BCEAA0A}"/>
              </a:ext>
            </a:extLst>
          </p:cNvPr>
          <p:cNvGrpSpPr/>
          <p:nvPr/>
        </p:nvGrpSpPr>
        <p:grpSpPr>
          <a:xfrm>
            <a:off x="134574" y="1761072"/>
            <a:ext cx="4147703" cy="4470407"/>
            <a:chOff x="2393679" y="1751380"/>
            <a:chExt cx="4147703" cy="447040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B3EFA8-2DB6-1934-C90D-D33F82B6DB45}"/>
                </a:ext>
              </a:extLst>
            </p:cNvPr>
            <p:cNvSpPr txBox="1"/>
            <p:nvPr/>
          </p:nvSpPr>
          <p:spPr>
            <a:xfrm>
              <a:off x="3525607" y="5298457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2EE2578-AEB1-2987-A098-63CF4127495F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F3DA6DC-6DED-0943-F831-265700EC5452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2BB93E9E-090D-846C-4DF9-A3F731C10F7E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F4146D5B-C133-0D2C-F98B-C8DC29B06F0C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B77E3D71-A23B-80A3-A181-6DC5FDABCBBC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1D37C737-02AC-30CE-6C5C-54CA537A7EE2}"/>
                      </a:ext>
                    </a:extLst>
                  </p:cNvPr>
                  <p:cNvCxnSpPr>
                    <a:stCxn id="44" idx="1"/>
                    <a:endCxn id="46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D64633D1-6F73-0007-A7FB-6C5D9931DB1C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44" name="Flowchart: Decision 43">
                    <a:extLst>
                      <a:ext uri="{FF2B5EF4-FFF2-40B4-BE49-F238E27FC236}">
                        <a16:creationId xmlns:a16="http://schemas.microsoft.com/office/drawing/2014/main" id="{A77B6B69-4EB1-6E57-CDCC-E14BD31387E8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EF7EEAD4-BAA3-CD77-5FFB-6152F2CF5B0A}"/>
                      </a:ext>
                    </a:extLst>
                  </p:cNvPr>
                  <p:cNvCxnSpPr>
                    <a:cxnSpLocks/>
                    <a:stCxn id="42" idx="4"/>
                    <a:endCxn id="44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E0D5F918-C948-A0F2-7721-ED1D7DB2E092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63" name="Connector: Elbow 62">
                    <a:extLst>
                      <a:ext uri="{FF2B5EF4-FFF2-40B4-BE49-F238E27FC236}">
                        <a16:creationId xmlns:a16="http://schemas.microsoft.com/office/drawing/2014/main" id="{AFF92EA0-A110-79A6-4CE2-2A98B2BD7CCD}"/>
                      </a:ext>
                    </a:extLst>
                  </p:cNvPr>
                  <p:cNvCxnSpPr>
                    <a:stCxn id="46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825F47DA-F2EB-690C-634C-4847D26D10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C56C11C-C7D0-DF81-A6C1-D3C358CBB31D}"/>
                </a:ext>
              </a:extLst>
            </p:cNvPr>
            <p:cNvGrpSpPr/>
            <p:nvPr/>
          </p:nvGrpSpPr>
          <p:grpSpPr>
            <a:xfrm>
              <a:off x="4459858" y="2730779"/>
              <a:ext cx="2081524" cy="1818813"/>
              <a:chOff x="4459858" y="2730779"/>
              <a:chExt cx="2081524" cy="1818813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F8D352DB-1D20-71C8-4704-02D722FD9DF6}"/>
                  </a:ext>
                </a:extLst>
              </p:cNvPr>
              <p:cNvCxnSpPr>
                <a:cxnSpLocks/>
                <a:stCxn id="44" idx="3"/>
                <a:endCxn id="55" idx="1"/>
              </p:cNvCxnSpPr>
              <p:nvPr/>
            </p:nvCxnSpPr>
            <p:spPr>
              <a:xfrm flipV="1">
                <a:off x="4917058" y="2968523"/>
                <a:ext cx="416039" cy="81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410523C-01E1-318E-C30F-C11E65F5F7AD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1EF3828E-B757-71D7-1266-495B73E66622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BE540760-58B6-FF1A-1242-EAD835CFFF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E68499-0C61-4E45-E05D-EC89F937F092}"/>
              </a:ext>
            </a:extLst>
          </p:cNvPr>
          <p:cNvSpPr txBox="1"/>
          <p:nvPr/>
        </p:nvSpPr>
        <p:spPr>
          <a:xfrm>
            <a:off x="6096000" y="5308149"/>
            <a:ext cx="3022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for/while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BA93938-C19A-9554-76BF-32EFD02F8CF2}"/>
              </a:ext>
            </a:extLst>
          </p:cNvPr>
          <p:cNvGrpSpPr/>
          <p:nvPr/>
        </p:nvGrpSpPr>
        <p:grpSpPr>
          <a:xfrm>
            <a:off x="6200940" y="1761072"/>
            <a:ext cx="1208285" cy="3217622"/>
            <a:chOff x="6237516" y="2021745"/>
            <a:chExt cx="1208285" cy="321762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E61376-E440-1E93-0A65-CC43D561F70F}"/>
                </a:ext>
              </a:extLst>
            </p:cNvPr>
            <p:cNvSpPr/>
            <p:nvPr/>
          </p:nvSpPr>
          <p:spPr>
            <a:xfrm>
              <a:off x="6388209" y="202174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9A7B8FB-24E2-64E5-98EE-A12EEC40DB48}"/>
                </a:ext>
              </a:extLst>
            </p:cNvPr>
            <p:cNvSpPr/>
            <p:nvPr/>
          </p:nvSpPr>
          <p:spPr>
            <a:xfrm>
              <a:off x="6384459" y="4763879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7114D550-8E40-9254-A5A6-0E1F6EEFF5C4}"/>
                </a:ext>
              </a:extLst>
            </p:cNvPr>
            <p:cNvSpPr/>
            <p:nvPr/>
          </p:nvSpPr>
          <p:spPr>
            <a:xfrm>
              <a:off x="6384458" y="2932335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D52CF1-5CEC-6599-2D7F-1F06BE1A6A8C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 flipH="1">
              <a:off x="6841658" y="2497233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BFDF31F-B7EE-7ED4-7C25-DA80E0476493}"/>
                </a:ext>
              </a:extLst>
            </p:cNvPr>
            <p:cNvSpPr/>
            <p:nvPr/>
          </p:nvSpPr>
          <p:spPr>
            <a:xfrm>
              <a:off x="6237516" y="3868300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1018351-24D1-AC84-990B-FB27DC9B25D1}"/>
                </a:ext>
              </a:extLst>
            </p:cNvPr>
            <p:cNvCxnSpPr>
              <a:stCxn id="21" idx="2"/>
              <a:endCxn id="23" idx="0"/>
            </p:cNvCxnSpPr>
            <p:nvPr/>
          </p:nvCxnSpPr>
          <p:spPr>
            <a:xfrm>
              <a:off x="6841658" y="3561747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107508A3-F173-2E7C-DFAE-02B64E8BE22C}"/>
                </a:ext>
              </a:extLst>
            </p:cNvPr>
            <p:cNvCxnSpPr>
              <a:stCxn id="23" idx="3"/>
              <a:endCxn id="21" idx="3"/>
            </p:cNvCxnSpPr>
            <p:nvPr/>
          </p:nvCxnSpPr>
          <p:spPr>
            <a:xfrm flipH="1" flipV="1">
              <a:off x="7298858" y="3247041"/>
              <a:ext cx="146943" cy="859003"/>
            </a:xfrm>
            <a:prstGeom prst="bentConnector3">
              <a:avLst>
                <a:gd name="adj1" fmla="val -1555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4872220E-2971-6BE4-CED5-81343ED6E027}"/>
                </a:ext>
              </a:extLst>
            </p:cNvPr>
            <p:cNvCxnSpPr>
              <a:stCxn id="21" idx="1"/>
              <a:endCxn id="20" idx="2"/>
            </p:cNvCxnSpPr>
            <p:nvPr/>
          </p:nvCxnSpPr>
          <p:spPr>
            <a:xfrm rot="10800000" flipH="1" flipV="1">
              <a:off x="6384457" y="3247041"/>
              <a:ext cx="1" cy="1754582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4" name="Slide Zoom 63">
                <a:extLst>
                  <a:ext uri="{FF2B5EF4-FFF2-40B4-BE49-F238E27FC236}">
                    <a16:creationId xmlns:a16="http://schemas.microsoft.com/office/drawing/2014/main" id="{54FC6B78-D2CA-E1AC-B205-9E50AFFA21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70885" y="1871365"/>
              <a:ext cx="6822815" cy="3837832"/>
            </p:xfrm>
            <a:graphic>
              <a:graphicData uri="http://schemas.microsoft.com/office/powerpoint/2016/slidezoom">
                <pslz:sldZm>
                  <pslz:sldZmObj sldId="462" cId="1375588705">
                    <pslz:zmPr id="{FE9418D8-A106-448A-B222-C8028FC658E7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822815" cy="383783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4" name="Slide Zoom 63">
                <a:extLst>
                  <a:ext uri="{FF2B5EF4-FFF2-40B4-BE49-F238E27FC236}">
                    <a16:creationId xmlns:a16="http://schemas.microsoft.com/office/drawing/2014/main" id="{54FC6B78-D2CA-E1AC-B205-9E50AFFA21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70885" y="1871365"/>
                <a:ext cx="6822815" cy="38378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2245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A4E5E-8ACB-EA2B-E523-41CE069F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880" y="764507"/>
            <a:ext cx="5532334" cy="3691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C59848-4F9B-1316-BCD1-9D51DDCA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6" y="259191"/>
            <a:ext cx="5660351" cy="5091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13767E-96A1-A904-CE11-DBBEC808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86" y="3138591"/>
            <a:ext cx="5516313" cy="13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8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14FD-7156-A4D1-90A7-F9DA8AB3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410A5E6F-C33D-CF30-E9FC-20DDDB0BD3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410A5E6F-C33D-CF30-E9FC-20DDDB0BD3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127459E-1FF6-2015-3E86-F2DF914333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DC8315-B190-0B70-2BB3-495D712712FB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DBCA2C-786B-0405-D807-1090334584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46847CF-A77D-CE9A-A9E5-63272BCC134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1981CD-7B87-A35F-1E4C-6631B56E1A9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AFB39DB-C5CD-39D3-C699-A8AFD59F2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488304B-ECE4-4410-967F-ED974EA89B08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F27FAE9-67C7-1CB3-CACB-B8B95F4EE85E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 else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CONTROL STRUCTURES &amp;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8FD390-8193-0D9E-FA34-3DFA79A21EEF}"/>
              </a:ext>
            </a:extLst>
          </p:cNvPr>
          <p:cNvGrpSpPr/>
          <p:nvPr/>
        </p:nvGrpSpPr>
        <p:grpSpPr>
          <a:xfrm>
            <a:off x="-1800531" y="1829881"/>
            <a:ext cx="1208285" cy="4401598"/>
            <a:chOff x="458574" y="1820189"/>
            <a:chExt cx="1208285" cy="44015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05C815-2306-8A2A-001F-8F701C37E9D9}"/>
                </a:ext>
              </a:extLst>
            </p:cNvPr>
            <p:cNvGrpSpPr/>
            <p:nvPr/>
          </p:nvGrpSpPr>
          <p:grpSpPr>
            <a:xfrm>
              <a:off x="458574" y="1820189"/>
              <a:ext cx="1208285" cy="3217622"/>
              <a:chOff x="171820" y="1399032"/>
              <a:chExt cx="1208285" cy="321762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58F2897E-609D-E56C-4CF6-BA604EEFC032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AF91308-8347-C112-8F09-16D4DC756970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5" name="Flowchart: Decision 4">
                <a:extLst>
                  <a:ext uri="{FF2B5EF4-FFF2-40B4-BE49-F238E27FC236}">
                    <a16:creationId xmlns:a16="http://schemas.microsoft.com/office/drawing/2014/main" id="{9CB4A4DB-FDE2-448E-055A-399183C0F89E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56F3BB4-7394-1071-1747-C0C8F10AD59C}"/>
                  </a:ext>
                </a:extLst>
              </p:cNvPr>
              <p:cNvCxnSpPr>
                <a:cxnSpLocks/>
                <a:stCxn id="2" idx="4"/>
                <a:endCxn id="5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A12E1-536B-CFA4-FBAE-AEDCAAB156DC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1616C97-0D42-7E9B-94E9-2044B27BD524}"/>
                  </a:ext>
                </a:extLst>
              </p:cNvPr>
              <p:cNvCxnSpPr>
                <a:stCxn id="5" idx="2"/>
                <a:endCxn id="1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1BA52A1-9259-E4D8-52B0-BB4A4C4699C8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6B1DE0-F7AE-DC3C-3135-1036BA03E12C}"/>
                </a:ext>
              </a:extLst>
            </p:cNvPr>
            <p:cNvSpPr txBox="1"/>
            <p:nvPr/>
          </p:nvSpPr>
          <p:spPr>
            <a:xfrm>
              <a:off x="754618" y="5298457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8F942-A72E-69FC-4E29-B6EB0F0FDA08}"/>
              </a:ext>
            </a:extLst>
          </p:cNvPr>
          <p:cNvGrpSpPr/>
          <p:nvPr/>
        </p:nvGrpSpPr>
        <p:grpSpPr>
          <a:xfrm>
            <a:off x="134574" y="1761072"/>
            <a:ext cx="4147703" cy="4470407"/>
            <a:chOff x="2393679" y="1751380"/>
            <a:chExt cx="4147703" cy="447040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A5E9646-2245-F348-4607-D2BEE6D8FF4A}"/>
                </a:ext>
              </a:extLst>
            </p:cNvPr>
            <p:cNvSpPr txBox="1"/>
            <p:nvPr/>
          </p:nvSpPr>
          <p:spPr>
            <a:xfrm>
              <a:off x="3525607" y="5298457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4829687-33FA-2AAB-2AE9-290617ABC7AE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4EAA791D-1D89-A693-62D9-D4D8B0AD03F2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B8E0CE8-2E89-EDCF-8F1E-FABCD965FB2E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069B6BF-2D6E-B2D4-FDA5-B23606C6D2E0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44808F2F-5E9F-CAB8-C5EE-75CECC988DF8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096C4DC6-F57E-09E6-6146-6990620BB1E9}"/>
                      </a:ext>
                    </a:extLst>
                  </p:cNvPr>
                  <p:cNvCxnSpPr>
                    <a:stCxn id="44" idx="1"/>
                    <a:endCxn id="46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849382CB-BAC5-6C99-D1C4-145FCA73CB8C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44" name="Flowchart: Decision 43">
                    <a:extLst>
                      <a:ext uri="{FF2B5EF4-FFF2-40B4-BE49-F238E27FC236}">
                        <a16:creationId xmlns:a16="http://schemas.microsoft.com/office/drawing/2014/main" id="{82B551CC-604A-D8E2-7E22-08B5A560B57B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8930B243-B818-4876-C13A-B48AEC621B99}"/>
                      </a:ext>
                    </a:extLst>
                  </p:cNvPr>
                  <p:cNvCxnSpPr>
                    <a:cxnSpLocks/>
                    <a:stCxn id="42" idx="4"/>
                    <a:endCxn id="44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2B34657-D0A7-6D08-8910-9C2864C7B59E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63" name="Connector: Elbow 62">
                    <a:extLst>
                      <a:ext uri="{FF2B5EF4-FFF2-40B4-BE49-F238E27FC236}">
                        <a16:creationId xmlns:a16="http://schemas.microsoft.com/office/drawing/2014/main" id="{DC2503D2-2EF0-6EB1-089D-E02EB8C1A1F6}"/>
                      </a:ext>
                    </a:extLst>
                  </p:cNvPr>
                  <p:cNvCxnSpPr>
                    <a:stCxn id="46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CBB4AA91-3AC9-F399-B1A7-27CAFDD7E0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2597BB5-D81D-A740-B26F-5F2D9BDC88BF}"/>
                </a:ext>
              </a:extLst>
            </p:cNvPr>
            <p:cNvGrpSpPr/>
            <p:nvPr/>
          </p:nvGrpSpPr>
          <p:grpSpPr>
            <a:xfrm>
              <a:off x="4459858" y="2730779"/>
              <a:ext cx="2081524" cy="1818813"/>
              <a:chOff x="4459858" y="2730779"/>
              <a:chExt cx="2081524" cy="1818813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0B7148E-956F-5C1F-BF88-B046185F3321}"/>
                  </a:ext>
                </a:extLst>
              </p:cNvPr>
              <p:cNvCxnSpPr>
                <a:cxnSpLocks/>
                <a:stCxn id="44" idx="3"/>
                <a:endCxn id="55" idx="1"/>
              </p:cNvCxnSpPr>
              <p:nvPr/>
            </p:nvCxnSpPr>
            <p:spPr>
              <a:xfrm flipV="1">
                <a:off x="4917058" y="2968523"/>
                <a:ext cx="416039" cy="81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E5F2BB8-38F7-128E-8422-8685B63EB701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9A6AC820-D74C-E2B7-2C84-FDDD64329AE1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A7815FD2-1F3B-30C1-C491-53B7A61D5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202A21B-874F-4789-402C-C51DEEEBF40F}"/>
              </a:ext>
            </a:extLst>
          </p:cNvPr>
          <p:cNvSpPr txBox="1"/>
          <p:nvPr/>
        </p:nvSpPr>
        <p:spPr>
          <a:xfrm>
            <a:off x="6096000" y="5308149"/>
            <a:ext cx="3022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for/while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6606296-9E07-4BB3-5620-F74D704E6A26}"/>
              </a:ext>
            </a:extLst>
          </p:cNvPr>
          <p:cNvGrpSpPr/>
          <p:nvPr/>
        </p:nvGrpSpPr>
        <p:grpSpPr>
          <a:xfrm>
            <a:off x="6200940" y="1761072"/>
            <a:ext cx="1208285" cy="3217622"/>
            <a:chOff x="6237516" y="2021745"/>
            <a:chExt cx="1208285" cy="321762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3BF6E77-7DEC-DBDA-3920-D96C76E174E5}"/>
                </a:ext>
              </a:extLst>
            </p:cNvPr>
            <p:cNvSpPr/>
            <p:nvPr/>
          </p:nvSpPr>
          <p:spPr>
            <a:xfrm>
              <a:off x="6388209" y="202174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BE733D-1203-39E6-0202-0DF4654690C8}"/>
                </a:ext>
              </a:extLst>
            </p:cNvPr>
            <p:cNvSpPr/>
            <p:nvPr/>
          </p:nvSpPr>
          <p:spPr>
            <a:xfrm>
              <a:off x="6384459" y="4763879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9FF210A3-AD27-7578-DA6E-41E21456DE5C}"/>
                </a:ext>
              </a:extLst>
            </p:cNvPr>
            <p:cNvSpPr/>
            <p:nvPr/>
          </p:nvSpPr>
          <p:spPr>
            <a:xfrm>
              <a:off x="6384458" y="2932335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425E5D9-D4DC-8827-982B-6DF9287161F1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 flipH="1">
              <a:off x="6841658" y="2497233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5C7EC1-9B57-9F57-FC39-A3C55C630F9E}"/>
                </a:ext>
              </a:extLst>
            </p:cNvPr>
            <p:cNvSpPr/>
            <p:nvPr/>
          </p:nvSpPr>
          <p:spPr>
            <a:xfrm>
              <a:off x="6237516" y="3868300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48CC8B2-F0E9-95B6-DB84-41BF1D0ADD2D}"/>
                </a:ext>
              </a:extLst>
            </p:cNvPr>
            <p:cNvCxnSpPr>
              <a:stCxn id="21" idx="2"/>
              <a:endCxn id="23" idx="0"/>
            </p:cNvCxnSpPr>
            <p:nvPr/>
          </p:nvCxnSpPr>
          <p:spPr>
            <a:xfrm>
              <a:off x="6841658" y="3561747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9F9622EE-2884-824B-6FFE-73CACD8CADA6}"/>
                </a:ext>
              </a:extLst>
            </p:cNvPr>
            <p:cNvCxnSpPr>
              <a:stCxn id="23" idx="3"/>
              <a:endCxn id="21" idx="3"/>
            </p:cNvCxnSpPr>
            <p:nvPr/>
          </p:nvCxnSpPr>
          <p:spPr>
            <a:xfrm flipH="1" flipV="1">
              <a:off x="7298858" y="3247041"/>
              <a:ext cx="146943" cy="859003"/>
            </a:xfrm>
            <a:prstGeom prst="bentConnector3">
              <a:avLst>
                <a:gd name="adj1" fmla="val -1555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C3A58488-48E7-2B71-BACA-7AD036FC28CA}"/>
                </a:ext>
              </a:extLst>
            </p:cNvPr>
            <p:cNvCxnSpPr>
              <a:stCxn id="21" idx="1"/>
              <a:endCxn id="20" idx="2"/>
            </p:cNvCxnSpPr>
            <p:nvPr/>
          </p:nvCxnSpPr>
          <p:spPr>
            <a:xfrm rot="10800000" flipH="1" flipV="1">
              <a:off x="6384457" y="3247041"/>
              <a:ext cx="1" cy="1754582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4" name="Slide Zoom 63">
                <a:extLst>
                  <a:ext uri="{FF2B5EF4-FFF2-40B4-BE49-F238E27FC236}">
                    <a16:creationId xmlns:a16="http://schemas.microsoft.com/office/drawing/2014/main" id="{D67C7D6B-461E-AB02-C69E-11A33781E59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70885" y="1871365"/>
              <a:ext cx="6822815" cy="3837832"/>
            </p:xfrm>
            <a:graphic>
              <a:graphicData uri="http://schemas.microsoft.com/office/powerpoint/2016/slidezoom">
                <pslz:sldZm>
                  <pslz:sldZmObj sldId="462" cId="1375588705">
                    <pslz:zmPr id="{FE9418D8-A106-448A-B222-C8028FC658E7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822815" cy="383783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4" name="Slide Zoom 63">
                <a:extLst>
                  <a:ext uri="{FF2B5EF4-FFF2-40B4-BE49-F238E27FC236}">
                    <a16:creationId xmlns:a16="http://schemas.microsoft.com/office/drawing/2014/main" id="{D67C7D6B-461E-AB02-C69E-11A33781E5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70885" y="1871365"/>
                <a:ext cx="6822815" cy="38378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157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E159-3033-A9AC-B0AE-149B2AD1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8BCE474-76EC-5D5E-6DBA-7D1CA8D15C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8BCE474-76EC-5D5E-6DBA-7D1CA8D15C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6D19384-01EC-9CAA-1B5F-A5725CC7D4C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0E373-A26C-99B2-430E-C21238E1012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D696F1-D9F9-4E5A-3E7C-EA5A5226986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2FB0D4-2EB6-1536-63DF-AB308311482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9EB6AF-F9FD-A6FD-ED91-2EF961DAFA0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AFB89A9-F425-94D2-CB1F-FCE19F85E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C4CE6E-43B2-1ABC-5B39-05BBB1D476F6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AA2093-7F52-2986-AEEE-2DE636B74ED1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if else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CONTROL STRUCTURES &amp;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, 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for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7B12B2-63BB-A714-A86D-35640262B0F0}"/>
              </a:ext>
            </a:extLst>
          </p:cNvPr>
          <p:cNvGrpSpPr/>
          <p:nvPr/>
        </p:nvGrpSpPr>
        <p:grpSpPr>
          <a:xfrm>
            <a:off x="-1800531" y="1829881"/>
            <a:ext cx="1208285" cy="4401598"/>
            <a:chOff x="458574" y="1820189"/>
            <a:chExt cx="1208285" cy="44015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50CF3E-3F11-FEE9-52E8-4BC20E7ACAFC}"/>
                </a:ext>
              </a:extLst>
            </p:cNvPr>
            <p:cNvGrpSpPr/>
            <p:nvPr/>
          </p:nvGrpSpPr>
          <p:grpSpPr>
            <a:xfrm>
              <a:off x="458574" y="1820189"/>
              <a:ext cx="1208285" cy="3217622"/>
              <a:chOff x="171820" y="1399032"/>
              <a:chExt cx="1208285" cy="321762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CE3DAB1-0572-104F-890F-814E0AA661BF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F28CCFD-54EA-37B5-182B-0F19B486F917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5" name="Flowchart: Decision 4">
                <a:extLst>
                  <a:ext uri="{FF2B5EF4-FFF2-40B4-BE49-F238E27FC236}">
                    <a16:creationId xmlns:a16="http://schemas.microsoft.com/office/drawing/2014/main" id="{643E0603-8852-1982-116A-CA03C7C29677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360B90B-D3B5-BA4B-7FB9-DA4D1593F83B}"/>
                  </a:ext>
                </a:extLst>
              </p:cNvPr>
              <p:cNvCxnSpPr>
                <a:cxnSpLocks/>
                <a:stCxn id="2" idx="4"/>
                <a:endCxn id="5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485F9B6-5DD3-25CC-294A-F70EDF085858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4E5BBA0-EE91-39D4-0580-1524149133E5}"/>
                  </a:ext>
                </a:extLst>
              </p:cNvPr>
              <p:cNvCxnSpPr>
                <a:stCxn id="5" idx="2"/>
                <a:endCxn id="1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C79ACDB-30AD-3D02-E614-9371C54B0BA8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AADBAE-80E5-5223-66FD-DB687947591D}"/>
                </a:ext>
              </a:extLst>
            </p:cNvPr>
            <p:cNvSpPr txBox="1"/>
            <p:nvPr/>
          </p:nvSpPr>
          <p:spPr>
            <a:xfrm>
              <a:off x="754618" y="5298457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1046D-0B99-0E9F-699C-3AA99D27DCC2}"/>
              </a:ext>
            </a:extLst>
          </p:cNvPr>
          <p:cNvGrpSpPr/>
          <p:nvPr/>
        </p:nvGrpSpPr>
        <p:grpSpPr>
          <a:xfrm>
            <a:off x="-1730802" y="1761072"/>
            <a:ext cx="4147703" cy="4470407"/>
            <a:chOff x="2393679" y="1751380"/>
            <a:chExt cx="4147703" cy="447040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5F24FA-B7AA-3CE6-9F57-4D07F54A83D1}"/>
                </a:ext>
              </a:extLst>
            </p:cNvPr>
            <p:cNvSpPr txBox="1"/>
            <p:nvPr/>
          </p:nvSpPr>
          <p:spPr>
            <a:xfrm>
              <a:off x="3525607" y="5298457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5E37A74-9445-9C8E-248D-0CE11CF1F381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0024914-49C2-ADBF-7243-A33ACCC0F454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8380FFA-F563-0744-E275-ACBD1FC8D322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345111C-3CED-D437-6514-257983E9E009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8DBE416E-7B03-E6F8-FF70-B8FA77E58FE3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7FE3D086-A572-7A07-811E-D7F8B5FA381A}"/>
                      </a:ext>
                    </a:extLst>
                  </p:cNvPr>
                  <p:cNvCxnSpPr>
                    <a:stCxn id="44" idx="1"/>
                    <a:endCxn id="46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8B6EEA46-D0C9-33D7-CF4E-40785E3991A2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44" name="Flowchart: Decision 43">
                    <a:extLst>
                      <a:ext uri="{FF2B5EF4-FFF2-40B4-BE49-F238E27FC236}">
                        <a16:creationId xmlns:a16="http://schemas.microsoft.com/office/drawing/2014/main" id="{4091B1D4-0DC9-3D0C-E8F0-9C1D9B705BEC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D0770558-7A41-D353-EE1A-B67B709BC149}"/>
                      </a:ext>
                    </a:extLst>
                  </p:cNvPr>
                  <p:cNvCxnSpPr>
                    <a:cxnSpLocks/>
                    <a:stCxn id="42" idx="4"/>
                    <a:endCxn id="44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9110B81A-C382-015A-22C6-5908352D8D2C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63" name="Connector: Elbow 62">
                    <a:extLst>
                      <a:ext uri="{FF2B5EF4-FFF2-40B4-BE49-F238E27FC236}">
                        <a16:creationId xmlns:a16="http://schemas.microsoft.com/office/drawing/2014/main" id="{5C580CDB-74CC-22AA-8E8F-8D7492F0E2AD}"/>
                      </a:ext>
                    </a:extLst>
                  </p:cNvPr>
                  <p:cNvCxnSpPr>
                    <a:stCxn id="46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231167BD-D1CF-F4AC-8C1E-6914E4781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D4D6CCA-BD5A-E919-AFE7-713801C2B9E5}"/>
                </a:ext>
              </a:extLst>
            </p:cNvPr>
            <p:cNvGrpSpPr/>
            <p:nvPr/>
          </p:nvGrpSpPr>
          <p:grpSpPr>
            <a:xfrm>
              <a:off x="4459858" y="2730779"/>
              <a:ext cx="2081524" cy="1818813"/>
              <a:chOff x="4459858" y="2730779"/>
              <a:chExt cx="2081524" cy="1818813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873E355-15B3-CEA8-5F56-6013EBB54CCA}"/>
                  </a:ext>
                </a:extLst>
              </p:cNvPr>
              <p:cNvCxnSpPr>
                <a:cxnSpLocks/>
                <a:stCxn id="44" idx="3"/>
                <a:endCxn id="55" idx="1"/>
              </p:cNvCxnSpPr>
              <p:nvPr/>
            </p:nvCxnSpPr>
            <p:spPr>
              <a:xfrm flipV="1">
                <a:off x="4917058" y="2968523"/>
                <a:ext cx="416039" cy="81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4A01EF6-C852-8890-34BD-E3220AD91BD6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101375DD-3CF9-EA8F-B040-083BA47728BB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752A9037-1321-C929-B4A8-3AB0AA795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C5598E2-CB7D-06D7-C67D-2CC5F3684D62}"/>
              </a:ext>
            </a:extLst>
          </p:cNvPr>
          <p:cNvSpPr txBox="1"/>
          <p:nvPr/>
        </p:nvSpPr>
        <p:spPr>
          <a:xfrm>
            <a:off x="4230624" y="5308149"/>
            <a:ext cx="3022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for/while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1636E19-587E-48F1-4B09-D98EDC6A0876}"/>
              </a:ext>
            </a:extLst>
          </p:cNvPr>
          <p:cNvGrpSpPr/>
          <p:nvPr/>
        </p:nvGrpSpPr>
        <p:grpSpPr>
          <a:xfrm>
            <a:off x="4335564" y="1761072"/>
            <a:ext cx="1208285" cy="3217622"/>
            <a:chOff x="6237516" y="2021745"/>
            <a:chExt cx="1208285" cy="321762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FA03001-E636-DAC6-EEAC-35CD8403D2CE}"/>
                </a:ext>
              </a:extLst>
            </p:cNvPr>
            <p:cNvSpPr/>
            <p:nvPr/>
          </p:nvSpPr>
          <p:spPr>
            <a:xfrm>
              <a:off x="6388209" y="202174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1B92812-FAB7-A151-9E34-5BE9660E7739}"/>
                </a:ext>
              </a:extLst>
            </p:cNvPr>
            <p:cNvSpPr/>
            <p:nvPr/>
          </p:nvSpPr>
          <p:spPr>
            <a:xfrm>
              <a:off x="6384459" y="4763879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82C9171F-7BB5-791D-7013-AB3FF4298ED4}"/>
                </a:ext>
              </a:extLst>
            </p:cNvPr>
            <p:cNvSpPr/>
            <p:nvPr/>
          </p:nvSpPr>
          <p:spPr>
            <a:xfrm>
              <a:off x="6384458" y="2932335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A0C1C75-A9A5-777E-E645-E56FD5B84A85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 flipH="1">
              <a:off x="6841658" y="2497233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77AE53-B015-00FA-8069-B71F47C0CDB9}"/>
                </a:ext>
              </a:extLst>
            </p:cNvPr>
            <p:cNvSpPr/>
            <p:nvPr/>
          </p:nvSpPr>
          <p:spPr>
            <a:xfrm>
              <a:off x="6237516" y="3868300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CCBF433-CD8B-FCAD-CF80-1B84D652CF17}"/>
                </a:ext>
              </a:extLst>
            </p:cNvPr>
            <p:cNvCxnSpPr>
              <a:stCxn id="21" idx="2"/>
              <a:endCxn id="23" idx="0"/>
            </p:cNvCxnSpPr>
            <p:nvPr/>
          </p:nvCxnSpPr>
          <p:spPr>
            <a:xfrm>
              <a:off x="6841658" y="3561747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A3F357DE-1F7C-61EE-9024-8537C51DC553}"/>
                </a:ext>
              </a:extLst>
            </p:cNvPr>
            <p:cNvCxnSpPr>
              <a:stCxn id="23" idx="3"/>
              <a:endCxn id="21" idx="3"/>
            </p:cNvCxnSpPr>
            <p:nvPr/>
          </p:nvCxnSpPr>
          <p:spPr>
            <a:xfrm flipH="1" flipV="1">
              <a:off x="7298858" y="3247041"/>
              <a:ext cx="146943" cy="859003"/>
            </a:xfrm>
            <a:prstGeom prst="bentConnector3">
              <a:avLst>
                <a:gd name="adj1" fmla="val -1555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347A093-CAE8-789F-A58B-BE34A3C9AA49}"/>
                </a:ext>
              </a:extLst>
            </p:cNvPr>
            <p:cNvCxnSpPr>
              <a:stCxn id="21" idx="1"/>
              <a:endCxn id="20" idx="2"/>
            </p:cNvCxnSpPr>
            <p:nvPr/>
          </p:nvCxnSpPr>
          <p:spPr>
            <a:xfrm rot="10800000" flipH="1" flipV="1">
              <a:off x="6384457" y="3247041"/>
              <a:ext cx="1" cy="1754582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BD4498-FB1F-4EB6-7717-19B25F19BEFE}"/>
              </a:ext>
            </a:extLst>
          </p:cNvPr>
          <p:cNvSpPr txBox="1"/>
          <p:nvPr/>
        </p:nvSpPr>
        <p:spPr>
          <a:xfrm>
            <a:off x="8808720" y="5308149"/>
            <a:ext cx="28328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do while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21C3D55-9A74-D06C-7155-61E6F41560BF}"/>
              </a:ext>
            </a:extLst>
          </p:cNvPr>
          <p:cNvGrpSpPr/>
          <p:nvPr/>
        </p:nvGrpSpPr>
        <p:grpSpPr>
          <a:xfrm>
            <a:off x="9770613" y="1753798"/>
            <a:ext cx="1208285" cy="3224896"/>
            <a:chOff x="9770613" y="1753798"/>
            <a:chExt cx="1208285" cy="32248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893F73-5077-37CF-EEA3-DDBFBEA37A34}"/>
                </a:ext>
              </a:extLst>
            </p:cNvPr>
            <p:cNvSpPr/>
            <p:nvPr/>
          </p:nvSpPr>
          <p:spPr>
            <a:xfrm>
              <a:off x="9917555" y="1753798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488688B-49B0-6814-E01B-300C093812D0}"/>
                </a:ext>
              </a:extLst>
            </p:cNvPr>
            <p:cNvSpPr/>
            <p:nvPr/>
          </p:nvSpPr>
          <p:spPr>
            <a:xfrm>
              <a:off x="9917555" y="450320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30" name="Flowchart: Decision 29">
              <a:extLst>
                <a:ext uri="{FF2B5EF4-FFF2-40B4-BE49-F238E27FC236}">
                  <a16:creationId xmlns:a16="http://schemas.microsoft.com/office/drawing/2014/main" id="{5411587A-ED08-98B7-15D6-694B64D82C85}"/>
                </a:ext>
              </a:extLst>
            </p:cNvPr>
            <p:cNvSpPr/>
            <p:nvPr/>
          </p:nvSpPr>
          <p:spPr>
            <a:xfrm>
              <a:off x="9917555" y="3643817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94644E9-15DE-FACE-7A4C-8051BF96606F}"/>
                </a:ext>
              </a:extLst>
            </p:cNvPr>
            <p:cNvSpPr/>
            <p:nvPr/>
          </p:nvSpPr>
          <p:spPr>
            <a:xfrm>
              <a:off x="9770613" y="2774937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FEBC486-EF44-0CC7-5D9C-3194BFA60B0A}"/>
                </a:ext>
              </a:extLst>
            </p:cNvPr>
            <p:cNvCxnSpPr>
              <a:stCxn id="17" idx="4"/>
              <a:endCxn id="32" idx="0"/>
            </p:cNvCxnSpPr>
            <p:nvPr/>
          </p:nvCxnSpPr>
          <p:spPr>
            <a:xfrm>
              <a:off x="10374755" y="2229286"/>
              <a:ext cx="1" cy="545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2C51BAE-AB7D-0D0A-706B-DE5400C7CA27}"/>
                </a:ext>
              </a:extLst>
            </p:cNvPr>
            <p:cNvCxnSpPr>
              <a:stCxn id="32" idx="2"/>
              <a:endCxn id="30" idx="0"/>
            </p:cNvCxnSpPr>
            <p:nvPr/>
          </p:nvCxnSpPr>
          <p:spPr>
            <a:xfrm flipH="1">
              <a:off x="10374755" y="3250425"/>
              <a:ext cx="1" cy="3933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4BEE0285-4BEC-1D72-4C36-9E94C00880C8}"/>
                </a:ext>
              </a:extLst>
            </p:cNvPr>
            <p:cNvCxnSpPr>
              <a:stCxn id="30" idx="1"/>
              <a:endCxn id="28" idx="2"/>
            </p:cNvCxnSpPr>
            <p:nvPr/>
          </p:nvCxnSpPr>
          <p:spPr>
            <a:xfrm rot="10800000" flipV="1">
              <a:off x="9917555" y="3958522"/>
              <a:ext cx="12700" cy="782427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53B3EE4A-8BEE-48B5-4ECD-B7B07072620C}"/>
                </a:ext>
              </a:extLst>
            </p:cNvPr>
            <p:cNvCxnSpPr>
              <a:stCxn id="30" idx="3"/>
            </p:cNvCxnSpPr>
            <p:nvPr/>
          </p:nvCxnSpPr>
          <p:spPr>
            <a:xfrm flipH="1" flipV="1">
              <a:off x="10374755" y="2354794"/>
              <a:ext cx="457200" cy="1603729"/>
            </a:xfrm>
            <a:prstGeom prst="bentConnector4">
              <a:avLst>
                <a:gd name="adj1" fmla="val -184000"/>
                <a:gd name="adj2" fmla="val 10029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6940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9D7C-C8B7-AEEC-A77A-914F480D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58739AC-E43E-81C7-820D-EC2875A042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58739AC-E43E-81C7-820D-EC2875A04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2592FD8-A171-8FEB-555F-02A0F3B546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8F0E51-ED11-1302-FC52-6B059BC5B9F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3A0878-CFF3-9642-3465-C7C79F30169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A9D45F-9769-3809-962A-5585BFBB9B9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8FB166-F9DB-9F81-F888-0927747B870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C39CC9F2-53B4-CE1D-03B9-68F1D7355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7703F4-AD36-2C2C-8717-4409DBE11798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A9E7A6C-BB0A-3183-E4B9-ED23F1229A11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do…while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REPETITION STATEMENT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2A783A-4A2E-178B-E1A9-C0C0653B404F}"/>
              </a:ext>
            </a:extLst>
          </p:cNvPr>
          <p:cNvGrpSpPr/>
          <p:nvPr/>
        </p:nvGrpSpPr>
        <p:grpSpPr>
          <a:xfrm>
            <a:off x="-1800531" y="1829881"/>
            <a:ext cx="1208285" cy="4401598"/>
            <a:chOff x="458574" y="1820189"/>
            <a:chExt cx="1208285" cy="44015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2DAAA3B-62D5-25E5-6683-748269D364BA}"/>
                </a:ext>
              </a:extLst>
            </p:cNvPr>
            <p:cNvGrpSpPr/>
            <p:nvPr/>
          </p:nvGrpSpPr>
          <p:grpSpPr>
            <a:xfrm>
              <a:off x="458574" y="1820189"/>
              <a:ext cx="1208285" cy="3217622"/>
              <a:chOff x="171820" y="1399032"/>
              <a:chExt cx="1208285" cy="321762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77788DC-E6BD-E101-5C7B-DA3895475E52}"/>
                  </a:ext>
                </a:extLst>
              </p:cNvPr>
              <p:cNvSpPr/>
              <p:nvPr/>
            </p:nvSpPr>
            <p:spPr>
              <a:xfrm>
                <a:off x="322513" y="1399032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start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CB60B03-422D-E592-1766-ADF28D06FCBC}"/>
                  </a:ext>
                </a:extLst>
              </p:cNvPr>
              <p:cNvSpPr/>
              <p:nvPr/>
            </p:nvSpPr>
            <p:spPr>
              <a:xfrm>
                <a:off x="318763" y="4141166"/>
                <a:ext cx="914400" cy="4754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end</a:t>
                </a:r>
              </a:p>
            </p:txBody>
          </p:sp>
          <p:sp>
            <p:nvSpPr>
              <p:cNvPr id="5" name="Flowchart: Decision 4">
                <a:extLst>
                  <a:ext uri="{FF2B5EF4-FFF2-40B4-BE49-F238E27FC236}">
                    <a16:creationId xmlns:a16="http://schemas.microsoft.com/office/drawing/2014/main" id="{DFEADB5C-5748-6300-2067-A79CF8CA8CEE}"/>
                  </a:ext>
                </a:extLst>
              </p:cNvPr>
              <p:cNvSpPr/>
              <p:nvPr/>
            </p:nvSpPr>
            <p:spPr>
              <a:xfrm>
                <a:off x="318762" y="2309622"/>
                <a:ext cx="914400" cy="629412"/>
              </a:xfrm>
              <a:prstGeom prst="flowChartDecision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C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DCEA1B7-B6ED-F65C-7E31-426B1FF8B363}"/>
                  </a:ext>
                </a:extLst>
              </p:cNvPr>
              <p:cNvCxnSpPr>
                <a:cxnSpLocks/>
                <a:stCxn id="2" idx="4"/>
                <a:endCxn id="5" idx="0"/>
              </p:cNvCxnSpPr>
              <p:nvPr/>
            </p:nvCxnSpPr>
            <p:spPr>
              <a:xfrm flipH="1">
                <a:off x="775962" y="1874520"/>
                <a:ext cx="3751" cy="43510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88D7758-7BD8-8800-B581-E7C1D5B5AF92}"/>
                  </a:ext>
                </a:extLst>
              </p:cNvPr>
              <p:cNvSpPr/>
              <p:nvPr/>
            </p:nvSpPr>
            <p:spPr>
              <a:xfrm>
                <a:off x="171820" y="3245587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this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B5155B3-3E9C-4A56-A2B3-986C04D4BD36}"/>
                  </a:ext>
                </a:extLst>
              </p:cNvPr>
              <p:cNvCxnSpPr>
                <a:stCxn id="5" idx="2"/>
                <a:endCxn id="10" idx="0"/>
              </p:cNvCxnSpPr>
              <p:nvPr/>
            </p:nvCxnSpPr>
            <p:spPr>
              <a:xfrm>
                <a:off x="775962" y="2939034"/>
                <a:ext cx="1" cy="30655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CA96B7C-673A-425E-4EEB-36551B17EF8D}"/>
                  </a:ext>
                </a:extLst>
              </p:cNvPr>
              <p:cNvCxnSpPr>
                <a:cxnSpLocks/>
                <a:stCxn id="10" idx="2"/>
                <a:endCxn id="4" idx="0"/>
              </p:cNvCxnSpPr>
              <p:nvPr/>
            </p:nvCxnSpPr>
            <p:spPr>
              <a:xfrm>
                <a:off x="775963" y="3721075"/>
                <a:ext cx="0" cy="420091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A19A71B-3284-90BB-1554-848C3B3DCDD2}"/>
                </a:ext>
              </a:extLst>
            </p:cNvPr>
            <p:cNvSpPr txBox="1"/>
            <p:nvPr/>
          </p:nvSpPr>
          <p:spPr>
            <a:xfrm>
              <a:off x="754618" y="5298457"/>
              <a:ext cx="60305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B07649-33F1-FA15-F766-A4EF493798F2}"/>
              </a:ext>
            </a:extLst>
          </p:cNvPr>
          <p:cNvGrpSpPr/>
          <p:nvPr/>
        </p:nvGrpSpPr>
        <p:grpSpPr>
          <a:xfrm>
            <a:off x="-8936274" y="1761072"/>
            <a:ext cx="4147703" cy="4470407"/>
            <a:chOff x="2393679" y="1751380"/>
            <a:chExt cx="4147703" cy="4470407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53400D-4F84-45EA-A7B2-556806013F4B}"/>
                </a:ext>
              </a:extLst>
            </p:cNvPr>
            <p:cNvSpPr txBox="1"/>
            <p:nvPr/>
          </p:nvSpPr>
          <p:spPr>
            <a:xfrm>
              <a:off x="3525607" y="5298457"/>
              <a:ext cx="20297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5400" b="1" dirty="0"/>
                <a:t>if</a:t>
              </a:r>
              <a:r>
                <a:rPr lang="en-ZA" sz="3600" b="1" dirty="0"/>
                <a:t> </a:t>
              </a:r>
              <a:r>
                <a:rPr lang="en-ZA" sz="5400" b="1" dirty="0"/>
                <a:t>else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404E2BC-AEC3-D91E-9FD8-0AED6EE5712E}"/>
                </a:ext>
              </a:extLst>
            </p:cNvPr>
            <p:cNvGrpSpPr/>
            <p:nvPr/>
          </p:nvGrpSpPr>
          <p:grpSpPr>
            <a:xfrm>
              <a:off x="2393679" y="1751380"/>
              <a:ext cx="2527130" cy="3217622"/>
              <a:chOff x="2393679" y="1751380"/>
              <a:chExt cx="2527130" cy="3217622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4D466BF-869A-4222-F2D7-084C3FCD7F36}"/>
                  </a:ext>
                </a:extLst>
              </p:cNvPr>
              <p:cNvCxnSpPr>
                <a:stCxn id="44" idx="2"/>
                <a:endCxn id="43" idx="0"/>
              </p:cNvCxnSpPr>
              <p:nvPr/>
            </p:nvCxnSpPr>
            <p:spPr>
              <a:xfrm>
                <a:off x="4459858" y="3291382"/>
                <a:ext cx="1" cy="1202132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1589276-D5E8-15AB-8DE5-D4DAC67E3D68}"/>
                  </a:ext>
                </a:extLst>
              </p:cNvPr>
              <p:cNvGrpSpPr/>
              <p:nvPr/>
            </p:nvGrpSpPr>
            <p:grpSpPr>
              <a:xfrm>
                <a:off x="2393679" y="1751380"/>
                <a:ext cx="2527130" cy="3217622"/>
                <a:chOff x="2393679" y="1751380"/>
                <a:chExt cx="2527130" cy="3217622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DFFCAD0-5392-A701-6E0A-59E51C8CEAD3}"/>
                    </a:ext>
                  </a:extLst>
                </p:cNvPr>
                <p:cNvSpPr/>
                <p:nvPr/>
              </p:nvSpPr>
              <p:spPr>
                <a:xfrm>
                  <a:off x="4002659" y="4493514"/>
                  <a:ext cx="914400" cy="47548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ZA" dirty="0"/>
                    <a:t>end</a:t>
                  </a: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56F71436-625D-6EF8-5F24-F72BC3E54CE6}"/>
                    </a:ext>
                  </a:extLst>
                </p:cNvPr>
                <p:cNvGrpSpPr/>
                <p:nvPr/>
              </p:nvGrpSpPr>
              <p:grpSpPr>
                <a:xfrm>
                  <a:off x="2393679" y="1751380"/>
                  <a:ext cx="2527130" cy="2824771"/>
                  <a:chOff x="2393679" y="1751380"/>
                  <a:chExt cx="2527130" cy="2824771"/>
                </a:xfrm>
              </p:grpSpPr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53832DCF-9A88-34E1-D595-382ECF61B47A}"/>
                      </a:ext>
                    </a:extLst>
                  </p:cNvPr>
                  <p:cNvCxnSpPr>
                    <a:stCxn id="44" idx="1"/>
                    <a:endCxn id="46" idx="3"/>
                  </p:cNvCxnSpPr>
                  <p:nvPr/>
                </p:nvCxnSpPr>
                <p:spPr>
                  <a:xfrm flipH="1" flipV="1">
                    <a:off x="3601964" y="2968523"/>
                    <a:ext cx="400694" cy="8153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BF71FC5D-E9F7-2E2C-E9B4-2AE345658302}"/>
                      </a:ext>
                    </a:extLst>
                  </p:cNvPr>
                  <p:cNvSpPr/>
                  <p:nvPr/>
                </p:nvSpPr>
                <p:spPr>
                  <a:xfrm>
                    <a:off x="4006409" y="1751380"/>
                    <a:ext cx="914400" cy="4754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start</a:t>
                    </a:r>
                  </a:p>
                </p:txBody>
              </p:sp>
              <p:sp>
                <p:nvSpPr>
                  <p:cNvPr id="44" name="Flowchart: Decision 43">
                    <a:extLst>
                      <a:ext uri="{FF2B5EF4-FFF2-40B4-BE49-F238E27FC236}">
                        <a16:creationId xmlns:a16="http://schemas.microsoft.com/office/drawing/2014/main" id="{E46F1943-5C59-112A-C7C2-072A92F497F0}"/>
                      </a:ext>
                    </a:extLst>
                  </p:cNvPr>
                  <p:cNvSpPr/>
                  <p:nvPr/>
                </p:nvSpPr>
                <p:spPr>
                  <a:xfrm>
                    <a:off x="4002658" y="2661970"/>
                    <a:ext cx="914400" cy="629412"/>
                  </a:xfrm>
                  <a:prstGeom prst="flowChartDecision">
                    <a:avLst/>
                  </a:prstGeom>
                  <a:solidFill>
                    <a:srgbClr val="FF0000"/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C</a:t>
                    </a:r>
                  </a:p>
                </p:txBody>
              </p: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C04BE4EF-B360-8E44-AF2B-C10E0BF04262}"/>
                      </a:ext>
                    </a:extLst>
                  </p:cNvPr>
                  <p:cNvCxnSpPr>
                    <a:cxnSpLocks/>
                    <a:stCxn id="42" idx="4"/>
                    <a:endCxn id="44" idx="0"/>
                  </p:cNvCxnSpPr>
                  <p:nvPr/>
                </p:nvCxnSpPr>
                <p:spPr>
                  <a:xfrm flipH="1">
                    <a:off x="4459858" y="2226868"/>
                    <a:ext cx="3751" cy="435102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29DE90D-D5EA-572D-F59E-87E877ED7257}"/>
                      </a:ext>
                    </a:extLst>
                  </p:cNvPr>
                  <p:cNvSpPr/>
                  <p:nvPr/>
                </p:nvSpPr>
                <p:spPr>
                  <a:xfrm>
                    <a:off x="2393679" y="2730779"/>
                    <a:ext cx="1208285" cy="475488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ZA" dirty="0"/>
                      <a:t>Do this</a:t>
                    </a:r>
                  </a:p>
                </p:txBody>
              </p:sp>
              <p:cxnSp>
                <p:nvCxnSpPr>
                  <p:cNvPr id="63" name="Connector: Elbow 62">
                    <a:extLst>
                      <a:ext uri="{FF2B5EF4-FFF2-40B4-BE49-F238E27FC236}">
                        <a16:creationId xmlns:a16="http://schemas.microsoft.com/office/drawing/2014/main" id="{E0BE1C25-66E6-A88D-1C13-3BB6F2A132F7}"/>
                      </a:ext>
                    </a:extLst>
                  </p:cNvPr>
                  <p:cNvCxnSpPr>
                    <a:stCxn id="46" idx="2"/>
                  </p:cNvCxnSpPr>
                  <p:nvPr/>
                </p:nvCxnSpPr>
                <p:spPr>
                  <a:xfrm rot="16200000" flipH="1">
                    <a:off x="3346630" y="2857458"/>
                    <a:ext cx="768171" cy="1465787"/>
                  </a:xfrm>
                  <a:prstGeom prst="bentConnector2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93AA409A-AD32-DBAF-4540-C0D41BEF86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59858" y="3974436"/>
                    <a:ext cx="0" cy="601715"/>
                  </a:xfrm>
                  <a:prstGeom prst="straightConnector1">
                    <a:avLst/>
                  </a:prstGeom>
                  <a:ln>
                    <a:solidFill>
                      <a:srgbClr val="00B05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F62C420-59F4-8A92-61C2-AD8F09DF5736}"/>
                </a:ext>
              </a:extLst>
            </p:cNvPr>
            <p:cNvGrpSpPr/>
            <p:nvPr/>
          </p:nvGrpSpPr>
          <p:grpSpPr>
            <a:xfrm>
              <a:off x="4459858" y="2730779"/>
              <a:ext cx="2081524" cy="1818813"/>
              <a:chOff x="4459858" y="2730779"/>
              <a:chExt cx="2081524" cy="1818813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8B8C545F-08AD-CD68-CEA3-349B21AAF10F}"/>
                  </a:ext>
                </a:extLst>
              </p:cNvPr>
              <p:cNvCxnSpPr>
                <a:cxnSpLocks/>
                <a:stCxn id="44" idx="3"/>
                <a:endCxn id="55" idx="1"/>
              </p:cNvCxnSpPr>
              <p:nvPr/>
            </p:nvCxnSpPr>
            <p:spPr>
              <a:xfrm flipV="1">
                <a:off x="4917058" y="2968523"/>
                <a:ext cx="416039" cy="81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3A5ACBE-E1F7-40F0-0280-7A35AFD94BBD}"/>
                  </a:ext>
                </a:extLst>
              </p:cNvPr>
              <p:cNvSpPr/>
              <p:nvPr/>
            </p:nvSpPr>
            <p:spPr>
              <a:xfrm>
                <a:off x="5333097" y="2730779"/>
                <a:ext cx="1208285" cy="47548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/>
                  <a:t>Do that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CEEE9881-A4E9-430E-DD62-46647CE30710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rot="5400000">
                <a:off x="4816340" y="2853537"/>
                <a:ext cx="768170" cy="147363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9DF51587-A69B-2320-3505-82C8E809A7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9858" y="3985989"/>
                <a:ext cx="9997" cy="5636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CDE1EB-0ABE-672D-AC30-DA5C46867306}"/>
              </a:ext>
            </a:extLst>
          </p:cNvPr>
          <p:cNvSpPr txBox="1"/>
          <p:nvPr/>
        </p:nvSpPr>
        <p:spPr>
          <a:xfrm>
            <a:off x="-2974848" y="5308149"/>
            <a:ext cx="3022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for/while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D2FBE50-0FE4-C0FB-08A6-BCDDB8A8C7A3}"/>
              </a:ext>
            </a:extLst>
          </p:cNvPr>
          <p:cNvGrpSpPr/>
          <p:nvPr/>
        </p:nvGrpSpPr>
        <p:grpSpPr>
          <a:xfrm>
            <a:off x="-2869908" y="1761072"/>
            <a:ext cx="1208285" cy="3217622"/>
            <a:chOff x="6237516" y="2021745"/>
            <a:chExt cx="1208285" cy="321762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E1A142C-1CEC-DA9A-79AB-89189A89091F}"/>
                </a:ext>
              </a:extLst>
            </p:cNvPr>
            <p:cNvSpPr/>
            <p:nvPr/>
          </p:nvSpPr>
          <p:spPr>
            <a:xfrm>
              <a:off x="6388209" y="2021745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B59870B-F105-6A2C-7583-19093A7ACE6B}"/>
                </a:ext>
              </a:extLst>
            </p:cNvPr>
            <p:cNvSpPr/>
            <p:nvPr/>
          </p:nvSpPr>
          <p:spPr>
            <a:xfrm>
              <a:off x="6384459" y="4763879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06C21397-05F0-6ABC-25A5-DA68099535E3}"/>
                </a:ext>
              </a:extLst>
            </p:cNvPr>
            <p:cNvSpPr/>
            <p:nvPr/>
          </p:nvSpPr>
          <p:spPr>
            <a:xfrm>
              <a:off x="6384458" y="2932335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75EE8D-F0D3-8008-660B-E52068DB9892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 flipH="1">
              <a:off x="6841658" y="2497233"/>
              <a:ext cx="3751" cy="435102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9F6F89-71E4-A4C8-C300-BC336B5F24AD}"/>
                </a:ext>
              </a:extLst>
            </p:cNvPr>
            <p:cNvSpPr/>
            <p:nvPr/>
          </p:nvSpPr>
          <p:spPr>
            <a:xfrm>
              <a:off x="6237516" y="3868300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F0122D-A8DD-E8E7-AD95-55D873B385E2}"/>
                </a:ext>
              </a:extLst>
            </p:cNvPr>
            <p:cNvCxnSpPr>
              <a:stCxn id="21" idx="2"/>
              <a:endCxn id="23" idx="0"/>
            </p:cNvCxnSpPr>
            <p:nvPr/>
          </p:nvCxnSpPr>
          <p:spPr>
            <a:xfrm>
              <a:off x="6841658" y="3561747"/>
              <a:ext cx="1" cy="30655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7CE06A1A-BF5E-FCFA-15E4-74067B4A55D3}"/>
                </a:ext>
              </a:extLst>
            </p:cNvPr>
            <p:cNvCxnSpPr>
              <a:stCxn id="23" idx="3"/>
              <a:endCxn id="21" idx="3"/>
            </p:cNvCxnSpPr>
            <p:nvPr/>
          </p:nvCxnSpPr>
          <p:spPr>
            <a:xfrm flipH="1" flipV="1">
              <a:off x="7298858" y="3247041"/>
              <a:ext cx="146943" cy="859003"/>
            </a:xfrm>
            <a:prstGeom prst="bentConnector3">
              <a:avLst>
                <a:gd name="adj1" fmla="val -1555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9273C76F-D952-8DA1-71CB-DD5D9D4926ED}"/>
                </a:ext>
              </a:extLst>
            </p:cNvPr>
            <p:cNvCxnSpPr>
              <a:stCxn id="21" idx="1"/>
              <a:endCxn id="20" idx="2"/>
            </p:cNvCxnSpPr>
            <p:nvPr/>
          </p:nvCxnSpPr>
          <p:spPr>
            <a:xfrm rot="10800000" flipH="1" flipV="1">
              <a:off x="6384457" y="3247041"/>
              <a:ext cx="1" cy="1754582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45C7559-87AB-75E0-4C73-A03FFBCF664F}"/>
              </a:ext>
            </a:extLst>
          </p:cNvPr>
          <p:cNvSpPr txBox="1"/>
          <p:nvPr/>
        </p:nvSpPr>
        <p:spPr>
          <a:xfrm>
            <a:off x="1603248" y="5308149"/>
            <a:ext cx="28328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do while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9F8D0BA-4500-9EB5-FAE4-007FFFD90CE2}"/>
              </a:ext>
            </a:extLst>
          </p:cNvPr>
          <p:cNvGrpSpPr/>
          <p:nvPr/>
        </p:nvGrpSpPr>
        <p:grpSpPr>
          <a:xfrm>
            <a:off x="2565141" y="1753798"/>
            <a:ext cx="1208285" cy="3224896"/>
            <a:chOff x="9770613" y="1753798"/>
            <a:chExt cx="1208285" cy="32248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7FF2614-E1D7-5CD7-9578-728EAE541006}"/>
                </a:ext>
              </a:extLst>
            </p:cNvPr>
            <p:cNvSpPr/>
            <p:nvPr/>
          </p:nvSpPr>
          <p:spPr>
            <a:xfrm>
              <a:off x="9917555" y="1753798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start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E0BA93B-B8F4-A28D-BBE4-6A66A0C8E1A8}"/>
                </a:ext>
              </a:extLst>
            </p:cNvPr>
            <p:cNvSpPr/>
            <p:nvPr/>
          </p:nvSpPr>
          <p:spPr>
            <a:xfrm>
              <a:off x="9917555" y="4503206"/>
              <a:ext cx="914400" cy="47548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end</a:t>
              </a:r>
            </a:p>
          </p:txBody>
        </p:sp>
        <p:sp>
          <p:nvSpPr>
            <p:cNvPr id="30" name="Flowchart: Decision 29">
              <a:extLst>
                <a:ext uri="{FF2B5EF4-FFF2-40B4-BE49-F238E27FC236}">
                  <a16:creationId xmlns:a16="http://schemas.microsoft.com/office/drawing/2014/main" id="{FFA70514-ABE5-11A3-6FC8-77D48748990D}"/>
                </a:ext>
              </a:extLst>
            </p:cNvPr>
            <p:cNvSpPr/>
            <p:nvPr/>
          </p:nvSpPr>
          <p:spPr>
            <a:xfrm>
              <a:off x="9917555" y="3643817"/>
              <a:ext cx="914400" cy="629412"/>
            </a:xfrm>
            <a:prstGeom prst="flowChartDecision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C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5266CBC-E6BB-B514-82E4-D8EDAD5107A7}"/>
                </a:ext>
              </a:extLst>
            </p:cNvPr>
            <p:cNvSpPr/>
            <p:nvPr/>
          </p:nvSpPr>
          <p:spPr>
            <a:xfrm>
              <a:off x="9770613" y="2774937"/>
              <a:ext cx="1208285" cy="4754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/>
                <a:t>Do this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80E6915-81F0-3680-E9DC-A8F16C6CCE69}"/>
                </a:ext>
              </a:extLst>
            </p:cNvPr>
            <p:cNvCxnSpPr>
              <a:stCxn id="17" idx="4"/>
              <a:endCxn id="32" idx="0"/>
            </p:cNvCxnSpPr>
            <p:nvPr/>
          </p:nvCxnSpPr>
          <p:spPr>
            <a:xfrm>
              <a:off x="10374755" y="2229286"/>
              <a:ext cx="1" cy="5456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3215321-04A9-20AF-DB86-4972AE735B2C}"/>
                </a:ext>
              </a:extLst>
            </p:cNvPr>
            <p:cNvCxnSpPr>
              <a:stCxn id="32" idx="2"/>
              <a:endCxn id="30" idx="0"/>
            </p:cNvCxnSpPr>
            <p:nvPr/>
          </p:nvCxnSpPr>
          <p:spPr>
            <a:xfrm flipH="1">
              <a:off x="10374755" y="3250425"/>
              <a:ext cx="1" cy="3933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6BF52F83-BE21-0BEE-FA7B-12BA84507AE6}"/>
                </a:ext>
              </a:extLst>
            </p:cNvPr>
            <p:cNvCxnSpPr>
              <a:stCxn id="30" idx="1"/>
              <a:endCxn id="28" idx="2"/>
            </p:cNvCxnSpPr>
            <p:nvPr/>
          </p:nvCxnSpPr>
          <p:spPr>
            <a:xfrm rot="10800000" flipV="1">
              <a:off x="9917555" y="3958522"/>
              <a:ext cx="12700" cy="782427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AE5A18C4-FBAC-E625-A140-6FFF8EB3D4E5}"/>
                </a:ext>
              </a:extLst>
            </p:cNvPr>
            <p:cNvCxnSpPr>
              <a:stCxn id="30" idx="3"/>
            </p:cNvCxnSpPr>
            <p:nvPr/>
          </p:nvCxnSpPr>
          <p:spPr>
            <a:xfrm flipH="1" flipV="1">
              <a:off x="10374755" y="2354794"/>
              <a:ext cx="457200" cy="1603729"/>
            </a:xfrm>
            <a:prstGeom prst="bentConnector4">
              <a:avLst>
                <a:gd name="adj1" fmla="val -184000"/>
                <a:gd name="adj2" fmla="val 10029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7E3ABBC-29A6-5B58-5DDC-B1A96A097553}"/>
              </a:ext>
            </a:extLst>
          </p:cNvPr>
          <p:cNvSpPr/>
          <p:nvPr/>
        </p:nvSpPr>
        <p:spPr>
          <a:xfrm>
            <a:off x="6712396" y="1911430"/>
            <a:ext cx="4554807" cy="303514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Similar to the while structure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Condition for repetition tested after the body of the loop is performed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LM Roman 12" panose="00000500000000000000" pitchFamily="50" charset="0"/>
              </a:rPr>
              <a:t>All actions are performed at least once.</a:t>
            </a:r>
          </a:p>
          <a:p>
            <a:pPr algn="ctr"/>
            <a:endParaRPr lang="en-US" sz="2000" b="1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1" name="Slide Zoom 30">
                <a:extLst>
                  <a:ext uri="{FF2B5EF4-FFF2-40B4-BE49-F238E27FC236}">
                    <a16:creationId xmlns:a16="http://schemas.microsoft.com/office/drawing/2014/main" id="{D1D50692-08AA-50E7-0FE9-32C52783320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69595" y="3460790"/>
              <a:ext cx="3658510" cy="2057912"/>
            </p:xfrm>
            <a:graphic>
              <a:graphicData uri="http://schemas.microsoft.com/office/powerpoint/2016/slidezoom">
                <pslz:sldZm>
                  <pslz:sldZmObj sldId="468" cId="3981805284">
                    <pslz:zmPr id="{1F671DC3-90BB-432E-AB52-48AB2D13C5F7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58510" cy="205791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1" name="Slide Zoom 30">
                <a:extLst>
                  <a:ext uri="{FF2B5EF4-FFF2-40B4-BE49-F238E27FC236}">
                    <a16:creationId xmlns:a16="http://schemas.microsoft.com/office/drawing/2014/main" id="{D1D50692-08AA-50E7-0FE9-32C5278332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69595" y="3460790"/>
                <a:ext cx="3658510" cy="205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832BD354-72C2-4D4F-34C6-5755B0A72C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81030" y="4912564"/>
              <a:ext cx="3048000" cy="1714500"/>
            </p:xfrm>
            <a:graphic>
              <a:graphicData uri="http://schemas.microsoft.com/office/powerpoint/2016/slidezoom">
                <pslz:sldZm>
                  <pslz:sldZmObj sldId="469" cId="4243001951">
                    <pslz:zmPr id="{87DA1D24-EFC3-4EE8-A90B-F1F4B774A096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6" name="Slide Zoom 35">
                <a:extLst>
                  <a:ext uri="{FF2B5EF4-FFF2-40B4-BE49-F238E27FC236}">
                    <a16:creationId xmlns:a16="http://schemas.microsoft.com/office/drawing/2014/main" id="{832BD354-72C2-4D4F-34C6-5755B0A72C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81030" y="4912564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6F13B02C-CB43-03BE-F477-8782FF7A69A2}"/>
              </a:ext>
            </a:extLst>
          </p:cNvPr>
          <p:cNvSpPr txBox="1"/>
          <p:nvPr/>
        </p:nvSpPr>
        <p:spPr>
          <a:xfrm>
            <a:off x="7614096" y="4849080"/>
            <a:ext cx="29120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5400" b="1" dirty="0"/>
              <a:t>C Code</a:t>
            </a:r>
          </a:p>
          <a:p>
            <a:r>
              <a:rPr lang="en-ZA" sz="54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66266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60BB2-6130-3170-DD4A-DFF7F31D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624" y="1508760"/>
            <a:ext cx="9734087" cy="33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E05844-6C13-715F-E4BC-47BB4BCC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7" y="977543"/>
            <a:ext cx="6235054" cy="4902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5F8CD-60C0-CF16-9B1E-19F409DDC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7968"/>
            <a:ext cx="6096000" cy="46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845587-18BB-4BB7-3E09-F0634F057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1" y="3700383"/>
            <a:ext cx="6070109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0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6FBA-2DE5-DE91-B8BB-E46D449A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F6FE0984-EFC8-F868-45E0-9F9ADF8E6B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F6FE0984-EFC8-F868-45E0-9F9ADF8E6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ADAD95D3-8D78-ED39-E663-3E0B7EA528D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4B6B89-6D06-9029-788E-9EE64C44991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DD45D5-12A8-4D71-05AE-254646EF167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7F0392-F951-5C9A-832A-16AB2D8145FB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4E8023-408D-EAC8-7A68-6A299956C6FB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D57A286-22FE-7F73-2A75-C9AB132CB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7AF44D-37E1-7385-A56C-D6CE9362AFD5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D34AE58-8C24-D7DA-3E0B-B8D9063A1832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217332-E80B-8D15-D18C-C665DA28247E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0E3AD8A-67CB-1379-873C-8701619CD7E0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E00FB0-23CB-50A6-675F-97805F72F4E6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2FEDE3-96B5-940A-3EF9-ABB110B73ACF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67784E-154D-E499-4E11-307DDA7EAE6C}"/>
              </a:ext>
            </a:extLst>
          </p:cNvPr>
          <p:cNvSpPr txBox="1"/>
          <p:nvPr/>
        </p:nvSpPr>
        <p:spPr>
          <a:xfrm>
            <a:off x="392640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64CDB14-0652-97C8-6B93-0682917A28C7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D5800D0-E526-37DF-8044-C16D79037AA7}"/>
              </a:ext>
            </a:extLst>
          </p:cNvPr>
          <p:cNvSpPr txBox="1"/>
          <p:nvPr/>
        </p:nvSpPr>
        <p:spPr>
          <a:xfrm>
            <a:off x="4429358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25F853-AFBC-22FD-0037-DF29E6D84845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0EFA31-618D-6170-6DC0-B1136AB1CA45}"/>
              </a:ext>
            </a:extLst>
          </p:cNvPr>
          <p:cNvSpPr txBox="1"/>
          <p:nvPr/>
        </p:nvSpPr>
        <p:spPr>
          <a:xfrm>
            <a:off x="8563343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82357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0" grpId="0"/>
      <p:bldP spid="64" grpId="0" animBg="1"/>
      <p:bldP spid="81" grpId="0" animBg="1"/>
      <p:bldP spid="67" grpId="0" animBg="1"/>
      <p:bldP spid="84" grpId="0" animBg="1"/>
      <p:bldP spid="70" grpId="0" animBg="1"/>
      <p:bldP spid="8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B46C-514A-CFD9-BC3D-02187A5A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387325B-9D2D-B81C-12C4-4EA3C0F1B8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387325B-9D2D-B81C-12C4-4EA3C0F1B8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2BA6C33-1970-9CA6-B22B-C6142D7D5F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8543BC-653C-847B-C0A9-2218BDC288E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075496-804A-4870-A072-1D71DE16D2A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3CDFAB-B5C8-F8D1-69AC-985F4A02EB1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908ED4-1491-26BC-BD8A-F951BCE3185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4B2FFC8-D546-7BBE-C6E1-25DB36640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29319C-9E97-AD3C-96E0-4AB34B6534CB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00BCA9D-D2D4-4617-9099-88F2B271D6D0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622C652-F856-43A7-4218-83C316229DE1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1BAB7B-4A32-D73C-EF52-CF17CE52D37A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218F04-0E3D-FDFD-E903-D0DEE504B7CF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9E5E53-DA27-7284-3001-6ED18C9CDC6E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7C777C-B6F7-2183-8148-AFB7E3C64403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C81DA3-A5E3-BABD-2687-A38AFA878348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8DBDB3-296D-FC11-E0E3-0EA195645879}"/>
              </a:ext>
            </a:extLst>
          </p:cNvPr>
          <p:cNvSpPr txBox="1"/>
          <p:nvPr/>
        </p:nvSpPr>
        <p:spPr>
          <a:xfrm>
            <a:off x="4429358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6E82117-CD46-1BBA-1668-BF4FBC718858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1BFEBD-1161-3299-39D0-89CCC204A42C}"/>
              </a:ext>
            </a:extLst>
          </p:cNvPr>
          <p:cNvSpPr txBox="1"/>
          <p:nvPr/>
        </p:nvSpPr>
        <p:spPr>
          <a:xfrm>
            <a:off x="8563343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721F526D-9747-C26B-2359-D2E6CDB09A1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94857" y="4517001"/>
              <a:ext cx="2407749" cy="1354359"/>
            </p:xfrm>
            <a:graphic>
              <a:graphicData uri="http://schemas.microsoft.com/office/powerpoint/2016/slidezoom">
                <pslz:sldZm>
                  <pslz:sldZmObj sldId="475" cId="1127320167">
                    <pslz:zmPr id="{C509A85B-9C8C-442F-88C3-F1C307A2785D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07749" cy="135435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721F526D-9747-C26B-2359-D2E6CDB09A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4857" y="4517001"/>
                <a:ext cx="2407749" cy="13543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983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1BE5-DEC5-846A-44EB-D75963A1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69BDF0B-4D40-5104-F049-E28B7C1CB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90" y="698370"/>
            <a:ext cx="6659813" cy="5587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5CBDE8-6FC4-87C5-46D6-A785B1C1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084" y="4872545"/>
            <a:ext cx="6668483" cy="10327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88BE2-1CD2-33F7-53CD-5093ACB25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3941"/>
            <a:ext cx="5540220" cy="22099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C88B04-2B88-E187-4B6E-A68DF244C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98370"/>
            <a:ext cx="5548890" cy="34663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4D2916-D40A-C572-974F-924CE09EA8CB}"/>
              </a:ext>
            </a:extLst>
          </p:cNvPr>
          <p:cNvSpPr txBox="1"/>
          <p:nvPr/>
        </p:nvSpPr>
        <p:spPr>
          <a:xfrm>
            <a:off x="3398806" y="177107"/>
            <a:ext cx="4128557" cy="46166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7: </a:t>
            </a:r>
            <a:r>
              <a:rPr lang="en-ZA" sz="2400" dirty="0" err="1">
                <a:solidFill>
                  <a:srgbClr val="FFFF00"/>
                </a:solidFill>
                <a:latin typeface="LM Roman 12" panose="00000500000000000000" pitchFamily="50" charset="0"/>
              </a:rPr>
              <a:t>if..else</a:t>
            </a:r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32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1439-9A9F-7991-F144-09638407B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7F45D5A-9A02-89C2-3111-535F3E53A5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7F45D5A-9A02-89C2-3111-535F3E53A5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A4ABF12-DAB3-C927-05CC-17147A3E0C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F33D43-06B1-F061-FFFB-3A42C32C844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19E836-0AE8-5675-5BC4-7D36A9796C7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B426C0-D542-96C4-ADC0-D4318A89F5B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31CEC7-C565-3694-2D8F-CC8EF3EF0DC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F4D767E-FBA3-00BA-63A0-123F5D3E9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FE98E2-3AC7-9143-C6F2-27188BE0F217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83B773A-CE5B-6381-3F6E-7D4B6E948C03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50E8231-73A6-8421-2A67-D2B8F09A9ACF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E6E159-7C10-E716-16F6-BD2DF6C91C37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154ED8-B88E-B0CF-80C0-D87AB49FDCC1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1E3B1F-F3E7-7F99-6B00-1C6EB2DFBEB6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209C98-F51F-C0FA-E26D-6E30172DCB6C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1438C5-C1E0-E7E1-DFBB-8371530535D4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1F7EF6-FC1B-C9F7-64C5-7F06BD68EA1F}"/>
              </a:ext>
            </a:extLst>
          </p:cNvPr>
          <p:cNvSpPr txBox="1"/>
          <p:nvPr/>
        </p:nvSpPr>
        <p:spPr>
          <a:xfrm>
            <a:off x="4429358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EF9A79-9B7D-EF89-B7E3-F9826443361B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065F3C-27E7-8C3E-5A08-EF8867AED708}"/>
              </a:ext>
            </a:extLst>
          </p:cNvPr>
          <p:cNvSpPr txBox="1"/>
          <p:nvPr/>
        </p:nvSpPr>
        <p:spPr>
          <a:xfrm>
            <a:off x="8563343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668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B9C2-C434-5405-3EA6-AD2F32AF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F179ED7-F3D2-9334-4423-B5E0AC30CB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F179ED7-F3D2-9334-4423-B5E0AC30CB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BFA05BD-93CF-0369-1CF5-B94C6094377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2A3CE7-7BD5-D4C4-5D2B-843478E2DAC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60141D-1CB0-3437-88F9-07A902382A3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B94F6B8-07FF-545A-6A0C-25833612CD1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824981-A675-48A5-9EA0-FD0E06CB05B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54CAFDC4-44C0-59AB-0F3B-411F2DC4E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04EBD6-7500-24F1-764C-3A9F4A43F5DE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7525666-D991-11C0-BC0B-0111D3AA9480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015E001-38CB-3183-AF60-9F1D2444D874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2A94AB-8F75-387B-224A-FD1928F268A2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C67C91-EFC6-6CA5-DEF6-78ED91B43773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B7FAD18-AD96-FB4E-8202-806D6C6F9E7D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4AA32E-EC4E-B508-68FC-12FD9A2F43E5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983A9A-FF6B-C1E2-336E-FAE6022F850E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either of its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4C91FC-9D43-BF30-5DED-C653597DB65B}"/>
              </a:ext>
            </a:extLst>
          </p:cNvPr>
          <p:cNvSpPr txBox="1"/>
          <p:nvPr/>
        </p:nvSpPr>
        <p:spPr>
          <a:xfrm>
            <a:off x="4419578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71EC389-4DA6-756F-74F8-4C58FD479C3F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DE319A-D672-4C8A-7029-E2569333316B}"/>
              </a:ext>
            </a:extLst>
          </p:cNvPr>
          <p:cNvSpPr txBox="1"/>
          <p:nvPr/>
        </p:nvSpPr>
        <p:spPr>
          <a:xfrm>
            <a:off x="8563343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8EB3412B-2BCE-4F5B-F811-007F23DBD5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30497" y="4650071"/>
              <a:ext cx="2052648" cy="1154614"/>
            </p:xfrm>
            <a:graphic>
              <a:graphicData uri="http://schemas.microsoft.com/office/powerpoint/2016/slidezoom">
                <pslz:sldZm>
                  <pslz:sldZmObj sldId="477" cId="1676665222">
                    <pslz:zmPr id="{0A33E725-2BC7-4B9A-81BD-76397ECF7B24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2648" cy="115461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8EB3412B-2BCE-4F5B-F811-007F23DBD5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30497" y="4650071"/>
                <a:ext cx="2052648" cy="11546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619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AF984F-3CF7-D9C7-AB82-F526A3353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25" y="0"/>
            <a:ext cx="5486875" cy="2568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DFD1FA-0D25-6FEA-BC8B-8318324B7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15" y="68444"/>
            <a:ext cx="4618120" cy="3139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FD0122-3FF1-A62D-5B61-D108915DB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15" y="3174244"/>
            <a:ext cx="4679086" cy="35732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0B2C26-ED09-912D-D4F0-FF1DF4313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125" y="2891411"/>
            <a:ext cx="5486875" cy="10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65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FD2B9-F3A5-D4F6-A226-30E990D8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F8B5F06-371A-4B3E-1B3F-FE16889400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F8B5F06-371A-4B3E-1B3F-FE16889400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981469F-F25C-E41E-4F95-41F25359986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FB950-D3C3-2ADD-49C1-1C9D56BE357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82017A-A64F-5E2B-3ABE-55198D52BBF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4A91DB-0448-09F8-7115-304D13F0EE8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699FFA-3523-E73E-20B1-514B70AA299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D247B80-131B-8945-09E6-B621722CB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E24726F-853F-2D74-435F-022DC31FCAF8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A0C7930-F0BF-9896-96A8-1AA1ED1AEA07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8C23FA0-58D0-6DE1-A6F5-8F55C61712F4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A28D2A-CBAC-44EC-6B2E-A7AB83357630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80CCF0-2BF4-E50B-3A73-F71C0FAEDA24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140798-14B9-6866-BAA7-D0EF557698F6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12CAF2-0BB8-6AEC-E784-12815961F1F4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78B358-DF5B-573B-B6F3-B353259CB7C2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either of its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E45843-C624-B738-EAF4-67E7E510A5F2}"/>
              </a:ext>
            </a:extLst>
          </p:cNvPr>
          <p:cNvSpPr txBox="1"/>
          <p:nvPr/>
        </p:nvSpPr>
        <p:spPr>
          <a:xfrm>
            <a:off x="4419578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78F83BB-5370-2919-A82F-1040AC469719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CE61F4-CF00-82C7-FC96-F3250621D221}"/>
              </a:ext>
            </a:extLst>
          </p:cNvPr>
          <p:cNvSpPr txBox="1"/>
          <p:nvPr/>
        </p:nvSpPr>
        <p:spPr>
          <a:xfrm>
            <a:off x="8563343" y="3915052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556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C0A2-0608-5055-BEE2-37AFBCAF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1174F71-5BEB-9AE5-2173-9E0AEDE9FA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1174F71-5BEB-9AE5-2173-9E0AEDE9FA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809D451-82A3-36D6-1619-3EF358C212B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0A09D3-5B68-A4D2-405D-C63D8BD61DD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829571-FA8D-838B-7972-678A00DE64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872BCC-031E-60AB-E0B1-4E381F16C8C8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EB04A3-3192-9AC0-00F3-77B19A1A957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E9F10D3-87DB-2712-610E-7EDE0FDFF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98D419-1CB1-57DC-5D4C-520699171BA4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CFA5C87-2EEE-AE6D-3547-A4B6CA45EC10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040460-1B9C-672E-C3DD-AAFE3B900751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284CB2-713A-56AB-49EA-7D52DDBEE0B1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268E22-ACFD-FEBA-C955-1175D7F1577F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960657F-C6CA-C54A-0D21-E7D8D9CB7105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3982651-F7F6-CBB4-EA74-587A0A7C3AEB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F3BEB25-64B7-57A4-097D-D81CEFD21839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either of its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BC57D4-E92F-4549-082E-D5022900C76E}"/>
              </a:ext>
            </a:extLst>
          </p:cNvPr>
          <p:cNvSpPr txBox="1"/>
          <p:nvPr/>
        </p:nvSpPr>
        <p:spPr>
          <a:xfrm>
            <a:off x="4419578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889510-08C4-FFFB-2E3D-784830C2FEE7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Reverses the truth/falsity of its condition (it takes one operand)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05B89E-47E9-20EA-9A95-F2B64E6914DD}"/>
              </a:ext>
            </a:extLst>
          </p:cNvPr>
          <p:cNvSpPr txBox="1"/>
          <p:nvPr/>
        </p:nvSpPr>
        <p:spPr>
          <a:xfrm>
            <a:off x="8377340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40B8E43E-C31C-0208-46B8-28E61335CB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43818" y="4575753"/>
              <a:ext cx="2303302" cy="1295607"/>
            </p:xfrm>
            <a:graphic>
              <a:graphicData uri="http://schemas.microsoft.com/office/powerpoint/2016/slidezoom">
                <pslz:sldZm>
                  <pslz:sldZmObj sldId="480" cId="3244896073">
                    <pslz:zmPr id="{A0D2FE87-0F3E-41C1-8EEC-C792BCEFEAA8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303302" cy="129560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40B8E43E-C31C-0208-46B8-28E61335CB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43818" y="4575753"/>
                <a:ext cx="2303302" cy="12956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9258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740B-629B-289F-5C87-A691F5A3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C637BBA-F188-4014-253F-EE9EE2B8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25" y="0"/>
            <a:ext cx="5486875" cy="2568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7C626C-DF86-80E5-53FE-DCAEA67C6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15" y="68444"/>
            <a:ext cx="4618120" cy="3139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D4F82C-AB67-FE84-156F-0638B0E46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49" y="3103067"/>
            <a:ext cx="4740051" cy="36198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8D2C51-8634-213A-7586-D26262B04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125" y="2891411"/>
            <a:ext cx="5486875" cy="10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96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4692-8DCA-10E3-223C-1B1065CE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E5F82D1-6A60-6E1E-EE60-F9067D72AE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E5F82D1-6A60-6E1E-EE60-F9067D72AE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CF36D4CF-DAEC-B973-F775-78D8CF3AA7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F647D-C189-C032-8059-C9103439104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5E015D-1842-9921-1D97-98C66D2DCFD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4846-C9DA-94B6-D55C-977F0C3EFC2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1AB108-07F0-C714-BFD4-F192A8B1640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AAEFA4A-9E91-0D63-6925-7D5E880E0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FAFF4F-158F-80E9-9CEE-67F09F8C1EC4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560AC4E-C4BA-64B9-EF15-3F2EB64B071E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D3DF6C-8782-8274-8BCC-9DE879C20009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453710-D8EA-C8EB-7858-7E9990CD3B88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76C38C-0374-D7EB-009D-884B4FB4EA59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632D86-37AC-9DE2-414D-4B92AF6B258F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A24BC75-8D73-A81D-4028-2FAA2B76AC2A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A7FF370-8221-7141-EAB1-F9BE878208FC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either of its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2381FD-C5A7-EC9E-DA6A-5C3428AAF5C8}"/>
              </a:ext>
            </a:extLst>
          </p:cNvPr>
          <p:cNvSpPr txBox="1"/>
          <p:nvPr/>
        </p:nvSpPr>
        <p:spPr>
          <a:xfrm>
            <a:off x="4419578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15DF7B-D0F0-5BD7-0CD1-8DDADA300895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Reverses the truth/falsity of its condition (it takes one operand)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46B491-48A2-0F5F-D96E-A2B6615CAC84}"/>
              </a:ext>
            </a:extLst>
          </p:cNvPr>
          <p:cNvSpPr txBox="1"/>
          <p:nvPr/>
        </p:nvSpPr>
        <p:spPr>
          <a:xfrm>
            <a:off x="8377340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16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DB1D-99C2-9FDB-6345-15734C8A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878A5FA-F686-3559-C574-20D17665C4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878A5FA-F686-3559-C574-20D17665C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DB2CF8A-1E7A-3555-B6E6-A6821B9E220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976E6-C1C0-8D62-6DE5-27F112233E3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85EED0-D570-A680-9231-6E08D5A0A2A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A30AB18-EA67-2BB5-5C2E-122CE083CF7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0C5C4C-5B7A-9D4C-B506-20AFC4C8089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17D0C27-E2BE-9D79-25FC-7E4E55D71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6D0471-69CB-6BA6-1242-2690CF6EE913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039EB4D-9781-22AB-A986-7ACD3B551D69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LOGICAL OPERATORS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CC1F2A-DC36-0A69-DEA9-EA0F881557E0}"/>
              </a:ext>
            </a:extLst>
          </p:cNvPr>
          <p:cNvSpPr/>
          <p:nvPr/>
        </p:nvSpPr>
        <p:spPr>
          <a:xfrm>
            <a:off x="577126" y="1283755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B8465B-8778-8F37-C6CA-FDEBA116705B}"/>
              </a:ext>
            </a:extLst>
          </p:cNvPr>
          <p:cNvSpPr/>
          <p:nvPr/>
        </p:nvSpPr>
        <p:spPr>
          <a:xfrm>
            <a:off x="817581" y="1227417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A91ABE-3431-70F3-9D52-2FB01BF36261}"/>
              </a:ext>
            </a:extLst>
          </p:cNvPr>
          <p:cNvSpPr txBox="1"/>
          <p:nvPr/>
        </p:nvSpPr>
        <p:spPr>
          <a:xfrm>
            <a:off x="817580" y="1287244"/>
            <a:ext cx="10912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Useful when you want to compare conditions multiple conditions themselves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17FAD39-313D-7A8E-E83C-5F8D33047131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both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971EDB-6A9D-A54C-5C03-B376B875FAE6}"/>
              </a:ext>
            </a:extLst>
          </p:cNvPr>
          <p:cNvSpPr txBox="1"/>
          <p:nvPr/>
        </p:nvSpPr>
        <p:spPr>
          <a:xfrm>
            <a:off x="457955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AND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(&amp;&amp;)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BBE1D52-1138-DE16-BF61-151E35F2C807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Returns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  <a:r>
              <a:rPr lang="en-ZA" sz="2000" dirty="0">
                <a:latin typeface="LM Roman 12" panose="00000500000000000000" pitchFamily="50" charset="0"/>
              </a:rPr>
              <a:t> if either of its conditions are </a:t>
            </a:r>
            <a:r>
              <a:rPr lang="en-ZA" sz="2000" dirty="0">
                <a:solidFill>
                  <a:srgbClr val="00B0F0"/>
                </a:solidFill>
                <a:latin typeface="LM Roman 12" panose="00000500000000000000" pitchFamily="50" charset="0"/>
              </a:rPr>
              <a:t>true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61C18A-57D2-5870-4DF8-BE8E2A1C86C4}"/>
              </a:ext>
            </a:extLst>
          </p:cNvPr>
          <p:cNvSpPr txBox="1"/>
          <p:nvPr/>
        </p:nvSpPr>
        <p:spPr>
          <a:xfrm>
            <a:off x="4419578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OR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||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4910473-3B1C-83D1-DD86-F9E0B5C7E39D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Reverses the truth/falsity of its condition (it takes one operand)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7C79A2-49C2-01AF-D173-38E1246851BB}"/>
              </a:ext>
            </a:extLst>
          </p:cNvPr>
          <p:cNvSpPr txBox="1"/>
          <p:nvPr/>
        </p:nvSpPr>
        <p:spPr>
          <a:xfrm>
            <a:off x="8377340" y="2537888"/>
            <a:ext cx="3352842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Logical NOT/negation (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!</a:t>
            </a:r>
            <a:r>
              <a:rPr lang="en-ZA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0FFBE-D30C-F065-2343-21FED878BB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04" y="4643519"/>
            <a:ext cx="2608098" cy="1157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DF069C-1464-2D9B-0D52-C3301CF918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617" y="4583047"/>
            <a:ext cx="2259033" cy="12749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DA28D-2102-F006-2AE2-E1A62EDAA3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2978" y="4782647"/>
            <a:ext cx="3739919" cy="87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4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DF49-1A78-E9F8-084F-0A565990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4AE49F8-255A-0DF5-66FC-6B8B3FC487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4AE49F8-255A-0DF5-66FC-6B8B3FC487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860E96D-4244-B3F9-0912-3403D9E2705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D11A93-AE46-F49A-3654-7168846544C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7AD5FD-5F82-1630-F570-4B679E380EB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C587690-4641-D9C3-B701-403D60CF26B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49AA3E-7E1F-8103-B00F-762D4647B82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FC65442-6A95-0AD1-CD86-9742CDFF2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FD7E5C1-BB9F-A450-AAF6-3283F57DFAD3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B2FAA5E-5A3E-7081-D10E-DB5F76C8B077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EXAMPLE: </a:t>
            </a:r>
            <a:r>
              <a:rPr lang="en-ZA" dirty="0">
                <a:solidFill>
                  <a:srgbClr val="00B0F0"/>
                </a:solidFill>
                <a:latin typeface="LM Roman 12" panose="00000500000000000000" pitchFamily="50" charset="0"/>
              </a:rPr>
              <a:t>do while 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&amp; LOGICAL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20D37-3095-6F7E-B9E3-AE7C381B4D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372" y="1460549"/>
            <a:ext cx="10171748" cy="18636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57FC13-B8D9-D022-9AEC-B1A4A5D2EFEF}"/>
              </a:ext>
            </a:extLst>
          </p:cNvPr>
          <p:cNvSpPr txBox="1"/>
          <p:nvPr/>
        </p:nvSpPr>
        <p:spPr>
          <a:xfrm>
            <a:off x="4333875" y="1142299"/>
            <a:ext cx="261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EXAMPLE FROM NOTES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DF2EED4A-E6DB-C639-2581-11CDD4FBB8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75372" y="2882401"/>
              <a:ext cx="7405309" cy="4165487"/>
            </p:xfrm>
            <a:graphic>
              <a:graphicData uri="http://schemas.microsoft.com/office/powerpoint/2016/slidezoom">
                <pslz:sldZm>
                  <pslz:sldZmObj sldId="483" cId="1222324293">
                    <pslz:zmPr id="{2A337AE4-9FE5-4178-93DB-506C075E9DE5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405309" cy="4165487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DF2EED4A-E6DB-C639-2581-11CDD4FBB8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5372" y="2882401"/>
                <a:ext cx="7405309" cy="4165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0DE98654-9C53-F467-00D2-47C545B7C4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74480" y="3311008"/>
              <a:ext cx="5857876" cy="3295055"/>
            </p:xfrm>
            <a:graphic>
              <a:graphicData uri="http://schemas.microsoft.com/office/powerpoint/2016/slidezoom">
                <pslz:sldZm>
                  <pslz:sldZmObj sldId="484" cId="2803728028">
                    <pslz:zmPr id="{295BEB78-8710-48EC-8363-5DE8C3804B39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857876" cy="329505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0DE98654-9C53-F467-00D2-47C545B7C4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74480" y="3311008"/>
                <a:ext cx="5857876" cy="32950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73020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BF64C-3632-763A-D420-540EF5E8C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5" y="1057276"/>
            <a:ext cx="11092640" cy="41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24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2078F-DF98-92C1-01DF-C0230DB1B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644" y="765552"/>
            <a:ext cx="5959356" cy="1265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E00153-9055-463D-13E8-C4045DA6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09" b="4229"/>
          <a:stretch>
            <a:fillRect/>
          </a:stretch>
        </p:blipFill>
        <p:spPr>
          <a:xfrm>
            <a:off x="6232644" y="3162317"/>
            <a:ext cx="5959356" cy="518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EE1569-EF45-314E-22FC-725C12DA0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40" y="586685"/>
            <a:ext cx="6011904" cy="5342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982EA5-B4B1-B959-6A85-ECC5C42AE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644" y="3958744"/>
            <a:ext cx="5951736" cy="5486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D37069-8A77-2007-D0C3-FAA64DAC1CB9}"/>
              </a:ext>
            </a:extLst>
          </p:cNvPr>
          <p:cNvSpPr txBox="1"/>
          <p:nvPr/>
        </p:nvSpPr>
        <p:spPr>
          <a:xfrm>
            <a:off x="8058150" y="402019"/>
            <a:ext cx="1527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WHILE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1102F-A021-6D15-9E7F-E2FEA9A6A889}"/>
              </a:ext>
            </a:extLst>
          </p:cNvPr>
          <p:cNvSpPr txBox="1"/>
          <p:nvPr/>
        </p:nvSpPr>
        <p:spPr>
          <a:xfrm>
            <a:off x="7734300" y="2699408"/>
            <a:ext cx="2608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EXTREME CONDITIONS</a:t>
            </a:r>
          </a:p>
        </p:txBody>
      </p:sp>
    </p:spTree>
    <p:extLst>
      <p:ext uri="{BB962C8B-B14F-4D97-AF65-F5344CB8AC3E}">
        <p14:creationId xmlns:p14="http://schemas.microsoft.com/office/powerpoint/2010/main" val="2803728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1E89-487D-3B74-D048-D950D01D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DEC6BD3-3680-83A4-D7AC-4FB8BFE90A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DEC6BD3-3680-83A4-D7AC-4FB8BFE90A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8E19C6E2-8C6D-E357-60ED-B2D25EAA22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E01F01-E932-2FC4-6380-17A592D80B25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053C83-F8D0-A162-BA75-63095EB6FF1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CF6D2B-231D-BB0C-216A-955C4296880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5747B7-C36E-A71C-73DC-EF3AA93C9F8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1B97500-BC45-8851-F4E2-B54FF6FAB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2CDE6D-4F81-33E5-BCF7-E97C1152B073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CD2EBDA-EA39-4B8A-14DF-594766498E29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MORE EXAMPLES: NESTED LOOPS &amp; LOGICAL OPERATORS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9340B5-C7B7-CFD9-0577-AE56B42A27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8042" y="914400"/>
            <a:ext cx="6184114" cy="3175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F4791-3C7C-B047-52AC-1D2E3FA9C0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8042" y="4233261"/>
            <a:ext cx="6255908" cy="22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6923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2E05-94A0-05FE-9FCF-820F6B73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BC104F-84B2-71D0-C3C9-16076E9FC98E}"/>
              </a:ext>
            </a:extLst>
          </p:cNvPr>
          <p:cNvSpPr/>
          <p:nvPr/>
        </p:nvSpPr>
        <p:spPr>
          <a:xfrm>
            <a:off x="7037704" y="3860306"/>
            <a:ext cx="3801812" cy="23775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r>
              <a:rPr lang="en-US" sz="2000" dirty="0">
                <a:latin typeface="LM Roman 12" panose="00000500000000000000" pitchFamily="50" charset="0"/>
              </a:rPr>
              <a:t>Stores 4 in variable </a:t>
            </a:r>
            <a:r>
              <a:rPr lang="en-US" sz="2000" dirty="0" err="1">
                <a:latin typeface="LM Roman 12" panose="00000500000000000000" pitchFamily="50" charset="0"/>
              </a:rPr>
              <a:t>payCode</a:t>
            </a:r>
            <a:r>
              <a:rPr lang="en-US" sz="2000" dirty="0">
                <a:latin typeface="LM Roman 12" panose="00000500000000000000" pitchFamily="50" charset="0"/>
              </a:rPr>
              <a:t> and displays “You get a bonus!”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BAF2E5-4F32-ED63-7510-5B018923394A}"/>
              </a:ext>
            </a:extLst>
          </p:cNvPr>
          <p:cNvSpPr/>
          <p:nvPr/>
        </p:nvSpPr>
        <p:spPr>
          <a:xfrm>
            <a:off x="322513" y="3896220"/>
            <a:ext cx="3801812" cy="23775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endParaRPr lang="en-ZA" sz="2000" dirty="0">
              <a:latin typeface="LM Roman 12" panose="00000500000000000000" pitchFamily="50" charset="0"/>
            </a:endParaRPr>
          </a:p>
          <a:p>
            <a:pPr algn="ctr"/>
            <a:r>
              <a:rPr lang="en-US" sz="2000" dirty="0">
                <a:latin typeface="LM Roman 12" panose="00000500000000000000" pitchFamily="50" charset="0"/>
              </a:rPr>
              <a:t>Displays “You get a bonus!” if variable </a:t>
            </a:r>
            <a:r>
              <a:rPr lang="en-US" sz="2000" dirty="0" err="1">
                <a:latin typeface="LM Roman 12" panose="00000500000000000000" pitchFamily="50" charset="0"/>
              </a:rPr>
              <a:t>payCodehas</a:t>
            </a:r>
            <a:r>
              <a:rPr lang="en-US" sz="2000" dirty="0">
                <a:latin typeface="LM Roman 12" panose="00000500000000000000" pitchFamily="50" charset="0"/>
              </a:rPr>
              <a:t> value 4</a:t>
            </a:r>
            <a:endParaRPr lang="en-ZA" sz="2000" dirty="0">
              <a:latin typeface="LM Roman 12" panose="00000500000000000000" pitchFamily="50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F441454-51DC-4056-F87A-7FF5EAEFE4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F441454-51DC-4056-F87A-7FF5EAEFE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FCA314A-8097-FDA3-ECCC-AD5DDAA963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75BA0E-A22C-A428-D7AF-97A615CF70C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4	pg. 52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CC78F6-3D95-6957-6057-427B60680D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F1BB07D-4733-BB8B-75D4-4F7402AB831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79580B5-A671-79CC-59DD-F3E6D5660B4A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A41391A-3ECF-FD30-5F43-F584E5DEC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E74469-6246-4070-22A3-81D0B6F60207}"/>
                </a:ext>
              </a:extLst>
            </p:cNvPr>
            <p:cNvSpPr txBox="1"/>
            <p:nvPr/>
          </p:nvSpPr>
          <p:spPr>
            <a:xfrm>
              <a:off x="2488042" y="184666"/>
              <a:ext cx="7282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03 August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8CBB68F-99B9-91CF-4490-2BEBDAED19F3}"/>
              </a:ext>
            </a:extLst>
          </p:cNvPr>
          <p:cNvSpPr/>
          <p:nvPr/>
        </p:nvSpPr>
        <p:spPr>
          <a:xfrm>
            <a:off x="1674997" y="584240"/>
            <a:ext cx="9572123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CONFUSING EQUALITY &amp; ASSIGNMENT OPERATORS 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7D61C-0E06-145E-0DF8-291B2B11B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6091" y="1108611"/>
            <a:ext cx="7864522" cy="2339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9021DB-5A22-4AFA-45B7-18842B84C0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782" y="4286249"/>
            <a:ext cx="3482642" cy="815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9FDA3-AE48-777D-F14F-583BB6D310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0984" y="4286248"/>
            <a:ext cx="3368332" cy="815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210474-0D6B-1975-2E97-4E402DC692AE}"/>
              </a:ext>
            </a:extLst>
          </p:cNvPr>
          <p:cNvSpPr txBox="1"/>
          <p:nvPr/>
        </p:nvSpPr>
        <p:spPr>
          <a:xfrm>
            <a:off x="1352484" y="3896220"/>
            <a:ext cx="1221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EQUALITY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517FD-118D-0585-2BDE-FB18093F4AB6}"/>
              </a:ext>
            </a:extLst>
          </p:cNvPr>
          <p:cNvSpPr txBox="1"/>
          <p:nvPr/>
        </p:nvSpPr>
        <p:spPr>
          <a:xfrm>
            <a:off x="7975743" y="3896219"/>
            <a:ext cx="1607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2421874263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Widescreen</PresentationFormat>
  <Paragraphs>264</Paragraphs>
  <Slides>27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2026-08-23T20:09:09Z</dcterms:created>
  <dcterms:modified xsi:type="dcterms:W3CDTF">2026-08-23T20:09:27Z</dcterms:modified>
</cp:coreProperties>
</file>