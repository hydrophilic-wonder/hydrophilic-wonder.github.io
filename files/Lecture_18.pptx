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597" r:id="rId2"/>
    <p:sldId id="598" r:id="rId3"/>
    <p:sldId id="599" r:id="rId4"/>
    <p:sldId id="600" r:id="rId5"/>
    <p:sldId id="601" r:id="rId6"/>
    <p:sldId id="602" r:id="rId7"/>
    <p:sldId id="605" r:id="rId8"/>
    <p:sldId id="603" r:id="rId9"/>
    <p:sldId id="604" r:id="rId10"/>
    <p:sldId id="606" r:id="rId11"/>
    <p:sldId id="607" r:id="rId12"/>
    <p:sldId id="608" r:id="rId13"/>
    <p:sldId id="610" r:id="rId14"/>
    <p:sldId id="613" r:id="rId15"/>
    <p:sldId id="614" r:id="rId16"/>
    <p:sldId id="615" r:id="rId17"/>
    <p:sldId id="616" r:id="rId18"/>
    <p:sldId id="617" r:id="rId19"/>
    <p:sldId id="61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04BD2E-F335-400B-A3E4-450EA359A699}" v="35" dt="2026-09-16T09:56:46.255"/>
    <p1510:client id="{864300D8-C882-4572-A7E3-2570A5A22577}" v="1577" dt="2026-09-16T09:11:14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bo, IL, Dr [ilkhobo@sun.ac.za]" userId="b519a442-dcea-4a28-9c45-7e29f1df5837" providerId="ADAL" clId="{8BC8A5CF-2DB3-45E9-BF57-F2ED810C291E}"/>
    <pc:docChg chg="undo custSel addSld delSld modSld sldOrd">
      <pc:chgData name="Khobo, IL, Dr [ilkhobo@sun.ac.za]" userId="b519a442-dcea-4a28-9c45-7e29f1df5837" providerId="ADAL" clId="{8BC8A5CF-2DB3-45E9-BF57-F2ED810C291E}" dt="2026-09-16T09:56:46.255" v="2362" actId="20577"/>
      <pc:docMkLst>
        <pc:docMk/>
      </pc:docMkLst>
      <pc:sldChg chg="modSp mod modNotesTx">
        <pc:chgData name="Khobo, IL, Dr [ilkhobo@sun.ac.za]" userId="b519a442-dcea-4a28-9c45-7e29f1df5837" providerId="ADAL" clId="{8BC8A5CF-2DB3-45E9-BF57-F2ED810C291E}" dt="2026-09-16T09:56:46.255" v="2362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8BC8A5CF-2DB3-45E9-BF57-F2ED810C291E}" dt="2026-09-15T10:02:44.178" v="55" actId="1076"/>
          <ac:spMkLst>
            <pc:docMk/>
            <pc:sldMk cId="2601401026" sldId="597"/>
            <ac:spMk id="13" creationId="{20076924-44A7-AFA3-D2D3-FEB8DE4DD9A9}"/>
          </ac:spMkLst>
        </pc:spChg>
        <pc:spChg chg="mod">
          <ac:chgData name="Khobo, IL, Dr [ilkhobo@sun.ac.za]" userId="b519a442-dcea-4a28-9c45-7e29f1df5837" providerId="ADAL" clId="{8BC8A5CF-2DB3-45E9-BF57-F2ED810C291E}" dt="2026-09-15T10:03:33.999" v="116" actId="20577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8BC8A5CF-2DB3-45E9-BF57-F2ED810C291E}" dt="2026-09-15T10:02:31.272" v="51" actId="20577"/>
          <ac:spMkLst>
            <pc:docMk/>
            <pc:sldMk cId="2601401026" sldId="597"/>
            <ac:spMk id="34" creationId="{593DD671-6E7B-06CE-9A2D-78AB0133EE61}"/>
          </ac:spMkLst>
        </pc:spChg>
        <pc:picChg chg="mod">
          <ac:chgData name="Khobo, IL, Dr [ilkhobo@sun.ac.za]" userId="b519a442-dcea-4a28-9c45-7e29f1df5837" providerId="ADAL" clId="{8BC8A5CF-2DB3-45E9-BF57-F2ED810C291E}" dt="2026-09-15T10:02:47.697" v="56" actId="14100"/>
          <ac:picMkLst>
            <pc:docMk/>
            <pc:sldMk cId="2601401026" sldId="597"/>
            <ac:picMk id="4" creationId="{8E3F0134-2454-5477-8946-7D018BDF2F56}"/>
          </ac:picMkLst>
        </pc:picChg>
      </pc:sldChg>
      <pc:sldChg chg="addSp mod">
        <pc:chgData name="Khobo, IL, Dr [ilkhobo@sun.ac.za]" userId="b519a442-dcea-4a28-9c45-7e29f1df5837" providerId="ADAL" clId="{8BC8A5CF-2DB3-45E9-BF57-F2ED810C291E}" dt="2026-09-15T11:47:36.583" v="117" actId="22"/>
        <pc:sldMkLst>
          <pc:docMk/>
          <pc:sldMk cId="2341480684" sldId="598"/>
        </pc:sldMkLst>
        <pc:picChg chg="add">
          <ac:chgData name="Khobo, IL, Dr [ilkhobo@sun.ac.za]" userId="b519a442-dcea-4a28-9c45-7e29f1df5837" providerId="ADAL" clId="{8BC8A5CF-2DB3-45E9-BF57-F2ED810C291E}" dt="2026-09-15T11:47:36.583" v="117" actId="22"/>
          <ac:picMkLst>
            <pc:docMk/>
            <pc:sldMk cId="2341480684" sldId="598"/>
            <ac:picMk id="3" creationId="{34B0FA2A-4FEF-68D8-1DFA-EC87D781119E}"/>
          </ac:picMkLst>
        </pc:picChg>
      </pc:sldChg>
      <pc:sldChg chg="addSp modSp del modAnim">
        <pc:chgData name="Khobo, IL, Dr [ilkhobo@sun.ac.za]" userId="b519a442-dcea-4a28-9c45-7e29f1df5837" providerId="ADAL" clId="{8BC8A5CF-2DB3-45E9-BF57-F2ED810C291E}" dt="2026-09-15T10:02:51.646" v="57" actId="2696"/>
        <pc:sldMkLst>
          <pc:docMk/>
          <pc:sldMk cId="3208347062" sldId="598"/>
        </pc:sldMkLst>
      </pc:sldChg>
      <pc:sldChg chg="addSp modSp del modAnim">
        <pc:chgData name="Khobo, IL, Dr [ilkhobo@sun.ac.za]" userId="b519a442-dcea-4a28-9c45-7e29f1df5837" providerId="ADAL" clId="{8BC8A5CF-2DB3-45E9-BF57-F2ED810C291E}" dt="2026-09-15T10:02:51.646" v="57" actId="2696"/>
        <pc:sldMkLst>
          <pc:docMk/>
          <pc:sldMk cId="2649292944" sldId="599"/>
        </pc:sldMkLst>
      </pc:sldChg>
      <pc:sldChg chg="addSp modSp del modTransition modAnim">
        <pc:chgData name="Khobo, IL, Dr [ilkhobo@sun.ac.za]" userId="b519a442-dcea-4a28-9c45-7e29f1df5837" providerId="ADAL" clId="{8BC8A5CF-2DB3-45E9-BF57-F2ED810C291E}" dt="2026-09-15T10:02:57.689" v="58" actId="47"/>
        <pc:sldMkLst>
          <pc:docMk/>
          <pc:sldMk cId="4284941631" sldId="600"/>
        </pc:sldMkLst>
      </pc:sldChg>
      <pc:sldChg chg="del ord modTransition">
        <pc:chgData name="Khobo, IL, Dr [ilkhobo@sun.ac.za]" userId="b519a442-dcea-4a28-9c45-7e29f1df5837" providerId="ADAL" clId="{8BC8A5CF-2DB3-45E9-BF57-F2ED810C291E}" dt="2026-09-15T10:02:57.689" v="58" actId="47"/>
        <pc:sldMkLst>
          <pc:docMk/>
          <pc:sldMk cId="501993202" sldId="601"/>
        </pc:sldMkLst>
      </pc:sldChg>
      <pc:sldChg chg="del">
        <pc:chgData name="Khobo, IL, Dr [ilkhobo@sun.ac.za]" userId="b519a442-dcea-4a28-9c45-7e29f1df5837" providerId="ADAL" clId="{8BC8A5CF-2DB3-45E9-BF57-F2ED810C291E}" dt="2026-09-15T10:02:57.689" v="58" actId="47"/>
        <pc:sldMkLst>
          <pc:docMk/>
          <pc:sldMk cId="295802328" sldId="602"/>
        </pc:sldMkLst>
      </pc:sldChg>
      <pc:sldChg chg="del">
        <pc:chgData name="Khobo, IL, Dr [ilkhobo@sun.ac.za]" userId="b519a442-dcea-4a28-9c45-7e29f1df5837" providerId="ADAL" clId="{8BC8A5CF-2DB3-45E9-BF57-F2ED810C291E}" dt="2026-09-15T10:02:57.689" v="58" actId="47"/>
        <pc:sldMkLst>
          <pc:docMk/>
          <pc:sldMk cId="1712687139" sldId="603"/>
        </pc:sldMkLst>
      </pc:sldChg>
      <pc:sldChg chg="modNotesTx">
        <pc:chgData name="Khobo, IL, Dr [ilkhobo@sun.ac.za]" userId="b519a442-dcea-4a28-9c45-7e29f1df5837" providerId="ADAL" clId="{8BC8A5CF-2DB3-45E9-BF57-F2ED810C291E}" dt="2026-09-15T16:00:35.574" v="636" actId="20577"/>
        <pc:sldMkLst>
          <pc:docMk/>
          <pc:sldMk cId="3129647955" sldId="603"/>
        </pc:sldMkLst>
      </pc:sldChg>
      <pc:sldChg chg="addSp delSp modSp mod">
        <pc:chgData name="Khobo, IL, Dr [ilkhobo@sun.ac.za]" userId="b519a442-dcea-4a28-9c45-7e29f1df5837" providerId="ADAL" clId="{8BC8A5CF-2DB3-45E9-BF57-F2ED810C291E}" dt="2026-09-15T19:07:49.363" v="1198" actId="1076"/>
        <pc:sldMkLst>
          <pc:docMk/>
          <pc:sldMk cId="84592756" sldId="604"/>
        </pc:sldMkLst>
        <pc:spChg chg="add mod">
          <ac:chgData name="Khobo, IL, Dr [ilkhobo@sun.ac.za]" userId="b519a442-dcea-4a28-9c45-7e29f1df5837" providerId="ADAL" clId="{8BC8A5CF-2DB3-45E9-BF57-F2ED810C291E}" dt="2026-09-15T19:00:10.651" v="1037" actId="403"/>
          <ac:spMkLst>
            <pc:docMk/>
            <pc:sldMk cId="84592756" sldId="604"/>
            <ac:spMk id="7" creationId="{F4CCDD33-DD89-6D24-C9FC-916B839E98DC}"/>
          </ac:spMkLst>
        </pc:spChg>
        <pc:spChg chg="add del mod">
          <ac:chgData name="Khobo, IL, Dr [ilkhobo@sun.ac.za]" userId="b519a442-dcea-4a28-9c45-7e29f1df5837" providerId="ADAL" clId="{8BC8A5CF-2DB3-45E9-BF57-F2ED810C291E}" dt="2026-09-15T18:46:04.496" v="747" actId="478"/>
          <ac:spMkLst>
            <pc:docMk/>
            <pc:sldMk cId="84592756" sldId="604"/>
            <ac:spMk id="9" creationId="{D716EEA3-3241-CEA3-5703-E651CFB8F632}"/>
          </ac:spMkLst>
        </pc:spChg>
        <pc:spChg chg="add mod">
          <ac:chgData name="Khobo, IL, Dr [ilkhobo@sun.ac.za]" userId="b519a442-dcea-4a28-9c45-7e29f1df5837" providerId="ADAL" clId="{8BC8A5CF-2DB3-45E9-BF57-F2ED810C291E}" dt="2026-09-15T19:00:18.861" v="1039" actId="403"/>
          <ac:spMkLst>
            <pc:docMk/>
            <pc:sldMk cId="84592756" sldId="604"/>
            <ac:spMk id="11" creationId="{B9905E3B-3A29-DF2F-05B9-6D0E43049AD0}"/>
          </ac:spMkLst>
        </pc:spChg>
        <pc:spChg chg="add mod">
          <ac:chgData name="Khobo, IL, Dr [ilkhobo@sun.ac.za]" userId="b519a442-dcea-4a28-9c45-7e29f1df5837" providerId="ADAL" clId="{8BC8A5CF-2DB3-45E9-BF57-F2ED810C291E}" dt="2026-09-15T19:03:04.657" v="1085" actId="1076"/>
          <ac:spMkLst>
            <pc:docMk/>
            <pc:sldMk cId="84592756" sldId="604"/>
            <ac:spMk id="12" creationId="{FF192393-F4F5-286C-D182-3259D0B81785}"/>
          </ac:spMkLst>
        </pc:spChg>
        <pc:spChg chg="add mod">
          <ac:chgData name="Khobo, IL, Dr [ilkhobo@sun.ac.za]" userId="b519a442-dcea-4a28-9c45-7e29f1df5837" providerId="ADAL" clId="{8BC8A5CF-2DB3-45E9-BF57-F2ED810C291E}" dt="2026-09-15T19:03:12.217" v="1087" actId="1076"/>
          <ac:spMkLst>
            <pc:docMk/>
            <pc:sldMk cId="84592756" sldId="604"/>
            <ac:spMk id="14" creationId="{511D7E57-E3A7-21B2-3132-8DA30FBE99E5}"/>
          </ac:spMkLst>
        </pc:spChg>
        <pc:spChg chg="add mod">
          <ac:chgData name="Khobo, IL, Dr [ilkhobo@sun.ac.za]" userId="b519a442-dcea-4a28-9c45-7e29f1df5837" providerId="ADAL" clId="{8BC8A5CF-2DB3-45E9-BF57-F2ED810C291E}" dt="2026-09-15T19:03:01.471" v="1084" actId="1076"/>
          <ac:spMkLst>
            <pc:docMk/>
            <pc:sldMk cId="84592756" sldId="604"/>
            <ac:spMk id="15" creationId="{1EAE794F-043B-9BD6-7003-B519B56CFB7F}"/>
          </ac:spMkLst>
        </pc:spChg>
        <pc:spChg chg="add mod">
          <ac:chgData name="Khobo, IL, Dr [ilkhobo@sun.ac.za]" userId="b519a442-dcea-4a28-9c45-7e29f1df5837" providerId="ADAL" clId="{8BC8A5CF-2DB3-45E9-BF57-F2ED810C291E}" dt="2026-09-15T19:03:09.399" v="1086" actId="1076"/>
          <ac:spMkLst>
            <pc:docMk/>
            <pc:sldMk cId="84592756" sldId="604"/>
            <ac:spMk id="17" creationId="{64B867B5-D7E2-7730-D327-8A793F8FC2E5}"/>
          </ac:spMkLst>
        </pc:spChg>
        <pc:spChg chg="add del mod">
          <ac:chgData name="Khobo, IL, Dr [ilkhobo@sun.ac.za]" userId="b519a442-dcea-4a28-9c45-7e29f1df5837" providerId="ADAL" clId="{8BC8A5CF-2DB3-45E9-BF57-F2ED810C291E}" dt="2026-09-15T18:59:55.893" v="1036" actId="478"/>
          <ac:spMkLst>
            <pc:docMk/>
            <pc:sldMk cId="84592756" sldId="604"/>
            <ac:spMk id="18" creationId="{2DA65E69-ECFB-C3B0-9FA3-7CDB19F22E11}"/>
          </ac:spMkLst>
        </pc:spChg>
        <pc:spChg chg="add del mod">
          <ac:chgData name="Khobo, IL, Dr [ilkhobo@sun.ac.za]" userId="b519a442-dcea-4a28-9c45-7e29f1df5837" providerId="ADAL" clId="{8BC8A5CF-2DB3-45E9-BF57-F2ED810C291E}" dt="2026-09-15T18:53:36.782" v="888"/>
          <ac:spMkLst>
            <pc:docMk/>
            <pc:sldMk cId="84592756" sldId="604"/>
            <ac:spMk id="19" creationId="{CAFDBE18-6BFA-416C-7FBA-5B40686157E1}"/>
          </ac:spMkLst>
        </pc:spChg>
        <pc:spChg chg="add del mod">
          <ac:chgData name="Khobo, IL, Dr [ilkhobo@sun.ac.za]" userId="b519a442-dcea-4a28-9c45-7e29f1df5837" providerId="ADAL" clId="{8BC8A5CF-2DB3-45E9-BF57-F2ED810C291E}" dt="2026-09-15T18:59:52.415" v="1035" actId="478"/>
          <ac:spMkLst>
            <pc:docMk/>
            <pc:sldMk cId="84592756" sldId="604"/>
            <ac:spMk id="20" creationId="{7A0CA8B9-FFFB-6E5D-6D50-C1371621743F}"/>
          </ac:spMkLst>
        </pc:spChg>
        <pc:spChg chg="add del mod">
          <ac:chgData name="Khobo, IL, Dr [ilkhobo@sun.ac.za]" userId="b519a442-dcea-4a28-9c45-7e29f1df5837" providerId="ADAL" clId="{8BC8A5CF-2DB3-45E9-BF57-F2ED810C291E}" dt="2026-09-15T18:59:49.512" v="1034" actId="478"/>
          <ac:spMkLst>
            <pc:docMk/>
            <pc:sldMk cId="84592756" sldId="604"/>
            <ac:spMk id="21" creationId="{D477D903-CCEA-7895-D3C4-8EE2B13CEA9A}"/>
          </ac:spMkLst>
        </pc:spChg>
        <pc:spChg chg="add mod">
          <ac:chgData name="Khobo, IL, Dr [ilkhobo@sun.ac.za]" userId="b519a442-dcea-4a28-9c45-7e29f1df5837" providerId="ADAL" clId="{8BC8A5CF-2DB3-45E9-BF57-F2ED810C291E}" dt="2026-09-15T19:02:11.861" v="1077" actId="20577"/>
          <ac:spMkLst>
            <pc:docMk/>
            <pc:sldMk cId="84592756" sldId="604"/>
            <ac:spMk id="23" creationId="{9CAAD3A5-CE17-CEB6-9201-0182D129D3FB}"/>
          </ac:spMkLst>
        </pc:spChg>
        <pc:spChg chg="add mod">
          <ac:chgData name="Khobo, IL, Dr [ilkhobo@sun.ac.za]" userId="b519a442-dcea-4a28-9c45-7e29f1df5837" providerId="ADAL" clId="{8BC8A5CF-2DB3-45E9-BF57-F2ED810C291E}" dt="2026-09-15T19:02:07.252" v="1072" actId="20577"/>
          <ac:spMkLst>
            <pc:docMk/>
            <pc:sldMk cId="84592756" sldId="604"/>
            <ac:spMk id="26" creationId="{40AECB49-9A3E-21EA-3155-146163027E0D}"/>
          </ac:spMkLst>
        </pc:spChg>
        <pc:spChg chg="mod">
          <ac:chgData name="Khobo, IL, Dr [ilkhobo@sun.ac.za]" userId="b519a442-dcea-4a28-9c45-7e29f1df5837" providerId="ADAL" clId="{8BC8A5CF-2DB3-45E9-BF57-F2ED810C291E}" dt="2026-09-15T18:52:06.590" v="870" actId="2711"/>
          <ac:spMkLst>
            <pc:docMk/>
            <pc:sldMk cId="84592756" sldId="604"/>
            <ac:spMk id="28" creationId="{E9DA9518-4859-4AAD-EE74-5F141D0FABF3}"/>
          </ac:spMkLst>
        </pc:spChg>
        <pc:spChg chg="mod">
          <ac:chgData name="Khobo, IL, Dr [ilkhobo@sun.ac.za]" userId="b519a442-dcea-4a28-9c45-7e29f1df5837" providerId="ADAL" clId="{8BC8A5CF-2DB3-45E9-BF57-F2ED810C291E}" dt="2026-09-15T18:52:06.590" v="870" actId="2711"/>
          <ac:spMkLst>
            <pc:docMk/>
            <pc:sldMk cId="84592756" sldId="604"/>
            <ac:spMk id="30" creationId="{9F2D349F-CDF6-CCAA-FBA6-FAAB6F345E2D}"/>
          </ac:spMkLst>
        </pc:spChg>
        <pc:spChg chg="add mod">
          <ac:chgData name="Khobo, IL, Dr [ilkhobo@sun.ac.za]" userId="b519a442-dcea-4a28-9c45-7e29f1df5837" providerId="ADAL" clId="{8BC8A5CF-2DB3-45E9-BF57-F2ED810C291E}" dt="2026-09-15T19:07:49.363" v="1198" actId="1076"/>
          <ac:spMkLst>
            <pc:docMk/>
            <pc:sldMk cId="84592756" sldId="604"/>
            <ac:spMk id="32" creationId="{B49782FC-1E2B-5779-F2D6-756D86302110}"/>
          </ac:spMkLst>
        </pc:spChg>
        <pc:spChg chg="mod">
          <ac:chgData name="Khobo, IL, Dr [ilkhobo@sun.ac.za]" userId="b519a442-dcea-4a28-9c45-7e29f1df5837" providerId="ADAL" clId="{8BC8A5CF-2DB3-45E9-BF57-F2ED810C291E}" dt="2026-09-15T18:52:06.590" v="870" actId="2711"/>
          <ac:spMkLst>
            <pc:docMk/>
            <pc:sldMk cId="84592756" sldId="604"/>
            <ac:spMk id="34" creationId="{4692AEB4-DB9E-8428-D6CB-1BC72820D5F7}"/>
          </ac:spMkLst>
        </pc:spChg>
        <pc:spChg chg="mod">
          <ac:chgData name="Khobo, IL, Dr [ilkhobo@sun.ac.za]" userId="b519a442-dcea-4a28-9c45-7e29f1df5837" providerId="ADAL" clId="{8BC8A5CF-2DB3-45E9-BF57-F2ED810C291E}" dt="2026-09-15T18:52:06.590" v="870" actId="2711"/>
          <ac:spMkLst>
            <pc:docMk/>
            <pc:sldMk cId="84592756" sldId="604"/>
            <ac:spMk id="36" creationId="{F3E19251-817A-15C9-3ACB-9EE17B3920EE}"/>
          </ac:spMkLst>
        </pc:spChg>
        <pc:spChg chg="add mod">
          <ac:chgData name="Khobo, IL, Dr [ilkhobo@sun.ac.za]" userId="b519a442-dcea-4a28-9c45-7e29f1df5837" providerId="ADAL" clId="{8BC8A5CF-2DB3-45E9-BF57-F2ED810C291E}" dt="2026-09-15T19:07:49.363" v="1198" actId="1076"/>
          <ac:spMkLst>
            <pc:docMk/>
            <pc:sldMk cId="84592756" sldId="604"/>
            <ac:spMk id="38" creationId="{35C6D963-9466-466B-7A0B-AF3D4ECF84F5}"/>
          </ac:spMkLst>
        </pc:spChg>
        <pc:spChg chg="add mod">
          <ac:chgData name="Khobo, IL, Dr [ilkhobo@sun.ac.za]" userId="b519a442-dcea-4a28-9c45-7e29f1df5837" providerId="ADAL" clId="{8BC8A5CF-2DB3-45E9-BF57-F2ED810C291E}" dt="2026-09-15T19:07:49.363" v="1198" actId="1076"/>
          <ac:spMkLst>
            <pc:docMk/>
            <pc:sldMk cId="84592756" sldId="604"/>
            <ac:spMk id="40" creationId="{6B1AA4BC-BE89-A25B-AA4F-81D35DF1351E}"/>
          </ac:spMkLst>
        </pc:spChg>
        <pc:spChg chg="add mod">
          <ac:chgData name="Khobo, IL, Dr [ilkhobo@sun.ac.za]" userId="b519a442-dcea-4a28-9c45-7e29f1df5837" providerId="ADAL" clId="{8BC8A5CF-2DB3-45E9-BF57-F2ED810C291E}" dt="2026-09-15T19:07:49.363" v="1198" actId="1076"/>
          <ac:spMkLst>
            <pc:docMk/>
            <pc:sldMk cId="84592756" sldId="604"/>
            <ac:spMk id="42" creationId="{F66C02F4-DD91-2514-FB5D-C30DAB83CF40}"/>
          </ac:spMkLst>
        </pc:spChg>
        <pc:spChg chg="add mod">
          <ac:chgData name="Khobo, IL, Dr [ilkhobo@sun.ac.za]" userId="b519a442-dcea-4a28-9c45-7e29f1df5837" providerId="ADAL" clId="{8BC8A5CF-2DB3-45E9-BF57-F2ED810C291E}" dt="2026-09-15T19:07:49.363" v="1198" actId="1076"/>
          <ac:spMkLst>
            <pc:docMk/>
            <pc:sldMk cId="84592756" sldId="604"/>
            <ac:spMk id="43" creationId="{88B78B92-6BEA-9C08-6137-8485DB536C7A}"/>
          </ac:spMkLst>
        </pc:spChg>
        <pc:picChg chg="add del mod">
          <ac:chgData name="Khobo, IL, Dr [ilkhobo@sun.ac.za]" userId="b519a442-dcea-4a28-9c45-7e29f1df5837" providerId="ADAL" clId="{8BC8A5CF-2DB3-45E9-BF57-F2ED810C291E}" dt="2026-09-15T18:39:14.657" v="639" actId="478"/>
          <ac:picMkLst>
            <pc:docMk/>
            <pc:sldMk cId="84592756" sldId="604"/>
            <ac:picMk id="3" creationId="{EC78D6E6-9FD8-1C39-925B-A4B7F957DB33}"/>
          </ac:picMkLst>
        </pc:picChg>
        <pc:cxnChg chg="add mod">
          <ac:chgData name="Khobo, IL, Dr [ilkhobo@sun.ac.za]" userId="b519a442-dcea-4a28-9c45-7e29f1df5837" providerId="ADAL" clId="{8BC8A5CF-2DB3-45E9-BF57-F2ED810C291E}" dt="2026-09-15T19:02:43.931" v="1080" actId="14100"/>
          <ac:cxnSpMkLst>
            <pc:docMk/>
            <pc:sldMk cId="84592756" sldId="604"/>
            <ac:cxnSpMk id="5" creationId="{EA9EEE8E-446C-F1D3-EFA0-E88E075A1EF7}"/>
          </ac:cxnSpMkLst>
        </pc:cxnChg>
      </pc:sldChg>
      <pc:sldChg chg="addSp modSp del modAnim">
        <pc:chgData name="Khobo, IL, Dr [ilkhobo@sun.ac.za]" userId="b519a442-dcea-4a28-9c45-7e29f1df5837" providerId="ADAL" clId="{8BC8A5CF-2DB3-45E9-BF57-F2ED810C291E}" dt="2026-09-15T10:02:57.689" v="58" actId="47"/>
        <pc:sldMkLst>
          <pc:docMk/>
          <pc:sldMk cId="2617875510" sldId="604"/>
        </pc:sldMkLst>
      </pc:sldChg>
      <pc:sldChg chg="modSp add mod">
        <pc:chgData name="Khobo, IL, Dr [ilkhobo@sun.ac.za]" userId="b519a442-dcea-4a28-9c45-7e29f1df5837" providerId="ADAL" clId="{8BC8A5CF-2DB3-45E9-BF57-F2ED810C291E}" dt="2026-09-15T15:58:29.349" v="422" actId="20577"/>
        <pc:sldMkLst>
          <pc:docMk/>
          <pc:sldMk cId="1759332422" sldId="605"/>
        </pc:sldMkLst>
        <pc:spChg chg="mod">
          <ac:chgData name="Khobo, IL, Dr [ilkhobo@sun.ac.za]" userId="b519a442-dcea-4a28-9c45-7e29f1df5837" providerId="ADAL" clId="{8BC8A5CF-2DB3-45E9-BF57-F2ED810C291E}" dt="2026-09-15T15:58:29.349" v="422" actId="20577"/>
          <ac:spMkLst>
            <pc:docMk/>
            <pc:sldMk cId="1759332422" sldId="605"/>
            <ac:spMk id="7" creationId="{0392588E-624C-7AD0-B724-63F4D96104A3}"/>
          </ac:spMkLst>
        </pc:spChg>
        <pc:spChg chg="mod">
          <ac:chgData name="Khobo, IL, Dr [ilkhobo@sun.ac.za]" userId="b519a442-dcea-4a28-9c45-7e29f1df5837" providerId="ADAL" clId="{8BC8A5CF-2DB3-45E9-BF57-F2ED810C291E}" dt="2026-09-15T15:52:14.023" v="122" actId="1076"/>
          <ac:spMkLst>
            <pc:docMk/>
            <pc:sldMk cId="1759332422" sldId="605"/>
            <ac:spMk id="11" creationId="{D291E540-97AC-586E-FDD4-E49C3473618B}"/>
          </ac:spMkLst>
        </pc:spChg>
      </pc:sldChg>
      <pc:sldChg chg="addSp modSp add mod modTransition">
        <pc:chgData name="Khobo, IL, Dr [ilkhobo@sun.ac.za]" userId="b519a442-dcea-4a28-9c45-7e29f1df5837" providerId="ADAL" clId="{8BC8A5CF-2DB3-45E9-BF57-F2ED810C291E}" dt="2026-09-15T19:09:31.793" v="1211" actId="14100"/>
        <pc:sldMkLst>
          <pc:docMk/>
          <pc:sldMk cId="1745189000" sldId="606"/>
        </pc:sldMkLst>
        <pc:spChg chg="add mod">
          <ac:chgData name="Khobo, IL, Dr [ilkhobo@sun.ac.za]" userId="b519a442-dcea-4a28-9c45-7e29f1df5837" providerId="ADAL" clId="{8BC8A5CF-2DB3-45E9-BF57-F2ED810C291E}" dt="2026-09-15T19:09:12.954" v="1207" actId="14100"/>
          <ac:spMkLst>
            <pc:docMk/>
            <pc:sldMk cId="1745189000" sldId="606"/>
            <ac:spMk id="2" creationId="{214A4A97-7E28-34EB-7068-8E8E600C4C5A}"/>
          </ac:spMkLst>
        </pc:spChg>
        <pc:spChg chg="add mod">
          <ac:chgData name="Khobo, IL, Dr [ilkhobo@sun.ac.za]" userId="b519a442-dcea-4a28-9c45-7e29f1df5837" providerId="ADAL" clId="{8BC8A5CF-2DB3-45E9-BF57-F2ED810C291E}" dt="2026-09-15T19:09:31.793" v="1211" actId="14100"/>
          <ac:spMkLst>
            <pc:docMk/>
            <pc:sldMk cId="1745189000" sldId="606"/>
            <ac:spMk id="4" creationId="{F5A2D3C6-9A2C-4E2A-DEED-6566BE2DEF19}"/>
          </ac:spMkLst>
        </pc:spChg>
      </pc:sldChg>
      <pc:sldChg chg="addSp modSp del modTransition modAnim">
        <pc:chgData name="Khobo, IL, Dr [ilkhobo@sun.ac.za]" userId="b519a442-dcea-4a28-9c45-7e29f1df5837" providerId="ADAL" clId="{8BC8A5CF-2DB3-45E9-BF57-F2ED810C291E}" dt="2026-09-15T10:02:57.689" v="58" actId="47"/>
        <pc:sldMkLst>
          <pc:docMk/>
          <pc:sldMk cId="2730558392" sldId="606"/>
        </pc:sldMkLst>
      </pc:sldChg>
      <pc:sldChg chg="modSp add mod">
        <pc:chgData name="Khobo, IL, Dr [ilkhobo@sun.ac.za]" userId="b519a442-dcea-4a28-9c45-7e29f1df5837" providerId="ADAL" clId="{8BC8A5CF-2DB3-45E9-BF57-F2ED810C291E}" dt="2026-09-15T19:14:49.054" v="1496" actId="1076"/>
        <pc:sldMkLst>
          <pc:docMk/>
          <pc:sldMk cId="13722152" sldId="607"/>
        </pc:sldMkLst>
        <pc:spChg chg="mod">
          <ac:chgData name="Khobo, IL, Dr [ilkhobo@sun.ac.za]" userId="b519a442-dcea-4a28-9c45-7e29f1df5837" providerId="ADAL" clId="{8BC8A5CF-2DB3-45E9-BF57-F2ED810C291E}" dt="2026-09-15T19:09:59.041" v="1213" actId="1076"/>
          <ac:spMkLst>
            <pc:docMk/>
            <pc:sldMk cId="13722152" sldId="607"/>
            <ac:spMk id="2" creationId="{0D4C2587-540B-84B1-65DD-908DFC83ACBF}"/>
          </ac:spMkLst>
        </pc:spChg>
        <pc:spChg chg="mod">
          <ac:chgData name="Khobo, IL, Dr [ilkhobo@sun.ac.za]" userId="b519a442-dcea-4a28-9c45-7e29f1df5837" providerId="ADAL" clId="{8BC8A5CF-2DB3-45E9-BF57-F2ED810C291E}" dt="2026-09-15T19:10:07.194" v="1214" actId="1076"/>
          <ac:spMkLst>
            <pc:docMk/>
            <pc:sldMk cId="13722152" sldId="607"/>
            <ac:spMk id="4" creationId="{9FF4ABC4-6E4B-8FFE-EA4B-F29795058CC7}"/>
          </ac:spMkLst>
        </pc:spChg>
        <pc:spChg chg="mod">
          <ac:chgData name="Khobo, IL, Dr [ilkhobo@sun.ac.za]" userId="b519a442-dcea-4a28-9c45-7e29f1df5837" providerId="ADAL" clId="{8BC8A5CF-2DB3-45E9-BF57-F2ED810C291E}" dt="2026-09-15T19:12:33.184" v="1336" actId="1076"/>
          <ac:spMkLst>
            <pc:docMk/>
            <pc:sldMk cId="13722152" sldId="607"/>
            <ac:spMk id="32" creationId="{FA49D874-D3A6-28A5-F499-6A997300CBD3}"/>
          </ac:spMkLst>
        </pc:spChg>
        <pc:spChg chg="mod">
          <ac:chgData name="Khobo, IL, Dr [ilkhobo@sun.ac.za]" userId="b519a442-dcea-4a28-9c45-7e29f1df5837" providerId="ADAL" clId="{8BC8A5CF-2DB3-45E9-BF57-F2ED810C291E}" dt="2026-09-15T19:11:43.400" v="1244" actId="20577"/>
          <ac:spMkLst>
            <pc:docMk/>
            <pc:sldMk cId="13722152" sldId="607"/>
            <ac:spMk id="38" creationId="{CF227703-9FF4-8D8E-6D70-4F6C12141CC8}"/>
          </ac:spMkLst>
        </pc:spChg>
        <pc:spChg chg="mod">
          <ac:chgData name="Khobo, IL, Dr [ilkhobo@sun.ac.za]" userId="b519a442-dcea-4a28-9c45-7e29f1df5837" providerId="ADAL" clId="{8BC8A5CF-2DB3-45E9-BF57-F2ED810C291E}" dt="2026-09-15T19:14:16.842" v="1453" actId="20577"/>
          <ac:spMkLst>
            <pc:docMk/>
            <pc:sldMk cId="13722152" sldId="607"/>
            <ac:spMk id="40" creationId="{7A2436AB-BAB5-5146-870B-BB84950A5370}"/>
          </ac:spMkLst>
        </pc:spChg>
        <pc:spChg chg="mod">
          <ac:chgData name="Khobo, IL, Dr [ilkhobo@sun.ac.za]" userId="b519a442-dcea-4a28-9c45-7e29f1df5837" providerId="ADAL" clId="{8BC8A5CF-2DB3-45E9-BF57-F2ED810C291E}" dt="2026-09-15T19:14:49.054" v="1496" actId="1076"/>
          <ac:spMkLst>
            <pc:docMk/>
            <pc:sldMk cId="13722152" sldId="607"/>
            <ac:spMk id="42" creationId="{40DA7F3D-7343-E06F-B5FA-7A81312FFC48}"/>
          </ac:spMkLst>
        </pc:spChg>
      </pc:sldChg>
      <pc:sldChg chg="del">
        <pc:chgData name="Khobo, IL, Dr [ilkhobo@sun.ac.za]" userId="b519a442-dcea-4a28-9c45-7e29f1df5837" providerId="ADAL" clId="{8BC8A5CF-2DB3-45E9-BF57-F2ED810C291E}" dt="2026-09-15T10:02:57.689" v="58" actId="47"/>
        <pc:sldMkLst>
          <pc:docMk/>
          <pc:sldMk cId="2665643766" sldId="607"/>
        </pc:sldMkLst>
      </pc:sldChg>
      <pc:sldChg chg="modSp add mod">
        <pc:chgData name="Khobo, IL, Dr [ilkhobo@sun.ac.za]" userId="b519a442-dcea-4a28-9c45-7e29f1df5837" providerId="ADAL" clId="{8BC8A5CF-2DB3-45E9-BF57-F2ED810C291E}" dt="2026-09-15T19:16:27.795" v="1553" actId="1076"/>
        <pc:sldMkLst>
          <pc:docMk/>
          <pc:sldMk cId="459443959" sldId="608"/>
        </pc:sldMkLst>
        <pc:spChg chg="mod">
          <ac:chgData name="Khobo, IL, Dr [ilkhobo@sun.ac.za]" userId="b519a442-dcea-4a28-9c45-7e29f1df5837" providerId="ADAL" clId="{8BC8A5CF-2DB3-45E9-BF57-F2ED810C291E}" dt="2026-09-15T19:15:44.711" v="1498" actId="1076"/>
          <ac:spMkLst>
            <pc:docMk/>
            <pc:sldMk cId="459443959" sldId="608"/>
            <ac:spMk id="2" creationId="{D21DC179-693E-CD0C-5CF0-0A0D63FCAB92}"/>
          </ac:spMkLst>
        </pc:spChg>
        <pc:spChg chg="mod">
          <ac:chgData name="Khobo, IL, Dr [ilkhobo@sun.ac.za]" userId="b519a442-dcea-4a28-9c45-7e29f1df5837" providerId="ADAL" clId="{8BC8A5CF-2DB3-45E9-BF57-F2ED810C291E}" dt="2026-09-15T19:15:49.212" v="1499" actId="1076"/>
          <ac:spMkLst>
            <pc:docMk/>
            <pc:sldMk cId="459443959" sldId="608"/>
            <ac:spMk id="4" creationId="{732519CA-0909-772E-8C63-C743D85A0170}"/>
          </ac:spMkLst>
        </pc:spChg>
        <pc:spChg chg="mod">
          <ac:chgData name="Khobo, IL, Dr [ilkhobo@sun.ac.za]" userId="b519a442-dcea-4a28-9c45-7e29f1df5837" providerId="ADAL" clId="{8BC8A5CF-2DB3-45E9-BF57-F2ED810C291E}" dt="2026-09-15T19:15:56.221" v="1515" actId="20577"/>
          <ac:spMkLst>
            <pc:docMk/>
            <pc:sldMk cId="459443959" sldId="608"/>
            <ac:spMk id="38" creationId="{2C90CDFB-5E80-4446-BE36-CDD669503713}"/>
          </ac:spMkLst>
        </pc:spChg>
        <pc:spChg chg="mod">
          <ac:chgData name="Khobo, IL, Dr [ilkhobo@sun.ac.za]" userId="b519a442-dcea-4a28-9c45-7e29f1df5837" providerId="ADAL" clId="{8BC8A5CF-2DB3-45E9-BF57-F2ED810C291E}" dt="2026-09-15T19:16:12.402" v="1533" actId="1076"/>
          <ac:spMkLst>
            <pc:docMk/>
            <pc:sldMk cId="459443959" sldId="608"/>
            <ac:spMk id="40" creationId="{114B0C2D-008A-1ADA-3B1E-D72EC720AF5C}"/>
          </ac:spMkLst>
        </pc:spChg>
        <pc:spChg chg="mod">
          <ac:chgData name="Khobo, IL, Dr [ilkhobo@sun.ac.za]" userId="b519a442-dcea-4a28-9c45-7e29f1df5837" providerId="ADAL" clId="{8BC8A5CF-2DB3-45E9-BF57-F2ED810C291E}" dt="2026-09-15T19:16:27.795" v="1553" actId="1076"/>
          <ac:spMkLst>
            <pc:docMk/>
            <pc:sldMk cId="459443959" sldId="608"/>
            <ac:spMk id="42" creationId="{7D49335A-E50F-B9CF-6DF6-6505D5500131}"/>
          </ac:spMkLst>
        </pc:spChg>
      </pc:sldChg>
      <pc:sldChg chg="del">
        <pc:chgData name="Khobo, IL, Dr [ilkhobo@sun.ac.za]" userId="b519a442-dcea-4a28-9c45-7e29f1df5837" providerId="ADAL" clId="{8BC8A5CF-2DB3-45E9-BF57-F2ED810C291E}" dt="2026-09-15T10:02:57.689" v="58" actId="47"/>
        <pc:sldMkLst>
          <pc:docMk/>
          <pc:sldMk cId="2024907815" sldId="608"/>
        </pc:sldMkLst>
      </pc:sldChg>
      <pc:sldChg chg="addSp delSp modSp add del mod modTransition">
        <pc:chgData name="Khobo, IL, Dr [ilkhobo@sun.ac.za]" userId="b519a442-dcea-4a28-9c45-7e29f1df5837" providerId="ADAL" clId="{8BC8A5CF-2DB3-45E9-BF57-F2ED810C291E}" dt="2026-09-15T19:32:13.701" v="1602" actId="2696"/>
        <pc:sldMkLst>
          <pc:docMk/>
          <pc:sldMk cId="376906371" sldId="609"/>
        </pc:sldMkLst>
        <pc:spChg chg="del mod">
          <ac:chgData name="Khobo, IL, Dr [ilkhobo@sun.ac.za]" userId="b519a442-dcea-4a28-9c45-7e29f1df5837" providerId="ADAL" clId="{8BC8A5CF-2DB3-45E9-BF57-F2ED810C291E}" dt="2026-09-15T19:21:05.679" v="1568" actId="478"/>
          <ac:spMkLst>
            <pc:docMk/>
            <pc:sldMk cId="376906371" sldId="609"/>
            <ac:spMk id="2" creationId="{822421D6-FDE9-BFB6-B9B4-7ADD24832B13}"/>
          </ac:spMkLst>
        </pc:spChg>
        <pc:spChg chg="del mod">
          <ac:chgData name="Khobo, IL, Dr [ilkhobo@sun.ac.za]" userId="b519a442-dcea-4a28-9c45-7e29f1df5837" providerId="ADAL" clId="{8BC8A5CF-2DB3-45E9-BF57-F2ED810C291E}" dt="2026-09-15T19:20:58.588" v="1565" actId="478"/>
          <ac:spMkLst>
            <pc:docMk/>
            <pc:sldMk cId="376906371" sldId="609"/>
            <ac:spMk id="4" creationId="{6E431C32-C11A-8F7F-5D9B-10C669FDD4AD}"/>
          </ac:spMkLst>
        </pc:spChg>
        <pc:spChg chg="del mod">
          <ac:chgData name="Khobo, IL, Dr [ilkhobo@sun.ac.za]" userId="b519a442-dcea-4a28-9c45-7e29f1df5837" providerId="ADAL" clId="{8BC8A5CF-2DB3-45E9-BF57-F2ED810C291E}" dt="2026-09-15T19:20:47.830" v="1562" actId="478"/>
          <ac:spMkLst>
            <pc:docMk/>
            <pc:sldMk cId="376906371" sldId="609"/>
            <ac:spMk id="7" creationId="{77CF4B45-F211-378F-E6AF-5E5E97AAAF89}"/>
          </ac:spMkLst>
        </pc:spChg>
        <pc:spChg chg="del">
          <ac:chgData name="Khobo, IL, Dr [ilkhobo@sun.ac.za]" userId="b519a442-dcea-4a28-9c45-7e29f1df5837" providerId="ADAL" clId="{8BC8A5CF-2DB3-45E9-BF57-F2ED810C291E}" dt="2026-09-15T19:20:47.830" v="1562" actId="478"/>
          <ac:spMkLst>
            <pc:docMk/>
            <pc:sldMk cId="376906371" sldId="609"/>
            <ac:spMk id="11" creationId="{FEA28E1C-5EF0-D9FA-495A-B77841D636D9}"/>
          </ac:spMkLst>
        </pc:spChg>
        <pc:spChg chg="del">
          <ac:chgData name="Khobo, IL, Dr [ilkhobo@sun.ac.za]" userId="b519a442-dcea-4a28-9c45-7e29f1df5837" providerId="ADAL" clId="{8BC8A5CF-2DB3-45E9-BF57-F2ED810C291E}" dt="2026-09-15T19:21:12.791" v="1569" actId="478"/>
          <ac:spMkLst>
            <pc:docMk/>
            <pc:sldMk cId="376906371" sldId="609"/>
            <ac:spMk id="12" creationId="{A1A58D27-C1CD-C7CB-E1F5-DA2ACA9555BD}"/>
          </ac:spMkLst>
        </pc:spChg>
        <pc:spChg chg="del mod">
          <ac:chgData name="Khobo, IL, Dr [ilkhobo@sun.ac.za]" userId="b519a442-dcea-4a28-9c45-7e29f1df5837" providerId="ADAL" clId="{8BC8A5CF-2DB3-45E9-BF57-F2ED810C291E}" dt="2026-09-15T19:20:58.588" v="1565" actId="478"/>
          <ac:spMkLst>
            <pc:docMk/>
            <pc:sldMk cId="376906371" sldId="609"/>
            <ac:spMk id="14" creationId="{0B4E12F3-E30F-6C7E-F13D-ADF0A22565EF}"/>
          </ac:spMkLst>
        </pc:spChg>
        <pc:spChg chg="del mod">
          <ac:chgData name="Khobo, IL, Dr [ilkhobo@sun.ac.za]" userId="b519a442-dcea-4a28-9c45-7e29f1df5837" providerId="ADAL" clId="{8BC8A5CF-2DB3-45E9-BF57-F2ED810C291E}" dt="2026-09-15T19:21:17.685" v="1572" actId="478"/>
          <ac:spMkLst>
            <pc:docMk/>
            <pc:sldMk cId="376906371" sldId="609"/>
            <ac:spMk id="15" creationId="{CBD550D4-6D56-E1CB-B3BE-2A69B557BB19}"/>
          </ac:spMkLst>
        </pc:spChg>
        <pc:spChg chg="del">
          <ac:chgData name="Khobo, IL, Dr [ilkhobo@sun.ac.za]" userId="b519a442-dcea-4a28-9c45-7e29f1df5837" providerId="ADAL" clId="{8BC8A5CF-2DB3-45E9-BF57-F2ED810C291E}" dt="2026-09-15T19:21:21.943" v="1573" actId="478"/>
          <ac:spMkLst>
            <pc:docMk/>
            <pc:sldMk cId="376906371" sldId="609"/>
            <ac:spMk id="17" creationId="{7784C77A-38B0-3705-A8A7-8B3001212885}"/>
          </ac:spMkLst>
        </pc:spChg>
        <pc:spChg chg="del">
          <ac:chgData name="Khobo, IL, Dr [ilkhobo@sun.ac.za]" userId="b519a442-dcea-4a28-9c45-7e29f1df5837" providerId="ADAL" clId="{8BC8A5CF-2DB3-45E9-BF57-F2ED810C291E}" dt="2026-09-15T19:20:44.769" v="1561" actId="478"/>
          <ac:spMkLst>
            <pc:docMk/>
            <pc:sldMk cId="376906371" sldId="609"/>
            <ac:spMk id="23" creationId="{750784E3-4749-B81C-32DB-AA76FC1563FD}"/>
          </ac:spMkLst>
        </pc:spChg>
        <pc:spChg chg="del mod">
          <ac:chgData name="Khobo, IL, Dr [ilkhobo@sun.ac.za]" userId="b519a442-dcea-4a28-9c45-7e29f1df5837" providerId="ADAL" clId="{8BC8A5CF-2DB3-45E9-BF57-F2ED810C291E}" dt="2026-09-15T19:20:44.769" v="1561" actId="478"/>
          <ac:spMkLst>
            <pc:docMk/>
            <pc:sldMk cId="376906371" sldId="609"/>
            <ac:spMk id="26" creationId="{81697839-16F4-9946-BF40-B58A453C06DE}"/>
          </ac:spMkLst>
        </pc:spChg>
        <pc:spChg chg="del mod">
          <ac:chgData name="Khobo, IL, Dr [ilkhobo@sun.ac.za]" userId="b519a442-dcea-4a28-9c45-7e29f1df5837" providerId="ADAL" clId="{8BC8A5CF-2DB3-45E9-BF57-F2ED810C291E}" dt="2026-09-15T19:20:39.031" v="1558" actId="478"/>
          <ac:spMkLst>
            <pc:docMk/>
            <pc:sldMk cId="376906371" sldId="609"/>
            <ac:spMk id="32" creationId="{23503959-FB70-F044-EA6D-331B51BD2FA6}"/>
          </ac:spMkLst>
        </pc:spChg>
        <pc:spChg chg="mod">
          <ac:chgData name="Khobo, IL, Dr [ilkhobo@sun.ac.za]" userId="b519a442-dcea-4a28-9c45-7e29f1df5837" providerId="ADAL" clId="{8BC8A5CF-2DB3-45E9-BF57-F2ED810C291E}" dt="2026-09-15T19:23:22.909" v="1601" actId="20577"/>
          <ac:spMkLst>
            <pc:docMk/>
            <pc:sldMk cId="376906371" sldId="609"/>
            <ac:spMk id="36" creationId="{4E898764-3486-FC02-853D-5864A35FBAF4}"/>
          </ac:spMkLst>
        </pc:spChg>
        <pc:spChg chg="del">
          <ac:chgData name="Khobo, IL, Dr [ilkhobo@sun.ac.za]" userId="b519a442-dcea-4a28-9c45-7e29f1df5837" providerId="ADAL" clId="{8BC8A5CF-2DB3-45E9-BF57-F2ED810C291E}" dt="2026-09-15T19:20:39.031" v="1558" actId="478"/>
          <ac:spMkLst>
            <pc:docMk/>
            <pc:sldMk cId="376906371" sldId="609"/>
            <ac:spMk id="38" creationId="{DE9859EF-5DE7-2FA4-10F3-25BE93A502E1}"/>
          </ac:spMkLst>
        </pc:spChg>
        <pc:spChg chg="del mod">
          <ac:chgData name="Khobo, IL, Dr [ilkhobo@sun.ac.za]" userId="b519a442-dcea-4a28-9c45-7e29f1df5837" providerId="ADAL" clId="{8BC8A5CF-2DB3-45E9-BF57-F2ED810C291E}" dt="2026-09-15T19:20:39.031" v="1558" actId="478"/>
          <ac:spMkLst>
            <pc:docMk/>
            <pc:sldMk cId="376906371" sldId="609"/>
            <ac:spMk id="40" creationId="{1D7E2B34-153C-5142-9B51-9CB987F1428C}"/>
          </ac:spMkLst>
        </pc:spChg>
        <pc:spChg chg="del mod">
          <ac:chgData name="Khobo, IL, Dr [ilkhobo@sun.ac.za]" userId="b519a442-dcea-4a28-9c45-7e29f1df5837" providerId="ADAL" clId="{8BC8A5CF-2DB3-45E9-BF57-F2ED810C291E}" dt="2026-09-15T19:20:39.031" v="1558" actId="478"/>
          <ac:spMkLst>
            <pc:docMk/>
            <pc:sldMk cId="376906371" sldId="609"/>
            <ac:spMk id="42" creationId="{3E350F79-9232-2FD6-81FE-A69E848530AD}"/>
          </ac:spMkLst>
        </pc:spChg>
        <pc:spChg chg="del">
          <ac:chgData name="Khobo, IL, Dr [ilkhobo@sun.ac.za]" userId="b519a442-dcea-4a28-9c45-7e29f1df5837" providerId="ADAL" clId="{8BC8A5CF-2DB3-45E9-BF57-F2ED810C291E}" dt="2026-09-15T19:21:12.791" v="1569" actId="478"/>
          <ac:spMkLst>
            <pc:docMk/>
            <pc:sldMk cId="376906371" sldId="609"/>
            <ac:spMk id="43" creationId="{A9317269-CAC2-9680-F9EB-8EE000F4EC65}"/>
          </ac:spMkLst>
        </pc:spChg>
        <pc:graphicFrameChg chg="add del modGraphic">
          <ac:chgData name="Khobo, IL, Dr [ilkhobo@sun.ac.za]" userId="b519a442-dcea-4a28-9c45-7e29f1df5837" providerId="ADAL" clId="{8BC8A5CF-2DB3-45E9-BF57-F2ED810C291E}" dt="2026-09-15T19:23:07.797" v="1575" actId="27309"/>
          <ac:graphicFrameMkLst>
            <pc:docMk/>
            <pc:sldMk cId="376906371" sldId="609"/>
            <ac:graphicFrameMk id="6" creationId="{D91B2C55-C980-63A7-C5BC-584B06809443}"/>
          </ac:graphicFrameMkLst>
        </pc:graphicFrameChg>
        <pc:cxnChg chg="del mod">
          <ac:chgData name="Khobo, IL, Dr [ilkhobo@sun.ac.za]" userId="b519a442-dcea-4a28-9c45-7e29f1df5837" providerId="ADAL" clId="{8BC8A5CF-2DB3-45E9-BF57-F2ED810C291E}" dt="2026-09-15T19:21:17.685" v="1572" actId="478"/>
          <ac:cxnSpMkLst>
            <pc:docMk/>
            <pc:sldMk cId="376906371" sldId="609"/>
            <ac:cxnSpMk id="5" creationId="{56EE5123-3142-2EC1-02B4-740217CFE805}"/>
          </ac:cxnSpMkLst>
        </pc:cxnChg>
      </pc:sldChg>
      <pc:sldChg chg="del modTransition">
        <pc:chgData name="Khobo, IL, Dr [ilkhobo@sun.ac.za]" userId="b519a442-dcea-4a28-9c45-7e29f1df5837" providerId="ADAL" clId="{8BC8A5CF-2DB3-45E9-BF57-F2ED810C291E}" dt="2026-09-15T10:02:57.689" v="58" actId="47"/>
        <pc:sldMkLst>
          <pc:docMk/>
          <pc:sldMk cId="995236150" sldId="609"/>
        </pc:sldMkLst>
      </pc:sldChg>
      <pc:sldChg chg="addSp delSp modSp add del mod modTransition">
        <pc:chgData name="Khobo, IL, Dr [ilkhobo@sun.ac.za]" userId="b519a442-dcea-4a28-9c45-7e29f1df5837" providerId="ADAL" clId="{8BC8A5CF-2DB3-45E9-BF57-F2ED810C291E}" dt="2026-09-15T20:05:58.235" v="1823" actId="47"/>
        <pc:sldMkLst>
          <pc:docMk/>
          <pc:sldMk cId="4018055489" sldId="609"/>
        </pc:sldMkLst>
        <pc:spChg chg="del">
          <ac:chgData name="Khobo, IL, Dr [ilkhobo@sun.ac.za]" userId="b519a442-dcea-4a28-9c45-7e29f1df5837" providerId="ADAL" clId="{8BC8A5CF-2DB3-45E9-BF57-F2ED810C291E}" dt="2026-09-15T19:32:58.729" v="1636" actId="478"/>
          <ac:spMkLst>
            <pc:docMk/>
            <pc:sldMk cId="4018055489" sldId="609"/>
            <ac:spMk id="2" creationId="{361CB8EA-CCFB-AEC8-4C14-6387684FAB4D}"/>
          </ac:spMkLst>
        </pc:spChg>
        <pc:spChg chg="del">
          <ac:chgData name="Khobo, IL, Dr [ilkhobo@sun.ac.za]" userId="b519a442-dcea-4a28-9c45-7e29f1df5837" providerId="ADAL" clId="{8BC8A5CF-2DB3-45E9-BF57-F2ED810C291E}" dt="2026-09-15T19:32:58.729" v="1636" actId="478"/>
          <ac:spMkLst>
            <pc:docMk/>
            <pc:sldMk cId="4018055489" sldId="609"/>
            <ac:spMk id="4" creationId="{C8A48FD3-7DC1-833C-897A-5FF80E18F6BB}"/>
          </ac:spMkLst>
        </pc:spChg>
        <pc:spChg chg="del">
          <ac:chgData name="Khobo, IL, Dr [ilkhobo@sun.ac.za]" userId="b519a442-dcea-4a28-9c45-7e29f1df5837" providerId="ADAL" clId="{8BC8A5CF-2DB3-45E9-BF57-F2ED810C291E}" dt="2026-09-15T19:32:58.729" v="1636" actId="478"/>
          <ac:spMkLst>
            <pc:docMk/>
            <pc:sldMk cId="4018055489" sldId="609"/>
            <ac:spMk id="7" creationId="{0A09236C-8580-3A45-EB9A-E8E3BFD0977A}"/>
          </ac:spMkLst>
        </pc:spChg>
        <pc:spChg chg="add del mod">
          <ac:chgData name="Khobo, IL, Dr [ilkhobo@sun.ac.za]" userId="b519a442-dcea-4a28-9c45-7e29f1df5837" providerId="ADAL" clId="{8BC8A5CF-2DB3-45E9-BF57-F2ED810C291E}" dt="2026-09-15T19:40:34.961" v="1642"/>
          <ac:spMkLst>
            <pc:docMk/>
            <pc:sldMk cId="4018055489" sldId="609"/>
            <ac:spMk id="8" creationId="{05F9117A-3A50-AEA2-650C-6152DE7EB1CA}"/>
          </ac:spMkLst>
        </pc:spChg>
        <pc:spChg chg="del">
          <ac:chgData name="Khobo, IL, Dr [ilkhobo@sun.ac.za]" userId="b519a442-dcea-4a28-9c45-7e29f1df5837" providerId="ADAL" clId="{8BC8A5CF-2DB3-45E9-BF57-F2ED810C291E}" dt="2026-09-15T19:32:58.729" v="1636" actId="478"/>
          <ac:spMkLst>
            <pc:docMk/>
            <pc:sldMk cId="4018055489" sldId="609"/>
            <ac:spMk id="11" creationId="{FED16FE2-B726-4DAC-DE5C-89B8A0A14CD2}"/>
          </ac:spMkLst>
        </pc:spChg>
        <pc:spChg chg="del">
          <ac:chgData name="Khobo, IL, Dr [ilkhobo@sun.ac.za]" userId="b519a442-dcea-4a28-9c45-7e29f1df5837" providerId="ADAL" clId="{8BC8A5CF-2DB3-45E9-BF57-F2ED810C291E}" dt="2026-09-15T19:33:04.546" v="1637" actId="478"/>
          <ac:spMkLst>
            <pc:docMk/>
            <pc:sldMk cId="4018055489" sldId="609"/>
            <ac:spMk id="12" creationId="{8CD5F133-17C7-2B44-B3AE-C747957FAE2E}"/>
          </ac:spMkLst>
        </pc:spChg>
        <pc:spChg chg="del">
          <ac:chgData name="Khobo, IL, Dr [ilkhobo@sun.ac.za]" userId="b519a442-dcea-4a28-9c45-7e29f1df5837" providerId="ADAL" clId="{8BC8A5CF-2DB3-45E9-BF57-F2ED810C291E}" dt="2026-09-15T19:33:04.546" v="1637" actId="478"/>
          <ac:spMkLst>
            <pc:docMk/>
            <pc:sldMk cId="4018055489" sldId="609"/>
            <ac:spMk id="14" creationId="{F00EC0F8-A243-9A8E-6CED-60D49B7770DC}"/>
          </ac:spMkLst>
        </pc:spChg>
        <pc:spChg chg="del">
          <ac:chgData name="Khobo, IL, Dr [ilkhobo@sun.ac.za]" userId="b519a442-dcea-4a28-9c45-7e29f1df5837" providerId="ADAL" clId="{8BC8A5CF-2DB3-45E9-BF57-F2ED810C291E}" dt="2026-09-15T19:33:04.546" v="1637" actId="478"/>
          <ac:spMkLst>
            <pc:docMk/>
            <pc:sldMk cId="4018055489" sldId="609"/>
            <ac:spMk id="15" creationId="{482EAA28-46F3-C699-5E55-0B5123AE46F6}"/>
          </ac:spMkLst>
        </pc:spChg>
        <pc:spChg chg="del">
          <ac:chgData name="Khobo, IL, Dr [ilkhobo@sun.ac.za]" userId="b519a442-dcea-4a28-9c45-7e29f1df5837" providerId="ADAL" clId="{8BC8A5CF-2DB3-45E9-BF57-F2ED810C291E}" dt="2026-09-15T19:33:04.546" v="1637" actId="478"/>
          <ac:spMkLst>
            <pc:docMk/>
            <pc:sldMk cId="4018055489" sldId="609"/>
            <ac:spMk id="17" creationId="{32D6D45D-BD64-1996-3BF1-D7CF2CE6A3FB}"/>
          </ac:spMkLst>
        </pc:spChg>
        <pc:spChg chg="mod">
          <ac:chgData name="Khobo, IL, Dr [ilkhobo@sun.ac.za]" userId="b519a442-dcea-4a28-9c45-7e29f1df5837" providerId="ADAL" clId="{8BC8A5CF-2DB3-45E9-BF57-F2ED810C291E}" dt="2026-09-15T19:32:33.209" v="1606" actId="1076"/>
          <ac:spMkLst>
            <pc:docMk/>
            <pc:sldMk cId="4018055489" sldId="609"/>
            <ac:spMk id="23" creationId="{B9163B1D-506F-591A-BBB4-46B9D5373088}"/>
          </ac:spMkLst>
        </pc:spChg>
        <pc:spChg chg="mod">
          <ac:chgData name="Khobo, IL, Dr [ilkhobo@sun.ac.za]" userId="b519a442-dcea-4a28-9c45-7e29f1df5837" providerId="ADAL" clId="{8BC8A5CF-2DB3-45E9-BF57-F2ED810C291E}" dt="2026-09-15T19:32:29.108" v="1605" actId="1076"/>
          <ac:spMkLst>
            <pc:docMk/>
            <pc:sldMk cId="4018055489" sldId="609"/>
            <ac:spMk id="26" creationId="{1E3CB9B3-9A3C-28D9-2488-FF34AF624733}"/>
          </ac:spMkLst>
        </pc:spChg>
        <pc:spChg chg="del">
          <ac:chgData name="Khobo, IL, Dr [ilkhobo@sun.ac.za]" userId="b519a442-dcea-4a28-9c45-7e29f1df5837" providerId="ADAL" clId="{8BC8A5CF-2DB3-45E9-BF57-F2ED810C291E}" dt="2026-09-15T19:41:07.780" v="1645" actId="478"/>
          <ac:spMkLst>
            <pc:docMk/>
            <pc:sldMk cId="4018055489" sldId="609"/>
            <ac:spMk id="32" creationId="{1A505F35-D915-6F77-B8E9-B3A3E1C33B86}"/>
          </ac:spMkLst>
        </pc:spChg>
        <pc:spChg chg="mod">
          <ac:chgData name="Khobo, IL, Dr [ilkhobo@sun.ac.za]" userId="b519a442-dcea-4a28-9c45-7e29f1df5837" providerId="ADAL" clId="{8BC8A5CF-2DB3-45E9-BF57-F2ED810C291E}" dt="2026-09-15T19:32:47.727" v="1635" actId="20577"/>
          <ac:spMkLst>
            <pc:docMk/>
            <pc:sldMk cId="4018055489" sldId="609"/>
            <ac:spMk id="36" creationId="{1C30B398-A88A-E8C8-1C58-08F93F41226C}"/>
          </ac:spMkLst>
        </pc:spChg>
        <pc:spChg chg="del">
          <ac:chgData name="Khobo, IL, Dr [ilkhobo@sun.ac.za]" userId="b519a442-dcea-4a28-9c45-7e29f1df5837" providerId="ADAL" clId="{8BC8A5CF-2DB3-45E9-BF57-F2ED810C291E}" dt="2026-09-15T19:41:07.780" v="1645" actId="478"/>
          <ac:spMkLst>
            <pc:docMk/>
            <pc:sldMk cId="4018055489" sldId="609"/>
            <ac:spMk id="38" creationId="{7052E8E8-832D-4A08-FE49-25B26567EB8E}"/>
          </ac:spMkLst>
        </pc:spChg>
        <pc:spChg chg="del">
          <ac:chgData name="Khobo, IL, Dr [ilkhobo@sun.ac.za]" userId="b519a442-dcea-4a28-9c45-7e29f1df5837" providerId="ADAL" clId="{8BC8A5CF-2DB3-45E9-BF57-F2ED810C291E}" dt="2026-09-15T19:41:07.780" v="1645" actId="478"/>
          <ac:spMkLst>
            <pc:docMk/>
            <pc:sldMk cId="4018055489" sldId="609"/>
            <ac:spMk id="40" creationId="{8DFC2228-8553-3B89-58C7-FBF246D2E2CD}"/>
          </ac:spMkLst>
        </pc:spChg>
        <pc:spChg chg="del">
          <ac:chgData name="Khobo, IL, Dr [ilkhobo@sun.ac.za]" userId="b519a442-dcea-4a28-9c45-7e29f1df5837" providerId="ADAL" clId="{8BC8A5CF-2DB3-45E9-BF57-F2ED810C291E}" dt="2026-09-15T19:41:07.780" v="1645" actId="478"/>
          <ac:spMkLst>
            <pc:docMk/>
            <pc:sldMk cId="4018055489" sldId="609"/>
            <ac:spMk id="42" creationId="{0997AACA-6002-BEF5-0996-4E7D682B3311}"/>
          </ac:spMkLst>
        </pc:spChg>
        <pc:spChg chg="del">
          <ac:chgData name="Khobo, IL, Dr [ilkhobo@sun.ac.za]" userId="b519a442-dcea-4a28-9c45-7e29f1df5837" providerId="ADAL" clId="{8BC8A5CF-2DB3-45E9-BF57-F2ED810C291E}" dt="2026-09-15T19:41:07.780" v="1645" actId="478"/>
          <ac:spMkLst>
            <pc:docMk/>
            <pc:sldMk cId="4018055489" sldId="609"/>
            <ac:spMk id="43" creationId="{A0CF97FD-1CE1-65EB-6AAA-857397663A55}"/>
          </ac:spMkLst>
        </pc:spChg>
        <pc:picChg chg="add mod">
          <ac:chgData name="Khobo, IL, Dr [ilkhobo@sun.ac.za]" userId="b519a442-dcea-4a28-9c45-7e29f1df5837" providerId="ADAL" clId="{8BC8A5CF-2DB3-45E9-BF57-F2ED810C291E}" dt="2026-09-15T19:41:51.402" v="1654" actId="14100"/>
          <ac:picMkLst>
            <pc:docMk/>
            <pc:sldMk cId="4018055489" sldId="609"/>
            <ac:picMk id="6" creationId="{C7B94A2F-EE5C-06E1-FF6A-710C81B25D04}"/>
          </ac:picMkLst>
        </pc:picChg>
        <pc:picChg chg="add mod">
          <ac:chgData name="Khobo, IL, Dr [ilkhobo@sun.ac.za]" userId="b519a442-dcea-4a28-9c45-7e29f1df5837" providerId="ADAL" clId="{8BC8A5CF-2DB3-45E9-BF57-F2ED810C291E}" dt="2026-09-15T19:41:46.622" v="1653" actId="14100"/>
          <ac:picMkLst>
            <pc:docMk/>
            <pc:sldMk cId="4018055489" sldId="609"/>
            <ac:picMk id="10" creationId="{C3A2801F-5298-27D2-90CC-978E15E98D38}"/>
          </ac:picMkLst>
        </pc:picChg>
      </pc:sldChg>
      <pc:sldChg chg="addSp delSp modSp add mod ord modTransition">
        <pc:chgData name="Khobo, IL, Dr [ilkhobo@sun.ac.za]" userId="b519a442-dcea-4a28-9c45-7e29f1df5837" providerId="ADAL" clId="{8BC8A5CF-2DB3-45E9-BF57-F2ED810C291E}" dt="2026-09-15T20:09:19.187" v="1846" actId="1076"/>
        <pc:sldMkLst>
          <pc:docMk/>
          <pc:sldMk cId="151805750" sldId="610"/>
        </pc:sldMkLst>
        <pc:spChg chg="del">
          <ac:chgData name="Khobo, IL, Dr [ilkhobo@sun.ac.za]" userId="b519a442-dcea-4a28-9c45-7e29f1df5837" providerId="ADAL" clId="{8BC8A5CF-2DB3-45E9-BF57-F2ED810C291E}" dt="2026-09-15T19:59:13.832" v="1673" actId="478"/>
          <ac:spMkLst>
            <pc:docMk/>
            <pc:sldMk cId="151805750" sldId="610"/>
            <ac:spMk id="2" creationId="{F75BBE86-AE12-0BFD-66F9-EEA4F0AE0CE6}"/>
          </ac:spMkLst>
        </pc:spChg>
        <pc:spChg chg="del">
          <ac:chgData name="Khobo, IL, Dr [ilkhobo@sun.ac.za]" userId="b519a442-dcea-4a28-9c45-7e29f1df5837" providerId="ADAL" clId="{8BC8A5CF-2DB3-45E9-BF57-F2ED810C291E}" dt="2026-09-15T20:00:41.308" v="1677" actId="478"/>
          <ac:spMkLst>
            <pc:docMk/>
            <pc:sldMk cId="151805750" sldId="610"/>
            <ac:spMk id="4" creationId="{F6A97E5B-7224-06EB-4627-FEE1298DDE36}"/>
          </ac:spMkLst>
        </pc:spChg>
        <pc:spChg chg="del">
          <ac:chgData name="Khobo, IL, Dr [ilkhobo@sun.ac.za]" userId="b519a442-dcea-4a28-9c45-7e29f1df5837" providerId="ADAL" clId="{8BC8A5CF-2DB3-45E9-BF57-F2ED810C291E}" dt="2026-09-15T19:56:49.780" v="1668" actId="478"/>
          <ac:spMkLst>
            <pc:docMk/>
            <pc:sldMk cId="151805750" sldId="610"/>
            <ac:spMk id="7" creationId="{1B824C2F-B37E-8269-4042-D79694016EF7}"/>
          </ac:spMkLst>
        </pc:spChg>
        <pc:spChg chg="del">
          <ac:chgData name="Khobo, IL, Dr [ilkhobo@sun.ac.za]" userId="b519a442-dcea-4a28-9c45-7e29f1df5837" providerId="ADAL" clId="{8BC8A5CF-2DB3-45E9-BF57-F2ED810C291E}" dt="2026-09-15T19:56:49.780" v="1668" actId="478"/>
          <ac:spMkLst>
            <pc:docMk/>
            <pc:sldMk cId="151805750" sldId="610"/>
            <ac:spMk id="11" creationId="{E2181884-84A8-01D6-8FD2-C4AA3C91702E}"/>
          </ac:spMkLst>
        </pc:spChg>
        <pc:spChg chg="del">
          <ac:chgData name="Khobo, IL, Dr [ilkhobo@sun.ac.za]" userId="b519a442-dcea-4a28-9c45-7e29f1df5837" providerId="ADAL" clId="{8BC8A5CF-2DB3-45E9-BF57-F2ED810C291E}" dt="2026-09-15T19:56:49.780" v="1668" actId="478"/>
          <ac:spMkLst>
            <pc:docMk/>
            <pc:sldMk cId="151805750" sldId="610"/>
            <ac:spMk id="12" creationId="{320DFF1E-235D-6B03-D0C4-2378218B28AD}"/>
          </ac:spMkLst>
        </pc:spChg>
        <pc:spChg chg="add mod">
          <ac:chgData name="Khobo, IL, Dr [ilkhobo@sun.ac.za]" userId="b519a442-dcea-4a28-9c45-7e29f1df5837" providerId="ADAL" clId="{8BC8A5CF-2DB3-45E9-BF57-F2ED810C291E}" dt="2026-09-15T20:09:19.187" v="1846" actId="1076"/>
          <ac:spMkLst>
            <pc:docMk/>
            <pc:sldMk cId="151805750" sldId="610"/>
            <ac:spMk id="13" creationId="{46E0CADE-5632-08B3-4B13-C185B545816E}"/>
          </ac:spMkLst>
        </pc:spChg>
        <pc:spChg chg="del">
          <ac:chgData name="Khobo, IL, Dr [ilkhobo@sun.ac.za]" userId="b519a442-dcea-4a28-9c45-7e29f1df5837" providerId="ADAL" clId="{8BC8A5CF-2DB3-45E9-BF57-F2ED810C291E}" dt="2026-09-15T19:56:49.780" v="1668" actId="478"/>
          <ac:spMkLst>
            <pc:docMk/>
            <pc:sldMk cId="151805750" sldId="610"/>
            <ac:spMk id="14" creationId="{AF1E7B3D-00A1-F4B1-34BE-557589934F17}"/>
          </ac:spMkLst>
        </pc:spChg>
        <pc:spChg chg="del">
          <ac:chgData name="Khobo, IL, Dr [ilkhobo@sun.ac.za]" userId="b519a442-dcea-4a28-9c45-7e29f1df5837" providerId="ADAL" clId="{8BC8A5CF-2DB3-45E9-BF57-F2ED810C291E}" dt="2026-09-15T19:56:49.780" v="1668" actId="478"/>
          <ac:spMkLst>
            <pc:docMk/>
            <pc:sldMk cId="151805750" sldId="610"/>
            <ac:spMk id="15" creationId="{E8F3445A-D649-5D62-BFF5-23C33066EE5D}"/>
          </ac:spMkLst>
        </pc:spChg>
        <pc:spChg chg="del">
          <ac:chgData name="Khobo, IL, Dr [ilkhobo@sun.ac.za]" userId="b519a442-dcea-4a28-9c45-7e29f1df5837" providerId="ADAL" clId="{8BC8A5CF-2DB3-45E9-BF57-F2ED810C291E}" dt="2026-09-15T19:56:49.780" v="1668" actId="478"/>
          <ac:spMkLst>
            <pc:docMk/>
            <pc:sldMk cId="151805750" sldId="610"/>
            <ac:spMk id="17" creationId="{6BEE8295-85FA-8D1F-1077-84AEDE29870F}"/>
          </ac:spMkLst>
        </pc:spChg>
        <pc:spChg chg="add mod">
          <ac:chgData name="Khobo, IL, Dr [ilkhobo@sun.ac.za]" userId="b519a442-dcea-4a28-9c45-7e29f1df5837" providerId="ADAL" clId="{8BC8A5CF-2DB3-45E9-BF57-F2ED810C291E}" dt="2026-09-15T20:09:19.187" v="1846" actId="1076"/>
          <ac:spMkLst>
            <pc:docMk/>
            <pc:sldMk cId="151805750" sldId="610"/>
            <ac:spMk id="18" creationId="{C4B7AD81-D778-20BC-73CB-441C39091152}"/>
          </ac:spMkLst>
        </pc:spChg>
        <pc:spChg chg="add mod">
          <ac:chgData name="Khobo, IL, Dr [ilkhobo@sun.ac.za]" userId="b519a442-dcea-4a28-9c45-7e29f1df5837" providerId="ADAL" clId="{8BC8A5CF-2DB3-45E9-BF57-F2ED810C291E}" dt="2026-09-15T20:09:19.187" v="1846" actId="1076"/>
          <ac:spMkLst>
            <pc:docMk/>
            <pc:sldMk cId="151805750" sldId="610"/>
            <ac:spMk id="20" creationId="{F9D29A10-5ADF-19F7-6296-614FEA2F5964}"/>
          </ac:spMkLst>
        </pc:spChg>
        <pc:spChg chg="add mod">
          <ac:chgData name="Khobo, IL, Dr [ilkhobo@sun.ac.za]" userId="b519a442-dcea-4a28-9c45-7e29f1df5837" providerId="ADAL" clId="{8BC8A5CF-2DB3-45E9-BF57-F2ED810C291E}" dt="2026-09-15T20:09:19.187" v="1846" actId="1076"/>
          <ac:spMkLst>
            <pc:docMk/>
            <pc:sldMk cId="151805750" sldId="610"/>
            <ac:spMk id="22" creationId="{4D4BC24C-A434-6CC4-F1C7-49B29C9F9721}"/>
          </ac:spMkLst>
        </pc:spChg>
        <pc:spChg chg="mod">
          <ac:chgData name="Khobo, IL, Dr [ilkhobo@sun.ac.za]" userId="b519a442-dcea-4a28-9c45-7e29f1df5837" providerId="ADAL" clId="{8BC8A5CF-2DB3-45E9-BF57-F2ED810C291E}" dt="2026-09-15T19:57:09.412" v="1670" actId="1076"/>
          <ac:spMkLst>
            <pc:docMk/>
            <pc:sldMk cId="151805750" sldId="610"/>
            <ac:spMk id="23" creationId="{838023FB-5BDD-C966-692E-27CEE9F0F018}"/>
          </ac:spMkLst>
        </pc:spChg>
        <pc:spChg chg="add mod">
          <ac:chgData name="Khobo, IL, Dr [ilkhobo@sun.ac.za]" userId="b519a442-dcea-4a28-9c45-7e29f1df5837" providerId="ADAL" clId="{8BC8A5CF-2DB3-45E9-BF57-F2ED810C291E}" dt="2026-09-15T20:09:19.187" v="1846" actId="1076"/>
          <ac:spMkLst>
            <pc:docMk/>
            <pc:sldMk cId="151805750" sldId="610"/>
            <ac:spMk id="25" creationId="{B93E2F4C-AE4F-97F4-C812-8D01B1454407}"/>
          </ac:spMkLst>
        </pc:spChg>
        <pc:spChg chg="mod">
          <ac:chgData name="Khobo, IL, Dr [ilkhobo@sun.ac.za]" userId="b519a442-dcea-4a28-9c45-7e29f1df5837" providerId="ADAL" clId="{8BC8A5CF-2DB3-45E9-BF57-F2ED810C291E}" dt="2026-09-15T19:57:02.933" v="1669" actId="1076"/>
          <ac:spMkLst>
            <pc:docMk/>
            <pc:sldMk cId="151805750" sldId="610"/>
            <ac:spMk id="26" creationId="{954D3740-FFC3-4728-274C-16B355CB0E06}"/>
          </ac:spMkLst>
        </pc:spChg>
        <pc:spChg chg="add mod">
          <ac:chgData name="Khobo, IL, Dr [ilkhobo@sun.ac.za]" userId="b519a442-dcea-4a28-9c45-7e29f1df5837" providerId="ADAL" clId="{8BC8A5CF-2DB3-45E9-BF57-F2ED810C291E}" dt="2026-09-15T20:09:19.187" v="1846" actId="1076"/>
          <ac:spMkLst>
            <pc:docMk/>
            <pc:sldMk cId="151805750" sldId="610"/>
            <ac:spMk id="29" creationId="{6C45E656-4752-0DC9-D949-996685816044}"/>
          </ac:spMkLst>
        </pc:spChg>
        <pc:spChg chg="mod">
          <ac:chgData name="Khobo, IL, Dr [ilkhobo@sun.ac.za]" userId="b519a442-dcea-4a28-9c45-7e29f1df5837" providerId="ADAL" clId="{8BC8A5CF-2DB3-45E9-BF57-F2ED810C291E}" dt="2026-09-15T20:06:45.340" v="1831" actId="1076"/>
          <ac:spMkLst>
            <pc:docMk/>
            <pc:sldMk cId="151805750" sldId="610"/>
            <ac:spMk id="32" creationId="{E39A6152-62F8-7A86-0FA3-01FDFFFE897C}"/>
          </ac:spMkLst>
        </pc:spChg>
        <pc:spChg chg="add mod">
          <ac:chgData name="Khobo, IL, Dr [ilkhobo@sun.ac.za]" userId="b519a442-dcea-4a28-9c45-7e29f1df5837" providerId="ADAL" clId="{8BC8A5CF-2DB3-45E9-BF57-F2ED810C291E}" dt="2026-09-15T20:09:19.187" v="1846" actId="1076"/>
          <ac:spMkLst>
            <pc:docMk/>
            <pc:sldMk cId="151805750" sldId="610"/>
            <ac:spMk id="33" creationId="{6D7FA946-A2E5-8677-E6D0-3E41883EB0A9}"/>
          </ac:spMkLst>
        </pc:spChg>
        <pc:spChg chg="mod">
          <ac:chgData name="Khobo, IL, Dr [ilkhobo@sun.ac.za]" userId="b519a442-dcea-4a28-9c45-7e29f1df5837" providerId="ADAL" clId="{8BC8A5CF-2DB3-45E9-BF57-F2ED810C291E}" dt="2026-09-15T19:56:15.715" v="1665"/>
          <ac:spMkLst>
            <pc:docMk/>
            <pc:sldMk cId="151805750" sldId="610"/>
            <ac:spMk id="36" creationId="{29C1E65B-D0DA-7DE9-3D66-2147DB5BD755}"/>
          </ac:spMkLst>
        </pc:spChg>
        <pc:spChg chg="mod">
          <ac:chgData name="Khobo, IL, Dr [ilkhobo@sun.ac.za]" userId="b519a442-dcea-4a28-9c45-7e29f1df5837" providerId="ADAL" clId="{8BC8A5CF-2DB3-45E9-BF57-F2ED810C291E}" dt="2026-09-15T20:06:45.340" v="1831" actId="1076"/>
          <ac:spMkLst>
            <pc:docMk/>
            <pc:sldMk cId="151805750" sldId="610"/>
            <ac:spMk id="38" creationId="{663E2297-8835-AEC1-6589-69F9D21A73F8}"/>
          </ac:spMkLst>
        </pc:spChg>
        <pc:spChg chg="mod">
          <ac:chgData name="Khobo, IL, Dr [ilkhobo@sun.ac.za]" userId="b519a442-dcea-4a28-9c45-7e29f1df5837" providerId="ADAL" clId="{8BC8A5CF-2DB3-45E9-BF57-F2ED810C291E}" dt="2026-09-15T20:06:45.340" v="1831" actId="1076"/>
          <ac:spMkLst>
            <pc:docMk/>
            <pc:sldMk cId="151805750" sldId="610"/>
            <ac:spMk id="40" creationId="{EE69C978-13CB-F7B4-3483-D9E9B0D5139B}"/>
          </ac:spMkLst>
        </pc:spChg>
        <pc:spChg chg="add mod">
          <ac:chgData name="Khobo, IL, Dr [ilkhobo@sun.ac.za]" userId="b519a442-dcea-4a28-9c45-7e29f1df5837" providerId="ADAL" clId="{8BC8A5CF-2DB3-45E9-BF57-F2ED810C291E}" dt="2026-09-15T20:09:19.187" v="1846" actId="1076"/>
          <ac:spMkLst>
            <pc:docMk/>
            <pc:sldMk cId="151805750" sldId="610"/>
            <ac:spMk id="41" creationId="{7D19732A-3783-14D2-7BB1-BC3A7F2452CE}"/>
          </ac:spMkLst>
        </pc:spChg>
        <pc:spChg chg="mod">
          <ac:chgData name="Khobo, IL, Dr [ilkhobo@sun.ac.za]" userId="b519a442-dcea-4a28-9c45-7e29f1df5837" providerId="ADAL" clId="{8BC8A5CF-2DB3-45E9-BF57-F2ED810C291E}" dt="2026-09-15T20:06:45.340" v="1831" actId="1076"/>
          <ac:spMkLst>
            <pc:docMk/>
            <pc:sldMk cId="151805750" sldId="610"/>
            <ac:spMk id="42" creationId="{4EF19E2E-7259-6FDF-3889-E0ECCEF5373E}"/>
          </ac:spMkLst>
        </pc:spChg>
        <pc:spChg chg="mod">
          <ac:chgData name="Khobo, IL, Dr [ilkhobo@sun.ac.za]" userId="b519a442-dcea-4a28-9c45-7e29f1df5837" providerId="ADAL" clId="{8BC8A5CF-2DB3-45E9-BF57-F2ED810C291E}" dt="2026-09-15T20:06:45.340" v="1831" actId="1076"/>
          <ac:spMkLst>
            <pc:docMk/>
            <pc:sldMk cId="151805750" sldId="610"/>
            <ac:spMk id="43" creationId="{85716F52-6819-AD6D-10B2-643FED12A90A}"/>
          </ac:spMkLst>
        </pc:spChg>
        <pc:spChg chg="add del mod">
          <ac:chgData name="Khobo, IL, Dr [ilkhobo@sun.ac.za]" userId="b519a442-dcea-4a28-9c45-7e29f1df5837" providerId="ADAL" clId="{8BC8A5CF-2DB3-45E9-BF57-F2ED810C291E}" dt="2026-09-15T20:08:46.506" v="1844" actId="478"/>
          <ac:spMkLst>
            <pc:docMk/>
            <pc:sldMk cId="151805750" sldId="610"/>
            <ac:spMk id="44" creationId="{09D22B8B-6366-D6C0-CEC2-ADED250D588C}"/>
          </ac:spMkLst>
        </pc:spChg>
        <pc:picChg chg="add mod">
          <ac:chgData name="Khobo, IL, Dr [ilkhobo@sun.ac.za]" userId="b519a442-dcea-4a28-9c45-7e29f1df5837" providerId="ADAL" clId="{8BC8A5CF-2DB3-45E9-BF57-F2ED810C291E}" dt="2026-09-15T20:08:43.185" v="1843" actId="1076"/>
          <ac:picMkLst>
            <pc:docMk/>
            <pc:sldMk cId="151805750" sldId="610"/>
            <ac:picMk id="6" creationId="{7995C909-38DF-0639-1F8A-875799CFC2F6}"/>
          </ac:picMkLst>
        </pc:picChg>
        <pc:picChg chg="add mod">
          <ac:chgData name="Khobo, IL, Dr [ilkhobo@sun.ac.za]" userId="b519a442-dcea-4a28-9c45-7e29f1df5837" providerId="ADAL" clId="{8BC8A5CF-2DB3-45E9-BF57-F2ED810C291E}" dt="2026-09-15T20:01:12.530" v="1684" actId="1076"/>
          <ac:picMkLst>
            <pc:docMk/>
            <pc:sldMk cId="151805750" sldId="610"/>
            <ac:picMk id="9" creationId="{28ACC5FF-1B99-B7E6-42B2-7A751AEB7B3D}"/>
          </ac:picMkLst>
        </pc:picChg>
        <pc:cxnChg chg="mod">
          <ac:chgData name="Khobo, IL, Dr [ilkhobo@sun.ac.za]" userId="b519a442-dcea-4a28-9c45-7e29f1df5837" providerId="ADAL" clId="{8BC8A5CF-2DB3-45E9-BF57-F2ED810C291E}" dt="2026-09-15T20:01:19.040" v="1685" actId="14100"/>
          <ac:cxnSpMkLst>
            <pc:docMk/>
            <pc:sldMk cId="151805750" sldId="610"/>
            <ac:cxnSpMk id="5" creationId="{0638F07B-5DB1-4C15-C615-4E7EC326CD4E}"/>
          </ac:cxnSpMkLst>
        </pc:cxnChg>
      </pc:sldChg>
      <pc:sldChg chg="addSp delSp modSp add del mod">
        <pc:chgData name="Khobo, IL, Dr [ilkhobo@sun.ac.za]" userId="b519a442-dcea-4a28-9c45-7e29f1df5837" providerId="ADAL" clId="{8BC8A5CF-2DB3-45E9-BF57-F2ED810C291E}" dt="2026-09-15T19:55:41.061" v="1663" actId="47"/>
        <pc:sldMkLst>
          <pc:docMk/>
          <pc:sldMk cId="3577406852" sldId="610"/>
        </pc:sldMkLst>
        <pc:picChg chg="add mod">
          <ac:chgData name="Khobo, IL, Dr [ilkhobo@sun.ac.za]" userId="b519a442-dcea-4a28-9c45-7e29f1df5837" providerId="ADAL" clId="{8BC8A5CF-2DB3-45E9-BF57-F2ED810C291E}" dt="2026-09-15T19:43:09.482" v="1661" actId="1076"/>
          <ac:picMkLst>
            <pc:docMk/>
            <pc:sldMk cId="3577406852" sldId="610"/>
            <ac:picMk id="3" creationId="{1C4DDBA5-603E-837D-C9AB-1E2AD74E2448}"/>
          </ac:picMkLst>
        </pc:picChg>
        <pc:picChg chg="del">
          <ac:chgData name="Khobo, IL, Dr [ilkhobo@sun.ac.za]" userId="b519a442-dcea-4a28-9c45-7e29f1df5837" providerId="ADAL" clId="{8BC8A5CF-2DB3-45E9-BF57-F2ED810C291E}" dt="2026-09-15T19:42:54.604" v="1656" actId="478"/>
          <ac:picMkLst>
            <pc:docMk/>
            <pc:sldMk cId="3577406852" sldId="610"/>
            <ac:picMk id="6" creationId="{121E51E4-E5CD-A291-7092-6B101ACA03AB}"/>
          </ac:picMkLst>
        </pc:picChg>
        <pc:picChg chg="del">
          <ac:chgData name="Khobo, IL, Dr [ilkhobo@sun.ac.za]" userId="b519a442-dcea-4a28-9c45-7e29f1df5837" providerId="ADAL" clId="{8BC8A5CF-2DB3-45E9-BF57-F2ED810C291E}" dt="2026-09-15T19:42:56.297" v="1657" actId="478"/>
          <ac:picMkLst>
            <pc:docMk/>
            <pc:sldMk cId="3577406852" sldId="610"/>
            <ac:picMk id="10" creationId="{CFBBAE7D-96E7-0F93-2007-8F62A8232187}"/>
          </ac:picMkLst>
        </pc:picChg>
        <pc:cxnChg chg="mod">
          <ac:chgData name="Khobo, IL, Dr [ilkhobo@sun.ac.za]" userId="b519a442-dcea-4a28-9c45-7e29f1df5837" providerId="ADAL" clId="{8BC8A5CF-2DB3-45E9-BF57-F2ED810C291E}" dt="2026-09-15T19:43:22.879" v="1662" actId="14100"/>
          <ac:cxnSpMkLst>
            <pc:docMk/>
            <pc:sldMk cId="3577406852" sldId="610"/>
            <ac:cxnSpMk id="5" creationId="{3A3BA6D9-E3E6-6D50-9BAB-2FC74700F9A3}"/>
          </ac:cxnSpMkLst>
        </pc:cxnChg>
      </pc:sldChg>
      <pc:sldChg chg="del modTransition">
        <pc:chgData name="Khobo, IL, Dr [ilkhobo@sun.ac.za]" userId="b519a442-dcea-4a28-9c45-7e29f1df5837" providerId="ADAL" clId="{8BC8A5CF-2DB3-45E9-BF57-F2ED810C291E}" dt="2026-09-15T10:02:57.689" v="58" actId="47"/>
        <pc:sldMkLst>
          <pc:docMk/>
          <pc:sldMk cId="4291752700" sldId="610"/>
        </pc:sldMkLst>
      </pc:sldChg>
      <pc:sldChg chg="del modTransition">
        <pc:chgData name="Khobo, IL, Dr [ilkhobo@sun.ac.za]" userId="b519a442-dcea-4a28-9c45-7e29f1df5837" providerId="ADAL" clId="{8BC8A5CF-2DB3-45E9-BF57-F2ED810C291E}" dt="2026-09-15T10:02:57.689" v="58" actId="47"/>
        <pc:sldMkLst>
          <pc:docMk/>
          <pc:sldMk cId="2659670836" sldId="611"/>
        </pc:sldMkLst>
      </pc:sldChg>
      <pc:sldChg chg="modSp add del">
        <pc:chgData name="Khobo, IL, Dr [ilkhobo@sun.ac.za]" userId="b519a442-dcea-4a28-9c45-7e29f1df5837" providerId="ADAL" clId="{8BC8A5CF-2DB3-45E9-BF57-F2ED810C291E}" dt="2026-09-15T20:05:51.159" v="1821" actId="47"/>
        <pc:sldMkLst>
          <pc:docMk/>
          <pc:sldMk cId="4062056494" sldId="611"/>
        </pc:sldMkLst>
        <pc:spChg chg="mod">
          <ac:chgData name="Khobo, IL, Dr [ilkhobo@sun.ac.za]" userId="b519a442-dcea-4a28-9c45-7e29f1df5837" providerId="ADAL" clId="{8BC8A5CF-2DB3-45E9-BF57-F2ED810C291E}" dt="2026-09-15T19:56:21.123" v="1666"/>
          <ac:spMkLst>
            <pc:docMk/>
            <pc:sldMk cId="4062056494" sldId="611"/>
            <ac:spMk id="36" creationId="{C5A78CBF-B944-597B-66DE-D641B93338B1}"/>
          </ac:spMkLst>
        </pc:spChg>
      </pc:sldChg>
      <pc:sldChg chg="modSp add del">
        <pc:chgData name="Khobo, IL, Dr [ilkhobo@sun.ac.za]" userId="b519a442-dcea-4a28-9c45-7e29f1df5837" providerId="ADAL" clId="{8BC8A5CF-2DB3-45E9-BF57-F2ED810C291E}" dt="2026-09-15T20:05:54.787" v="1822" actId="47"/>
        <pc:sldMkLst>
          <pc:docMk/>
          <pc:sldMk cId="21037684" sldId="612"/>
        </pc:sldMkLst>
        <pc:spChg chg="mod">
          <ac:chgData name="Khobo, IL, Dr [ilkhobo@sun.ac.za]" userId="b519a442-dcea-4a28-9c45-7e29f1df5837" providerId="ADAL" clId="{8BC8A5CF-2DB3-45E9-BF57-F2ED810C291E}" dt="2026-09-15T19:56:25.504" v="1667"/>
          <ac:spMkLst>
            <pc:docMk/>
            <pc:sldMk cId="21037684" sldId="612"/>
            <ac:spMk id="36" creationId="{CF47DA9B-657E-CBB7-5780-F44270064A5C}"/>
          </ac:spMkLst>
        </pc:spChg>
      </pc:sldChg>
      <pc:sldChg chg="del modTransition">
        <pc:chgData name="Khobo, IL, Dr [ilkhobo@sun.ac.za]" userId="b519a442-dcea-4a28-9c45-7e29f1df5837" providerId="ADAL" clId="{8BC8A5CF-2DB3-45E9-BF57-F2ED810C291E}" dt="2026-09-15T10:02:57.689" v="58" actId="47"/>
        <pc:sldMkLst>
          <pc:docMk/>
          <pc:sldMk cId="1232320393" sldId="612"/>
        </pc:sldMkLst>
      </pc:sldChg>
      <pc:sldChg chg="del modTransition">
        <pc:chgData name="Khobo, IL, Dr [ilkhobo@sun.ac.za]" userId="b519a442-dcea-4a28-9c45-7e29f1df5837" providerId="ADAL" clId="{8BC8A5CF-2DB3-45E9-BF57-F2ED810C291E}" dt="2026-09-15T10:02:57.689" v="58" actId="47"/>
        <pc:sldMkLst>
          <pc:docMk/>
          <pc:sldMk cId="1010666066" sldId="613"/>
        </pc:sldMkLst>
      </pc:sldChg>
      <pc:sldChg chg="modSp add mod">
        <pc:chgData name="Khobo, IL, Dr [ilkhobo@sun.ac.za]" userId="b519a442-dcea-4a28-9c45-7e29f1df5837" providerId="ADAL" clId="{8BC8A5CF-2DB3-45E9-BF57-F2ED810C291E}" dt="2026-09-15T20:09:52.925" v="1849" actId="1076"/>
        <pc:sldMkLst>
          <pc:docMk/>
          <pc:sldMk cId="3693082243" sldId="613"/>
        </pc:sldMkLst>
        <pc:spChg chg="mod">
          <ac:chgData name="Khobo, IL, Dr [ilkhobo@sun.ac.za]" userId="b519a442-dcea-4a28-9c45-7e29f1df5837" providerId="ADAL" clId="{8BC8A5CF-2DB3-45E9-BF57-F2ED810C291E}" dt="2026-09-15T20:09:35.037" v="1847" actId="20577"/>
          <ac:spMkLst>
            <pc:docMk/>
            <pc:sldMk cId="3693082243" sldId="613"/>
            <ac:spMk id="13" creationId="{63D2AA3C-46D7-DA9C-CEB3-3E83B7467591}"/>
          </ac:spMkLst>
        </pc:spChg>
        <pc:spChg chg="mod">
          <ac:chgData name="Khobo, IL, Dr [ilkhobo@sun.ac.za]" userId="b519a442-dcea-4a28-9c45-7e29f1df5837" providerId="ADAL" clId="{8BC8A5CF-2DB3-45E9-BF57-F2ED810C291E}" dt="2026-09-15T20:09:37.856" v="1848" actId="20577"/>
          <ac:spMkLst>
            <pc:docMk/>
            <pc:sldMk cId="3693082243" sldId="613"/>
            <ac:spMk id="20" creationId="{EC8FD916-0C88-58F4-B3D0-A1CDA7F16D9B}"/>
          </ac:spMkLst>
        </pc:spChg>
        <pc:spChg chg="mod">
          <ac:chgData name="Khobo, IL, Dr [ilkhobo@sun.ac.za]" userId="b519a442-dcea-4a28-9c45-7e29f1df5837" providerId="ADAL" clId="{8BC8A5CF-2DB3-45E9-BF57-F2ED810C291E}" dt="2026-09-15T20:09:52.925" v="1849" actId="1076"/>
          <ac:spMkLst>
            <pc:docMk/>
            <pc:sldMk cId="3693082243" sldId="613"/>
            <ac:spMk id="32" creationId="{586F914A-650B-DC66-4F2D-E6502F37E8E2}"/>
          </ac:spMkLst>
        </pc:spChg>
        <pc:spChg chg="mod">
          <ac:chgData name="Khobo, IL, Dr [ilkhobo@sun.ac.za]" userId="b519a442-dcea-4a28-9c45-7e29f1df5837" providerId="ADAL" clId="{8BC8A5CF-2DB3-45E9-BF57-F2ED810C291E}" dt="2026-09-15T20:09:52.925" v="1849" actId="1076"/>
          <ac:spMkLst>
            <pc:docMk/>
            <pc:sldMk cId="3693082243" sldId="613"/>
            <ac:spMk id="38" creationId="{BDB51DA6-D6CB-EC4F-6DBF-2E07723C41E2}"/>
          </ac:spMkLst>
        </pc:spChg>
        <pc:spChg chg="mod">
          <ac:chgData name="Khobo, IL, Dr [ilkhobo@sun.ac.za]" userId="b519a442-dcea-4a28-9c45-7e29f1df5837" providerId="ADAL" clId="{8BC8A5CF-2DB3-45E9-BF57-F2ED810C291E}" dt="2026-09-15T20:09:52.925" v="1849" actId="1076"/>
          <ac:spMkLst>
            <pc:docMk/>
            <pc:sldMk cId="3693082243" sldId="613"/>
            <ac:spMk id="40" creationId="{7AE41456-CCDD-9CDF-5694-5EAE74EB50E2}"/>
          </ac:spMkLst>
        </pc:spChg>
        <pc:spChg chg="mod">
          <ac:chgData name="Khobo, IL, Dr [ilkhobo@sun.ac.za]" userId="b519a442-dcea-4a28-9c45-7e29f1df5837" providerId="ADAL" clId="{8BC8A5CF-2DB3-45E9-BF57-F2ED810C291E}" dt="2026-09-15T20:09:52.925" v="1849" actId="1076"/>
          <ac:spMkLst>
            <pc:docMk/>
            <pc:sldMk cId="3693082243" sldId="613"/>
            <ac:spMk id="42" creationId="{7F18C209-2BD3-AAB7-81EC-EAC18EF70F75}"/>
          </ac:spMkLst>
        </pc:spChg>
        <pc:spChg chg="mod">
          <ac:chgData name="Khobo, IL, Dr [ilkhobo@sun.ac.za]" userId="b519a442-dcea-4a28-9c45-7e29f1df5837" providerId="ADAL" clId="{8BC8A5CF-2DB3-45E9-BF57-F2ED810C291E}" dt="2026-09-15T20:09:52.925" v="1849" actId="1076"/>
          <ac:spMkLst>
            <pc:docMk/>
            <pc:sldMk cId="3693082243" sldId="613"/>
            <ac:spMk id="43" creationId="{5F002C93-9C91-068F-FAC3-9AAC41CDBF1C}"/>
          </ac:spMkLst>
        </pc:spChg>
      </pc:sldChg>
      <pc:sldChg chg="del modTransition">
        <pc:chgData name="Khobo, IL, Dr [ilkhobo@sun.ac.za]" userId="b519a442-dcea-4a28-9c45-7e29f1df5837" providerId="ADAL" clId="{8BC8A5CF-2DB3-45E9-BF57-F2ED810C291E}" dt="2026-09-15T10:02:57.689" v="58" actId="47"/>
        <pc:sldMkLst>
          <pc:docMk/>
          <pc:sldMk cId="2261601680" sldId="614"/>
        </pc:sldMkLst>
      </pc:sldChg>
      <pc:sldChg chg="addSp modSp add mod">
        <pc:chgData name="Khobo, IL, Dr [ilkhobo@sun.ac.za]" userId="b519a442-dcea-4a28-9c45-7e29f1df5837" providerId="ADAL" clId="{8BC8A5CF-2DB3-45E9-BF57-F2ED810C291E}" dt="2026-09-15T20:12:03.580" v="1871" actId="208"/>
        <pc:sldMkLst>
          <pc:docMk/>
          <pc:sldMk cId="3609518710" sldId="614"/>
        </pc:sldMkLst>
        <pc:spChg chg="add mod">
          <ac:chgData name="Khobo, IL, Dr [ilkhobo@sun.ac.za]" userId="b519a442-dcea-4a28-9c45-7e29f1df5837" providerId="ADAL" clId="{8BC8A5CF-2DB3-45E9-BF57-F2ED810C291E}" dt="2026-09-15T20:11:58.577" v="1870" actId="208"/>
          <ac:spMkLst>
            <pc:docMk/>
            <pc:sldMk cId="3609518710" sldId="614"/>
            <ac:spMk id="2" creationId="{A073E58D-F896-BA53-1704-586955C19F14}"/>
          </ac:spMkLst>
        </pc:spChg>
        <pc:spChg chg="add mod">
          <ac:chgData name="Khobo, IL, Dr [ilkhobo@sun.ac.za]" userId="b519a442-dcea-4a28-9c45-7e29f1df5837" providerId="ADAL" clId="{8BC8A5CF-2DB3-45E9-BF57-F2ED810C291E}" dt="2026-09-15T20:12:03.580" v="1871" actId="208"/>
          <ac:spMkLst>
            <pc:docMk/>
            <pc:sldMk cId="3609518710" sldId="614"/>
            <ac:spMk id="4" creationId="{F0ABB394-3B00-1803-F44B-5CD19AD9F85B}"/>
          </ac:spMkLst>
        </pc:spChg>
        <pc:spChg chg="mod">
          <ac:chgData name="Khobo, IL, Dr [ilkhobo@sun.ac.za]" userId="b519a442-dcea-4a28-9c45-7e29f1df5837" providerId="ADAL" clId="{8BC8A5CF-2DB3-45E9-BF57-F2ED810C291E}" dt="2026-09-15T20:10:55.876" v="1867" actId="404"/>
          <ac:spMkLst>
            <pc:docMk/>
            <pc:sldMk cId="3609518710" sldId="614"/>
            <ac:spMk id="18" creationId="{3A1E9FA7-46F4-0BE0-DC66-D64EB0F5B2F7}"/>
          </ac:spMkLst>
        </pc:spChg>
        <pc:spChg chg="mod">
          <ac:chgData name="Khobo, IL, Dr [ilkhobo@sun.ac.za]" userId="b519a442-dcea-4a28-9c45-7e29f1df5837" providerId="ADAL" clId="{8BC8A5CF-2DB3-45E9-BF57-F2ED810C291E}" dt="2026-09-15T20:11:07.874" v="1869" actId="404"/>
          <ac:spMkLst>
            <pc:docMk/>
            <pc:sldMk cId="3609518710" sldId="614"/>
            <ac:spMk id="22" creationId="{638DEF41-E81C-F951-02B8-8F065F45AF42}"/>
          </ac:spMkLst>
        </pc:spChg>
        <pc:picChg chg="mod">
          <ac:chgData name="Khobo, IL, Dr [ilkhobo@sun.ac.za]" userId="b519a442-dcea-4a28-9c45-7e29f1df5837" providerId="ADAL" clId="{8BC8A5CF-2DB3-45E9-BF57-F2ED810C291E}" dt="2026-09-15T20:10:26.469" v="1856" actId="1076"/>
          <ac:picMkLst>
            <pc:docMk/>
            <pc:sldMk cId="3609518710" sldId="614"/>
            <ac:picMk id="6" creationId="{0709ABED-DAAF-CD91-CE71-3C17AF3C6B9C}"/>
          </ac:picMkLst>
        </pc:picChg>
      </pc:sldChg>
      <pc:sldChg chg="del modTransition">
        <pc:chgData name="Khobo, IL, Dr [ilkhobo@sun.ac.za]" userId="b519a442-dcea-4a28-9c45-7e29f1df5837" providerId="ADAL" clId="{8BC8A5CF-2DB3-45E9-BF57-F2ED810C291E}" dt="2026-09-15T10:02:57.689" v="58" actId="47"/>
        <pc:sldMkLst>
          <pc:docMk/>
          <pc:sldMk cId="2987790422" sldId="615"/>
        </pc:sldMkLst>
      </pc:sldChg>
      <pc:sldChg chg="addSp delSp modSp add mod">
        <pc:chgData name="Khobo, IL, Dr [ilkhobo@sun.ac.za]" userId="b519a442-dcea-4a28-9c45-7e29f1df5837" providerId="ADAL" clId="{8BC8A5CF-2DB3-45E9-BF57-F2ED810C291E}" dt="2026-09-15T20:25:56.541" v="2313" actId="1076"/>
        <pc:sldMkLst>
          <pc:docMk/>
          <pc:sldMk cId="3080705287" sldId="615"/>
        </pc:sldMkLst>
        <pc:spChg chg="mod">
          <ac:chgData name="Khobo, IL, Dr [ilkhobo@sun.ac.za]" userId="b519a442-dcea-4a28-9c45-7e29f1df5837" providerId="ADAL" clId="{8BC8A5CF-2DB3-45E9-BF57-F2ED810C291E}" dt="2026-09-15T20:12:28.167" v="1874" actId="14100"/>
          <ac:spMkLst>
            <pc:docMk/>
            <pc:sldMk cId="3080705287" sldId="615"/>
            <ac:spMk id="2" creationId="{01423C58-DC1F-A1D5-8B2F-CC7880D6CA4E}"/>
          </ac:spMkLst>
        </pc:spChg>
        <pc:spChg chg="mod">
          <ac:chgData name="Khobo, IL, Dr [ilkhobo@sun.ac.za]" userId="b519a442-dcea-4a28-9c45-7e29f1df5837" providerId="ADAL" clId="{8BC8A5CF-2DB3-45E9-BF57-F2ED810C291E}" dt="2026-09-15T20:12:39.730" v="1876" actId="14100"/>
          <ac:spMkLst>
            <pc:docMk/>
            <pc:sldMk cId="3080705287" sldId="615"/>
            <ac:spMk id="4" creationId="{A7445DA5-F418-1B72-0CD9-BFF3680D8339}"/>
          </ac:spMkLst>
        </pc:spChg>
        <pc:spChg chg="add mod">
          <ac:chgData name="Khobo, IL, Dr [ilkhobo@sun.ac.za]" userId="b519a442-dcea-4a28-9c45-7e29f1df5837" providerId="ADAL" clId="{8BC8A5CF-2DB3-45E9-BF57-F2ED810C291E}" dt="2026-09-15T20:14:09.857" v="1880" actId="1076"/>
          <ac:spMkLst>
            <pc:docMk/>
            <pc:sldMk cId="3080705287" sldId="615"/>
            <ac:spMk id="7" creationId="{987D5CF9-C2A2-2CCA-7023-1082FF1C62BB}"/>
          </ac:spMkLst>
        </pc:spChg>
        <pc:spChg chg="add del mod">
          <ac:chgData name="Khobo, IL, Dr [ilkhobo@sun.ac.za]" userId="b519a442-dcea-4a28-9c45-7e29f1df5837" providerId="ADAL" clId="{8BC8A5CF-2DB3-45E9-BF57-F2ED810C291E}" dt="2026-09-15T20:16:38.438" v="2008" actId="478"/>
          <ac:spMkLst>
            <pc:docMk/>
            <pc:sldMk cId="3080705287" sldId="615"/>
            <ac:spMk id="8" creationId="{9CA05A06-B109-0E76-CD3E-D71EF30066E2}"/>
          </ac:spMkLst>
        </pc:spChg>
        <pc:spChg chg="add mod">
          <ac:chgData name="Khobo, IL, Dr [ilkhobo@sun.ac.za]" userId="b519a442-dcea-4a28-9c45-7e29f1df5837" providerId="ADAL" clId="{8BC8A5CF-2DB3-45E9-BF57-F2ED810C291E}" dt="2026-09-15T20:17:17.164" v="2015" actId="1076"/>
          <ac:spMkLst>
            <pc:docMk/>
            <pc:sldMk cId="3080705287" sldId="615"/>
            <ac:spMk id="11" creationId="{BA94F053-5DE1-D4C3-4C86-1EBBF904C243}"/>
          </ac:spMkLst>
        </pc:spChg>
        <pc:spChg chg="add mod">
          <ac:chgData name="Khobo, IL, Dr [ilkhobo@sun.ac.za]" userId="b519a442-dcea-4a28-9c45-7e29f1df5837" providerId="ADAL" clId="{8BC8A5CF-2DB3-45E9-BF57-F2ED810C291E}" dt="2026-09-15T20:25:56.541" v="2313" actId="1076"/>
          <ac:spMkLst>
            <pc:docMk/>
            <pc:sldMk cId="3080705287" sldId="615"/>
            <ac:spMk id="12" creationId="{471400A0-F3EC-C640-512A-9889639A70CA}"/>
          </ac:spMkLst>
        </pc:spChg>
        <pc:spChg chg="mod">
          <ac:chgData name="Khobo, IL, Dr [ilkhobo@sun.ac.za]" userId="b519a442-dcea-4a28-9c45-7e29f1df5837" providerId="ADAL" clId="{8BC8A5CF-2DB3-45E9-BF57-F2ED810C291E}" dt="2026-09-15T20:13:18.951" v="1877" actId="20577"/>
          <ac:spMkLst>
            <pc:docMk/>
            <pc:sldMk cId="3080705287" sldId="615"/>
            <ac:spMk id="18" creationId="{764AFC38-36E3-3BE7-FDED-72FCA31ADC97}"/>
          </ac:spMkLst>
        </pc:spChg>
        <pc:spChg chg="mod">
          <ac:chgData name="Khobo, IL, Dr [ilkhobo@sun.ac.za]" userId="b519a442-dcea-4a28-9c45-7e29f1df5837" providerId="ADAL" clId="{8BC8A5CF-2DB3-45E9-BF57-F2ED810C291E}" dt="2026-09-15T20:15:59.560" v="1995" actId="1076"/>
          <ac:spMkLst>
            <pc:docMk/>
            <pc:sldMk cId="3080705287" sldId="615"/>
            <ac:spMk id="20" creationId="{0B9CD705-2230-9E1B-B1B0-B4F708E010DB}"/>
          </ac:spMkLst>
        </pc:spChg>
        <pc:spChg chg="mod">
          <ac:chgData name="Khobo, IL, Dr [ilkhobo@sun.ac.za]" userId="b519a442-dcea-4a28-9c45-7e29f1df5837" providerId="ADAL" clId="{8BC8A5CF-2DB3-45E9-BF57-F2ED810C291E}" dt="2026-09-15T20:13:26.255" v="1878" actId="20577"/>
          <ac:spMkLst>
            <pc:docMk/>
            <pc:sldMk cId="3080705287" sldId="615"/>
            <ac:spMk id="22" creationId="{EC53E362-B101-63DF-FCF9-4829AEFDD02B}"/>
          </ac:spMkLst>
        </pc:spChg>
        <pc:spChg chg="mod">
          <ac:chgData name="Khobo, IL, Dr [ilkhobo@sun.ac.za]" userId="b519a442-dcea-4a28-9c45-7e29f1df5837" providerId="ADAL" clId="{8BC8A5CF-2DB3-45E9-BF57-F2ED810C291E}" dt="2026-09-15T20:14:59.200" v="1937" actId="20577"/>
          <ac:spMkLst>
            <pc:docMk/>
            <pc:sldMk cId="3080705287" sldId="615"/>
            <ac:spMk id="38" creationId="{99FF498C-52B1-C7BC-91A2-EA565C95B7A9}"/>
          </ac:spMkLst>
        </pc:spChg>
        <pc:spChg chg="mod">
          <ac:chgData name="Khobo, IL, Dr [ilkhobo@sun.ac.za]" userId="b519a442-dcea-4a28-9c45-7e29f1df5837" providerId="ADAL" clId="{8BC8A5CF-2DB3-45E9-BF57-F2ED810C291E}" dt="2026-09-15T20:23:07.945" v="2235" actId="1076"/>
          <ac:spMkLst>
            <pc:docMk/>
            <pc:sldMk cId="3080705287" sldId="615"/>
            <ac:spMk id="40" creationId="{CA83C7B7-9686-397F-D249-04767516E267}"/>
          </ac:spMkLst>
        </pc:spChg>
        <pc:spChg chg="mod">
          <ac:chgData name="Khobo, IL, Dr [ilkhobo@sun.ac.za]" userId="b519a442-dcea-4a28-9c45-7e29f1df5837" providerId="ADAL" clId="{8BC8A5CF-2DB3-45E9-BF57-F2ED810C291E}" dt="2026-09-15T20:24:37.641" v="2246" actId="1076"/>
          <ac:spMkLst>
            <pc:docMk/>
            <pc:sldMk cId="3080705287" sldId="615"/>
            <ac:spMk id="42" creationId="{D5DE91A8-E47D-FCD6-9F70-191229373FB0}"/>
          </ac:spMkLst>
        </pc:spChg>
        <pc:picChg chg="mod">
          <ac:chgData name="Khobo, IL, Dr [ilkhobo@sun.ac.za]" userId="b519a442-dcea-4a28-9c45-7e29f1df5837" providerId="ADAL" clId="{8BC8A5CF-2DB3-45E9-BF57-F2ED810C291E}" dt="2026-09-15T20:23:19.098" v="2237" actId="1076"/>
          <ac:picMkLst>
            <pc:docMk/>
            <pc:sldMk cId="3080705287" sldId="615"/>
            <ac:picMk id="6" creationId="{E0BECBE9-500D-F7CD-D49F-9451EFD1DBF2}"/>
          </ac:picMkLst>
        </pc:picChg>
        <pc:picChg chg="mod">
          <ac:chgData name="Khobo, IL, Dr [ilkhobo@sun.ac.za]" userId="b519a442-dcea-4a28-9c45-7e29f1df5837" providerId="ADAL" clId="{8BC8A5CF-2DB3-45E9-BF57-F2ED810C291E}" dt="2026-09-15T20:16:34.048" v="2007" actId="1076"/>
          <ac:picMkLst>
            <pc:docMk/>
            <pc:sldMk cId="3080705287" sldId="615"/>
            <ac:picMk id="9" creationId="{2F2DA2B8-9A7A-D26D-A848-510A8C599F23}"/>
          </ac:picMkLst>
        </pc:picChg>
      </pc:sldChg>
      <pc:sldChg chg="del">
        <pc:chgData name="Khobo, IL, Dr [ilkhobo@sun.ac.za]" userId="b519a442-dcea-4a28-9c45-7e29f1df5837" providerId="ADAL" clId="{8BC8A5CF-2DB3-45E9-BF57-F2ED810C291E}" dt="2026-09-15T10:02:57.689" v="58" actId="47"/>
        <pc:sldMkLst>
          <pc:docMk/>
          <pc:sldMk cId="2474332566" sldId="616"/>
        </pc:sldMkLst>
      </pc:sldChg>
      <pc:sldChg chg="addSp modSp add mod">
        <pc:chgData name="Khobo, IL, Dr [ilkhobo@sun.ac.za]" userId="b519a442-dcea-4a28-9c45-7e29f1df5837" providerId="ADAL" clId="{8BC8A5CF-2DB3-45E9-BF57-F2ED810C291E}" dt="2026-09-15T20:26:02.567" v="2314" actId="22"/>
        <pc:sldMkLst>
          <pc:docMk/>
          <pc:sldMk cId="3982426206" sldId="616"/>
        </pc:sldMkLst>
        <pc:spChg chg="mod">
          <ac:chgData name="Khobo, IL, Dr [ilkhobo@sun.ac.za]" userId="b519a442-dcea-4a28-9c45-7e29f1df5837" providerId="ADAL" clId="{8BC8A5CF-2DB3-45E9-BF57-F2ED810C291E}" dt="2026-09-15T20:18:48.647" v="2027" actId="1076"/>
          <ac:spMkLst>
            <pc:docMk/>
            <pc:sldMk cId="3982426206" sldId="616"/>
            <ac:spMk id="2" creationId="{A0E65A60-CDC9-9DA4-151C-30A021F22DB8}"/>
          </ac:spMkLst>
        </pc:spChg>
        <pc:spChg chg="mod">
          <ac:chgData name="Khobo, IL, Dr [ilkhobo@sun.ac.za]" userId="b519a442-dcea-4a28-9c45-7e29f1df5837" providerId="ADAL" clId="{8BC8A5CF-2DB3-45E9-BF57-F2ED810C291E}" dt="2026-09-15T20:18:57.242" v="2028" actId="1076"/>
          <ac:spMkLst>
            <pc:docMk/>
            <pc:sldMk cId="3982426206" sldId="616"/>
            <ac:spMk id="4" creationId="{51F580FC-67A9-A774-231F-35A7E4EA192C}"/>
          </ac:spMkLst>
        </pc:spChg>
        <pc:spChg chg="add">
          <ac:chgData name="Khobo, IL, Dr [ilkhobo@sun.ac.za]" userId="b519a442-dcea-4a28-9c45-7e29f1df5837" providerId="ADAL" clId="{8BC8A5CF-2DB3-45E9-BF57-F2ED810C291E}" dt="2026-09-15T20:26:02.567" v="2314" actId="22"/>
          <ac:spMkLst>
            <pc:docMk/>
            <pc:sldMk cId="3982426206" sldId="616"/>
            <ac:spMk id="8" creationId="{577E3C8A-B691-09C3-CBCD-1B3D410A60EC}"/>
          </ac:spMkLst>
        </pc:spChg>
        <pc:spChg chg="mod">
          <ac:chgData name="Khobo, IL, Dr [ilkhobo@sun.ac.za]" userId="b519a442-dcea-4a28-9c45-7e29f1df5837" providerId="ADAL" clId="{8BC8A5CF-2DB3-45E9-BF57-F2ED810C291E}" dt="2026-09-15T20:19:10.600" v="2032" actId="20577"/>
          <ac:spMkLst>
            <pc:docMk/>
            <pc:sldMk cId="3982426206" sldId="616"/>
            <ac:spMk id="18" creationId="{801CDB74-2624-5E2F-8BAF-99EC8704842E}"/>
          </ac:spMkLst>
        </pc:spChg>
        <pc:spChg chg="mod">
          <ac:chgData name="Khobo, IL, Dr [ilkhobo@sun.ac.za]" userId="b519a442-dcea-4a28-9c45-7e29f1df5837" providerId="ADAL" clId="{8BC8A5CF-2DB3-45E9-BF57-F2ED810C291E}" dt="2026-09-15T20:19:17.664" v="2034" actId="20577"/>
          <ac:spMkLst>
            <pc:docMk/>
            <pc:sldMk cId="3982426206" sldId="616"/>
            <ac:spMk id="20" creationId="{53980478-84D3-418A-8B5B-C3C2BFF8E79E}"/>
          </ac:spMkLst>
        </pc:spChg>
        <pc:spChg chg="mod">
          <ac:chgData name="Khobo, IL, Dr [ilkhobo@sun.ac.za]" userId="b519a442-dcea-4a28-9c45-7e29f1df5837" providerId="ADAL" clId="{8BC8A5CF-2DB3-45E9-BF57-F2ED810C291E}" dt="2026-09-15T20:17:39.746" v="2026" actId="20577"/>
          <ac:spMkLst>
            <pc:docMk/>
            <pc:sldMk cId="3982426206" sldId="616"/>
            <ac:spMk id="38" creationId="{7CFC3731-D6F4-6447-99C5-5985680DE3D4}"/>
          </ac:spMkLst>
        </pc:spChg>
        <pc:spChg chg="mod">
          <ac:chgData name="Khobo, IL, Dr [ilkhobo@sun.ac.za]" userId="b519a442-dcea-4a28-9c45-7e29f1df5837" providerId="ADAL" clId="{8BC8A5CF-2DB3-45E9-BF57-F2ED810C291E}" dt="2026-09-15T20:19:58.410" v="2120" actId="1076"/>
          <ac:spMkLst>
            <pc:docMk/>
            <pc:sldMk cId="3982426206" sldId="616"/>
            <ac:spMk id="40" creationId="{868449B9-BA41-6A6F-0935-2863A627DD5F}"/>
          </ac:spMkLst>
        </pc:spChg>
        <pc:spChg chg="mod">
          <ac:chgData name="Khobo, IL, Dr [ilkhobo@sun.ac.za]" userId="b519a442-dcea-4a28-9c45-7e29f1df5837" providerId="ADAL" clId="{8BC8A5CF-2DB3-45E9-BF57-F2ED810C291E}" dt="2026-09-15T20:25:41.911" v="2312" actId="1076"/>
          <ac:spMkLst>
            <pc:docMk/>
            <pc:sldMk cId="3982426206" sldId="616"/>
            <ac:spMk id="42" creationId="{58D6B470-F0C8-6E73-59E5-AE5B4EBF8BCF}"/>
          </ac:spMkLst>
        </pc:spChg>
      </pc:sldChg>
      <pc:sldChg chg="delSp modSp add mod">
        <pc:chgData name="Khobo, IL, Dr [ilkhobo@sun.ac.za]" userId="b519a442-dcea-4a28-9c45-7e29f1df5837" providerId="ADAL" clId="{8BC8A5CF-2DB3-45E9-BF57-F2ED810C291E}" dt="2026-09-15T20:21:36.701" v="2227" actId="20577"/>
        <pc:sldMkLst>
          <pc:docMk/>
          <pc:sldMk cId="3574815507" sldId="617"/>
        </pc:sldMkLst>
        <pc:spChg chg="mod">
          <ac:chgData name="Khobo, IL, Dr [ilkhobo@sun.ac.za]" userId="b519a442-dcea-4a28-9c45-7e29f1df5837" providerId="ADAL" clId="{8BC8A5CF-2DB3-45E9-BF57-F2ED810C291E}" dt="2026-09-15T20:20:32.738" v="2124" actId="1076"/>
          <ac:spMkLst>
            <pc:docMk/>
            <pc:sldMk cId="3574815507" sldId="617"/>
            <ac:spMk id="2" creationId="{67DD4090-C8EE-0FB7-22AF-D17AAB294BA3}"/>
          </ac:spMkLst>
        </pc:spChg>
        <pc:spChg chg="mod">
          <ac:chgData name="Khobo, IL, Dr [ilkhobo@sun.ac.za]" userId="b519a442-dcea-4a28-9c45-7e29f1df5837" providerId="ADAL" clId="{8BC8A5CF-2DB3-45E9-BF57-F2ED810C291E}" dt="2026-09-15T20:20:57.608" v="2135" actId="1076"/>
          <ac:spMkLst>
            <pc:docMk/>
            <pc:sldMk cId="3574815507" sldId="617"/>
            <ac:spMk id="4" creationId="{51F5F33E-318B-6FEC-C6D7-68ED3042630E}"/>
          </ac:spMkLst>
        </pc:spChg>
        <pc:spChg chg="del">
          <ac:chgData name="Khobo, IL, Dr [ilkhobo@sun.ac.za]" userId="b519a442-dcea-4a28-9c45-7e29f1df5837" providerId="ADAL" clId="{8BC8A5CF-2DB3-45E9-BF57-F2ED810C291E}" dt="2026-09-15T20:20:38.724" v="2125" actId="478"/>
          <ac:spMkLst>
            <pc:docMk/>
            <pc:sldMk cId="3574815507" sldId="617"/>
            <ac:spMk id="7" creationId="{5F03C6F7-8FFC-C91A-D2D9-8E81AF6202F4}"/>
          </ac:spMkLst>
        </pc:spChg>
        <pc:spChg chg="del">
          <ac:chgData name="Khobo, IL, Dr [ilkhobo@sun.ac.za]" userId="b519a442-dcea-4a28-9c45-7e29f1df5837" providerId="ADAL" clId="{8BC8A5CF-2DB3-45E9-BF57-F2ED810C291E}" dt="2026-09-15T20:21:00.162" v="2136" actId="478"/>
          <ac:spMkLst>
            <pc:docMk/>
            <pc:sldMk cId="3574815507" sldId="617"/>
            <ac:spMk id="11" creationId="{990E60E4-9A0C-B03C-47EE-ACD15FB94D72}"/>
          </ac:spMkLst>
        </pc:spChg>
        <pc:spChg chg="mod">
          <ac:chgData name="Khobo, IL, Dr [ilkhobo@sun.ac.za]" userId="b519a442-dcea-4a28-9c45-7e29f1df5837" providerId="ADAL" clId="{8BC8A5CF-2DB3-45E9-BF57-F2ED810C291E}" dt="2026-09-15T20:20:16.508" v="2123" actId="20577"/>
          <ac:spMkLst>
            <pc:docMk/>
            <pc:sldMk cId="3574815507" sldId="617"/>
            <ac:spMk id="13" creationId="{9CACA40A-B6A8-63D3-31C9-978D5B2E2590}"/>
          </ac:spMkLst>
        </pc:spChg>
        <pc:spChg chg="mod">
          <ac:chgData name="Khobo, IL, Dr [ilkhobo@sun.ac.za]" userId="b519a442-dcea-4a28-9c45-7e29f1df5837" providerId="ADAL" clId="{8BC8A5CF-2DB3-45E9-BF57-F2ED810C291E}" dt="2026-09-15T20:20:42.912" v="2134" actId="20577"/>
          <ac:spMkLst>
            <pc:docMk/>
            <pc:sldMk cId="3574815507" sldId="617"/>
            <ac:spMk id="18" creationId="{222D8551-011C-FD4A-5B39-724FB1E9DED7}"/>
          </ac:spMkLst>
        </pc:spChg>
        <pc:spChg chg="mod">
          <ac:chgData name="Khobo, IL, Dr [ilkhobo@sun.ac.za]" userId="b519a442-dcea-4a28-9c45-7e29f1df5837" providerId="ADAL" clId="{8BC8A5CF-2DB3-45E9-BF57-F2ED810C291E}" dt="2026-09-15T20:21:36.701" v="2227" actId="20577"/>
          <ac:spMkLst>
            <pc:docMk/>
            <pc:sldMk cId="3574815507" sldId="617"/>
            <ac:spMk id="22" creationId="{B637D90C-F1B6-33B5-3876-193BA350CF19}"/>
          </ac:spMkLst>
        </pc:spChg>
        <pc:spChg chg="mod">
          <ac:chgData name="Khobo, IL, Dr [ilkhobo@sun.ac.za]" userId="b519a442-dcea-4a28-9c45-7e29f1df5837" providerId="ADAL" clId="{8BC8A5CF-2DB3-45E9-BF57-F2ED810C291E}" dt="2026-09-15T20:21:31.688" v="2218" actId="1076"/>
          <ac:spMkLst>
            <pc:docMk/>
            <pc:sldMk cId="3574815507" sldId="617"/>
            <ac:spMk id="42" creationId="{7F52501E-3350-D68F-FA25-4D1AA6D3D754}"/>
          </ac:spMkLst>
        </pc:spChg>
      </pc:sldChg>
      <pc:sldChg chg="addSp delSp modSp add mod modTransition">
        <pc:chgData name="Khobo, IL, Dr [ilkhobo@sun.ac.za]" userId="b519a442-dcea-4a28-9c45-7e29f1df5837" providerId="ADAL" clId="{8BC8A5CF-2DB3-45E9-BF57-F2ED810C291E}" dt="2026-09-15T20:46:18.752" v="2360" actId="20577"/>
        <pc:sldMkLst>
          <pc:docMk/>
          <pc:sldMk cId="4034615393" sldId="618"/>
        </pc:sldMkLst>
        <pc:spChg chg="del">
          <ac:chgData name="Khobo, IL, Dr [ilkhobo@sun.ac.za]" userId="b519a442-dcea-4a28-9c45-7e29f1df5837" providerId="ADAL" clId="{8BC8A5CF-2DB3-45E9-BF57-F2ED810C291E}" dt="2026-09-15T20:37:29.996" v="2317" actId="478"/>
          <ac:spMkLst>
            <pc:docMk/>
            <pc:sldMk cId="4034615393" sldId="618"/>
            <ac:spMk id="2" creationId="{4B27E714-A4A9-CDD0-F210-C95F9DBBFFC4}"/>
          </ac:spMkLst>
        </pc:spChg>
        <pc:spChg chg="del">
          <ac:chgData name="Khobo, IL, Dr [ilkhobo@sun.ac.za]" userId="b519a442-dcea-4a28-9c45-7e29f1df5837" providerId="ADAL" clId="{8BC8A5CF-2DB3-45E9-BF57-F2ED810C291E}" dt="2026-09-15T20:37:35.864" v="2318" actId="478"/>
          <ac:spMkLst>
            <pc:docMk/>
            <pc:sldMk cId="4034615393" sldId="618"/>
            <ac:spMk id="4" creationId="{6659621F-B93A-1F30-DB4C-AE50DB43FF6F}"/>
          </ac:spMkLst>
        </pc:spChg>
        <pc:spChg chg="del">
          <ac:chgData name="Khobo, IL, Dr [ilkhobo@sun.ac.za]" userId="b519a442-dcea-4a28-9c45-7e29f1df5837" providerId="ADAL" clId="{8BC8A5CF-2DB3-45E9-BF57-F2ED810C291E}" dt="2026-09-15T20:37:29.996" v="2317" actId="478"/>
          <ac:spMkLst>
            <pc:docMk/>
            <pc:sldMk cId="4034615393" sldId="618"/>
            <ac:spMk id="13" creationId="{D194915D-0501-AD43-992E-DD12CF4049F7}"/>
          </ac:spMkLst>
        </pc:spChg>
        <pc:spChg chg="del">
          <ac:chgData name="Khobo, IL, Dr [ilkhobo@sun.ac.za]" userId="b519a442-dcea-4a28-9c45-7e29f1df5837" providerId="ADAL" clId="{8BC8A5CF-2DB3-45E9-BF57-F2ED810C291E}" dt="2026-09-15T20:37:29.996" v="2317" actId="478"/>
          <ac:spMkLst>
            <pc:docMk/>
            <pc:sldMk cId="4034615393" sldId="618"/>
            <ac:spMk id="20" creationId="{4AE88326-3940-7F96-5E81-D121CE4AAACC}"/>
          </ac:spMkLst>
        </pc:spChg>
        <pc:spChg chg="del">
          <ac:chgData name="Khobo, IL, Dr [ilkhobo@sun.ac.za]" userId="b519a442-dcea-4a28-9c45-7e29f1df5837" providerId="ADAL" clId="{8BC8A5CF-2DB3-45E9-BF57-F2ED810C291E}" dt="2026-09-15T20:37:29.996" v="2317" actId="478"/>
          <ac:spMkLst>
            <pc:docMk/>
            <pc:sldMk cId="4034615393" sldId="618"/>
            <ac:spMk id="22" creationId="{D4227D1E-20A4-754E-F5C6-87E7C4AC4E7D}"/>
          </ac:spMkLst>
        </pc:spChg>
        <pc:spChg chg="del">
          <ac:chgData name="Khobo, IL, Dr [ilkhobo@sun.ac.za]" userId="b519a442-dcea-4a28-9c45-7e29f1df5837" providerId="ADAL" clId="{8BC8A5CF-2DB3-45E9-BF57-F2ED810C291E}" dt="2026-09-15T20:37:29.996" v="2317" actId="478"/>
          <ac:spMkLst>
            <pc:docMk/>
            <pc:sldMk cId="4034615393" sldId="618"/>
            <ac:spMk id="25" creationId="{E40DA560-AD24-B6B0-C775-285C15CD0996}"/>
          </ac:spMkLst>
        </pc:spChg>
        <pc:spChg chg="del">
          <ac:chgData name="Khobo, IL, Dr [ilkhobo@sun.ac.za]" userId="b519a442-dcea-4a28-9c45-7e29f1df5837" providerId="ADAL" clId="{8BC8A5CF-2DB3-45E9-BF57-F2ED810C291E}" dt="2026-09-15T20:37:39.984" v="2319" actId="478"/>
          <ac:spMkLst>
            <pc:docMk/>
            <pc:sldMk cId="4034615393" sldId="618"/>
            <ac:spMk id="32" creationId="{FB0366BE-5A24-0988-0322-2136C42743B4}"/>
          </ac:spMkLst>
        </pc:spChg>
        <pc:spChg chg="mod">
          <ac:chgData name="Khobo, IL, Dr [ilkhobo@sun.ac.za]" userId="b519a442-dcea-4a28-9c45-7e29f1df5837" providerId="ADAL" clId="{8BC8A5CF-2DB3-45E9-BF57-F2ED810C291E}" dt="2026-09-15T20:46:18.752" v="2360" actId="20577"/>
          <ac:spMkLst>
            <pc:docMk/>
            <pc:sldMk cId="4034615393" sldId="618"/>
            <ac:spMk id="36" creationId="{759E17CA-F6F7-1432-47A0-7C6853DB6D2D}"/>
          </ac:spMkLst>
        </pc:spChg>
        <pc:spChg chg="del">
          <ac:chgData name="Khobo, IL, Dr [ilkhobo@sun.ac.za]" userId="b519a442-dcea-4a28-9c45-7e29f1df5837" providerId="ADAL" clId="{8BC8A5CF-2DB3-45E9-BF57-F2ED810C291E}" dt="2026-09-15T20:37:29.996" v="2317" actId="478"/>
          <ac:spMkLst>
            <pc:docMk/>
            <pc:sldMk cId="4034615393" sldId="618"/>
            <ac:spMk id="38" creationId="{5B9877D0-B78E-EF30-5426-017733EBE955}"/>
          </ac:spMkLst>
        </pc:spChg>
        <pc:spChg chg="del">
          <ac:chgData name="Khobo, IL, Dr [ilkhobo@sun.ac.za]" userId="b519a442-dcea-4a28-9c45-7e29f1df5837" providerId="ADAL" clId="{8BC8A5CF-2DB3-45E9-BF57-F2ED810C291E}" dt="2026-09-15T20:37:29.996" v="2317" actId="478"/>
          <ac:spMkLst>
            <pc:docMk/>
            <pc:sldMk cId="4034615393" sldId="618"/>
            <ac:spMk id="40" creationId="{0540139A-257D-63B2-7854-3770A56F3F7F}"/>
          </ac:spMkLst>
        </pc:spChg>
        <pc:spChg chg="del">
          <ac:chgData name="Khobo, IL, Dr [ilkhobo@sun.ac.za]" userId="b519a442-dcea-4a28-9c45-7e29f1df5837" providerId="ADAL" clId="{8BC8A5CF-2DB3-45E9-BF57-F2ED810C291E}" dt="2026-09-15T20:37:29.996" v="2317" actId="478"/>
          <ac:spMkLst>
            <pc:docMk/>
            <pc:sldMk cId="4034615393" sldId="618"/>
            <ac:spMk id="41" creationId="{AA6D394C-3115-9C0F-2F9A-42BD056E6A15}"/>
          </ac:spMkLst>
        </pc:spChg>
        <pc:spChg chg="del">
          <ac:chgData name="Khobo, IL, Dr [ilkhobo@sun.ac.za]" userId="b519a442-dcea-4a28-9c45-7e29f1df5837" providerId="ADAL" clId="{8BC8A5CF-2DB3-45E9-BF57-F2ED810C291E}" dt="2026-09-15T20:37:29.996" v="2317" actId="478"/>
          <ac:spMkLst>
            <pc:docMk/>
            <pc:sldMk cId="4034615393" sldId="618"/>
            <ac:spMk id="42" creationId="{644F4E8E-BDF2-E93A-E9CD-2937B4991EFF}"/>
          </ac:spMkLst>
        </pc:spChg>
        <pc:spChg chg="del">
          <ac:chgData name="Khobo, IL, Dr [ilkhobo@sun.ac.za]" userId="b519a442-dcea-4a28-9c45-7e29f1df5837" providerId="ADAL" clId="{8BC8A5CF-2DB3-45E9-BF57-F2ED810C291E}" dt="2026-09-15T20:37:29.996" v="2317" actId="478"/>
          <ac:spMkLst>
            <pc:docMk/>
            <pc:sldMk cId="4034615393" sldId="618"/>
            <ac:spMk id="43" creationId="{DA9896FB-111A-DBF2-44FA-16AB1FD4CC49}"/>
          </ac:spMkLst>
        </pc:spChg>
        <pc:picChg chg="add mod">
          <ac:chgData name="Khobo, IL, Dr [ilkhobo@sun.ac.za]" userId="b519a442-dcea-4a28-9c45-7e29f1df5837" providerId="ADAL" clId="{8BC8A5CF-2DB3-45E9-BF57-F2ED810C291E}" dt="2026-09-15T20:41:12.273" v="2330" actId="14100"/>
          <ac:picMkLst>
            <pc:docMk/>
            <pc:sldMk cId="4034615393" sldId="618"/>
            <ac:picMk id="8" creationId="{576C27F0-0675-230D-B1E4-A54EBC5B0AEE}"/>
          </ac:picMkLst>
        </pc:picChg>
        <pc:picChg chg="add mod">
          <ac:chgData name="Khobo, IL, Dr [ilkhobo@sun.ac.za]" userId="b519a442-dcea-4a28-9c45-7e29f1df5837" providerId="ADAL" clId="{8BC8A5CF-2DB3-45E9-BF57-F2ED810C291E}" dt="2026-09-15T20:43:30.497" v="2334" actId="1076"/>
          <ac:picMkLst>
            <pc:docMk/>
            <pc:sldMk cId="4034615393" sldId="618"/>
            <ac:picMk id="11" creationId="{01CEFC5A-69D7-6555-6E9B-777C158A779B}"/>
          </ac:picMkLst>
        </pc:picChg>
        <pc:picChg chg="add del mod">
          <ac:chgData name="Khobo, IL, Dr [ilkhobo@sun.ac.za]" userId="b519a442-dcea-4a28-9c45-7e29f1df5837" providerId="ADAL" clId="{8BC8A5CF-2DB3-45E9-BF57-F2ED810C291E}" dt="2026-09-15T20:44:40.281" v="2340" actId="478"/>
          <ac:picMkLst>
            <pc:docMk/>
            <pc:sldMk cId="4034615393" sldId="618"/>
            <ac:picMk id="14" creationId="{FD024B34-B450-9AF5-E09D-B9C9F5D91596}"/>
          </ac:picMkLst>
        </pc:picChg>
        <pc:cxnChg chg="mod">
          <ac:chgData name="Khobo, IL, Dr [ilkhobo@sun.ac.za]" userId="b519a442-dcea-4a28-9c45-7e29f1df5837" providerId="ADAL" clId="{8BC8A5CF-2DB3-45E9-BF57-F2ED810C291E}" dt="2026-09-15T20:37:48.154" v="2320" actId="14100"/>
          <ac:cxnSpMkLst>
            <pc:docMk/>
            <pc:sldMk cId="4034615393" sldId="618"/>
            <ac:cxnSpMk id="5" creationId="{591B22BC-2C2D-D921-0569-EC231AD06767}"/>
          </ac:cxnSpMkLst>
        </pc:cxnChg>
      </pc:sldChg>
    </pc:docChg>
  </pc:docChgLst>
  <pc:docChgLst>
    <pc:chgData name="Khobo, IL, Dr [ilkhobo@sun.ac.za]" userId="b519a442-dcea-4a28-9c45-7e29f1df5837" providerId="ADAL" clId="{D25D1C45-A404-4E0F-8657-49BD4E4887CA}"/>
    <pc:docChg chg="undo redo custSel addSld delSld modSld">
      <pc:chgData name="Khobo, IL, Dr [ilkhobo@sun.ac.za]" userId="b519a442-dcea-4a28-9c45-7e29f1df5837" providerId="ADAL" clId="{D25D1C45-A404-4E0F-8657-49BD4E4887CA}" dt="2026-09-16T09:11:14.192" v="2349" actId="20577"/>
      <pc:docMkLst>
        <pc:docMk/>
      </pc:docMkLst>
      <pc:sldChg chg="modSp mod modNotesTx">
        <pc:chgData name="Khobo, IL, Dr [ilkhobo@sun.ac.za]" userId="b519a442-dcea-4a28-9c45-7e29f1df5837" providerId="ADAL" clId="{D25D1C45-A404-4E0F-8657-49BD4E4887CA}" dt="2026-09-16T07:22:03.764" v="2261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D25D1C45-A404-4E0F-8657-49BD4E4887CA}" dt="2026-09-16T07:22:03.764" v="2261" actId="20577"/>
          <ac:spMkLst>
            <pc:docMk/>
            <pc:sldMk cId="2601401026" sldId="597"/>
            <ac:spMk id="17" creationId="{7EC74C40-289A-CA47-2A9E-CB243EF9FF06}"/>
          </ac:spMkLst>
        </pc:spChg>
      </pc:sldChg>
      <pc:sldChg chg="addSp delSp modSp add mod addAnim delAnim modAnim modNotesTx">
        <pc:chgData name="Khobo, IL, Dr [ilkhobo@sun.ac.za]" userId="b519a442-dcea-4a28-9c45-7e29f1df5837" providerId="ADAL" clId="{D25D1C45-A404-4E0F-8657-49BD4E4887CA}" dt="2026-09-16T09:11:14.192" v="2349" actId="20577"/>
        <pc:sldMkLst>
          <pc:docMk/>
          <pc:sldMk cId="2341480684" sldId="598"/>
        </pc:sldMkLst>
        <pc:spChg chg="add mod">
          <ac:chgData name="Khobo, IL, Dr [ilkhobo@sun.ac.za]" userId="b519a442-dcea-4a28-9c45-7e29f1df5837" providerId="ADAL" clId="{D25D1C45-A404-4E0F-8657-49BD4E4887CA}" dt="2026-09-15T11:48:46.852" v="830" actId="1076"/>
          <ac:spMkLst>
            <pc:docMk/>
            <pc:sldMk cId="2341480684" sldId="598"/>
            <ac:spMk id="2" creationId="{75C8B956-C452-BCFE-8C39-2725329276C7}"/>
          </ac:spMkLst>
        </pc:spChg>
        <pc:spChg chg="add del">
          <ac:chgData name="Khobo, IL, Dr [ilkhobo@sun.ac.za]" userId="b519a442-dcea-4a28-9c45-7e29f1df5837" providerId="ADAL" clId="{D25D1C45-A404-4E0F-8657-49BD4E4887CA}" dt="2026-09-15T11:49:12.253" v="832" actId="478"/>
          <ac:spMkLst>
            <pc:docMk/>
            <pc:sldMk cId="2341480684" sldId="598"/>
            <ac:spMk id="5" creationId="{BD9DABDA-FF74-B4C8-F592-394A123F91EF}"/>
          </ac:spMkLst>
        </pc:spChg>
        <pc:spChg chg="add mod">
          <ac:chgData name="Khobo, IL, Dr [ilkhobo@sun.ac.za]" userId="b519a442-dcea-4a28-9c45-7e29f1df5837" providerId="ADAL" clId="{D25D1C45-A404-4E0F-8657-49BD4E4887CA}" dt="2026-09-15T11:55:38.334" v="1010" actId="20577"/>
          <ac:spMkLst>
            <pc:docMk/>
            <pc:sldMk cId="2341480684" sldId="598"/>
            <ac:spMk id="7" creationId="{3F629B3F-DC30-629A-875A-F2FB848401DD}"/>
          </ac:spMkLst>
        </pc:spChg>
        <pc:spChg chg="add mod">
          <ac:chgData name="Khobo, IL, Dr [ilkhobo@sun.ac.za]" userId="b519a442-dcea-4a28-9c45-7e29f1df5837" providerId="ADAL" clId="{D25D1C45-A404-4E0F-8657-49BD4E4887CA}" dt="2026-09-15T11:51:34.355" v="957" actId="164"/>
          <ac:spMkLst>
            <pc:docMk/>
            <pc:sldMk cId="2341480684" sldId="598"/>
            <ac:spMk id="9" creationId="{87746AE1-8F00-4746-2E34-47F8D23C75D9}"/>
          </ac:spMkLst>
        </pc:spChg>
        <pc:spChg chg="add mod">
          <ac:chgData name="Khobo, IL, Dr [ilkhobo@sun.ac.za]" userId="b519a442-dcea-4a28-9c45-7e29f1df5837" providerId="ADAL" clId="{D25D1C45-A404-4E0F-8657-49BD4E4887CA}" dt="2026-09-15T11:52:53.852" v="967" actId="2085"/>
          <ac:spMkLst>
            <pc:docMk/>
            <pc:sldMk cId="2341480684" sldId="598"/>
            <ac:spMk id="11" creationId="{45084313-B160-C237-E08B-61254D93C4C3}"/>
          </ac:spMkLst>
        </pc:spChg>
        <pc:spChg chg="del">
          <ac:chgData name="Khobo, IL, Dr [ilkhobo@sun.ac.za]" userId="b519a442-dcea-4a28-9c45-7e29f1df5837" providerId="ADAL" clId="{D25D1C45-A404-4E0F-8657-49BD4E4887CA}" dt="2026-09-15T11:45:11.836" v="775" actId="478"/>
          <ac:spMkLst>
            <pc:docMk/>
            <pc:sldMk cId="2341480684" sldId="598"/>
            <ac:spMk id="13" creationId="{CC89FFF9-69B0-935E-7117-7C90402C38EC}"/>
          </ac:spMkLst>
        </pc:spChg>
        <pc:spChg chg="del">
          <ac:chgData name="Khobo, IL, Dr [ilkhobo@sun.ac.za]" userId="b519a442-dcea-4a28-9c45-7e29f1df5837" providerId="ADAL" clId="{D25D1C45-A404-4E0F-8657-49BD4E4887CA}" dt="2026-09-15T11:45:08.137" v="774" actId="478"/>
          <ac:spMkLst>
            <pc:docMk/>
            <pc:sldMk cId="2341480684" sldId="598"/>
            <ac:spMk id="17" creationId="{FC0C7E3E-0A62-1D35-63EA-B7F2B038D9E3}"/>
          </ac:spMkLst>
        </pc:spChg>
        <pc:spChg chg="del">
          <ac:chgData name="Khobo, IL, Dr [ilkhobo@sun.ac.za]" userId="b519a442-dcea-4a28-9c45-7e29f1df5837" providerId="ADAL" clId="{D25D1C45-A404-4E0F-8657-49BD4E4887CA}" dt="2026-09-15T11:45:08.137" v="774" actId="478"/>
          <ac:spMkLst>
            <pc:docMk/>
            <pc:sldMk cId="2341480684" sldId="598"/>
            <ac:spMk id="19" creationId="{88524538-542B-526D-015F-DA9927820553}"/>
          </ac:spMkLst>
        </pc:spChg>
        <pc:spChg chg="mod">
          <ac:chgData name="Khobo, IL, Dr [ilkhobo@sun.ac.za]" userId="b519a442-dcea-4a28-9c45-7e29f1df5837" providerId="ADAL" clId="{D25D1C45-A404-4E0F-8657-49BD4E4887CA}" dt="2026-09-15T11:45:24" v="803" actId="20577"/>
          <ac:spMkLst>
            <pc:docMk/>
            <pc:sldMk cId="2341480684" sldId="598"/>
            <ac:spMk id="36" creationId="{7D037E21-BF0F-7A9C-400D-CA6C72EE6866}"/>
          </ac:spMkLst>
        </pc:spChg>
        <pc:grpChg chg="add mod">
          <ac:chgData name="Khobo, IL, Dr [ilkhobo@sun.ac.za]" userId="b519a442-dcea-4a28-9c45-7e29f1df5837" providerId="ADAL" clId="{D25D1C45-A404-4E0F-8657-49BD4E4887CA}" dt="2026-09-15T11:51:34.355" v="957" actId="164"/>
          <ac:grpSpMkLst>
            <pc:docMk/>
            <pc:sldMk cId="2341480684" sldId="598"/>
            <ac:grpSpMk id="10" creationId="{6C6BA058-1244-5314-2864-F6236E09E243}"/>
          </ac:grpSpMkLst>
        </pc:grpChg>
        <pc:picChg chg="mod">
          <ac:chgData name="Khobo, IL, Dr [ilkhobo@sun.ac.za]" userId="b519a442-dcea-4a28-9c45-7e29f1df5837" providerId="ADAL" clId="{D25D1C45-A404-4E0F-8657-49BD4E4887CA}" dt="2026-09-15T11:47:49.776" v="806" actId="1076"/>
          <ac:picMkLst>
            <pc:docMk/>
            <pc:sldMk cId="2341480684" sldId="598"/>
            <ac:picMk id="3" creationId="{34B0FA2A-4FEF-68D8-1DFA-EC87D781119E}"/>
          </ac:picMkLst>
        </pc:picChg>
        <pc:picChg chg="del">
          <ac:chgData name="Khobo, IL, Dr [ilkhobo@sun.ac.za]" userId="b519a442-dcea-4a28-9c45-7e29f1df5837" providerId="ADAL" clId="{D25D1C45-A404-4E0F-8657-49BD4E4887CA}" dt="2026-09-15T11:45:08.137" v="774" actId="478"/>
          <ac:picMkLst>
            <pc:docMk/>
            <pc:sldMk cId="2341480684" sldId="598"/>
            <ac:picMk id="4" creationId="{BB77EBFB-1BC9-CB5D-628C-325DB7D68E22}"/>
          </ac:picMkLst>
        </pc:picChg>
      </pc:sldChg>
      <pc:sldChg chg="add del">
        <pc:chgData name="Khobo, IL, Dr [ilkhobo@sun.ac.za]" userId="b519a442-dcea-4a28-9c45-7e29f1df5837" providerId="ADAL" clId="{D25D1C45-A404-4E0F-8657-49BD4E4887CA}" dt="2026-09-15T11:53:53.466" v="969" actId="2696"/>
        <pc:sldMkLst>
          <pc:docMk/>
          <pc:sldMk cId="3013814065" sldId="599"/>
        </pc:sldMkLst>
      </pc:sldChg>
      <pc:sldChg chg="modSp add mod modTransition modAnim">
        <pc:chgData name="Khobo, IL, Dr [ilkhobo@sun.ac.za]" userId="b519a442-dcea-4a28-9c45-7e29f1df5837" providerId="ADAL" clId="{D25D1C45-A404-4E0F-8657-49BD4E4887CA}" dt="2026-09-15T12:24:31.963" v="1961" actId="20577"/>
        <pc:sldMkLst>
          <pc:docMk/>
          <pc:sldMk cId="3269721070" sldId="599"/>
        </pc:sldMkLst>
        <pc:spChg chg="mod">
          <ac:chgData name="Khobo, IL, Dr [ilkhobo@sun.ac.za]" userId="b519a442-dcea-4a28-9c45-7e29f1df5837" providerId="ADAL" clId="{D25D1C45-A404-4E0F-8657-49BD4E4887CA}" dt="2026-09-15T12:24:31.963" v="1961" actId="20577"/>
          <ac:spMkLst>
            <pc:docMk/>
            <pc:sldMk cId="3269721070" sldId="599"/>
            <ac:spMk id="7" creationId="{3D6855BA-E692-F012-1F57-BFE970C4ED3E}"/>
          </ac:spMkLst>
        </pc:spChg>
        <pc:spChg chg="mod">
          <ac:chgData name="Khobo, IL, Dr [ilkhobo@sun.ac.za]" userId="b519a442-dcea-4a28-9c45-7e29f1df5837" providerId="ADAL" clId="{D25D1C45-A404-4E0F-8657-49BD4E4887CA}" dt="2026-09-15T12:05:12.787" v="1321" actId="14100"/>
          <ac:spMkLst>
            <pc:docMk/>
            <pc:sldMk cId="3269721070" sldId="599"/>
            <ac:spMk id="11" creationId="{4262F2CC-BD64-B7B6-C0C8-33026F83084E}"/>
          </ac:spMkLst>
        </pc:spChg>
      </pc:sldChg>
      <pc:sldChg chg="modSp add mod">
        <pc:chgData name="Khobo, IL, Dr [ilkhobo@sun.ac.za]" userId="b519a442-dcea-4a28-9c45-7e29f1df5837" providerId="ADAL" clId="{D25D1C45-A404-4E0F-8657-49BD4E4887CA}" dt="2026-09-15T12:11:20.523" v="1425" actId="113"/>
        <pc:sldMkLst>
          <pc:docMk/>
          <pc:sldMk cId="1101972149" sldId="600"/>
        </pc:sldMkLst>
        <pc:spChg chg="mod">
          <ac:chgData name="Khobo, IL, Dr [ilkhobo@sun.ac.za]" userId="b519a442-dcea-4a28-9c45-7e29f1df5837" providerId="ADAL" clId="{D25D1C45-A404-4E0F-8657-49BD4E4887CA}" dt="2026-09-15T12:11:20.523" v="1425" actId="113"/>
          <ac:spMkLst>
            <pc:docMk/>
            <pc:sldMk cId="1101972149" sldId="600"/>
            <ac:spMk id="7" creationId="{4486CD6A-24A4-DAC1-F5A7-DB9B56007E0B}"/>
          </ac:spMkLst>
        </pc:spChg>
        <pc:spChg chg="mod">
          <ac:chgData name="Khobo, IL, Dr [ilkhobo@sun.ac.za]" userId="b519a442-dcea-4a28-9c45-7e29f1df5837" providerId="ADAL" clId="{D25D1C45-A404-4E0F-8657-49BD4E4887CA}" dt="2026-09-15T12:10:18.072" v="1347" actId="14100"/>
          <ac:spMkLst>
            <pc:docMk/>
            <pc:sldMk cId="1101972149" sldId="600"/>
            <ac:spMk id="11" creationId="{DD4B6320-D39E-68F7-AFB2-0ED8C2582355}"/>
          </ac:spMkLst>
        </pc:spChg>
      </pc:sldChg>
      <pc:sldChg chg="addSp delSp modSp add mod">
        <pc:chgData name="Khobo, IL, Dr [ilkhobo@sun.ac.za]" userId="b519a442-dcea-4a28-9c45-7e29f1df5837" providerId="ADAL" clId="{D25D1C45-A404-4E0F-8657-49BD4E4887CA}" dt="2026-09-15T12:15:31.907" v="1509" actId="20577"/>
        <pc:sldMkLst>
          <pc:docMk/>
          <pc:sldMk cId="3134833496" sldId="601"/>
        </pc:sldMkLst>
        <pc:spChg chg="add del mod">
          <ac:chgData name="Khobo, IL, Dr [ilkhobo@sun.ac.za]" userId="b519a442-dcea-4a28-9c45-7e29f1df5837" providerId="ADAL" clId="{D25D1C45-A404-4E0F-8657-49BD4E4887CA}" dt="2026-09-15T12:09:37.974" v="1340" actId="478"/>
          <ac:spMkLst>
            <pc:docMk/>
            <pc:sldMk cId="3134833496" sldId="601"/>
            <ac:spMk id="5" creationId="{EA4C33C8-41C1-7415-A196-5CDF7E5DDA81}"/>
          </ac:spMkLst>
        </pc:spChg>
        <pc:spChg chg="mod">
          <ac:chgData name="Khobo, IL, Dr [ilkhobo@sun.ac.za]" userId="b519a442-dcea-4a28-9c45-7e29f1df5837" providerId="ADAL" clId="{D25D1C45-A404-4E0F-8657-49BD4E4887CA}" dt="2026-09-15T12:15:31.907" v="1509" actId="20577"/>
          <ac:spMkLst>
            <pc:docMk/>
            <pc:sldMk cId="3134833496" sldId="601"/>
            <ac:spMk id="7" creationId="{31B5E328-C659-38EA-908A-C7F3E1A4F0FB}"/>
          </ac:spMkLst>
        </pc:spChg>
        <pc:spChg chg="mod">
          <ac:chgData name="Khobo, IL, Dr [ilkhobo@sun.ac.za]" userId="b519a442-dcea-4a28-9c45-7e29f1df5837" providerId="ADAL" clId="{D25D1C45-A404-4E0F-8657-49BD4E4887CA}" dt="2026-09-15T12:09:25.297" v="1336" actId="20577"/>
          <ac:spMkLst>
            <pc:docMk/>
            <pc:sldMk cId="3134833496" sldId="601"/>
            <ac:spMk id="11" creationId="{BDA99AFD-6EAC-8D6D-BF33-CD927658F9B3}"/>
          </ac:spMkLst>
        </pc:spChg>
      </pc:sldChg>
      <pc:sldChg chg="modSp add mod">
        <pc:chgData name="Khobo, IL, Dr [ilkhobo@sun.ac.za]" userId="b519a442-dcea-4a28-9c45-7e29f1df5837" providerId="ADAL" clId="{D25D1C45-A404-4E0F-8657-49BD4E4887CA}" dt="2026-09-15T12:25:56.390" v="1973" actId="113"/>
        <pc:sldMkLst>
          <pc:docMk/>
          <pc:sldMk cId="2513914612" sldId="602"/>
        </pc:sldMkLst>
        <pc:spChg chg="mod">
          <ac:chgData name="Khobo, IL, Dr [ilkhobo@sun.ac.za]" userId="b519a442-dcea-4a28-9c45-7e29f1df5837" providerId="ADAL" clId="{D25D1C45-A404-4E0F-8657-49BD4E4887CA}" dt="2026-09-15T12:25:56.390" v="1973" actId="113"/>
          <ac:spMkLst>
            <pc:docMk/>
            <pc:sldMk cId="2513914612" sldId="602"/>
            <ac:spMk id="7" creationId="{A9898EE9-9518-DD34-B343-DFAD66141504}"/>
          </ac:spMkLst>
        </pc:spChg>
        <pc:spChg chg="mod">
          <ac:chgData name="Khobo, IL, Dr [ilkhobo@sun.ac.za]" userId="b519a442-dcea-4a28-9c45-7e29f1df5837" providerId="ADAL" clId="{D25D1C45-A404-4E0F-8657-49BD4E4887CA}" dt="2026-09-15T12:19:48.531" v="1657" actId="14100"/>
          <ac:spMkLst>
            <pc:docMk/>
            <pc:sldMk cId="2513914612" sldId="602"/>
            <ac:spMk id="11" creationId="{A99ADEC3-82A2-7D68-2CFF-966806933719}"/>
          </ac:spMkLst>
        </pc:spChg>
      </pc:sldChg>
      <pc:sldChg chg="addSp delSp modSp add mod modTransition">
        <pc:chgData name="Khobo, IL, Dr [ilkhobo@sun.ac.za]" userId="b519a442-dcea-4a28-9c45-7e29f1df5837" providerId="ADAL" clId="{D25D1C45-A404-4E0F-8657-49BD4E4887CA}" dt="2026-09-15T12:32:57.225" v="2043" actId="20577"/>
        <pc:sldMkLst>
          <pc:docMk/>
          <pc:sldMk cId="3129647955" sldId="603"/>
        </pc:sldMkLst>
        <pc:spChg chg="del">
          <ac:chgData name="Khobo, IL, Dr [ilkhobo@sun.ac.za]" userId="b519a442-dcea-4a28-9c45-7e29f1df5837" providerId="ADAL" clId="{D25D1C45-A404-4E0F-8657-49BD4E4887CA}" dt="2026-09-15T12:28:38.999" v="1976" actId="478"/>
          <ac:spMkLst>
            <pc:docMk/>
            <pc:sldMk cId="3129647955" sldId="603"/>
            <ac:spMk id="2" creationId="{BC8DD0A3-6A6E-0477-2392-4C774C9DE910}"/>
          </ac:spMkLst>
        </pc:spChg>
        <pc:spChg chg="del">
          <ac:chgData name="Khobo, IL, Dr [ilkhobo@sun.ac.za]" userId="b519a442-dcea-4a28-9c45-7e29f1df5837" providerId="ADAL" clId="{D25D1C45-A404-4E0F-8657-49BD4E4887CA}" dt="2026-09-15T12:28:41.799" v="1977" actId="478"/>
          <ac:spMkLst>
            <pc:docMk/>
            <pc:sldMk cId="3129647955" sldId="603"/>
            <ac:spMk id="7" creationId="{3279AF81-A003-828C-7994-B2EFD2AA9A9C}"/>
          </ac:spMkLst>
        </pc:spChg>
        <pc:spChg chg="del mod">
          <ac:chgData name="Khobo, IL, Dr [ilkhobo@sun.ac.za]" userId="b519a442-dcea-4a28-9c45-7e29f1df5837" providerId="ADAL" clId="{D25D1C45-A404-4E0F-8657-49BD4E4887CA}" dt="2026-09-15T12:28:45.877" v="1980" actId="478"/>
          <ac:spMkLst>
            <pc:docMk/>
            <pc:sldMk cId="3129647955" sldId="603"/>
            <ac:spMk id="9" creationId="{FF504F80-EB42-57A7-95F8-296AD185F6DD}"/>
          </ac:spMkLst>
        </pc:spChg>
        <pc:spChg chg="del">
          <ac:chgData name="Khobo, IL, Dr [ilkhobo@sun.ac.za]" userId="b519a442-dcea-4a28-9c45-7e29f1df5837" providerId="ADAL" clId="{D25D1C45-A404-4E0F-8657-49BD4E4887CA}" dt="2026-09-15T12:28:42.972" v="1978" actId="478"/>
          <ac:spMkLst>
            <pc:docMk/>
            <pc:sldMk cId="3129647955" sldId="603"/>
            <ac:spMk id="11" creationId="{46EA30DF-E615-3CEF-C0B5-7C20A6578539}"/>
          </ac:spMkLst>
        </pc:spChg>
        <pc:spChg chg="mod">
          <ac:chgData name="Khobo, IL, Dr [ilkhobo@sun.ac.za]" userId="b519a442-dcea-4a28-9c45-7e29f1df5837" providerId="ADAL" clId="{D25D1C45-A404-4E0F-8657-49BD4E4887CA}" dt="2026-09-15T12:32:57.225" v="2043" actId="20577"/>
          <ac:spMkLst>
            <pc:docMk/>
            <pc:sldMk cId="3129647955" sldId="603"/>
            <ac:spMk id="36" creationId="{56A432B5-2945-8E1B-043F-D0BD60FB0FE8}"/>
          </ac:spMkLst>
        </pc:spChg>
        <pc:picChg chg="del">
          <ac:chgData name="Khobo, IL, Dr [ilkhobo@sun.ac.za]" userId="b519a442-dcea-4a28-9c45-7e29f1df5837" providerId="ADAL" clId="{D25D1C45-A404-4E0F-8657-49BD4E4887CA}" dt="2026-09-15T12:28:36.565" v="1975" actId="478"/>
          <ac:picMkLst>
            <pc:docMk/>
            <pc:sldMk cId="3129647955" sldId="603"/>
            <ac:picMk id="3" creationId="{B74E44C8-7CEE-C48E-3BC5-21AE531A302D}"/>
          </ac:picMkLst>
        </pc:picChg>
        <pc:picChg chg="add mod">
          <ac:chgData name="Khobo, IL, Dr [ilkhobo@sun.ac.za]" userId="b519a442-dcea-4a28-9c45-7e29f1df5837" providerId="ADAL" clId="{D25D1C45-A404-4E0F-8657-49BD4E4887CA}" dt="2026-09-15T12:30:05.315" v="2024" actId="14100"/>
          <ac:picMkLst>
            <pc:docMk/>
            <pc:sldMk cId="3129647955" sldId="603"/>
            <ac:picMk id="5" creationId="{43A06E25-7947-B7D3-A368-68C9E9370896}"/>
          </ac:picMkLst>
        </pc:picChg>
      </pc:sldChg>
      <pc:sldChg chg="delSp modSp add mod">
        <pc:chgData name="Khobo, IL, Dr [ilkhobo@sun.ac.za]" userId="b519a442-dcea-4a28-9c45-7e29f1df5837" providerId="ADAL" clId="{D25D1C45-A404-4E0F-8657-49BD4E4887CA}" dt="2026-09-15T12:35:07.737" v="2098" actId="14100"/>
        <pc:sldMkLst>
          <pc:docMk/>
          <pc:sldMk cId="84592756" sldId="604"/>
        </pc:sldMkLst>
        <pc:spChg chg="mod">
          <ac:chgData name="Khobo, IL, Dr [ilkhobo@sun.ac.za]" userId="b519a442-dcea-4a28-9c45-7e29f1df5837" providerId="ADAL" clId="{D25D1C45-A404-4E0F-8657-49BD4E4887CA}" dt="2026-09-15T12:35:07.737" v="2098" actId="14100"/>
          <ac:spMkLst>
            <pc:docMk/>
            <pc:sldMk cId="84592756" sldId="604"/>
            <ac:spMk id="36" creationId="{F3E19251-817A-15C9-3ACB-9EE17B3920EE}"/>
          </ac:spMkLst>
        </pc:spChg>
        <pc:picChg chg="del">
          <ac:chgData name="Khobo, IL, Dr [ilkhobo@sun.ac.za]" userId="b519a442-dcea-4a28-9c45-7e29f1df5837" providerId="ADAL" clId="{D25D1C45-A404-4E0F-8657-49BD4E4887CA}" dt="2026-09-15T12:33:25.584" v="2045" actId="478"/>
          <ac:picMkLst>
            <pc:docMk/>
            <pc:sldMk cId="84592756" sldId="604"/>
            <ac:picMk id="5" creationId="{FD6F970F-E269-CB2F-6667-2274AB5599CC}"/>
          </ac:picMkLst>
        </pc:picChg>
      </pc:sldChg>
      <pc:sldChg chg="addSp delSp modSp mod">
        <pc:chgData name="Khobo, IL, Dr [ilkhobo@sun.ac.za]" userId="b519a442-dcea-4a28-9c45-7e29f1df5837" providerId="ADAL" clId="{D25D1C45-A404-4E0F-8657-49BD4E4887CA}" dt="2026-09-16T06:49:00.648" v="2133" actId="207"/>
        <pc:sldMkLst>
          <pc:docMk/>
          <pc:sldMk cId="3693082243" sldId="613"/>
        </pc:sldMkLst>
        <pc:spChg chg="add mod">
          <ac:chgData name="Khobo, IL, Dr [ilkhobo@sun.ac.za]" userId="b519a442-dcea-4a28-9c45-7e29f1df5837" providerId="ADAL" clId="{D25D1C45-A404-4E0F-8657-49BD4E4887CA}" dt="2026-09-16T06:46:06.833" v="2122" actId="20577"/>
          <ac:spMkLst>
            <pc:docMk/>
            <pc:sldMk cId="3693082243" sldId="613"/>
            <ac:spMk id="3" creationId="{8922E2FB-FBC0-BF6B-7F77-186AD50120B5}"/>
          </ac:spMkLst>
        </pc:spChg>
        <pc:spChg chg="add mod">
          <ac:chgData name="Khobo, IL, Dr [ilkhobo@sun.ac.za]" userId="b519a442-dcea-4a28-9c45-7e29f1df5837" providerId="ADAL" clId="{D25D1C45-A404-4E0F-8657-49BD4E4887CA}" dt="2026-09-16T06:46:08.850" v="2123" actId="20577"/>
          <ac:spMkLst>
            <pc:docMk/>
            <pc:sldMk cId="3693082243" sldId="613"/>
            <ac:spMk id="7" creationId="{FA2283FD-B206-19F3-5D79-5C52004DA101}"/>
          </ac:spMkLst>
        </pc:spChg>
        <pc:spChg chg="del">
          <ac:chgData name="Khobo, IL, Dr [ilkhobo@sun.ac.za]" userId="b519a442-dcea-4a28-9c45-7e29f1df5837" providerId="ADAL" clId="{D25D1C45-A404-4E0F-8657-49BD4E4887CA}" dt="2026-09-16T06:46:02.993" v="2120" actId="478"/>
          <ac:spMkLst>
            <pc:docMk/>
            <pc:sldMk cId="3693082243" sldId="613"/>
            <ac:spMk id="13" creationId="{63D2AA3C-46D7-DA9C-CEB3-3E83B7467591}"/>
          </ac:spMkLst>
        </pc:spChg>
        <pc:spChg chg="mod">
          <ac:chgData name="Khobo, IL, Dr [ilkhobo@sun.ac.za]" userId="b519a442-dcea-4a28-9c45-7e29f1df5837" providerId="ADAL" clId="{D25D1C45-A404-4E0F-8657-49BD4E4887CA}" dt="2026-09-16T06:48:57.141" v="2132" actId="207"/>
          <ac:spMkLst>
            <pc:docMk/>
            <pc:sldMk cId="3693082243" sldId="613"/>
            <ac:spMk id="18" creationId="{1089A912-1072-7498-9FFE-1B48A000CEC5}"/>
          </ac:spMkLst>
        </pc:spChg>
        <pc:spChg chg="del">
          <ac:chgData name="Khobo, IL, Dr [ilkhobo@sun.ac.za]" userId="b519a442-dcea-4a28-9c45-7e29f1df5837" providerId="ADAL" clId="{D25D1C45-A404-4E0F-8657-49BD4E4887CA}" dt="2026-09-16T06:46:02.993" v="2120" actId="478"/>
          <ac:spMkLst>
            <pc:docMk/>
            <pc:sldMk cId="3693082243" sldId="613"/>
            <ac:spMk id="20" creationId="{EC8FD916-0C88-58F4-B3D0-A1CDA7F16D9B}"/>
          </ac:spMkLst>
        </pc:spChg>
        <pc:spChg chg="mod">
          <ac:chgData name="Khobo, IL, Dr [ilkhobo@sun.ac.za]" userId="b519a442-dcea-4a28-9c45-7e29f1df5837" providerId="ADAL" clId="{D25D1C45-A404-4E0F-8657-49BD4E4887CA}" dt="2026-09-16T06:49:00.648" v="2133" actId="207"/>
          <ac:spMkLst>
            <pc:docMk/>
            <pc:sldMk cId="3693082243" sldId="613"/>
            <ac:spMk id="22" creationId="{C299AB9A-7896-1F8E-95D2-CE8CFD17D516}"/>
          </ac:spMkLst>
        </pc:spChg>
      </pc:sldChg>
      <pc:sldChg chg="addSp delSp modSp mod addAnim delAnim modAnim">
        <pc:chgData name="Khobo, IL, Dr [ilkhobo@sun.ac.za]" userId="b519a442-dcea-4a28-9c45-7e29f1df5837" providerId="ADAL" clId="{D25D1C45-A404-4E0F-8657-49BD4E4887CA}" dt="2026-09-16T06:58:44.963" v="2235" actId="113"/>
        <pc:sldMkLst>
          <pc:docMk/>
          <pc:sldMk cId="3609518710" sldId="614"/>
        </pc:sldMkLst>
        <pc:spChg chg="add del">
          <ac:chgData name="Khobo, IL, Dr [ilkhobo@sun.ac.za]" userId="b519a442-dcea-4a28-9c45-7e29f1df5837" providerId="ADAL" clId="{D25D1C45-A404-4E0F-8657-49BD4E4887CA}" dt="2026-09-16T06:40:16.066" v="2100" actId="22"/>
          <ac:spMkLst>
            <pc:docMk/>
            <pc:sldMk cId="3609518710" sldId="614"/>
            <ac:spMk id="7" creationId="{0715F5A4-3202-1DC6-3405-43D6677980C3}"/>
          </ac:spMkLst>
        </pc:spChg>
        <pc:spChg chg="add del">
          <ac:chgData name="Khobo, IL, Dr [ilkhobo@sun.ac.za]" userId="b519a442-dcea-4a28-9c45-7e29f1df5837" providerId="ADAL" clId="{D25D1C45-A404-4E0F-8657-49BD4E4887CA}" dt="2026-09-16T06:40:16.066" v="2100" actId="22"/>
          <ac:spMkLst>
            <pc:docMk/>
            <pc:sldMk cId="3609518710" sldId="614"/>
            <ac:spMk id="10" creationId="{AA43C9C4-A681-B0E2-0F62-09517EA8356B}"/>
          </ac:spMkLst>
        </pc:spChg>
        <pc:spChg chg="add del">
          <ac:chgData name="Khobo, IL, Dr [ilkhobo@sun.ac.za]" userId="b519a442-dcea-4a28-9c45-7e29f1df5837" providerId="ADAL" clId="{D25D1C45-A404-4E0F-8657-49BD4E4887CA}" dt="2026-09-16T06:40:16.066" v="2100" actId="22"/>
          <ac:spMkLst>
            <pc:docMk/>
            <pc:sldMk cId="3609518710" sldId="614"/>
            <ac:spMk id="12" creationId="{3B57E05A-B9CA-3CE9-4C8F-2496B93D8DC0}"/>
          </ac:spMkLst>
        </pc:spChg>
        <pc:spChg chg="del">
          <ac:chgData name="Khobo, IL, Dr [ilkhobo@sun.ac.za]" userId="b519a442-dcea-4a28-9c45-7e29f1df5837" providerId="ADAL" clId="{D25D1C45-A404-4E0F-8657-49BD4E4887CA}" dt="2026-09-16T06:44:26.602" v="2108" actId="478"/>
          <ac:spMkLst>
            <pc:docMk/>
            <pc:sldMk cId="3609518710" sldId="614"/>
            <ac:spMk id="13" creationId="{7944A401-4B8B-B0B2-827E-3AF208700C13}"/>
          </ac:spMkLst>
        </pc:spChg>
        <pc:spChg chg="add del">
          <ac:chgData name="Khobo, IL, Dr [ilkhobo@sun.ac.za]" userId="b519a442-dcea-4a28-9c45-7e29f1df5837" providerId="ADAL" clId="{D25D1C45-A404-4E0F-8657-49BD4E4887CA}" dt="2026-09-16T06:40:16.066" v="2100" actId="22"/>
          <ac:spMkLst>
            <pc:docMk/>
            <pc:sldMk cId="3609518710" sldId="614"/>
            <ac:spMk id="15" creationId="{B3617E04-D9D4-F7C6-A9B0-3DCDB725EFA7}"/>
          </ac:spMkLst>
        </pc:spChg>
        <pc:spChg chg="add del">
          <ac:chgData name="Khobo, IL, Dr [ilkhobo@sun.ac.za]" userId="b519a442-dcea-4a28-9c45-7e29f1df5837" providerId="ADAL" clId="{D25D1C45-A404-4E0F-8657-49BD4E4887CA}" dt="2026-09-16T06:40:16.066" v="2100" actId="22"/>
          <ac:spMkLst>
            <pc:docMk/>
            <pc:sldMk cId="3609518710" sldId="614"/>
            <ac:spMk id="17" creationId="{8E97B48C-96AC-197F-1126-F4BF7E15B809}"/>
          </ac:spMkLst>
        </pc:spChg>
        <pc:spChg chg="del mod">
          <ac:chgData name="Khobo, IL, Dr [ilkhobo@sun.ac.za]" userId="b519a442-dcea-4a28-9c45-7e29f1df5837" providerId="ADAL" clId="{D25D1C45-A404-4E0F-8657-49BD4E4887CA}" dt="2026-09-16T06:50:11.538" v="2135" actId="478"/>
          <ac:spMkLst>
            <pc:docMk/>
            <pc:sldMk cId="3609518710" sldId="614"/>
            <ac:spMk id="18" creationId="{3A1E9FA7-46F4-0BE0-DC66-D64EB0F5B2F7}"/>
          </ac:spMkLst>
        </pc:spChg>
        <pc:spChg chg="del mod">
          <ac:chgData name="Khobo, IL, Dr [ilkhobo@sun.ac.za]" userId="b519a442-dcea-4a28-9c45-7e29f1df5837" providerId="ADAL" clId="{D25D1C45-A404-4E0F-8657-49BD4E4887CA}" dt="2026-09-16T06:44:51.782" v="2116" actId="478"/>
          <ac:spMkLst>
            <pc:docMk/>
            <pc:sldMk cId="3609518710" sldId="614"/>
            <ac:spMk id="20" creationId="{3CA30E92-5479-8C96-76AF-2C90E84620B1}"/>
          </ac:spMkLst>
        </pc:spChg>
        <pc:spChg chg="add del">
          <ac:chgData name="Khobo, IL, Dr [ilkhobo@sun.ac.za]" userId="b519a442-dcea-4a28-9c45-7e29f1df5837" providerId="ADAL" clId="{D25D1C45-A404-4E0F-8657-49BD4E4887CA}" dt="2026-09-16T06:40:16.066" v="2100" actId="22"/>
          <ac:spMkLst>
            <pc:docMk/>
            <pc:sldMk cId="3609518710" sldId="614"/>
            <ac:spMk id="21" creationId="{3D74A7EE-1546-0A7C-07DE-2959378D3879}"/>
          </ac:spMkLst>
        </pc:spChg>
        <pc:spChg chg="del mod">
          <ac:chgData name="Khobo, IL, Dr [ilkhobo@sun.ac.za]" userId="b519a442-dcea-4a28-9c45-7e29f1df5837" providerId="ADAL" clId="{D25D1C45-A404-4E0F-8657-49BD4E4887CA}" dt="2026-09-16T06:50:11.538" v="2135" actId="478"/>
          <ac:spMkLst>
            <pc:docMk/>
            <pc:sldMk cId="3609518710" sldId="614"/>
            <ac:spMk id="22" creationId="{638DEF41-E81C-F951-02B8-8F065F45AF42}"/>
          </ac:spMkLst>
        </pc:spChg>
        <pc:spChg chg="del mod">
          <ac:chgData name="Khobo, IL, Dr [ilkhobo@sun.ac.za]" userId="b519a442-dcea-4a28-9c45-7e29f1df5837" providerId="ADAL" clId="{D25D1C45-A404-4E0F-8657-49BD4E4887CA}" dt="2026-09-16T06:50:11.538" v="2135" actId="478"/>
          <ac:spMkLst>
            <pc:docMk/>
            <pc:sldMk cId="3609518710" sldId="614"/>
            <ac:spMk id="25" creationId="{2DBC343B-AE56-F733-874A-C9F78DA58084}"/>
          </ac:spMkLst>
        </pc:spChg>
        <pc:spChg chg="del mod">
          <ac:chgData name="Khobo, IL, Dr [ilkhobo@sun.ac.za]" userId="b519a442-dcea-4a28-9c45-7e29f1df5837" providerId="ADAL" clId="{D25D1C45-A404-4E0F-8657-49BD4E4887CA}" dt="2026-09-16T06:50:11.538" v="2135" actId="478"/>
          <ac:spMkLst>
            <pc:docMk/>
            <pc:sldMk cId="3609518710" sldId="614"/>
            <ac:spMk id="29" creationId="{1E01E0FC-C2AD-259A-A40C-7376E359C0A4}"/>
          </ac:spMkLst>
        </pc:spChg>
        <pc:spChg chg="add del">
          <ac:chgData name="Khobo, IL, Dr [ilkhobo@sun.ac.za]" userId="b519a442-dcea-4a28-9c45-7e29f1df5837" providerId="ADAL" clId="{D25D1C45-A404-4E0F-8657-49BD4E4887CA}" dt="2026-09-16T06:40:16.066" v="2100" actId="22"/>
          <ac:spMkLst>
            <pc:docMk/>
            <pc:sldMk cId="3609518710" sldId="614"/>
            <ac:spMk id="31" creationId="{0FE53649-B828-4A6F-CF1C-C003C107BCB1}"/>
          </ac:spMkLst>
        </pc:spChg>
        <pc:spChg chg="del mod">
          <ac:chgData name="Khobo, IL, Dr [ilkhobo@sun.ac.za]" userId="b519a442-dcea-4a28-9c45-7e29f1df5837" providerId="ADAL" clId="{D25D1C45-A404-4E0F-8657-49BD4E4887CA}" dt="2026-09-16T06:50:14.430" v="2136" actId="478"/>
          <ac:spMkLst>
            <pc:docMk/>
            <pc:sldMk cId="3609518710" sldId="614"/>
            <ac:spMk id="33" creationId="{610185EE-6741-4988-E179-14F19107D3F0}"/>
          </ac:spMkLst>
        </pc:spChg>
        <pc:spChg chg="mod">
          <ac:chgData name="Khobo, IL, Dr [ilkhobo@sun.ac.za]" userId="b519a442-dcea-4a28-9c45-7e29f1df5837" providerId="ADAL" clId="{D25D1C45-A404-4E0F-8657-49BD4E4887CA}" dt="2026-09-16T06:58:39.256" v="2233" actId="207"/>
          <ac:spMkLst>
            <pc:docMk/>
            <pc:sldMk cId="3609518710" sldId="614"/>
            <ac:spMk id="40" creationId="{C559B419-EC3B-7FD9-2C02-5925EAC95142}"/>
          </ac:spMkLst>
        </pc:spChg>
        <pc:spChg chg="del mod">
          <ac:chgData name="Khobo, IL, Dr [ilkhobo@sun.ac.za]" userId="b519a442-dcea-4a28-9c45-7e29f1df5837" providerId="ADAL" clId="{D25D1C45-A404-4E0F-8657-49BD4E4887CA}" dt="2026-09-16T06:50:11.538" v="2135" actId="478"/>
          <ac:spMkLst>
            <pc:docMk/>
            <pc:sldMk cId="3609518710" sldId="614"/>
            <ac:spMk id="41" creationId="{C6242D2A-896F-F5F8-7E9E-8769F94C9962}"/>
          </ac:spMkLst>
        </pc:spChg>
        <pc:spChg chg="mod">
          <ac:chgData name="Khobo, IL, Dr [ilkhobo@sun.ac.za]" userId="b519a442-dcea-4a28-9c45-7e29f1df5837" providerId="ADAL" clId="{D25D1C45-A404-4E0F-8657-49BD4E4887CA}" dt="2026-09-16T06:58:44.963" v="2235" actId="113"/>
          <ac:spMkLst>
            <pc:docMk/>
            <pc:sldMk cId="3609518710" sldId="614"/>
            <ac:spMk id="42" creationId="{FE5B2B1A-1BBE-6C02-694A-D86B43A5C5AC}"/>
          </ac:spMkLst>
        </pc:spChg>
        <pc:spChg chg="add del">
          <ac:chgData name="Khobo, IL, Dr [ilkhobo@sun.ac.za]" userId="b519a442-dcea-4a28-9c45-7e29f1df5837" providerId="ADAL" clId="{D25D1C45-A404-4E0F-8657-49BD4E4887CA}" dt="2026-09-16T06:40:16.066" v="2100" actId="22"/>
          <ac:spMkLst>
            <pc:docMk/>
            <pc:sldMk cId="3609518710" sldId="614"/>
            <ac:spMk id="44" creationId="{51CE4EE1-FE44-5D82-6128-88DDFFF6938C}"/>
          </ac:spMkLst>
        </pc:spChg>
        <pc:spChg chg="add del mod">
          <ac:chgData name="Khobo, IL, Dr [ilkhobo@sun.ac.za]" userId="b519a442-dcea-4a28-9c45-7e29f1df5837" providerId="ADAL" clId="{D25D1C45-A404-4E0F-8657-49BD4E4887CA}" dt="2026-09-16T06:50:11.538" v="2135" actId="478"/>
          <ac:spMkLst>
            <pc:docMk/>
            <pc:sldMk cId="3609518710" sldId="614"/>
            <ac:spMk id="45" creationId="{056BE9B7-2A18-BDE7-9F73-FD64A6579FB4}"/>
          </ac:spMkLst>
        </pc:spChg>
        <pc:spChg chg="add del mod">
          <ac:chgData name="Khobo, IL, Dr [ilkhobo@sun.ac.za]" userId="b519a442-dcea-4a28-9c45-7e29f1df5837" providerId="ADAL" clId="{D25D1C45-A404-4E0F-8657-49BD4E4887CA}" dt="2026-09-16T06:50:11.538" v="2135" actId="478"/>
          <ac:spMkLst>
            <pc:docMk/>
            <pc:sldMk cId="3609518710" sldId="614"/>
            <ac:spMk id="47" creationId="{2987E1F1-941F-A482-4EC8-C8DCA17A14AA}"/>
          </ac:spMkLst>
        </pc:spChg>
        <pc:spChg chg="add mod">
          <ac:chgData name="Khobo, IL, Dr [ilkhobo@sun.ac.za]" userId="b519a442-dcea-4a28-9c45-7e29f1df5837" providerId="ADAL" clId="{D25D1C45-A404-4E0F-8657-49BD4E4887CA}" dt="2026-09-16T06:50:34.653" v="2150" actId="404"/>
          <ac:spMkLst>
            <pc:docMk/>
            <pc:sldMk cId="3609518710" sldId="614"/>
            <ac:spMk id="49" creationId="{82D3F68F-DFFF-D6DF-6998-723E9C974A62}"/>
          </ac:spMkLst>
        </pc:spChg>
        <pc:spChg chg="add del mod">
          <ac:chgData name="Khobo, IL, Dr [ilkhobo@sun.ac.za]" userId="b519a442-dcea-4a28-9c45-7e29f1df5837" providerId="ADAL" clId="{D25D1C45-A404-4E0F-8657-49BD4E4887CA}" dt="2026-09-16T06:51:11.787" v="2174" actId="478"/>
          <ac:spMkLst>
            <pc:docMk/>
            <pc:sldMk cId="3609518710" sldId="614"/>
            <ac:spMk id="51" creationId="{599316C6-B146-576F-18D3-8776A543CD57}"/>
          </ac:spMkLst>
        </pc:spChg>
        <pc:spChg chg="add">
          <ac:chgData name="Khobo, IL, Dr [ilkhobo@sun.ac.za]" userId="b519a442-dcea-4a28-9c45-7e29f1df5837" providerId="ADAL" clId="{D25D1C45-A404-4E0F-8657-49BD4E4887CA}" dt="2026-09-16T06:50:15.145" v="2137" actId="22"/>
          <ac:spMkLst>
            <pc:docMk/>
            <pc:sldMk cId="3609518710" sldId="614"/>
            <ac:spMk id="53" creationId="{E810F7BA-529A-D0F4-13B0-E761466CD7CB}"/>
          </ac:spMkLst>
        </pc:spChg>
        <pc:spChg chg="add">
          <ac:chgData name="Khobo, IL, Dr [ilkhobo@sun.ac.za]" userId="b519a442-dcea-4a28-9c45-7e29f1df5837" providerId="ADAL" clId="{D25D1C45-A404-4E0F-8657-49BD4E4887CA}" dt="2026-09-16T06:50:15.145" v="2137" actId="22"/>
          <ac:spMkLst>
            <pc:docMk/>
            <pc:sldMk cId="3609518710" sldId="614"/>
            <ac:spMk id="55" creationId="{D8CF1A15-6A8B-D769-9D2D-EBBC27DF91D0}"/>
          </ac:spMkLst>
        </pc:spChg>
        <pc:spChg chg="add">
          <ac:chgData name="Khobo, IL, Dr [ilkhobo@sun.ac.za]" userId="b519a442-dcea-4a28-9c45-7e29f1df5837" providerId="ADAL" clId="{D25D1C45-A404-4E0F-8657-49BD4E4887CA}" dt="2026-09-16T06:50:15.145" v="2137" actId="22"/>
          <ac:spMkLst>
            <pc:docMk/>
            <pc:sldMk cId="3609518710" sldId="614"/>
            <ac:spMk id="57" creationId="{66775264-858E-4683-26A5-76F5AFA93791}"/>
          </ac:spMkLst>
        </pc:spChg>
        <pc:spChg chg="add">
          <ac:chgData name="Khobo, IL, Dr [ilkhobo@sun.ac.za]" userId="b519a442-dcea-4a28-9c45-7e29f1df5837" providerId="ADAL" clId="{D25D1C45-A404-4E0F-8657-49BD4E4887CA}" dt="2026-09-16T06:50:15.145" v="2137" actId="22"/>
          <ac:spMkLst>
            <pc:docMk/>
            <pc:sldMk cId="3609518710" sldId="614"/>
            <ac:spMk id="59" creationId="{FED92F8D-1105-0F2D-C982-ECF8BD4AC64C}"/>
          </ac:spMkLst>
        </pc:spChg>
        <pc:spChg chg="add mod">
          <ac:chgData name="Khobo, IL, Dr [ilkhobo@sun.ac.za]" userId="b519a442-dcea-4a28-9c45-7e29f1df5837" providerId="ADAL" clId="{D25D1C45-A404-4E0F-8657-49BD4E4887CA}" dt="2026-09-16T06:50:19.927" v="2138" actId="20577"/>
          <ac:spMkLst>
            <pc:docMk/>
            <pc:sldMk cId="3609518710" sldId="614"/>
            <ac:spMk id="61" creationId="{176C7947-D388-645C-9D1F-40A8335A6E17}"/>
          </ac:spMkLst>
        </pc:spChg>
        <pc:spChg chg="add mod">
          <ac:chgData name="Khobo, IL, Dr [ilkhobo@sun.ac.za]" userId="b519a442-dcea-4a28-9c45-7e29f1df5837" providerId="ADAL" clId="{D25D1C45-A404-4E0F-8657-49BD4E4887CA}" dt="2026-09-16T06:50:22.504" v="2139" actId="20577"/>
          <ac:spMkLst>
            <pc:docMk/>
            <pc:sldMk cId="3609518710" sldId="614"/>
            <ac:spMk id="63" creationId="{9132ED1E-C070-568E-3218-A250303AACDA}"/>
          </ac:spMkLst>
        </pc:spChg>
        <pc:spChg chg="add del mod">
          <ac:chgData name="Khobo, IL, Dr [ilkhobo@sun.ac.za]" userId="b519a442-dcea-4a28-9c45-7e29f1df5837" providerId="ADAL" clId="{D25D1C45-A404-4E0F-8657-49BD4E4887CA}" dt="2026-09-16T06:51:11.304" v="2173" actId="22"/>
          <ac:spMkLst>
            <pc:docMk/>
            <pc:sldMk cId="3609518710" sldId="614"/>
            <ac:spMk id="65" creationId="{098F414C-8CD0-E61B-76C8-4D2F6E7BF528}"/>
          </ac:spMkLst>
        </pc:spChg>
        <pc:picChg chg="mod">
          <ac:chgData name="Khobo, IL, Dr [ilkhobo@sun.ac.za]" userId="b519a442-dcea-4a28-9c45-7e29f1df5837" providerId="ADAL" clId="{D25D1C45-A404-4E0F-8657-49BD4E4887CA}" dt="2026-09-16T06:40:50.407" v="2102" actId="1076"/>
          <ac:picMkLst>
            <pc:docMk/>
            <pc:sldMk cId="3609518710" sldId="614"/>
            <ac:picMk id="6" creationId="{0709ABED-DAAF-CD91-CE71-3C17AF3C6B9C}"/>
          </ac:picMkLst>
        </pc:picChg>
      </pc:sldChg>
      <pc:sldChg chg="addSp delSp modSp mod">
        <pc:chgData name="Khobo, IL, Dr [ilkhobo@sun.ac.za]" userId="b519a442-dcea-4a28-9c45-7e29f1df5837" providerId="ADAL" clId="{D25D1C45-A404-4E0F-8657-49BD4E4887CA}" dt="2026-09-16T06:59:07.933" v="2241" actId="207"/>
        <pc:sldMkLst>
          <pc:docMk/>
          <pc:sldMk cId="3080705287" sldId="615"/>
        </pc:sldMkLst>
        <pc:spChg chg="add">
          <ac:chgData name="Khobo, IL, Dr [ilkhobo@sun.ac.za]" userId="b519a442-dcea-4a28-9c45-7e29f1df5837" providerId="ADAL" clId="{D25D1C45-A404-4E0F-8657-49BD4E4887CA}" dt="2026-09-16T06:46:58.531" v="2125" actId="22"/>
          <ac:spMkLst>
            <pc:docMk/>
            <pc:sldMk cId="3080705287" sldId="615"/>
            <ac:spMk id="8" creationId="{32E30CA4-BD79-1444-F5B0-44806799FA0E}"/>
          </ac:spMkLst>
        </pc:spChg>
        <pc:spChg chg="mod ord">
          <ac:chgData name="Khobo, IL, Dr [ilkhobo@sun.ac.za]" userId="b519a442-dcea-4a28-9c45-7e29f1df5837" providerId="ADAL" clId="{D25D1C45-A404-4E0F-8657-49BD4E4887CA}" dt="2026-09-16T06:53:45.052" v="2191" actId="14100"/>
          <ac:spMkLst>
            <pc:docMk/>
            <pc:sldMk cId="3080705287" sldId="615"/>
            <ac:spMk id="12" creationId="{471400A0-F3EC-C640-512A-9889639A70CA}"/>
          </ac:spMkLst>
        </pc:spChg>
        <pc:spChg chg="del">
          <ac:chgData name="Khobo, IL, Dr [ilkhobo@sun.ac.za]" userId="b519a442-dcea-4a28-9c45-7e29f1df5837" providerId="ADAL" clId="{D25D1C45-A404-4E0F-8657-49BD4E4887CA}" dt="2026-09-16T06:46:57.712" v="2124" actId="478"/>
          <ac:spMkLst>
            <pc:docMk/>
            <pc:sldMk cId="3080705287" sldId="615"/>
            <ac:spMk id="13" creationId="{63A6DFCC-CC71-4A86-9766-53ACD80E75F6}"/>
          </ac:spMkLst>
        </pc:spChg>
        <pc:spChg chg="add">
          <ac:chgData name="Khobo, IL, Dr [ilkhobo@sun.ac.za]" userId="b519a442-dcea-4a28-9c45-7e29f1df5837" providerId="ADAL" clId="{D25D1C45-A404-4E0F-8657-49BD4E4887CA}" dt="2026-09-16T06:46:58.531" v="2125" actId="22"/>
          <ac:spMkLst>
            <pc:docMk/>
            <pc:sldMk cId="3080705287" sldId="615"/>
            <ac:spMk id="14" creationId="{39379146-B094-9944-3488-170A8354F18D}"/>
          </ac:spMkLst>
        </pc:spChg>
        <pc:spChg chg="add mod">
          <ac:chgData name="Khobo, IL, Dr [ilkhobo@sun.ac.za]" userId="b519a442-dcea-4a28-9c45-7e29f1df5837" providerId="ADAL" clId="{D25D1C45-A404-4E0F-8657-49BD4E4887CA}" dt="2026-09-16T06:53:07.488" v="2179" actId="20577"/>
          <ac:spMkLst>
            <pc:docMk/>
            <pc:sldMk cId="3080705287" sldId="615"/>
            <ac:spMk id="16" creationId="{33469FF5-145B-1ABE-5302-E7D1745ED414}"/>
          </ac:spMkLst>
        </pc:spChg>
        <pc:spChg chg="del">
          <ac:chgData name="Khobo, IL, Dr [ilkhobo@sun.ac.za]" userId="b519a442-dcea-4a28-9c45-7e29f1df5837" providerId="ADAL" clId="{D25D1C45-A404-4E0F-8657-49BD4E4887CA}" dt="2026-09-16T06:53:03.185" v="2177" actId="478"/>
          <ac:spMkLst>
            <pc:docMk/>
            <pc:sldMk cId="3080705287" sldId="615"/>
            <ac:spMk id="18" creationId="{764AFC38-36E3-3BE7-FDED-72FCA31ADC97}"/>
          </ac:spMkLst>
        </pc:spChg>
        <pc:spChg chg="add mod">
          <ac:chgData name="Khobo, IL, Dr [ilkhobo@sun.ac.za]" userId="b519a442-dcea-4a28-9c45-7e29f1df5837" providerId="ADAL" clId="{D25D1C45-A404-4E0F-8657-49BD4E4887CA}" dt="2026-09-16T06:53:16.300" v="2187" actId="20577"/>
          <ac:spMkLst>
            <pc:docMk/>
            <pc:sldMk cId="3080705287" sldId="615"/>
            <ac:spMk id="19" creationId="{1FAE1C6E-47B3-E7FA-30CC-78CDB9D35987}"/>
          </ac:spMkLst>
        </pc:spChg>
        <pc:spChg chg="del">
          <ac:chgData name="Khobo, IL, Dr [ilkhobo@sun.ac.za]" userId="b519a442-dcea-4a28-9c45-7e29f1df5837" providerId="ADAL" clId="{D25D1C45-A404-4E0F-8657-49BD4E4887CA}" dt="2026-09-16T06:46:57.712" v="2124" actId="478"/>
          <ac:spMkLst>
            <pc:docMk/>
            <pc:sldMk cId="3080705287" sldId="615"/>
            <ac:spMk id="20" creationId="{0B9CD705-2230-9E1B-B1B0-B4F708E010DB}"/>
          </ac:spMkLst>
        </pc:spChg>
        <pc:spChg chg="del">
          <ac:chgData name="Khobo, IL, Dr [ilkhobo@sun.ac.za]" userId="b519a442-dcea-4a28-9c45-7e29f1df5837" providerId="ADAL" clId="{D25D1C45-A404-4E0F-8657-49BD4E4887CA}" dt="2026-09-16T06:53:03.185" v="2177" actId="478"/>
          <ac:spMkLst>
            <pc:docMk/>
            <pc:sldMk cId="3080705287" sldId="615"/>
            <ac:spMk id="22" creationId="{EC53E362-B101-63DF-FCF9-4829AEFDD02B}"/>
          </ac:spMkLst>
        </pc:spChg>
        <pc:spChg chg="add">
          <ac:chgData name="Khobo, IL, Dr [ilkhobo@sun.ac.za]" userId="b519a442-dcea-4a28-9c45-7e29f1df5837" providerId="ADAL" clId="{D25D1C45-A404-4E0F-8657-49BD4E4887CA}" dt="2026-09-16T06:53:03.957" v="2178" actId="22"/>
          <ac:spMkLst>
            <pc:docMk/>
            <pc:sldMk cId="3080705287" sldId="615"/>
            <ac:spMk id="27" creationId="{3023E560-8B9E-0453-DF2F-0A54D724AB9F}"/>
          </ac:spMkLst>
        </pc:spChg>
        <pc:spChg chg="del">
          <ac:chgData name="Khobo, IL, Dr [ilkhobo@sun.ac.za]" userId="b519a442-dcea-4a28-9c45-7e29f1df5837" providerId="ADAL" clId="{D25D1C45-A404-4E0F-8657-49BD4E4887CA}" dt="2026-09-16T06:53:03.185" v="2177" actId="478"/>
          <ac:spMkLst>
            <pc:docMk/>
            <pc:sldMk cId="3080705287" sldId="615"/>
            <ac:spMk id="29" creationId="{EEF47FC9-1F55-C7C7-32A1-180D44EF960B}"/>
          </ac:spMkLst>
        </pc:spChg>
        <pc:spChg chg="add">
          <ac:chgData name="Khobo, IL, Dr [ilkhobo@sun.ac.za]" userId="b519a442-dcea-4a28-9c45-7e29f1df5837" providerId="ADAL" clId="{D25D1C45-A404-4E0F-8657-49BD4E4887CA}" dt="2026-09-16T06:53:03.957" v="2178" actId="22"/>
          <ac:spMkLst>
            <pc:docMk/>
            <pc:sldMk cId="3080705287" sldId="615"/>
            <ac:spMk id="39" creationId="{349A6A53-C456-9A09-EA61-E01C150761FB}"/>
          </ac:spMkLst>
        </pc:spChg>
        <pc:spChg chg="mod">
          <ac:chgData name="Khobo, IL, Dr [ilkhobo@sun.ac.za]" userId="b519a442-dcea-4a28-9c45-7e29f1df5837" providerId="ADAL" clId="{D25D1C45-A404-4E0F-8657-49BD4E4887CA}" dt="2026-09-16T06:58:55.435" v="2237" actId="207"/>
          <ac:spMkLst>
            <pc:docMk/>
            <pc:sldMk cId="3080705287" sldId="615"/>
            <ac:spMk id="40" creationId="{CA83C7B7-9686-397F-D249-04767516E267}"/>
          </ac:spMkLst>
        </pc:spChg>
        <pc:spChg chg="del">
          <ac:chgData name="Khobo, IL, Dr [ilkhobo@sun.ac.za]" userId="b519a442-dcea-4a28-9c45-7e29f1df5837" providerId="ADAL" clId="{D25D1C45-A404-4E0F-8657-49BD4E4887CA}" dt="2026-09-16T06:53:03.185" v="2177" actId="478"/>
          <ac:spMkLst>
            <pc:docMk/>
            <pc:sldMk cId="3080705287" sldId="615"/>
            <ac:spMk id="41" creationId="{1C25BC37-A705-C031-4A70-6B64C8B1327F}"/>
          </ac:spMkLst>
        </pc:spChg>
        <pc:spChg chg="mod">
          <ac:chgData name="Khobo, IL, Dr [ilkhobo@sun.ac.za]" userId="b519a442-dcea-4a28-9c45-7e29f1df5837" providerId="ADAL" clId="{D25D1C45-A404-4E0F-8657-49BD4E4887CA}" dt="2026-09-16T06:59:07.933" v="2241" actId="207"/>
          <ac:spMkLst>
            <pc:docMk/>
            <pc:sldMk cId="3080705287" sldId="615"/>
            <ac:spMk id="42" creationId="{D5DE91A8-E47D-FCD6-9F70-191229373FB0}"/>
          </ac:spMkLst>
        </pc:spChg>
      </pc:sldChg>
      <pc:sldChg chg="addSp delSp modSp mod">
        <pc:chgData name="Khobo, IL, Dr [ilkhobo@sun.ac.za]" userId="b519a442-dcea-4a28-9c45-7e29f1df5837" providerId="ADAL" clId="{D25D1C45-A404-4E0F-8657-49BD4E4887CA}" dt="2026-09-16T07:17:17.235" v="2249" actId="207"/>
        <pc:sldMkLst>
          <pc:docMk/>
          <pc:sldMk cId="3982426206" sldId="616"/>
        </pc:sldMkLst>
        <pc:spChg chg="del">
          <ac:chgData name="Khobo, IL, Dr [ilkhobo@sun.ac.za]" userId="b519a442-dcea-4a28-9c45-7e29f1df5837" providerId="ADAL" clId="{D25D1C45-A404-4E0F-8657-49BD4E4887CA}" dt="2026-09-16T06:54:46.702" v="2194" actId="478"/>
          <ac:spMkLst>
            <pc:docMk/>
            <pc:sldMk cId="3982426206" sldId="616"/>
            <ac:spMk id="8" creationId="{577E3C8A-B691-09C3-CBCD-1B3D410A60EC}"/>
          </ac:spMkLst>
        </pc:spChg>
        <pc:spChg chg="add">
          <ac:chgData name="Khobo, IL, Dr [ilkhobo@sun.ac.za]" userId="b519a442-dcea-4a28-9c45-7e29f1df5837" providerId="ADAL" clId="{D25D1C45-A404-4E0F-8657-49BD4E4887CA}" dt="2026-09-16T06:54:47.492" v="2195" actId="22"/>
          <ac:spMkLst>
            <pc:docMk/>
            <pc:sldMk cId="3982426206" sldId="616"/>
            <ac:spMk id="10" creationId="{D3D610D4-3980-1F3F-DB78-38B9565346A7}"/>
          </ac:spMkLst>
        </pc:spChg>
        <pc:spChg chg="del mod">
          <ac:chgData name="Khobo, IL, Dr [ilkhobo@sun.ac.za]" userId="b519a442-dcea-4a28-9c45-7e29f1df5837" providerId="ADAL" clId="{D25D1C45-A404-4E0F-8657-49BD4E4887CA}" dt="2026-09-16T06:54:46.702" v="2194" actId="478"/>
          <ac:spMkLst>
            <pc:docMk/>
            <pc:sldMk cId="3982426206" sldId="616"/>
            <ac:spMk id="13" creationId="{8F053973-B5AC-A463-2E20-097F1E615753}"/>
          </ac:spMkLst>
        </pc:spChg>
        <pc:spChg chg="add">
          <ac:chgData name="Khobo, IL, Dr [ilkhobo@sun.ac.za]" userId="b519a442-dcea-4a28-9c45-7e29f1df5837" providerId="ADAL" clId="{D25D1C45-A404-4E0F-8657-49BD4E4887CA}" dt="2026-09-16T06:54:47.492" v="2195" actId="22"/>
          <ac:spMkLst>
            <pc:docMk/>
            <pc:sldMk cId="3982426206" sldId="616"/>
            <ac:spMk id="14" creationId="{501EC23D-8D01-9840-3160-D3021047A67A}"/>
          </ac:spMkLst>
        </pc:spChg>
        <pc:spChg chg="add">
          <ac:chgData name="Khobo, IL, Dr [ilkhobo@sun.ac.za]" userId="b519a442-dcea-4a28-9c45-7e29f1df5837" providerId="ADAL" clId="{D25D1C45-A404-4E0F-8657-49BD4E4887CA}" dt="2026-09-16T06:54:47.492" v="2195" actId="22"/>
          <ac:spMkLst>
            <pc:docMk/>
            <pc:sldMk cId="3982426206" sldId="616"/>
            <ac:spMk id="16" creationId="{0E0616A5-0E80-D01F-6A89-F00888DE2555}"/>
          </ac:spMkLst>
        </pc:spChg>
        <pc:spChg chg="del mod">
          <ac:chgData name="Khobo, IL, Dr [ilkhobo@sun.ac.za]" userId="b519a442-dcea-4a28-9c45-7e29f1df5837" providerId="ADAL" clId="{D25D1C45-A404-4E0F-8657-49BD4E4887CA}" dt="2026-09-16T06:54:46.702" v="2194" actId="478"/>
          <ac:spMkLst>
            <pc:docMk/>
            <pc:sldMk cId="3982426206" sldId="616"/>
            <ac:spMk id="18" creationId="{801CDB74-2624-5E2F-8BAF-99EC8704842E}"/>
          </ac:spMkLst>
        </pc:spChg>
        <pc:spChg chg="add mod">
          <ac:chgData name="Khobo, IL, Dr [ilkhobo@sun.ac.za]" userId="b519a442-dcea-4a28-9c45-7e29f1df5837" providerId="ADAL" clId="{D25D1C45-A404-4E0F-8657-49BD4E4887CA}" dt="2026-09-16T06:54:56.621" v="2199" actId="20577"/>
          <ac:spMkLst>
            <pc:docMk/>
            <pc:sldMk cId="3982426206" sldId="616"/>
            <ac:spMk id="19" creationId="{F438231E-6B27-53DB-F4D2-AEC365AF446A}"/>
          </ac:spMkLst>
        </pc:spChg>
        <pc:spChg chg="del">
          <ac:chgData name="Khobo, IL, Dr [ilkhobo@sun.ac.za]" userId="b519a442-dcea-4a28-9c45-7e29f1df5837" providerId="ADAL" clId="{D25D1C45-A404-4E0F-8657-49BD4E4887CA}" dt="2026-09-16T06:54:46.702" v="2194" actId="478"/>
          <ac:spMkLst>
            <pc:docMk/>
            <pc:sldMk cId="3982426206" sldId="616"/>
            <ac:spMk id="20" creationId="{53980478-84D3-418A-8B5B-C3C2BFF8E79E}"/>
          </ac:spMkLst>
        </pc:spChg>
        <pc:spChg chg="del">
          <ac:chgData name="Khobo, IL, Dr [ilkhobo@sun.ac.za]" userId="b519a442-dcea-4a28-9c45-7e29f1df5837" providerId="ADAL" clId="{D25D1C45-A404-4E0F-8657-49BD4E4887CA}" dt="2026-09-16T06:54:46.702" v="2194" actId="478"/>
          <ac:spMkLst>
            <pc:docMk/>
            <pc:sldMk cId="3982426206" sldId="616"/>
            <ac:spMk id="22" creationId="{D5F440BB-F1D6-A0E8-7799-8FC5765AB54E}"/>
          </ac:spMkLst>
        </pc:spChg>
        <pc:spChg chg="del mod">
          <ac:chgData name="Khobo, IL, Dr [ilkhobo@sun.ac.za]" userId="b519a442-dcea-4a28-9c45-7e29f1df5837" providerId="ADAL" clId="{D25D1C45-A404-4E0F-8657-49BD4E4887CA}" dt="2026-09-16T06:54:46.702" v="2194" actId="478"/>
          <ac:spMkLst>
            <pc:docMk/>
            <pc:sldMk cId="3982426206" sldId="616"/>
            <ac:spMk id="25" creationId="{16AC6314-E975-23CB-4C45-CD159DEF52A4}"/>
          </ac:spMkLst>
        </pc:spChg>
        <pc:spChg chg="add">
          <ac:chgData name="Khobo, IL, Dr [ilkhobo@sun.ac.za]" userId="b519a442-dcea-4a28-9c45-7e29f1df5837" providerId="ADAL" clId="{D25D1C45-A404-4E0F-8657-49BD4E4887CA}" dt="2026-09-16T06:54:47.492" v="2195" actId="22"/>
          <ac:spMkLst>
            <pc:docMk/>
            <pc:sldMk cId="3982426206" sldId="616"/>
            <ac:spMk id="27" creationId="{7C2CF92A-6D11-7CD4-38D7-D51A64630421}"/>
          </ac:spMkLst>
        </pc:spChg>
        <pc:spChg chg="del">
          <ac:chgData name="Khobo, IL, Dr [ilkhobo@sun.ac.za]" userId="b519a442-dcea-4a28-9c45-7e29f1df5837" providerId="ADAL" clId="{D25D1C45-A404-4E0F-8657-49BD4E4887CA}" dt="2026-09-16T06:54:46.702" v="2194" actId="478"/>
          <ac:spMkLst>
            <pc:docMk/>
            <pc:sldMk cId="3982426206" sldId="616"/>
            <ac:spMk id="29" creationId="{020309D7-7376-0FE3-B9BB-299C8241D362}"/>
          </ac:spMkLst>
        </pc:spChg>
        <pc:spChg chg="del">
          <ac:chgData name="Khobo, IL, Dr [ilkhobo@sun.ac.za]" userId="b519a442-dcea-4a28-9c45-7e29f1df5837" providerId="ADAL" clId="{D25D1C45-A404-4E0F-8657-49BD4E4887CA}" dt="2026-09-16T06:54:46.702" v="2194" actId="478"/>
          <ac:spMkLst>
            <pc:docMk/>
            <pc:sldMk cId="3982426206" sldId="616"/>
            <ac:spMk id="33" creationId="{BD9FBB51-FCEB-CA8B-FDF3-E2F06BABBE22}"/>
          </ac:spMkLst>
        </pc:spChg>
        <pc:spChg chg="add mod">
          <ac:chgData name="Khobo, IL, Dr [ilkhobo@sun.ac.za]" userId="b519a442-dcea-4a28-9c45-7e29f1df5837" providerId="ADAL" clId="{D25D1C45-A404-4E0F-8657-49BD4E4887CA}" dt="2026-09-16T06:54:53.212" v="2197" actId="20577"/>
          <ac:spMkLst>
            <pc:docMk/>
            <pc:sldMk cId="3982426206" sldId="616"/>
            <ac:spMk id="39" creationId="{5EF84FEB-CE4C-9979-AF47-7B3B8E3E545B}"/>
          </ac:spMkLst>
        </pc:spChg>
        <pc:spChg chg="mod">
          <ac:chgData name="Khobo, IL, Dr [ilkhobo@sun.ac.za]" userId="b519a442-dcea-4a28-9c45-7e29f1df5837" providerId="ADAL" clId="{D25D1C45-A404-4E0F-8657-49BD4E4887CA}" dt="2026-09-16T06:59:23.451" v="2243" actId="207"/>
          <ac:spMkLst>
            <pc:docMk/>
            <pc:sldMk cId="3982426206" sldId="616"/>
            <ac:spMk id="40" creationId="{868449B9-BA41-6A6F-0935-2863A627DD5F}"/>
          </ac:spMkLst>
        </pc:spChg>
        <pc:spChg chg="del">
          <ac:chgData name="Khobo, IL, Dr [ilkhobo@sun.ac.za]" userId="b519a442-dcea-4a28-9c45-7e29f1df5837" providerId="ADAL" clId="{D25D1C45-A404-4E0F-8657-49BD4E4887CA}" dt="2026-09-16T06:54:46.702" v="2194" actId="478"/>
          <ac:spMkLst>
            <pc:docMk/>
            <pc:sldMk cId="3982426206" sldId="616"/>
            <ac:spMk id="41" creationId="{7B23342F-8802-2F9F-9F0F-5A63A5B81946}"/>
          </ac:spMkLst>
        </pc:spChg>
        <pc:spChg chg="mod">
          <ac:chgData name="Khobo, IL, Dr [ilkhobo@sun.ac.za]" userId="b519a442-dcea-4a28-9c45-7e29f1df5837" providerId="ADAL" clId="{D25D1C45-A404-4E0F-8657-49BD4E4887CA}" dt="2026-09-16T07:17:17.235" v="2249" actId="207"/>
          <ac:spMkLst>
            <pc:docMk/>
            <pc:sldMk cId="3982426206" sldId="616"/>
            <ac:spMk id="42" creationId="{58D6B470-F0C8-6E73-59E5-AE5B4EBF8BCF}"/>
          </ac:spMkLst>
        </pc:spChg>
        <pc:spChg chg="add">
          <ac:chgData name="Khobo, IL, Dr [ilkhobo@sun.ac.za]" userId="b519a442-dcea-4a28-9c45-7e29f1df5837" providerId="ADAL" clId="{D25D1C45-A404-4E0F-8657-49BD4E4887CA}" dt="2026-09-16T06:54:47.492" v="2195" actId="22"/>
          <ac:spMkLst>
            <pc:docMk/>
            <pc:sldMk cId="3982426206" sldId="616"/>
            <ac:spMk id="45" creationId="{F584ABFB-054F-AA42-F0FA-052D4B2C8570}"/>
          </ac:spMkLst>
        </pc:spChg>
        <pc:spChg chg="add">
          <ac:chgData name="Khobo, IL, Dr [ilkhobo@sun.ac.za]" userId="b519a442-dcea-4a28-9c45-7e29f1df5837" providerId="ADAL" clId="{D25D1C45-A404-4E0F-8657-49BD4E4887CA}" dt="2026-09-16T06:54:47.492" v="2195" actId="22"/>
          <ac:spMkLst>
            <pc:docMk/>
            <pc:sldMk cId="3982426206" sldId="616"/>
            <ac:spMk id="47" creationId="{FB3AACA1-564F-C0D6-A2A0-78545E442350}"/>
          </ac:spMkLst>
        </pc:spChg>
        <pc:spChg chg="add">
          <ac:chgData name="Khobo, IL, Dr [ilkhobo@sun.ac.za]" userId="b519a442-dcea-4a28-9c45-7e29f1df5837" providerId="ADAL" clId="{D25D1C45-A404-4E0F-8657-49BD4E4887CA}" dt="2026-09-16T06:54:47.492" v="2195" actId="22"/>
          <ac:spMkLst>
            <pc:docMk/>
            <pc:sldMk cId="3982426206" sldId="616"/>
            <ac:spMk id="49" creationId="{348BCC34-9B1A-0114-3BD6-4C2AA3C70470}"/>
          </ac:spMkLst>
        </pc:spChg>
      </pc:sldChg>
      <pc:sldChg chg="addSp delSp modSp mod">
        <pc:chgData name="Khobo, IL, Dr [ilkhobo@sun.ac.za]" userId="b519a442-dcea-4a28-9c45-7e29f1df5837" providerId="ADAL" clId="{D25D1C45-A404-4E0F-8657-49BD4E4887CA}" dt="2026-09-16T07:18:01.790" v="2257" actId="20577"/>
        <pc:sldMkLst>
          <pc:docMk/>
          <pc:sldMk cId="3574815507" sldId="617"/>
        </pc:sldMkLst>
        <pc:spChg chg="add">
          <ac:chgData name="Khobo, IL, Dr [ilkhobo@sun.ac.za]" userId="b519a442-dcea-4a28-9c45-7e29f1df5837" providerId="ADAL" clId="{D25D1C45-A404-4E0F-8657-49BD4E4887CA}" dt="2026-09-16T06:55:47.973" v="2204" actId="22"/>
          <ac:spMkLst>
            <pc:docMk/>
            <pc:sldMk cId="3574815507" sldId="617"/>
            <ac:spMk id="7" creationId="{C2AD6590-F137-48DE-78B3-F6F55547D323}"/>
          </ac:spMkLst>
        </pc:spChg>
        <pc:spChg chg="add">
          <ac:chgData name="Khobo, IL, Dr [ilkhobo@sun.ac.za]" userId="b519a442-dcea-4a28-9c45-7e29f1df5837" providerId="ADAL" clId="{D25D1C45-A404-4E0F-8657-49BD4E4887CA}" dt="2026-09-16T06:55:47.973" v="2204" actId="22"/>
          <ac:spMkLst>
            <pc:docMk/>
            <pc:sldMk cId="3574815507" sldId="617"/>
            <ac:spMk id="10" creationId="{6B5E82B4-FD6B-3769-ED6C-6936F6AC9766}"/>
          </ac:spMkLst>
        </pc:spChg>
        <pc:spChg chg="add mod">
          <ac:chgData name="Khobo, IL, Dr [ilkhobo@sun.ac.za]" userId="b519a442-dcea-4a28-9c45-7e29f1df5837" providerId="ADAL" clId="{D25D1C45-A404-4E0F-8657-49BD4E4887CA}" dt="2026-09-16T06:55:52.284" v="2206" actId="20577"/>
          <ac:spMkLst>
            <pc:docMk/>
            <pc:sldMk cId="3574815507" sldId="617"/>
            <ac:spMk id="12" creationId="{9AB50266-E76B-184B-E08D-6D9F9174CB69}"/>
          </ac:spMkLst>
        </pc:spChg>
        <pc:spChg chg="del mod">
          <ac:chgData name="Khobo, IL, Dr [ilkhobo@sun.ac.za]" userId="b519a442-dcea-4a28-9c45-7e29f1df5837" providerId="ADAL" clId="{D25D1C45-A404-4E0F-8657-49BD4E4887CA}" dt="2026-09-16T06:55:46.975" v="2203" actId="478"/>
          <ac:spMkLst>
            <pc:docMk/>
            <pc:sldMk cId="3574815507" sldId="617"/>
            <ac:spMk id="13" creationId="{9CACA40A-B6A8-63D3-31C9-978D5B2E2590}"/>
          </ac:spMkLst>
        </pc:spChg>
        <pc:spChg chg="add">
          <ac:chgData name="Khobo, IL, Dr [ilkhobo@sun.ac.za]" userId="b519a442-dcea-4a28-9c45-7e29f1df5837" providerId="ADAL" clId="{D25D1C45-A404-4E0F-8657-49BD4E4887CA}" dt="2026-09-16T06:55:47.973" v="2204" actId="22"/>
          <ac:spMkLst>
            <pc:docMk/>
            <pc:sldMk cId="3574815507" sldId="617"/>
            <ac:spMk id="15" creationId="{C2E34166-67C3-3F81-6BAB-AA7F1B0867FB}"/>
          </ac:spMkLst>
        </pc:spChg>
        <pc:spChg chg="add mod">
          <ac:chgData name="Khobo, IL, Dr [ilkhobo@sun.ac.za]" userId="b519a442-dcea-4a28-9c45-7e29f1df5837" providerId="ADAL" clId="{D25D1C45-A404-4E0F-8657-49BD4E4887CA}" dt="2026-09-16T06:56:03.097" v="2227" actId="20577"/>
          <ac:spMkLst>
            <pc:docMk/>
            <pc:sldMk cId="3574815507" sldId="617"/>
            <ac:spMk id="17" creationId="{62C460B1-D10E-40B3-D1C4-67217CF5AC5D}"/>
          </ac:spMkLst>
        </pc:spChg>
        <pc:spChg chg="del mod">
          <ac:chgData name="Khobo, IL, Dr [ilkhobo@sun.ac.za]" userId="b519a442-dcea-4a28-9c45-7e29f1df5837" providerId="ADAL" clId="{D25D1C45-A404-4E0F-8657-49BD4E4887CA}" dt="2026-09-16T06:55:46.975" v="2203" actId="478"/>
          <ac:spMkLst>
            <pc:docMk/>
            <pc:sldMk cId="3574815507" sldId="617"/>
            <ac:spMk id="18" creationId="{222D8551-011C-FD4A-5B39-724FB1E9DED7}"/>
          </ac:spMkLst>
        </pc:spChg>
        <pc:spChg chg="del mod">
          <ac:chgData name="Khobo, IL, Dr [ilkhobo@sun.ac.za]" userId="b519a442-dcea-4a28-9c45-7e29f1df5837" providerId="ADAL" clId="{D25D1C45-A404-4E0F-8657-49BD4E4887CA}" dt="2026-09-16T06:55:46.975" v="2203" actId="478"/>
          <ac:spMkLst>
            <pc:docMk/>
            <pc:sldMk cId="3574815507" sldId="617"/>
            <ac:spMk id="20" creationId="{E32FE4E7-70EC-8E71-4D32-AB9E5571C4BB}"/>
          </ac:spMkLst>
        </pc:spChg>
        <pc:spChg chg="add mod">
          <ac:chgData name="Khobo, IL, Dr [ilkhobo@sun.ac.za]" userId="b519a442-dcea-4a28-9c45-7e29f1df5837" providerId="ADAL" clId="{D25D1C45-A404-4E0F-8657-49BD4E4887CA}" dt="2026-09-16T06:55:58.788" v="2218" actId="20577"/>
          <ac:spMkLst>
            <pc:docMk/>
            <pc:sldMk cId="3574815507" sldId="617"/>
            <ac:spMk id="21" creationId="{986D0597-C892-B03E-A3D6-F3A3F53B1EB5}"/>
          </ac:spMkLst>
        </pc:spChg>
        <pc:spChg chg="del mod">
          <ac:chgData name="Khobo, IL, Dr [ilkhobo@sun.ac.za]" userId="b519a442-dcea-4a28-9c45-7e29f1df5837" providerId="ADAL" clId="{D25D1C45-A404-4E0F-8657-49BD4E4887CA}" dt="2026-09-16T06:55:46.975" v="2203" actId="478"/>
          <ac:spMkLst>
            <pc:docMk/>
            <pc:sldMk cId="3574815507" sldId="617"/>
            <ac:spMk id="22" creationId="{B637D90C-F1B6-33B5-3876-193BA350CF19}"/>
          </ac:spMkLst>
        </pc:spChg>
        <pc:spChg chg="del mod">
          <ac:chgData name="Khobo, IL, Dr [ilkhobo@sun.ac.za]" userId="b519a442-dcea-4a28-9c45-7e29f1df5837" providerId="ADAL" clId="{D25D1C45-A404-4E0F-8657-49BD4E4887CA}" dt="2026-09-16T06:55:46.975" v="2203" actId="478"/>
          <ac:spMkLst>
            <pc:docMk/>
            <pc:sldMk cId="3574815507" sldId="617"/>
            <ac:spMk id="25" creationId="{E7E45334-6921-2B80-E597-6CD5B413D08B}"/>
          </ac:spMkLst>
        </pc:spChg>
        <pc:spChg chg="del mod">
          <ac:chgData name="Khobo, IL, Dr [ilkhobo@sun.ac.za]" userId="b519a442-dcea-4a28-9c45-7e29f1df5837" providerId="ADAL" clId="{D25D1C45-A404-4E0F-8657-49BD4E4887CA}" dt="2026-09-16T06:55:46.975" v="2203" actId="478"/>
          <ac:spMkLst>
            <pc:docMk/>
            <pc:sldMk cId="3574815507" sldId="617"/>
            <ac:spMk id="29" creationId="{DC8DBC8E-BD4C-4078-D1D0-A50217C909C3}"/>
          </ac:spMkLst>
        </pc:spChg>
        <pc:spChg chg="add">
          <ac:chgData name="Khobo, IL, Dr [ilkhobo@sun.ac.za]" userId="b519a442-dcea-4a28-9c45-7e29f1df5837" providerId="ADAL" clId="{D25D1C45-A404-4E0F-8657-49BD4E4887CA}" dt="2026-09-16T06:55:47.973" v="2204" actId="22"/>
          <ac:spMkLst>
            <pc:docMk/>
            <pc:sldMk cId="3574815507" sldId="617"/>
            <ac:spMk id="31" creationId="{558090F5-042B-EBD2-848F-775BED502DAC}"/>
          </ac:spMkLst>
        </pc:spChg>
        <pc:spChg chg="del mod">
          <ac:chgData name="Khobo, IL, Dr [ilkhobo@sun.ac.za]" userId="b519a442-dcea-4a28-9c45-7e29f1df5837" providerId="ADAL" clId="{D25D1C45-A404-4E0F-8657-49BD4E4887CA}" dt="2026-09-16T06:55:46.975" v="2203" actId="478"/>
          <ac:spMkLst>
            <pc:docMk/>
            <pc:sldMk cId="3574815507" sldId="617"/>
            <ac:spMk id="33" creationId="{59FAAA65-4BD8-A500-7F18-22344D98496B}"/>
          </ac:spMkLst>
        </pc:spChg>
        <pc:spChg chg="mod">
          <ac:chgData name="Khobo, IL, Dr [ilkhobo@sun.ac.za]" userId="b519a442-dcea-4a28-9c45-7e29f1df5837" providerId="ADAL" clId="{D25D1C45-A404-4E0F-8657-49BD4E4887CA}" dt="2026-09-16T07:17:39.794" v="2251" actId="207"/>
          <ac:spMkLst>
            <pc:docMk/>
            <pc:sldMk cId="3574815507" sldId="617"/>
            <ac:spMk id="40" creationId="{87BBEF93-8247-300A-D11C-3AB38BCEEA08}"/>
          </ac:spMkLst>
        </pc:spChg>
        <pc:spChg chg="del mod">
          <ac:chgData name="Khobo, IL, Dr [ilkhobo@sun.ac.za]" userId="b519a442-dcea-4a28-9c45-7e29f1df5837" providerId="ADAL" clId="{D25D1C45-A404-4E0F-8657-49BD4E4887CA}" dt="2026-09-16T06:55:46.975" v="2203" actId="478"/>
          <ac:spMkLst>
            <pc:docMk/>
            <pc:sldMk cId="3574815507" sldId="617"/>
            <ac:spMk id="41" creationId="{FCE0DAE4-B10D-23D2-59FD-7F18DCD955B9}"/>
          </ac:spMkLst>
        </pc:spChg>
        <pc:spChg chg="mod">
          <ac:chgData name="Khobo, IL, Dr [ilkhobo@sun.ac.za]" userId="b519a442-dcea-4a28-9c45-7e29f1df5837" providerId="ADAL" clId="{D25D1C45-A404-4E0F-8657-49BD4E4887CA}" dt="2026-09-16T07:18:01.790" v="2257" actId="20577"/>
          <ac:spMkLst>
            <pc:docMk/>
            <pc:sldMk cId="3574815507" sldId="617"/>
            <ac:spMk id="42" creationId="{7F52501E-3350-D68F-FA25-4D1AA6D3D754}"/>
          </ac:spMkLst>
        </pc:spChg>
      </pc:sldChg>
      <pc:sldChg chg="modSp mod">
        <pc:chgData name="Khobo, IL, Dr [ilkhobo@sun.ac.za]" userId="b519a442-dcea-4a28-9c45-7e29f1df5837" providerId="ADAL" clId="{D25D1C45-A404-4E0F-8657-49BD4E4887CA}" dt="2026-09-16T07:18:23.267" v="2259" actId="14100"/>
        <pc:sldMkLst>
          <pc:docMk/>
          <pc:sldMk cId="4034615393" sldId="618"/>
        </pc:sldMkLst>
        <pc:cxnChg chg="mod">
          <ac:chgData name="Khobo, IL, Dr [ilkhobo@sun.ac.za]" userId="b519a442-dcea-4a28-9c45-7e29f1df5837" providerId="ADAL" clId="{D25D1C45-A404-4E0F-8657-49BD4E4887CA}" dt="2026-09-16T07:18:23.267" v="2259" actId="14100"/>
          <ac:cxnSpMkLst>
            <pc:docMk/>
            <pc:sldMk cId="4034615393" sldId="618"/>
            <ac:cxnSpMk id="5" creationId="{591B22BC-2C2D-D921-0569-EC231AD0676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4F8E5-B141-4125-AE90-AB7E5CBBF318}" type="datetimeFigureOut">
              <a:rPr lang="en-ZA" smtClean="0"/>
              <a:t>2026/09/15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4BACC-9E44-4D5F-A407-4AC8A14A1A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121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383-9F30-7F88-BD61-47F2BFE2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B729-C356-F1ED-4A68-5F571B6BE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6E9E0-55EF-83D2-E7BC-B8361692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AB1F-4700-36D7-8D2E-F4808B0E4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E4959-FAD6-6A42-D731-117614547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69DECD-3EAA-77BB-DC4A-9F40B40A7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5FE28-8125-CB6E-748C-655D96AC9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2E814-D4F2-B9D9-A579-24B647986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572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41516-6ACB-C40B-BDD4-2C2D0841A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7FBDF-9E9B-84E0-F535-3C32D0D9C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3537C-E506-8DB2-C021-58DA581E6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DB4BF-6DA5-48D5-0F49-44D36DD3F8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9556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CC38F-D5D4-05B5-53E0-883306F17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90243-BD02-5ED6-8F73-9496A7143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22C50-688D-C3D4-70A3-FE25945A1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168E-514E-607C-ECCE-26B0C470F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7594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08609-798E-ABB9-6E98-25C3A024A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B1301-52BC-4719-779D-EBD00E1B8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C0AA0-5875-8753-FD57-2C869AD44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24CF2-1023-F7C4-F028-8195B06A0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67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B7CA7-EDC4-7FC1-28AC-47405B964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AA47E-46A2-2643-89EC-C6D9D5EBD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AC56D4-AA06-DDDC-6D1E-82303C1D8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3FB62-A3B4-53C7-5A80-C4CB938D9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2526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1D96A-63B2-22A1-65EF-C0E60FF21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C0E48-8CD3-9323-7FA8-3F9299E71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D03D29-F01E-5FBC-8361-C0F8E2BFE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A92AC-856C-4CFB-6FEE-D5C55DD89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1326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3ECE7-73E3-1333-65AA-BBA012CA3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F239D-1CB2-DEE1-4CFA-5772A055D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3DA58-8567-25CB-B721-D7B698086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You can pass pointers into functions. That is “call-by-reference’ since the value of the pointer is the address of the data i.e., you are accessing it by reference (address) or indirectly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69BBC-21FB-72E1-CDE7-8903D79F5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932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6932-B0E9-1426-B115-B9D44A059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82EBA-9550-B883-2706-3BE2A404F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0D03D-6E76-9465-C97D-345853647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17804-0DB1-B823-6A9B-599BA4C23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4989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B40E8-678B-2A10-5CCC-60C1DEF26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742C9-6F9D-D0DB-160E-AFB6136F3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869286-F2A9-57C6-CBF4-54D6A0910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5B1EA-9110-5EE4-BE09-C976D2A7CD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5762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CCB75-E200-BB79-95A6-7FC5576FE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5E2B6-0B68-4336-6934-3FF501D89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C3DD26-DB46-1236-D41C-50766C06E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D5D19-B492-537A-53F1-01E5000179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8132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EF5D-C8A4-B574-0095-909CC89C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2B954-8B2B-93B2-5B7C-4D7D377C2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1F6614-6460-D9FE-E569-7162CB044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9EABE-CB1B-E2FE-911F-C44355BDF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30717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C3EF2-538B-7367-B54D-A41BD61F9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B498B-0A71-E74F-1252-2C29F875E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86BED6-13A1-BC6F-6D4F-74E8C89AD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516FD-384D-DA50-A2B7-C79E1021D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87372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546F5-8592-F3C5-D7FF-0C7E5A0CD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6C11C-1BCA-CE94-7A97-BF794F10B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26AEB-6DDB-E6FA-34AE-1F4731CD2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4A9AC-1677-6A1D-A2FB-2D852E94E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69514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65774-025D-6FA7-8E87-BDE5811AF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441C7-0BAD-C288-76CF-3A238B70C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E2C56-5E4B-3B2C-BB20-4F566D234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01DC7-3CE8-D437-62BC-36B2C32FB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769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F5704-42FC-59F9-71B3-A6D25B1D1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71AA3-A043-659A-BA3F-7A4E03C7C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B6161-3C85-6B46-7EE1-6621496DC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9ABDD-794D-B526-95D5-DE13447D7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73462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DEE8E-877D-DF27-2995-0CF992AAE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E40B4-30AA-D04A-BE65-5B46BD398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7DC88-3A1B-2CF9-24D4-7F5386B1F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FA4DA-08B1-DB30-51D0-B99B18049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69892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78E45-E5AF-A120-8981-534A4BE60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E7A3D-36F2-4705-77B5-8CC8BD69E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6DA85-F1F5-32D8-E756-919DD71F2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7B4E8-51F4-A7E3-96B9-0D5ABD8D05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08350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7B0AD-4701-82D0-F816-60FA2D048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A786C-B8D4-7A6C-0D03-6489A6E72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AE06E-0DDA-454D-8332-137816554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94FD1-4049-D113-C244-D575EB4E4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477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CF25-1556-466E-864B-A3C07847E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7426E-2BE7-1883-9660-3581ADAE0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C9FEC-FAC9-0518-2A1C-E2EB4866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E6A5-FDDD-53A9-3038-937E4594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85B7-3B0C-9FA6-B7F5-5A461BB5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73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40D9-C6CB-2719-8934-6B011456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C497-C0D5-1152-D24E-35CD89CB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283D-6827-3224-BC6A-899C99B9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C184-718B-DF52-F070-95D42A72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FFF9D-4A4F-264A-2FFE-D4307E66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400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4C11-491D-0E57-7CCE-41165E8B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9D483-A042-128F-D3B7-E8C14E00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57B0-F5E6-58C9-CA4D-6872DB6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6BF4A-F8B6-8B61-91B0-EB042AEB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8B23-E53B-A5A8-6B2D-F2A26ECE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176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FA65-E34C-9606-E1B7-63258C95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39D4-4B5B-3C82-39F5-EDE849A3A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75FF4-621C-9E0E-57BB-6949EACEF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D9EB6-5CCD-15CE-8137-300A28FD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DBD1E-1AE4-B3D7-5A79-752D06B7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B3833-B89B-EC2B-94A9-59B64A1A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227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44B8-36C8-0A93-4FFA-AB7E201D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1B294-8CCE-2035-6577-2154E852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9742-7175-1597-B067-66BF0362E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6E28A-39A1-D1AA-1169-BA9A9F764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291F6-3067-CBE3-27F0-70A9D4A4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E68EA-B0EE-B285-E9FB-C1A95C5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1F9E5-C35E-CC2F-16E7-12BBC912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D05B2-B2C3-8729-4DA8-81FE8BD7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740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0390-E35D-1322-BF0E-545E9C0C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9A727-219A-CDA4-A0E3-88E592B9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7D0CD-7FBD-6DEB-7CBF-CD1C4375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F934C-C7E1-5738-4872-2F317D65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341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D8D04-C266-AB3A-F877-5A1AAB9A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E0A76-5CEC-8CAE-CD48-0FD64CFC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582D-403E-A828-C4E6-08D8C3F9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50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9E1B-96FE-02AF-207E-7C0924C2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84E2-8218-99F8-2483-E5C60862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4DFA9-EE10-1A6E-748E-B66AE2F8A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2A653-1997-95E5-A7FA-E5240EB8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7CAA-BA83-8786-7016-E655CA66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DAEA5-50F2-F37C-4F99-75A30DAC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9440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F57E-ED87-0DEE-EB59-8BEE3594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4DAFC-04FB-F01B-9FF1-7A5FCC4FF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0F361-E8C4-456F-DACA-AB422B651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B1B53-7080-A3CE-DAD5-F6D8E373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5F7F7-AA20-E76C-EA29-F89E2F1C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AFB5-91BC-C8C0-A5E3-339EB3A5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766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7BA6-5167-5A15-0F5B-10A1AD9B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D7E56-63E1-98BE-EEF3-7A64C48B4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5A0C1-EFEE-E432-DD54-7A73B291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2985-481D-2551-40AF-C4AD8E74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8EE37-3C0D-4ACA-1B4B-F74FF3F4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730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59BF8-4887-7102-ED14-A5E5A228F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B6688-8957-8A74-2CA2-5FE1FF28F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8AC5-1562-C603-1FD6-BBECEA2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17385-48A1-0DD6-0E9D-F70D3E5E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7B9B3-5DAA-A964-0A3D-5112F8F0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32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FE460-70E4-9C9D-EBA5-CDDC2C3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588BF-3A1D-615F-321D-DE3E54CD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B3DD7-E6D9-ADAC-2CB6-2B60A2C8E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883AC-2ECA-4D97-B466-56E37F2202F1}" type="datetimeFigureOut">
              <a:rPr lang="en-ZA" smtClean="0"/>
              <a:t>2026/09/15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5C6D6-F4F6-C773-B807-0710444E9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1813-D1E4-4495-4962-08C7FE738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717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5248-0A11-1014-9595-28465457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EC74C40-289A-CA47-2A9E-CB243EF9FF06}"/>
              </a:ext>
            </a:extLst>
          </p:cNvPr>
          <p:cNvSpPr txBox="1"/>
          <p:nvPr/>
        </p:nvSpPr>
        <p:spPr>
          <a:xfrm>
            <a:off x="322513" y="1882740"/>
            <a:ext cx="1133277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8800" dirty="0">
                <a:solidFill>
                  <a:prstClr val="black"/>
                </a:solidFill>
                <a:latin typeface="LM Roman 12" panose="00000500000000000000" pitchFamily="50" charset="0"/>
              </a:rPr>
              <a:t>7</a:t>
            </a:r>
            <a:r>
              <a:rPr kumimoji="0" lang="en-ZA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. Pointers II</a:t>
            </a:r>
            <a:endParaRPr kumimoji="0" lang="en-ZA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Lecture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18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| Review of pointer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	    Calling functions </a:t>
            </a:r>
            <a:r>
              <a:rPr lang="en-US">
                <a:solidFill>
                  <a:prstClr val="black"/>
                </a:solidFill>
                <a:latin typeface="LM Roman 12" panose="00000500000000000000" pitchFamily="50" charset="0"/>
              </a:rPr>
              <a:t>by reference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	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DE2B1-C8C5-DEBE-B93A-8AC9B1EB7547}"/>
              </a:ext>
            </a:extLst>
          </p:cNvPr>
          <p:cNvSpPr txBox="1"/>
          <p:nvPr/>
        </p:nvSpPr>
        <p:spPr>
          <a:xfrm>
            <a:off x="406459" y="48083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 Khobo, PhD 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  <a:hlinkClick r:id="rId3"/>
              </a:rPr>
              <a:t>ilkhobo@sun.ac.za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94C48-601C-D5CE-431C-D921186F132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5681A8-2EBE-6A64-9DDA-1BE624E59B7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078CB2-B273-986D-CD04-FAC5C419FB3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D41F6-C4F6-42E9-1E60-17867AA4F1C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B167F92-740E-6BA7-27A0-DB69BBAD4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93DD671-6E7B-06CE-9A2D-78AB0133EE6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6909DB-321F-0D3E-C4DE-934341ACBEE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076924-44A7-AFA3-D2D3-FEB8DE4DD9A9}"/>
              </a:ext>
            </a:extLst>
          </p:cNvPr>
          <p:cNvSpPr txBox="1"/>
          <p:nvPr/>
        </p:nvSpPr>
        <p:spPr>
          <a:xfrm>
            <a:off x="8564849" y="6488628"/>
            <a:ext cx="233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Chapters 7: Pointers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F0134-2454-5477-8946-7D018BDF2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586" y="3145383"/>
            <a:ext cx="5334214" cy="335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102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C7C8F-BC7F-D984-14DF-010B3265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FCC0B48-E68B-6C97-BE4C-5E8D57FDD22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9CDB751-ED45-204F-29EB-1C23AD6465B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84D9C81-9242-0464-F10D-019EA89A31E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F83D630-AB47-4497-F9CD-2074B1E6C9D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356FB270-6824-4CA6-767F-542C2C3C67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522C304-ABC6-B9A0-0D59-5E7587EAC91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D037E21-BF0F-7A9C-400D-CA6C72EE6866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Pointers basics review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4B0FA2A-4FEF-68D8-1DFA-EC87D7811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547" y="1099066"/>
            <a:ext cx="6329829" cy="56016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C8B956-C452-BCFE-8C39-2725329276C7}"/>
              </a:ext>
            </a:extLst>
          </p:cNvPr>
          <p:cNvSpPr txBox="1"/>
          <p:nvPr/>
        </p:nvSpPr>
        <p:spPr>
          <a:xfrm rot="16200000">
            <a:off x="73485" y="4235450"/>
            <a:ext cx="2378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PRACTICAL 7, PART A</a:t>
            </a:r>
            <a:endParaRPr lang="en-ZA" b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629B3F-DC30-629A-875A-F2FB848401DD}"/>
              </a:ext>
            </a:extLst>
          </p:cNvPr>
          <p:cNvSpPr/>
          <p:nvPr/>
        </p:nvSpPr>
        <p:spPr>
          <a:xfrm>
            <a:off x="8077200" y="1901824"/>
            <a:ext cx="4007132" cy="36505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A variable that stores a memory address.</a:t>
            </a:r>
          </a:p>
          <a:p>
            <a:pPr algn="ctr"/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(the pointer points to the variable at its stored memory address)</a:t>
            </a:r>
          </a:p>
          <a:p>
            <a:pPr algn="ctr"/>
            <a:r>
              <a:rPr lang="en-US" sz="2000" b="1">
                <a:solidFill>
                  <a:srgbClr val="FF0000"/>
                </a:solidFill>
                <a:latin typeface="LM Roman 12" panose="00000500000000000000" pitchFamily="50" charset="0"/>
              </a:rPr>
              <a:t>&amp;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- accesses memory of a variable</a:t>
            </a:r>
            <a:endParaRPr lang="en-ZA" sz="200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746AE1-8F00-4746-2E34-47F8D23C75D9}"/>
              </a:ext>
            </a:extLst>
          </p:cNvPr>
          <p:cNvSpPr/>
          <p:nvPr/>
        </p:nvSpPr>
        <p:spPr>
          <a:xfrm>
            <a:off x="8077200" y="1957426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Pointers 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5084313-B160-C237-E08B-61254D93C4C3}"/>
              </a:ext>
            </a:extLst>
          </p:cNvPr>
          <p:cNvSpPr/>
          <p:nvPr/>
        </p:nvSpPr>
        <p:spPr>
          <a:xfrm rot="11920867">
            <a:off x="3421722" y="2647476"/>
            <a:ext cx="4745773" cy="5461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414806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F77B9-892F-0134-FFBB-3BC64E809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9DE05CF-1E9F-222A-7BD1-33912A4CC6E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83BFCDE-9261-CC63-0108-8557F2E6503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F180F02-EDE5-202C-28D5-1E194055E2B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60F2506-EDEF-1399-01C4-6C3801A9E14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76C1E19-74A9-9A16-979D-49DADC83AD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79A1438-5172-A8BA-2FB2-E0BA82C58F6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24489E9-3E22-A69F-7DB2-7C9289897F92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Pointers basics review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1A71786-1FD2-1FAC-EBA5-A41D35F49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547" y="1099066"/>
            <a:ext cx="6329829" cy="56016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B177DE-B271-7CD4-F8F0-759E6E2D31E2}"/>
              </a:ext>
            </a:extLst>
          </p:cNvPr>
          <p:cNvSpPr txBox="1"/>
          <p:nvPr/>
        </p:nvSpPr>
        <p:spPr>
          <a:xfrm rot="16200000">
            <a:off x="73485" y="4235450"/>
            <a:ext cx="2378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PRACTICAL 7, PART A</a:t>
            </a:r>
            <a:endParaRPr lang="en-ZA" b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6855BA-E692-F012-1F57-BFE970C4ED3E}"/>
              </a:ext>
            </a:extLst>
          </p:cNvPr>
          <p:cNvSpPr/>
          <p:nvPr/>
        </p:nvSpPr>
        <p:spPr>
          <a:xfrm>
            <a:off x="8076174" y="1901824"/>
            <a:ext cx="4007132" cy="36505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Declared with an asterisk symbol (</a:t>
            </a:r>
            <a:r>
              <a:rPr lang="en-US" sz="2000">
                <a:solidFill>
                  <a:srgbClr val="FF0000"/>
                </a:solidFill>
                <a:latin typeface="LM Roman 12" panose="00000500000000000000" pitchFamily="50" charset="0"/>
              </a:rPr>
              <a:t>*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)</a:t>
            </a:r>
          </a:p>
          <a:p>
            <a:pPr algn="ctr"/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Pointer to address of an integer </a:t>
            </a:r>
            <a:r>
              <a:rPr lang="en-US" sz="2000" b="1">
                <a:solidFill>
                  <a:schemeClr val="tx1"/>
                </a:solidFill>
                <a:latin typeface="LM Roman 12" panose="00000500000000000000" pitchFamily="50" charset="0"/>
              </a:rPr>
              <a:t>a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is:</a:t>
            </a:r>
            <a:b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</a:br>
            <a:r>
              <a:rPr lang="en-US" sz="200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</a:t>
            </a:r>
            <a:r>
              <a:rPr lang="en-US" sz="2000" b="1">
                <a:solidFill>
                  <a:srgbClr val="FF0000"/>
                </a:solidFill>
                <a:latin typeface="LM Roman 12" panose="00000500000000000000" pitchFamily="50" charset="0"/>
              </a:rPr>
              <a:t>*</a:t>
            </a:r>
            <a:r>
              <a:rPr lang="en-US" sz="2000" err="1">
                <a:solidFill>
                  <a:schemeClr val="tx1"/>
                </a:solidFill>
                <a:latin typeface="LM Roman 12" panose="00000500000000000000" pitchFamily="50" charset="0"/>
              </a:rPr>
              <a:t>a_ptr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= </a:t>
            </a:r>
            <a:r>
              <a:rPr lang="en-US" sz="2000" b="1">
                <a:solidFill>
                  <a:srgbClr val="FF0000"/>
                </a:solidFill>
                <a:latin typeface="LM Roman 12" panose="00000500000000000000" pitchFamily="50" charset="0"/>
              </a:rPr>
              <a:t>&amp;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a</a:t>
            </a:r>
          </a:p>
          <a:p>
            <a:pPr algn="ctr"/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Alternative declarations:</a:t>
            </a:r>
          </a:p>
          <a:p>
            <a:pPr algn="ctr"/>
            <a:r>
              <a:rPr lang="en-US" sz="200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US" sz="2000" b="1">
                <a:solidFill>
                  <a:srgbClr val="FF0000"/>
                </a:solidFill>
                <a:latin typeface="LM Roman 12" panose="00000500000000000000" pitchFamily="50" charset="0"/>
              </a:rPr>
              <a:t>* </a:t>
            </a:r>
            <a:r>
              <a:rPr lang="en-US" sz="2000" err="1">
                <a:solidFill>
                  <a:schemeClr val="tx1"/>
                </a:solidFill>
                <a:latin typeface="LM Roman 12" panose="00000500000000000000" pitchFamily="50" charset="0"/>
              </a:rPr>
              <a:t>a_ptr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= </a:t>
            </a:r>
            <a:r>
              <a:rPr lang="en-US" sz="2000" b="1">
                <a:solidFill>
                  <a:srgbClr val="FF0000"/>
                </a:solidFill>
                <a:latin typeface="LM Roman 12" panose="00000500000000000000" pitchFamily="50" charset="0"/>
              </a:rPr>
              <a:t>&amp;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a</a:t>
            </a:r>
          </a:p>
          <a:p>
            <a:pPr algn="ctr"/>
            <a:r>
              <a:rPr lang="en-US" sz="2000">
                <a:solidFill>
                  <a:srgbClr val="0070C0"/>
                </a:solidFill>
                <a:latin typeface="LM Roman 12" panose="00000500000000000000" pitchFamily="50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LM Roman 12" panose="00000500000000000000" pitchFamily="50" charset="0"/>
              </a:rPr>
              <a:t>* </a:t>
            </a:r>
            <a:r>
              <a:rPr lang="en-US" sz="2000" err="1">
                <a:solidFill>
                  <a:schemeClr val="tx1"/>
                </a:solidFill>
                <a:latin typeface="LM Roman 12" panose="00000500000000000000" pitchFamily="50" charset="0"/>
              </a:rPr>
              <a:t>a_ptr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= </a:t>
            </a:r>
            <a:r>
              <a:rPr lang="en-US" sz="2000" b="1">
                <a:solidFill>
                  <a:srgbClr val="FF0000"/>
                </a:solidFill>
                <a:latin typeface="LM Roman 12" panose="00000500000000000000" pitchFamily="50" charset="0"/>
              </a:rPr>
              <a:t>&amp;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A3348F-466A-ACD9-1CCA-F60283F8924C}"/>
              </a:ext>
            </a:extLst>
          </p:cNvPr>
          <p:cNvSpPr/>
          <p:nvPr/>
        </p:nvSpPr>
        <p:spPr>
          <a:xfrm>
            <a:off x="8077200" y="1957426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Pointers 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262F2CC-BD64-B7B6-C0C8-33026F83084E}"/>
              </a:ext>
            </a:extLst>
          </p:cNvPr>
          <p:cNvSpPr/>
          <p:nvPr/>
        </p:nvSpPr>
        <p:spPr>
          <a:xfrm rot="11920867">
            <a:off x="2367302" y="2867669"/>
            <a:ext cx="5773499" cy="5461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97210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1DA12-136C-E554-6CA6-4FA5EED9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0C34BF2-9DCF-5136-E5C8-28053DFFDC3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94C79A5-4622-ABC3-8197-D1281AF1BF6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D54957-3B87-EA6B-C05D-8F36862891D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D933333-0313-A184-BFAD-D1F35BB31B5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BFEDCACA-FD6C-DE3B-3EEC-2767C095F8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58A69CB-4C5F-7A99-4B97-A665A42265C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6C8D0A6-2716-2192-5ACF-D81905C88796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Pointers basics review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CCCAA56-C0DB-994D-9758-2D5F64363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547" y="1099066"/>
            <a:ext cx="6329829" cy="56016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DD78E6-2687-6F47-A907-E3DD5994E91E}"/>
              </a:ext>
            </a:extLst>
          </p:cNvPr>
          <p:cNvSpPr txBox="1"/>
          <p:nvPr/>
        </p:nvSpPr>
        <p:spPr>
          <a:xfrm rot="16200000">
            <a:off x="73485" y="4235450"/>
            <a:ext cx="2378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PRACTICAL 7, PART A</a:t>
            </a:r>
            <a:endParaRPr lang="en-ZA" b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86CD6A-24A4-DAC1-F5A7-DB9B56007E0B}"/>
              </a:ext>
            </a:extLst>
          </p:cNvPr>
          <p:cNvSpPr/>
          <p:nvPr/>
        </p:nvSpPr>
        <p:spPr>
          <a:xfrm>
            <a:off x="8077200" y="1901824"/>
            <a:ext cx="4007132" cy="36505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LM Roman 12" panose="00000500000000000000" pitchFamily="50" charset="0"/>
              </a:rPr>
              <a:t>Direct reference 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to </a:t>
            </a:r>
            <a:r>
              <a:rPr lang="en-US" sz="2000" b="1">
                <a:solidFill>
                  <a:srgbClr val="FF0000"/>
                </a:solidFill>
                <a:latin typeface="LM Roman 12" panose="00000500000000000000" pitchFamily="50" charset="0"/>
              </a:rPr>
              <a:t>a 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(referring to the value of a directly)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F862A3-77F7-4A3D-A5B9-2F6078CD4C84}"/>
              </a:ext>
            </a:extLst>
          </p:cNvPr>
          <p:cNvSpPr/>
          <p:nvPr/>
        </p:nvSpPr>
        <p:spPr>
          <a:xfrm>
            <a:off x="8077200" y="1957426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Pointers 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D4B6320-D39E-68F7-AFB2-0ED8C2582355}"/>
              </a:ext>
            </a:extLst>
          </p:cNvPr>
          <p:cNvSpPr/>
          <p:nvPr/>
        </p:nvSpPr>
        <p:spPr>
          <a:xfrm rot="11231824">
            <a:off x="3774276" y="3302483"/>
            <a:ext cx="4316194" cy="5461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19721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AE9B1-9A1F-ADE0-2ADF-26E63728B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2FEC937-B410-A85F-93AA-A8D38FF27F2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56A11AE-E48A-CC94-3E49-339EBB3E265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7F5A83-A311-B3EE-07C0-206817A504C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9631E07-9830-E88D-7650-448B5EC1F3B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2459166-C39C-7D97-ED0F-9783E5BDB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59C4674-A338-A514-375D-1F4F8C452EB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15EF92C-9424-350D-98FF-D5D5BDA736A3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Pointers basics review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6509145-3E9D-36CB-B97F-3A1926C22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547" y="1099066"/>
            <a:ext cx="6329829" cy="56016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A79EAE-59AA-D027-154E-FB906206D2DA}"/>
              </a:ext>
            </a:extLst>
          </p:cNvPr>
          <p:cNvSpPr txBox="1"/>
          <p:nvPr/>
        </p:nvSpPr>
        <p:spPr>
          <a:xfrm rot="16200000">
            <a:off x="73485" y="4235450"/>
            <a:ext cx="2378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PRACTICAL 7, PART A</a:t>
            </a:r>
            <a:endParaRPr lang="en-ZA" b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B5E328-C659-38EA-908A-C7F3E1A4F0FB}"/>
              </a:ext>
            </a:extLst>
          </p:cNvPr>
          <p:cNvSpPr/>
          <p:nvPr/>
        </p:nvSpPr>
        <p:spPr>
          <a:xfrm>
            <a:off x="8077200" y="1901824"/>
            <a:ext cx="4007132" cy="36505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endParaRPr lang="en-US" sz="200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referring to the value of </a:t>
            </a:r>
            <a:r>
              <a:rPr lang="en-US" sz="2000" b="1">
                <a:solidFill>
                  <a:srgbClr val="FF0000"/>
                </a:solidFill>
                <a:latin typeface="LM Roman 12" panose="00000500000000000000" pitchFamily="50" charset="0"/>
              </a:rPr>
              <a:t>a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by using its address in memory</a:t>
            </a:r>
          </a:p>
          <a:p>
            <a:pPr algn="ctr"/>
            <a:endParaRPr lang="en-US" sz="200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(</a:t>
            </a:r>
            <a:r>
              <a:rPr lang="en-US" sz="2000">
                <a:solidFill>
                  <a:srgbClr val="FF0000"/>
                </a:solidFill>
                <a:latin typeface="LM Roman 12" panose="00000500000000000000" pitchFamily="50" charset="0"/>
              </a:rPr>
              <a:t>*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) is also an indirection or dereferencing operator</a:t>
            </a:r>
          </a:p>
          <a:p>
            <a:pPr algn="ctr"/>
            <a:endParaRPr lang="en-US" sz="200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</a:t>
            </a:r>
            <a:r>
              <a:rPr lang="en-US" sz="2000" b="1">
                <a:solidFill>
                  <a:srgbClr val="FF0000"/>
                </a:solidFill>
                <a:latin typeface="LM Roman 12" panose="00000500000000000000" pitchFamily="50" charset="0"/>
              </a:rPr>
              <a:t>*</a:t>
            </a:r>
            <a:r>
              <a:rPr lang="en-US" sz="2000" err="1">
                <a:solidFill>
                  <a:schemeClr val="tx1"/>
                </a:solidFill>
                <a:latin typeface="LM Roman 12" panose="00000500000000000000" pitchFamily="50" charset="0"/>
              </a:rPr>
              <a:t>a_ptr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= stores the value of </a:t>
            </a:r>
            <a:r>
              <a:rPr lang="en-US" sz="2000" b="1">
                <a:solidFill>
                  <a:srgbClr val="FF0000"/>
                </a:solidFill>
                <a:latin typeface="LM Roman 12" panose="00000500000000000000" pitchFamily="50" charset="0"/>
              </a:rPr>
              <a:t>a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(</a:t>
            </a:r>
            <a:r>
              <a:rPr lang="en-US" sz="2000" b="1">
                <a:solidFill>
                  <a:schemeClr val="tx1"/>
                </a:solidFill>
                <a:latin typeface="LM Roman 12" panose="00000500000000000000" pitchFamily="50" charset="0"/>
              </a:rPr>
              <a:t>indirect reference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)</a:t>
            </a:r>
          </a:p>
          <a:p>
            <a:pPr algn="ctr"/>
            <a:endParaRPr lang="en-US" sz="200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73E98B-75C6-885D-9CB5-6FE17D5DC8A7}"/>
              </a:ext>
            </a:extLst>
          </p:cNvPr>
          <p:cNvSpPr/>
          <p:nvPr/>
        </p:nvSpPr>
        <p:spPr>
          <a:xfrm>
            <a:off x="8077200" y="1957426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Pointers 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DA99AFD-6EAC-8D6D-BF33-CD927658F9B3}"/>
              </a:ext>
            </a:extLst>
          </p:cNvPr>
          <p:cNvSpPr/>
          <p:nvPr/>
        </p:nvSpPr>
        <p:spPr>
          <a:xfrm rot="10116230">
            <a:off x="5914598" y="3138500"/>
            <a:ext cx="2233846" cy="5461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348334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69B2B-B714-23CE-3CAE-FA0CBA277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861F7D0-0ED9-7DF5-6E80-8FD8B20AEC6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FE4C6FD-FFEF-3303-2AA4-0C385C18D6E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935756C-B776-9DDA-85D6-330B08D5C7C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DBD93A3-7CB2-1B48-680F-731A8FDBAD0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6213D59-E6A6-8EF9-AF72-E3DE326CD4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410F3B4-6D21-4846-AAA0-B8D85BE1DA7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9CDAF36-1F89-5387-AA2C-86921DE1803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Pointers basics review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B5DA315-E798-6575-2DC5-63A5EF31D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547" y="1099066"/>
            <a:ext cx="6329829" cy="56016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2EC4A0-6DCA-7F4D-2A33-4978D63BC477}"/>
              </a:ext>
            </a:extLst>
          </p:cNvPr>
          <p:cNvSpPr txBox="1"/>
          <p:nvPr/>
        </p:nvSpPr>
        <p:spPr>
          <a:xfrm rot="16200000">
            <a:off x="73485" y="4235450"/>
            <a:ext cx="2378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PRACTICAL 7, PART A</a:t>
            </a:r>
            <a:endParaRPr lang="en-ZA" b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898EE9-9518-DD34-B343-DFAD66141504}"/>
              </a:ext>
            </a:extLst>
          </p:cNvPr>
          <p:cNvSpPr/>
          <p:nvPr/>
        </p:nvSpPr>
        <p:spPr>
          <a:xfrm>
            <a:off x="8077200" y="1901824"/>
            <a:ext cx="4007132" cy="36505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</a:t>
            </a:r>
          </a:p>
          <a:p>
            <a:pPr algn="ctr"/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Values of </a:t>
            </a:r>
            <a:r>
              <a:rPr lang="en-US" sz="2000" b="1">
                <a:solidFill>
                  <a:srgbClr val="FF0000"/>
                </a:solidFill>
                <a:latin typeface="LM Roman 12" panose="00000500000000000000" pitchFamily="50" charset="0"/>
              </a:rPr>
              <a:t>a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and </a:t>
            </a:r>
            <a:r>
              <a:rPr lang="en-US" sz="2000" b="1">
                <a:solidFill>
                  <a:srgbClr val="FF0000"/>
                </a:solidFill>
                <a:latin typeface="LM Roman 12" panose="00000500000000000000" pitchFamily="50" charset="0"/>
              </a:rPr>
              <a:t>b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have now been changed indirectly</a:t>
            </a:r>
          </a:p>
          <a:p>
            <a:pPr algn="ctr"/>
            <a:endParaRPr lang="en-US" sz="200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Another example:</a:t>
            </a:r>
          </a:p>
          <a:p>
            <a:pPr algn="ctr"/>
            <a:r>
              <a:rPr lang="en-US" sz="2000">
                <a:solidFill>
                  <a:srgbClr val="FF0000"/>
                </a:solidFill>
                <a:latin typeface="LM Roman 12" panose="00000500000000000000" pitchFamily="50" charset="0"/>
              </a:rPr>
              <a:t>*</a:t>
            </a:r>
            <a:r>
              <a:rPr lang="en-US" sz="2000" err="1">
                <a:solidFill>
                  <a:schemeClr val="tx1"/>
                </a:solidFill>
                <a:latin typeface="LM Roman 12" panose="00000500000000000000" pitchFamily="50" charset="0"/>
              </a:rPr>
              <a:t>a_ptr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= (</a:t>
            </a:r>
            <a:r>
              <a:rPr lang="en-US" sz="2000">
                <a:solidFill>
                  <a:srgbClr val="FF0000"/>
                </a:solidFill>
                <a:latin typeface="LM Roman 12" panose="00000500000000000000" pitchFamily="50" charset="0"/>
              </a:rPr>
              <a:t>*</a:t>
            </a:r>
            <a:r>
              <a:rPr lang="en-US" sz="2000" err="1">
                <a:solidFill>
                  <a:schemeClr val="tx1"/>
                </a:solidFill>
                <a:latin typeface="LM Roman 12" panose="00000500000000000000" pitchFamily="50" charset="0"/>
              </a:rPr>
              <a:t>a_ptr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) </a:t>
            </a:r>
            <a:r>
              <a:rPr lang="en-US" sz="2000">
                <a:solidFill>
                  <a:srgbClr val="FF0000"/>
                </a:solidFill>
                <a:latin typeface="LM Roman 12" panose="00000500000000000000" pitchFamily="50" charset="0"/>
              </a:rPr>
              <a:t>*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(</a:t>
            </a:r>
            <a:r>
              <a:rPr lang="en-US" sz="2000">
                <a:solidFill>
                  <a:srgbClr val="FF0000"/>
                </a:solidFill>
                <a:latin typeface="LM Roman 12" panose="00000500000000000000" pitchFamily="50" charset="0"/>
              </a:rPr>
              <a:t>*</a:t>
            </a:r>
            <a:r>
              <a:rPr lang="en-US" sz="2000" err="1">
                <a:solidFill>
                  <a:schemeClr val="tx1"/>
                </a:solidFill>
                <a:latin typeface="LM Roman 12" panose="00000500000000000000" pitchFamily="50" charset="0"/>
              </a:rPr>
              <a:t>a_ptr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) will square the value to which </a:t>
            </a:r>
            <a:r>
              <a:rPr lang="en-US" sz="2000" err="1">
                <a:solidFill>
                  <a:schemeClr val="tx1"/>
                </a:solidFill>
                <a:latin typeface="LM Roman 12" panose="00000500000000000000" pitchFamily="50" charset="0"/>
              </a:rPr>
              <a:t>a_ptr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points (i.e., squares value of </a:t>
            </a:r>
            <a:r>
              <a:rPr lang="en-US" sz="2000" b="1">
                <a:solidFill>
                  <a:srgbClr val="FF0000"/>
                </a:solidFill>
                <a:latin typeface="LM Roman 12" panose="00000500000000000000" pitchFamily="50" charset="0"/>
              </a:rPr>
              <a:t>a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).</a:t>
            </a:r>
          </a:p>
          <a:p>
            <a:pPr algn="ctr"/>
            <a:endParaRPr lang="en-US" sz="200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endParaRPr lang="en-US" sz="200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B2B8D-0715-9C18-3D50-76E7626B31FE}"/>
              </a:ext>
            </a:extLst>
          </p:cNvPr>
          <p:cNvSpPr/>
          <p:nvPr/>
        </p:nvSpPr>
        <p:spPr>
          <a:xfrm>
            <a:off x="8077200" y="1957426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Pointers 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99ADEC3-82A2-7D68-2CFF-966806933719}"/>
              </a:ext>
            </a:extLst>
          </p:cNvPr>
          <p:cNvSpPr/>
          <p:nvPr/>
        </p:nvSpPr>
        <p:spPr>
          <a:xfrm rot="10116230">
            <a:off x="4129548" y="4904265"/>
            <a:ext cx="3977190" cy="5461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139146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807C1-8E83-32F5-BA99-EAB714FDA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EA1B5140-1179-7A6A-D2A7-9553BB318D9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4F1D0CE-42CC-8D5E-2D46-9A1432F0C27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A707892-965F-CC19-48F6-D1D201715B0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7321C98-40BF-8C85-21BC-EF4601AF6BD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F96800B1-5202-B5C4-8A93-B604192F8B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7463DDA-43E3-546A-C940-AED7E065F84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E0D61DF-5DCA-A238-A690-DE715D7A76E3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Pointers basics review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C6DC29B-0F53-8C3A-8560-D1C67C259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547" y="1099066"/>
            <a:ext cx="6329829" cy="56016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1DD61F-715C-57D1-99FB-8452F2BA157C}"/>
              </a:ext>
            </a:extLst>
          </p:cNvPr>
          <p:cNvSpPr txBox="1"/>
          <p:nvPr/>
        </p:nvSpPr>
        <p:spPr>
          <a:xfrm rot="16200000">
            <a:off x="73485" y="4235450"/>
            <a:ext cx="2378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PRACTICAL 7, PART A</a:t>
            </a:r>
            <a:endParaRPr lang="en-ZA" b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92588E-624C-7AD0-B724-63F4D96104A3}"/>
              </a:ext>
            </a:extLst>
          </p:cNvPr>
          <p:cNvSpPr/>
          <p:nvPr/>
        </p:nvSpPr>
        <p:spPr>
          <a:xfrm>
            <a:off x="8077200" y="1901824"/>
            <a:ext cx="4007132" cy="36505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 </a:t>
            </a:r>
          </a:p>
          <a:p>
            <a:pPr algn="ctr"/>
            <a:r>
              <a:rPr lang="en-US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a_ptr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 are address, so </a:t>
            </a:r>
            <a:r>
              <a:rPr lang="en-US" sz="2000" b="1" dirty="0">
                <a:solidFill>
                  <a:srgbClr val="FF0000"/>
                </a:solidFill>
                <a:latin typeface="LM Roman 12" panose="00000500000000000000" pitchFamily="50" charset="0"/>
              </a:rPr>
              <a:t>&amp;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 is not needed for </a:t>
            </a:r>
            <a:r>
              <a:rPr lang="en-US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scanf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.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Similarly: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Arrays are not passed with &amp;, because the array name is already an address/reference (pointer) to the first array element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  <a:latin typeface="LM Roman 12" panose="00000500000000000000" pitchFamily="50" charset="0"/>
              </a:rPr>
              <a:t>char string[20];</a:t>
            </a:r>
          </a:p>
          <a:p>
            <a:pPr algn="ctr"/>
            <a:r>
              <a:rPr lang="en-US" sz="2000" dirty="0" err="1">
                <a:solidFill>
                  <a:srgbClr val="FF0000"/>
                </a:solidFill>
                <a:latin typeface="LM Roman 12" panose="00000500000000000000" pitchFamily="50" charset="0"/>
              </a:rPr>
              <a:t>scanf</a:t>
            </a:r>
            <a:r>
              <a:rPr lang="en-US" sz="2000" dirty="0">
                <a:solidFill>
                  <a:srgbClr val="FF0000"/>
                </a:solidFill>
                <a:latin typeface="LM Roman 12" panose="00000500000000000000" pitchFamily="50" charset="0"/>
              </a:rPr>
              <a:t>(“%s”, string);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F31E09-4377-ABA7-B241-0ED0029BF4DE}"/>
              </a:ext>
            </a:extLst>
          </p:cNvPr>
          <p:cNvSpPr/>
          <p:nvPr/>
        </p:nvSpPr>
        <p:spPr>
          <a:xfrm>
            <a:off x="8077200" y="1957426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Pointers 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291E540-97AC-586E-FDD4-E49C3473618B}"/>
              </a:ext>
            </a:extLst>
          </p:cNvPr>
          <p:cNvSpPr/>
          <p:nvPr/>
        </p:nvSpPr>
        <p:spPr>
          <a:xfrm rot="10116230">
            <a:off x="3342567" y="3561245"/>
            <a:ext cx="4793523" cy="5461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9332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6FD18-589B-FE4F-7F87-DA4185F05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FCBDFD6-3EB1-DCCC-F055-7F4CF9B3D5B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2DCF047-BEAA-19FB-DA26-D00D7C63233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F48234F-9081-8729-67F8-2D4349003FB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D46F1A2-5BEA-A0EA-DC8C-DCB09091613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5ADDD075-4929-1C69-C110-F92E6915CD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32E3FB4-5CA3-04B6-F938-9A7F2E41B15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6A432B5-2945-8E1B-043F-D0BD60FB0FE8}"/>
                </a:ext>
              </a:extLst>
            </p:cNvPr>
            <p:cNvSpPr/>
            <p:nvPr/>
          </p:nvSpPr>
          <p:spPr>
            <a:xfrm>
              <a:off x="3708454" y="584240"/>
              <a:ext cx="417189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Pointers: call-by-reference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3A06E25-7947-B7D3-A368-68C9E9370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997" y="1657350"/>
            <a:ext cx="9150797" cy="342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64795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53192-2F75-691C-C728-5D4EB076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4BC3FA0D-BC46-BCE7-98AD-C397988E32F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80DFDD-0788-185B-28B1-B8E159856BC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DA9518-4859-4AAD-EE74-5F141D0FABF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F2D349F-CDF6-CCAA-FBA6-FAAB6F345E2D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1C1C2E8D-31A7-6F1A-9AE0-1478CC63AD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692AEB4-DB9E-8428-D6CB-1BC72820D5F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3E19251-817A-15C9-3ACB-9EE17B3920EE}"/>
                </a:ext>
              </a:extLst>
            </p:cNvPr>
            <p:cNvSpPr/>
            <p:nvPr/>
          </p:nvSpPr>
          <p:spPr>
            <a:xfrm>
              <a:off x="3420587" y="584240"/>
              <a:ext cx="5511746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</a:rPr>
                <a:t>Pointers &amp; functions: call-by-value vs call-by-reference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</a:endParaRP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9EEE8E-446C-F1D3-EFA0-E88E075A1EF7}"/>
              </a:ext>
            </a:extLst>
          </p:cNvPr>
          <p:cNvCxnSpPr>
            <a:cxnSpLocks/>
          </p:cNvCxnSpPr>
          <p:nvPr/>
        </p:nvCxnSpPr>
        <p:spPr>
          <a:xfrm>
            <a:off x="5985933" y="1092200"/>
            <a:ext cx="36678" cy="33241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4CCDD33-DD89-6D24-C9FC-916B839E98DC}"/>
              </a:ext>
            </a:extLst>
          </p:cNvPr>
          <p:cNvSpPr txBox="1"/>
          <p:nvPr/>
        </p:nvSpPr>
        <p:spPr>
          <a:xfrm>
            <a:off x="0" y="2355150"/>
            <a:ext cx="6022611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dirty="0">
                <a:solidFill>
                  <a:srgbClr val="0070C0"/>
                </a:solidFill>
                <a:latin typeface="LM Roman 12" panose="00000500000000000000" pitchFamily="50" charset="0"/>
              </a:rPr>
              <a:t>data_type_x </a:t>
            </a:r>
            <a:r>
              <a:rPr lang="en-ZA" sz="2400" b="1" dirty="0">
                <a:latin typeface="LM Roman 12" panose="00000500000000000000" pitchFamily="50" charset="0"/>
              </a:rPr>
              <a:t>myFunction</a:t>
            </a:r>
            <a:r>
              <a:rPr lang="en-ZA" sz="2000" dirty="0">
                <a:latin typeface="LM Roman 12" panose="00000500000000000000" pitchFamily="50" charset="0"/>
              </a:rPr>
              <a:t> (</a:t>
            </a:r>
            <a:r>
              <a:rPr lang="en-ZA" sz="2000" dirty="0">
                <a:solidFill>
                  <a:srgbClr val="00B050"/>
                </a:solidFill>
                <a:latin typeface="LM Roman 12" panose="00000500000000000000" pitchFamily="50" charset="0"/>
              </a:rPr>
              <a:t>data_type_y</a:t>
            </a:r>
            <a:r>
              <a:rPr lang="en-ZA" sz="2000" dirty="0">
                <a:latin typeface="LM Roman 12" panose="00000500000000000000" pitchFamily="50" charset="0"/>
              </a:rPr>
              <a:t> Value){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	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	 </a:t>
            </a:r>
            <a:r>
              <a:rPr lang="en-ZA" sz="2000" dirty="0">
                <a:solidFill>
                  <a:srgbClr val="0070C0"/>
                </a:solidFill>
                <a:latin typeface="LM Roman 12" panose="00000500000000000000" pitchFamily="50" charset="0"/>
              </a:rPr>
              <a:t>data_type_x </a:t>
            </a:r>
            <a:r>
              <a:rPr lang="en-ZA" sz="2000" dirty="0">
                <a:latin typeface="LM Roman 12" panose="00000500000000000000" pitchFamily="50" charset="0"/>
              </a:rPr>
              <a:t>result = arithmetic on </a:t>
            </a:r>
            <a:r>
              <a:rPr lang="en-ZA" sz="2000" b="1" dirty="0">
                <a:latin typeface="LM Roman 12" panose="00000500000000000000" pitchFamily="50" charset="0"/>
              </a:rPr>
              <a:t>Value;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	return result;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905E3B-3A29-DF2F-05B9-6D0E43049AD0}"/>
              </a:ext>
            </a:extLst>
          </p:cNvPr>
          <p:cNvSpPr txBox="1"/>
          <p:nvPr/>
        </p:nvSpPr>
        <p:spPr>
          <a:xfrm>
            <a:off x="6523825" y="2413337"/>
            <a:ext cx="476059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dirty="0">
                <a:solidFill>
                  <a:srgbClr val="0070C0"/>
                </a:solidFill>
                <a:latin typeface="LM Roman 12" panose="00000500000000000000" pitchFamily="50" charset="0"/>
              </a:rPr>
              <a:t>void</a:t>
            </a:r>
            <a:r>
              <a:rPr lang="en-ZA" sz="2000" dirty="0">
                <a:latin typeface="LM Roman 12" panose="00000500000000000000" pitchFamily="50" charset="0"/>
              </a:rPr>
              <a:t> </a:t>
            </a:r>
            <a:r>
              <a:rPr lang="en-ZA" sz="2400" b="1" dirty="0">
                <a:latin typeface="LM Roman 12" panose="00000500000000000000" pitchFamily="50" charset="0"/>
              </a:rPr>
              <a:t>myFunction</a:t>
            </a:r>
            <a:r>
              <a:rPr lang="en-ZA" sz="2000" dirty="0">
                <a:latin typeface="LM Roman 12" panose="00000500000000000000" pitchFamily="50" charset="0"/>
              </a:rPr>
              <a:t> (</a:t>
            </a:r>
            <a:r>
              <a:rPr lang="en-ZA" sz="2000" dirty="0">
                <a:solidFill>
                  <a:srgbClr val="00B050"/>
                </a:solidFill>
                <a:latin typeface="LM Roman 12" panose="00000500000000000000" pitchFamily="50" charset="0"/>
              </a:rPr>
              <a:t>data_type </a:t>
            </a:r>
            <a:r>
              <a:rPr lang="en-ZA" sz="2000" dirty="0">
                <a:latin typeface="LM Roman 12" panose="00000500000000000000" pitchFamily="50" charset="0"/>
              </a:rPr>
              <a:t>*Value){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	*Value arithmetic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192393-F4F5-286C-D182-3259D0B81785}"/>
              </a:ext>
            </a:extLst>
          </p:cNvPr>
          <p:cNvSpPr txBox="1"/>
          <p:nvPr/>
        </p:nvSpPr>
        <p:spPr>
          <a:xfrm>
            <a:off x="1149370" y="3988856"/>
            <a:ext cx="3101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myFunction</a:t>
            </a:r>
            <a:r>
              <a:rPr lang="en-ZA" dirty="0">
                <a:latin typeface="LM Roman 12" panose="00000500000000000000" pitchFamily="50" charset="0"/>
              </a:rPr>
              <a:t> (</a:t>
            </a:r>
            <a:r>
              <a:rPr lang="en-ZA" dirty="0" err="1">
                <a:latin typeface="LM Roman 12" panose="00000500000000000000" pitchFamily="50" charset="0"/>
              </a:rPr>
              <a:t>random_value</a:t>
            </a:r>
            <a:r>
              <a:rPr lang="en-ZA" dirty="0">
                <a:latin typeface="LM Roman 12" panose="00000500000000000000" pitchFamily="50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1D7E57-E3A7-21B2-3132-8DA30FBE99E5}"/>
              </a:ext>
            </a:extLst>
          </p:cNvPr>
          <p:cNvSpPr txBox="1"/>
          <p:nvPr/>
        </p:nvSpPr>
        <p:spPr>
          <a:xfrm>
            <a:off x="7293454" y="3862401"/>
            <a:ext cx="3277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myFunction</a:t>
            </a:r>
            <a:r>
              <a:rPr lang="en-ZA" dirty="0">
                <a:latin typeface="LM Roman 12" panose="00000500000000000000" pitchFamily="50" charset="0"/>
              </a:rPr>
              <a:t> (&amp;random_value)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AE794F-043B-9BD6-7003-B519B56CFB7F}"/>
              </a:ext>
            </a:extLst>
          </p:cNvPr>
          <p:cNvSpPr txBox="1"/>
          <p:nvPr/>
        </p:nvSpPr>
        <p:spPr>
          <a:xfrm>
            <a:off x="231029" y="398885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Call: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B867B5-D7E2-7730-D327-8A793F8FC2E5}"/>
              </a:ext>
            </a:extLst>
          </p:cNvPr>
          <p:cNvSpPr txBox="1"/>
          <p:nvPr/>
        </p:nvSpPr>
        <p:spPr>
          <a:xfrm>
            <a:off x="6407437" y="3863255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Call: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AAD3A5-CE17-CEB6-9201-0182D129D3FB}"/>
              </a:ext>
            </a:extLst>
          </p:cNvPr>
          <p:cNvSpPr/>
          <p:nvPr/>
        </p:nvSpPr>
        <p:spPr>
          <a:xfrm>
            <a:off x="6928767" y="1313974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REFERENCE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AECB49-9A3E-21EA-3155-146163027E0D}"/>
              </a:ext>
            </a:extLst>
          </p:cNvPr>
          <p:cNvSpPr/>
          <p:nvPr/>
        </p:nvSpPr>
        <p:spPr>
          <a:xfrm>
            <a:off x="837498" y="1328918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VALUE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9782FC-1E2B-5779-F2D6-756D86302110}"/>
              </a:ext>
            </a:extLst>
          </p:cNvPr>
          <p:cNvSpPr/>
          <p:nvPr/>
        </p:nvSpPr>
        <p:spPr>
          <a:xfrm>
            <a:off x="485411" y="6858000"/>
            <a:ext cx="11074399" cy="19497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5C6D963-9466-466B-7A0B-AF3D4ECF84F5}"/>
              </a:ext>
            </a:extLst>
          </p:cNvPr>
          <p:cNvSpPr/>
          <p:nvPr/>
        </p:nvSpPr>
        <p:spPr>
          <a:xfrm>
            <a:off x="485411" y="6913602"/>
            <a:ext cx="11074398" cy="37510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FORMAT: FUNCTION PROTOTYPES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1AA4BC-BE89-A25B-AA4F-81D35DF1351E}"/>
              </a:ext>
            </a:extLst>
          </p:cNvPr>
          <p:cNvSpPr txBox="1"/>
          <p:nvPr/>
        </p:nvSpPr>
        <p:spPr>
          <a:xfrm>
            <a:off x="1757470" y="7863581"/>
            <a:ext cx="2802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Declared with the variable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6C02F4-DD91-2514-FB5D-C30DAB83CF40}"/>
              </a:ext>
            </a:extLst>
          </p:cNvPr>
          <p:cNvSpPr txBox="1"/>
          <p:nvPr/>
        </p:nvSpPr>
        <p:spPr>
          <a:xfrm>
            <a:off x="6734001" y="7832892"/>
            <a:ext cx="3581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Declared with the pointer variable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B78B92-6BEA-9C08-6137-8485DB536C7A}"/>
              </a:ext>
            </a:extLst>
          </p:cNvPr>
          <p:cNvSpPr txBox="1"/>
          <p:nvPr/>
        </p:nvSpPr>
        <p:spPr>
          <a:xfrm>
            <a:off x="5858102" y="7832892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8459275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DDBE2-194F-1AF2-5DF8-7975E5A70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05F014B-47C0-A490-6BEB-18ADBBA9559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F607542-F1D4-B622-BCEF-2F2F6A8A51B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3D81A19-03B1-3A24-F383-4C3C1ED5C1B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B0ABFD8-0F92-44A6-3E88-2F0CC0CC88DD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BBD08E4B-0BBA-9150-0FCB-2A94C8E2AF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5204615-ED56-38D8-1ED8-92643834558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799D5D6-FDD9-91C7-B163-4496652A5DEE}"/>
                </a:ext>
              </a:extLst>
            </p:cNvPr>
            <p:cNvSpPr/>
            <p:nvPr/>
          </p:nvSpPr>
          <p:spPr>
            <a:xfrm>
              <a:off x="3420587" y="584240"/>
              <a:ext cx="5511746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</a:rPr>
                <a:t>Pointers &amp; functions: call-by-value vs call-by-reference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</a:endParaRP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C92665-53BD-0D3B-5527-97E99D2F8A3B}"/>
              </a:ext>
            </a:extLst>
          </p:cNvPr>
          <p:cNvCxnSpPr>
            <a:cxnSpLocks/>
          </p:cNvCxnSpPr>
          <p:nvPr/>
        </p:nvCxnSpPr>
        <p:spPr>
          <a:xfrm>
            <a:off x="5985933" y="1092200"/>
            <a:ext cx="36678" cy="33241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A3C635F-DEFA-76DE-4D24-6C65FC807001}"/>
              </a:ext>
            </a:extLst>
          </p:cNvPr>
          <p:cNvSpPr txBox="1"/>
          <p:nvPr/>
        </p:nvSpPr>
        <p:spPr>
          <a:xfrm>
            <a:off x="0" y="2355150"/>
            <a:ext cx="6022611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dirty="0">
                <a:solidFill>
                  <a:srgbClr val="0070C0"/>
                </a:solidFill>
                <a:latin typeface="LM Roman 12" panose="00000500000000000000" pitchFamily="50" charset="0"/>
              </a:rPr>
              <a:t>data_type_x </a:t>
            </a:r>
            <a:r>
              <a:rPr lang="en-ZA" sz="2400" b="1" dirty="0">
                <a:latin typeface="LM Roman 12" panose="00000500000000000000" pitchFamily="50" charset="0"/>
              </a:rPr>
              <a:t>myFunction</a:t>
            </a:r>
            <a:r>
              <a:rPr lang="en-ZA" sz="2000" dirty="0">
                <a:latin typeface="LM Roman 12" panose="00000500000000000000" pitchFamily="50" charset="0"/>
              </a:rPr>
              <a:t> (</a:t>
            </a:r>
            <a:r>
              <a:rPr lang="en-ZA" sz="2000" dirty="0">
                <a:solidFill>
                  <a:srgbClr val="00B050"/>
                </a:solidFill>
                <a:latin typeface="LM Roman 12" panose="00000500000000000000" pitchFamily="50" charset="0"/>
              </a:rPr>
              <a:t>data_type_y</a:t>
            </a:r>
            <a:r>
              <a:rPr lang="en-ZA" sz="2000" dirty="0">
                <a:latin typeface="LM Roman 12" panose="00000500000000000000" pitchFamily="50" charset="0"/>
              </a:rPr>
              <a:t> Value){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	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	 </a:t>
            </a:r>
            <a:r>
              <a:rPr lang="en-ZA" sz="2000" dirty="0">
                <a:solidFill>
                  <a:srgbClr val="0070C0"/>
                </a:solidFill>
                <a:latin typeface="LM Roman 12" panose="00000500000000000000" pitchFamily="50" charset="0"/>
              </a:rPr>
              <a:t>data_type_x </a:t>
            </a:r>
            <a:r>
              <a:rPr lang="en-ZA" sz="2000" dirty="0">
                <a:latin typeface="LM Roman 12" panose="00000500000000000000" pitchFamily="50" charset="0"/>
              </a:rPr>
              <a:t>result = arithmetic on </a:t>
            </a:r>
            <a:r>
              <a:rPr lang="en-ZA" sz="2000" b="1" dirty="0">
                <a:latin typeface="LM Roman 12" panose="00000500000000000000" pitchFamily="50" charset="0"/>
              </a:rPr>
              <a:t>Value;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	return result;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AC0C9E-0144-5B4F-8230-EA96E64D812B}"/>
              </a:ext>
            </a:extLst>
          </p:cNvPr>
          <p:cNvSpPr txBox="1"/>
          <p:nvPr/>
        </p:nvSpPr>
        <p:spPr>
          <a:xfrm>
            <a:off x="6523825" y="2413337"/>
            <a:ext cx="476059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dirty="0">
                <a:solidFill>
                  <a:srgbClr val="0070C0"/>
                </a:solidFill>
                <a:latin typeface="LM Roman 12" panose="00000500000000000000" pitchFamily="50" charset="0"/>
              </a:rPr>
              <a:t>void</a:t>
            </a:r>
            <a:r>
              <a:rPr lang="en-ZA" sz="2000" dirty="0">
                <a:latin typeface="LM Roman 12" panose="00000500000000000000" pitchFamily="50" charset="0"/>
              </a:rPr>
              <a:t> </a:t>
            </a:r>
            <a:r>
              <a:rPr lang="en-ZA" sz="2400" b="1" dirty="0">
                <a:latin typeface="LM Roman 12" panose="00000500000000000000" pitchFamily="50" charset="0"/>
              </a:rPr>
              <a:t>myFunction</a:t>
            </a:r>
            <a:r>
              <a:rPr lang="en-ZA" sz="2000" dirty="0">
                <a:latin typeface="LM Roman 12" panose="00000500000000000000" pitchFamily="50" charset="0"/>
              </a:rPr>
              <a:t> (</a:t>
            </a:r>
            <a:r>
              <a:rPr lang="en-ZA" sz="2000" dirty="0">
                <a:solidFill>
                  <a:srgbClr val="00B050"/>
                </a:solidFill>
                <a:latin typeface="LM Roman 12" panose="00000500000000000000" pitchFamily="50" charset="0"/>
              </a:rPr>
              <a:t>data_type </a:t>
            </a:r>
            <a:r>
              <a:rPr lang="en-ZA" sz="2000" dirty="0">
                <a:latin typeface="LM Roman 12" panose="00000500000000000000" pitchFamily="50" charset="0"/>
              </a:rPr>
              <a:t>*Value){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	*Value arithmetic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59001F-0682-AB9C-4CD3-206F94107E33}"/>
              </a:ext>
            </a:extLst>
          </p:cNvPr>
          <p:cNvSpPr txBox="1"/>
          <p:nvPr/>
        </p:nvSpPr>
        <p:spPr>
          <a:xfrm>
            <a:off x="1149370" y="3988856"/>
            <a:ext cx="3101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myFunction</a:t>
            </a:r>
            <a:r>
              <a:rPr lang="en-ZA" dirty="0">
                <a:latin typeface="LM Roman 12" panose="00000500000000000000" pitchFamily="50" charset="0"/>
              </a:rPr>
              <a:t> (</a:t>
            </a:r>
            <a:r>
              <a:rPr lang="en-ZA" dirty="0" err="1">
                <a:latin typeface="LM Roman 12" panose="00000500000000000000" pitchFamily="50" charset="0"/>
              </a:rPr>
              <a:t>random_value</a:t>
            </a:r>
            <a:r>
              <a:rPr lang="en-ZA" dirty="0">
                <a:latin typeface="LM Roman 12" panose="00000500000000000000" pitchFamily="50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D02E0F-C1D3-3E0B-741E-F8A31AF72B5D}"/>
              </a:ext>
            </a:extLst>
          </p:cNvPr>
          <p:cNvSpPr txBox="1"/>
          <p:nvPr/>
        </p:nvSpPr>
        <p:spPr>
          <a:xfrm>
            <a:off x="7293454" y="3862401"/>
            <a:ext cx="3277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myFunction</a:t>
            </a:r>
            <a:r>
              <a:rPr lang="en-ZA" dirty="0">
                <a:latin typeface="LM Roman 12" panose="00000500000000000000" pitchFamily="50" charset="0"/>
              </a:rPr>
              <a:t> (&amp;random_value)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DEB3B8-77E1-4B1F-01B5-0C8322474138}"/>
              </a:ext>
            </a:extLst>
          </p:cNvPr>
          <p:cNvSpPr txBox="1"/>
          <p:nvPr/>
        </p:nvSpPr>
        <p:spPr>
          <a:xfrm>
            <a:off x="231029" y="398885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Call: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86E6F0-6B66-B286-45EE-9EDFA8222278}"/>
              </a:ext>
            </a:extLst>
          </p:cNvPr>
          <p:cNvSpPr txBox="1"/>
          <p:nvPr/>
        </p:nvSpPr>
        <p:spPr>
          <a:xfrm>
            <a:off x="6407437" y="3863255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Call: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21D0F6-10FB-2EA8-FA60-EB61B4311EC3}"/>
              </a:ext>
            </a:extLst>
          </p:cNvPr>
          <p:cNvSpPr/>
          <p:nvPr/>
        </p:nvSpPr>
        <p:spPr>
          <a:xfrm>
            <a:off x="6928767" y="1313974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REFERENCE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F1E6FA-E782-C392-DFD6-10AFA0A4F9CA}"/>
              </a:ext>
            </a:extLst>
          </p:cNvPr>
          <p:cNvSpPr/>
          <p:nvPr/>
        </p:nvSpPr>
        <p:spPr>
          <a:xfrm>
            <a:off x="837498" y="1328918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VALUE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635CF7-1D82-6270-BFF0-21CE4BF42CB8}"/>
              </a:ext>
            </a:extLst>
          </p:cNvPr>
          <p:cNvSpPr/>
          <p:nvPr/>
        </p:nvSpPr>
        <p:spPr>
          <a:xfrm>
            <a:off x="680177" y="4746639"/>
            <a:ext cx="11074399" cy="19497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274C7D-956B-999E-66C5-B504BA2D430A}"/>
              </a:ext>
            </a:extLst>
          </p:cNvPr>
          <p:cNvSpPr/>
          <p:nvPr/>
        </p:nvSpPr>
        <p:spPr>
          <a:xfrm>
            <a:off x="680177" y="4802241"/>
            <a:ext cx="11074398" cy="37510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FORMAT: FUNCTION PROTOTYPES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662969-C3F8-9332-422B-B82671C99D7C}"/>
              </a:ext>
            </a:extLst>
          </p:cNvPr>
          <p:cNvSpPr txBox="1"/>
          <p:nvPr/>
        </p:nvSpPr>
        <p:spPr>
          <a:xfrm>
            <a:off x="1952236" y="5752220"/>
            <a:ext cx="2802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Declared with the variable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EBB139-1FEA-46B8-1BB9-796BFF93A418}"/>
              </a:ext>
            </a:extLst>
          </p:cNvPr>
          <p:cNvSpPr txBox="1"/>
          <p:nvPr/>
        </p:nvSpPr>
        <p:spPr>
          <a:xfrm>
            <a:off x="6928767" y="5721531"/>
            <a:ext cx="3581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Declared with the pointer variable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FBB322-C7EB-0BCC-AF4F-309B08FFE5B0}"/>
              </a:ext>
            </a:extLst>
          </p:cNvPr>
          <p:cNvSpPr txBox="1"/>
          <p:nvPr/>
        </p:nvSpPr>
        <p:spPr>
          <a:xfrm>
            <a:off x="6052868" y="5721531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|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4A4A97-7E28-34EB-7068-8E8E600C4C5A}"/>
              </a:ext>
            </a:extLst>
          </p:cNvPr>
          <p:cNvSpPr txBox="1"/>
          <p:nvPr/>
        </p:nvSpPr>
        <p:spPr>
          <a:xfrm>
            <a:off x="36678" y="2413337"/>
            <a:ext cx="5675511" cy="4558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A2D3C6-9A2C-4E2A-DEED-6566BE2DEF19}"/>
              </a:ext>
            </a:extLst>
          </p:cNvPr>
          <p:cNvSpPr txBox="1"/>
          <p:nvPr/>
        </p:nvSpPr>
        <p:spPr>
          <a:xfrm>
            <a:off x="6404402" y="2434753"/>
            <a:ext cx="4593797" cy="4558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451890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779A0-8ED0-0EAE-ADAF-15599C48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054F308-08DF-B222-BD91-1A8540488D2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07CC03A-DD79-CDEC-A8C1-575CD4D2CA0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6A2CD0B-5B08-9BFC-71F7-9B1CA81AAD7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0992BF-7368-7D9B-FFEF-8059E86ABD0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BFE1D52-27D0-2A4D-15A7-4B7A2362DB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513D27E-1E5E-5CDF-7EB1-284945AA9B0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FEDAB4E-1BCB-D313-796A-13FA10D64018}"/>
                </a:ext>
              </a:extLst>
            </p:cNvPr>
            <p:cNvSpPr/>
            <p:nvPr/>
          </p:nvSpPr>
          <p:spPr>
            <a:xfrm>
              <a:off x="3420587" y="584240"/>
              <a:ext cx="5511746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</a:rPr>
                <a:t>Pointers &amp; functions: call-by-value vs call-by-reference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</a:endParaRP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9CF98E-1DF1-67AB-E652-3DA72717F321}"/>
              </a:ext>
            </a:extLst>
          </p:cNvPr>
          <p:cNvCxnSpPr>
            <a:cxnSpLocks/>
          </p:cNvCxnSpPr>
          <p:nvPr/>
        </p:nvCxnSpPr>
        <p:spPr>
          <a:xfrm>
            <a:off x="5985933" y="1092200"/>
            <a:ext cx="36678" cy="33241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210CC2A-26CC-C852-8109-43E1ECB7EAFE}"/>
              </a:ext>
            </a:extLst>
          </p:cNvPr>
          <p:cNvSpPr txBox="1"/>
          <p:nvPr/>
        </p:nvSpPr>
        <p:spPr>
          <a:xfrm>
            <a:off x="0" y="2355150"/>
            <a:ext cx="6022611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dirty="0">
                <a:solidFill>
                  <a:srgbClr val="0070C0"/>
                </a:solidFill>
                <a:latin typeface="LM Roman 12" panose="00000500000000000000" pitchFamily="50" charset="0"/>
              </a:rPr>
              <a:t>data_type_x </a:t>
            </a:r>
            <a:r>
              <a:rPr lang="en-ZA" sz="2400" b="1" dirty="0">
                <a:latin typeface="LM Roman 12" panose="00000500000000000000" pitchFamily="50" charset="0"/>
              </a:rPr>
              <a:t>myFunction</a:t>
            </a:r>
            <a:r>
              <a:rPr lang="en-ZA" sz="2000" dirty="0">
                <a:latin typeface="LM Roman 12" panose="00000500000000000000" pitchFamily="50" charset="0"/>
              </a:rPr>
              <a:t> (</a:t>
            </a:r>
            <a:r>
              <a:rPr lang="en-ZA" sz="2000" dirty="0">
                <a:solidFill>
                  <a:srgbClr val="00B050"/>
                </a:solidFill>
                <a:latin typeface="LM Roman 12" panose="00000500000000000000" pitchFamily="50" charset="0"/>
              </a:rPr>
              <a:t>data_type_y</a:t>
            </a:r>
            <a:r>
              <a:rPr lang="en-ZA" sz="2000" dirty="0">
                <a:latin typeface="LM Roman 12" panose="00000500000000000000" pitchFamily="50" charset="0"/>
              </a:rPr>
              <a:t> Value){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	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	 </a:t>
            </a:r>
            <a:r>
              <a:rPr lang="en-ZA" sz="2000" dirty="0">
                <a:solidFill>
                  <a:srgbClr val="0070C0"/>
                </a:solidFill>
                <a:latin typeface="LM Roman 12" panose="00000500000000000000" pitchFamily="50" charset="0"/>
              </a:rPr>
              <a:t>data_type_x </a:t>
            </a:r>
            <a:r>
              <a:rPr lang="en-ZA" sz="2000" dirty="0">
                <a:latin typeface="LM Roman 12" panose="00000500000000000000" pitchFamily="50" charset="0"/>
              </a:rPr>
              <a:t>result = arithmetic on </a:t>
            </a:r>
            <a:r>
              <a:rPr lang="en-ZA" sz="2000" b="1" dirty="0">
                <a:latin typeface="LM Roman 12" panose="00000500000000000000" pitchFamily="50" charset="0"/>
              </a:rPr>
              <a:t>Value;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	return result;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15C39A-DC62-2877-D227-71BC8F1E1C65}"/>
              </a:ext>
            </a:extLst>
          </p:cNvPr>
          <p:cNvSpPr txBox="1"/>
          <p:nvPr/>
        </p:nvSpPr>
        <p:spPr>
          <a:xfrm>
            <a:off x="6523825" y="2413337"/>
            <a:ext cx="476059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dirty="0">
                <a:solidFill>
                  <a:srgbClr val="0070C0"/>
                </a:solidFill>
                <a:latin typeface="LM Roman 12" panose="00000500000000000000" pitchFamily="50" charset="0"/>
              </a:rPr>
              <a:t>void</a:t>
            </a:r>
            <a:r>
              <a:rPr lang="en-ZA" sz="2000" dirty="0">
                <a:latin typeface="LM Roman 12" panose="00000500000000000000" pitchFamily="50" charset="0"/>
              </a:rPr>
              <a:t> </a:t>
            </a:r>
            <a:r>
              <a:rPr lang="en-ZA" sz="2400" b="1" dirty="0">
                <a:latin typeface="LM Roman 12" panose="00000500000000000000" pitchFamily="50" charset="0"/>
              </a:rPr>
              <a:t>myFunction</a:t>
            </a:r>
            <a:r>
              <a:rPr lang="en-ZA" sz="2000" dirty="0">
                <a:latin typeface="LM Roman 12" panose="00000500000000000000" pitchFamily="50" charset="0"/>
              </a:rPr>
              <a:t> (</a:t>
            </a:r>
            <a:r>
              <a:rPr lang="en-ZA" sz="2000" dirty="0">
                <a:solidFill>
                  <a:srgbClr val="00B050"/>
                </a:solidFill>
                <a:latin typeface="LM Roman 12" panose="00000500000000000000" pitchFamily="50" charset="0"/>
              </a:rPr>
              <a:t>data_type </a:t>
            </a:r>
            <a:r>
              <a:rPr lang="en-ZA" sz="2000" dirty="0">
                <a:latin typeface="LM Roman 12" panose="00000500000000000000" pitchFamily="50" charset="0"/>
              </a:rPr>
              <a:t>*Value){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	*Value arithmetic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F8FDFB-3829-0536-4441-C521B02CFE6C}"/>
              </a:ext>
            </a:extLst>
          </p:cNvPr>
          <p:cNvSpPr txBox="1"/>
          <p:nvPr/>
        </p:nvSpPr>
        <p:spPr>
          <a:xfrm>
            <a:off x="1149370" y="3988856"/>
            <a:ext cx="3101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myFunction</a:t>
            </a:r>
            <a:r>
              <a:rPr lang="en-ZA" dirty="0">
                <a:latin typeface="LM Roman 12" panose="00000500000000000000" pitchFamily="50" charset="0"/>
              </a:rPr>
              <a:t> (</a:t>
            </a:r>
            <a:r>
              <a:rPr lang="en-ZA" dirty="0" err="1">
                <a:latin typeface="LM Roman 12" panose="00000500000000000000" pitchFamily="50" charset="0"/>
              </a:rPr>
              <a:t>random_value</a:t>
            </a:r>
            <a:r>
              <a:rPr lang="en-ZA" dirty="0">
                <a:latin typeface="LM Roman 12" panose="00000500000000000000" pitchFamily="50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51E45E-A7F7-39F6-3511-B26F133A1BE3}"/>
              </a:ext>
            </a:extLst>
          </p:cNvPr>
          <p:cNvSpPr txBox="1"/>
          <p:nvPr/>
        </p:nvSpPr>
        <p:spPr>
          <a:xfrm>
            <a:off x="7293454" y="3862401"/>
            <a:ext cx="3277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myFunction</a:t>
            </a:r>
            <a:r>
              <a:rPr lang="en-ZA" dirty="0">
                <a:latin typeface="LM Roman 12" panose="00000500000000000000" pitchFamily="50" charset="0"/>
              </a:rPr>
              <a:t> (&amp;random_value)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47AA95-6B76-B025-3E4F-C4C1BA015FDC}"/>
              </a:ext>
            </a:extLst>
          </p:cNvPr>
          <p:cNvSpPr txBox="1"/>
          <p:nvPr/>
        </p:nvSpPr>
        <p:spPr>
          <a:xfrm>
            <a:off x="231029" y="398885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Call: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9EC02A-AB67-DAEF-F95F-CD3EF80DEDCA}"/>
              </a:ext>
            </a:extLst>
          </p:cNvPr>
          <p:cNvSpPr txBox="1"/>
          <p:nvPr/>
        </p:nvSpPr>
        <p:spPr>
          <a:xfrm>
            <a:off x="6407437" y="3863255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Call: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BE0691-F9F8-2A63-40E3-361966B58376}"/>
              </a:ext>
            </a:extLst>
          </p:cNvPr>
          <p:cNvSpPr/>
          <p:nvPr/>
        </p:nvSpPr>
        <p:spPr>
          <a:xfrm>
            <a:off x="6928767" y="1313974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REFERENCE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2E6CF6-2A97-3E0F-5258-FDE84D9A0489}"/>
              </a:ext>
            </a:extLst>
          </p:cNvPr>
          <p:cNvSpPr/>
          <p:nvPr/>
        </p:nvSpPr>
        <p:spPr>
          <a:xfrm>
            <a:off x="837498" y="1328918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VALUE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49D874-D3A6-28A5-F499-6A997300CBD3}"/>
              </a:ext>
            </a:extLst>
          </p:cNvPr>
          <p:cNvSpPr/>
          <p:nvPr/>
        </p:nvSpPr>
        <p:spPr>
          <a:xfrm>
            <a:off x="680177" y="4746639"/>
            <a:ext cx="11074399" cy="19497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227703-9FF4-8D8E-6D70-4F6C12141CC8}"/>
              </a:ext>
            </a:extLst>
          </p:cNvPr>
          <p:cNvSpPr/>
          <p:nvPr/>
        </p:nvSpPr>
        <p:spPr>
          <a:xfrm>
            <a:off x="680177" y="4802241"/>
            <a:ext cx="11074398" cy="37510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WHAT HAPPENS DURING ARITHMETIC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2436AB-BAB5-5146-870B-BB84950A5370}"/>
              </a:ext>
            </a:extLst>
          </p:cNvPr>
          <p:cNvSpPr txBox="1"/>
          <p:nvPr/>
        </p:nvSpPr>
        <p:spPr>
          <a:xfrm>
            <a:off x="1583381" y="5444532"/>
            <a:ext cx="44025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Creates copy of value, performs arithmetic</a:t>
            </a:r>
          </a:p>
          <a:p>
            <a:r>
              <a:rPr lang="en-ZA" dirty="0">
                <a:latin typeface="LM Roman 12" panose="00000500000000000000" pitchFamily="50" charset="0"/>
              </a:rPr>
              <a:t>Stores the result in the value’s address i.e.,</a:t>
            </a:r>
          </a:p>
          <a:p>
            <a:r>
              <a:rPr lang="en-ZA" dirty="0">
                <a:latin typeface="LM Roman 12" panose="00000500000000000000" pitchFamily="50" charset="0"/>
              </a:rPr>
              <a:t>Function changes a copy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DA7F3D-7343-E06F-B5FA-7A81312FFC48}"/>
              </a:ext>
            </a:extLst>
          </p:cNvPr>
          <p:cNvSpPr txBox="1"/>
          <p:nvPr/>
        </p:nvSpPr>
        <p:spPr>
          <a:xfrm>
            <a:off x="6732205" y="5360592"/>
            <a:ext cx="49409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The arithmetic is performed on the value</a:t>
            </a:r>
          </a:p>
          <a:p>
            <a:r>
              <a:rPr lang="en-ZA" dirty="0">
                <a:latin typeface="LM Roman 12" panose="00000500000000000000" pitchFamily="50" charset="0"/>
              </a:rPr>
              <a:t>at the address i.e., function changes the original</a:t>
            </a:r>
          </a:p>
          <a:p>
            <a:r>
              <a:rPr lang="en-ZA" dirty="0">
                <a:latin typeface="LM Roman 12" panose="00000500000000000000" pitchFamily="50" charset="0"/>
              </a:rPr>
              <a:t>variable</a:t>
            </a:r>
          </a:p>
          <a:p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D2A305-720F-A4D7-1CBD-1FD37C8F5051}"/>
              </a:ext>
            </a:extLst>
          </p:cNvPr>
          <p:cNvSpPr txBox="1"/>
          <p:nvPr/>
        </p:nvSpPr>
        <p:spPr>
          <a:xfrm>
            <a:off x="6052868" y="5721531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|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C2587-540B-84B1-65DD-908DFC83ACBF}"/>
              </a:ext>
            </a:extLst>
          </p:cNvPr>
          <p:cNvSpPr txBox="1"/>
          <p:nvPr/>
        </p:nvSpPr>
        <p:spPr>
          <a:xfrm>
            <a:off x="231029" y="2973193"/>
            <a:ext cx="5675511" cy="4558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F4ABC4-6E4B-8FFE-EA4B-F29795058CC7}"/>
              </a:ext>
            </a:extLst>
          </p:cNvPr>
          <p:cNvSpPr txBox="1"/>
          <p:nvPr/>
        </p:nvSpPr>
        <p:spPr>
          <a:xfrm>
            <a:off x="6404403" y="2784437"/>
            <a:ext cx="4593797" cy="4558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7221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A6066-487A-AF02-4018-4101EA879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0317E11-A290-D4C9-5D18-B0FEE49F865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00501C8-E799-30B9-36DE-F281DE73B35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500F49B-DB06-C29F-32F9-BE133AB995E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B301A2-AAA0-4417-6BA2-289EC3BED94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101C11C1-152F-243D-CC61-3166210E7C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CE72982-1174-2AC7-F0B3-A4785F0D3A9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2C4CBC1-5DC1-C061-1D5F-C1BE98CD26FF}"/>
                </a:ext>
              </a:extLst>
            </p:cNvPr>
            <p:cNvSpPr/>
            <p:nvPr/>
          </p:nvSpPr>
          <p:spPr>
            <a:xfrm>
              <a:off x="3420587" y="584240"/>
              <a:ext cx="5511746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</a:rPr>
                <a:t>Pointers &amp; functions: call-by-value vs call-by-reference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</a:endParaRP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CA4B307-6841-683E-133E-305907842E56}"/>
              </a:ext>
            </a:extLst>
          </p:cNvPr>
          <p:cNvCxnSpPr>
            <a:cxnSpLocks/>
          </p:cNvCxnSpPr>
          <p:nvPr/>
        </p:nvCxnSpPr>
        <p:spPr>
          <a:xfrm>
            <a:off x="5985933" y="1092200"/>
            <a:ext cx="36678" cy="33241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56C8E58-2CF5-05E0-C91F-60E326A9E6C9}"/>
              </a:ext>
            </a:extLst>
          </p:cNvPr>
          <p:cNvSpPr txBox="1"/>
          <p:nvPr/>
        </p:nvSpPr>
        <p:spPr>
          <a:xfrm>
            <a:off x="0" y="2355150"/>
            <a:ext cx="6022611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dirty="0">
                <a:solidFill>
                  <a:srgbClr val="0070C0"/>
                </a:solidFill>
                <a:latin typeface="LM Roman 12" panose="00000500000000000000" pitchFamily="50" charset="0"/>
              </a:rPr>
              <a:t>data_type_x </a:t>
            </a:r>
            <a:r>
              <a:rPr lang="en-ZA" sz="2400" b="1" dirty="0">
                <a:latin typeface="LM Roman 12" panose="00000500000000000000" pitchFamily="50" charset="0"/>
              </a:rPr>
              <a:t>myFunction</a:t>
            </a:r>
            <a:r>
              <a:rPr lang="en-ZA" sz="2000" dirty="0">
                <a:latin typeface="LM Roman 12" panose="00000500000000000000" pitchFamily="50" charset="0"/>
              </a:rPr>
              <a:t> (</a:t>
            </a:r>
            <a:r>
              <a:rPr lang="en-ZA" sz="2000" dirty="0">
                <a:solidFill>
                  <a:srgbClr val="00B050"/>
                </a:solidFill>
                <a:latin typeface="LM Roman 12" panose="00000500000000000000" pitchFamily="50" charset="0"/>
              </a:rPr>
              <a:t>data_type_y</a:t>
            </a:r>
            <a:r>
              <a:rPr lang="en-ZA" sz="2000" dirty="0">
                <a:latin typeface="LM Roman 12" panose="00000500000000000000" pitchFamily="50" charset="0"/>
              </a:rPr>
              <a:t> Value){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	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	 </a:t>
            </a:r>
            <a:r>
              <a:rPr lang="en-ZA" sz="2000" dirty="0">
                <a:solidFill>
                  <a:srgbClr val="0070C0"/>
                </a:solidFill>
                <a:latin typeface="LM Roman 12" panose="00000500000000000000" pitchFamily="50" charset="0"/>
              </a:rPr>
              <a:t>data_type_x </a:t>
            </a:r>
            <a:r>
              <a:rPr lang="en-ZA" sz="2000" dirty="0">
                <a:latin typeface="LM Roman 12" panose="00000500000000000000" pitchFamily="50" charset="0"/>
              </a:rPr>
              <a:t>result = arithmetic on </a:t>
            </a:r>
            <a:r>
              <a:rPr lang="en-ZA" sz="2000" b="1" dirty="0">
                <a:latin typeface="LM Roman 12" panose="00000500000000000000" pitchFamily="50" charset="0"/>
              </a:rPr>
              <a:t>Value;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	return result;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A0402A-FB89-215B-A29B-6776C2236905}"/>
              </a:ext>
            </a:extLst>
          </p:cNvPr>
          <p:cNvSpPr txBox="1"/>
          <p:nvPr/>
        </p:nvSpPr>
        <p:spPr>
          <a:xfrm>
            <a:off x="6523825" y="2413337"/>
            <a:ext cx="476059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dirty="0">
                <a:solidFill>
                  <a:srgbClr val="0070C0"/>
                </a:solidFill>
                <a:latin typeface="LM Roman 12" panose="00000500000000000000" pitchFamily="50" charset="0"/>
              </a:rPr>
              <a:t>void</a:t>
            </a:r>
            <a:r>
              <a:rPr lang="en-ZA" sz="2000" dirty="0">
                <a:latin typeface="LM Roman 12" panose="00000500000000000000" pitchFamily="50" charset="0"/>
              </a:rPr>
              <a:t> </a:t>
            </a:r>
            <a:r>
              <a:rPr lang="en-ZA" sz="2400" b="1" dirty="0">
                <a:latin typeface="LM Roman 12" panose="00000500000000000000" pitchFamily="50" charset="0"/>
              </a:rPr>
              <a:t>myFunction</a:t>
            </a:r>
            <a:r>
              <a:rPr lang="en-ZA" sz="2000" dirty="0">
                <a:latin typeface="LM Roman 12" panose="00000500000000000000" pitchFamily="50" charset="0"/>
              </a:rPr>
              <a:t> (</a:t>
            </a:r>
            <a:r>
              <a:rPr lang="en-ZA" sz="2000" dirty="0">
                <a:solidFill>
                  <a:srgbClr val="00B050"/>
                </a:solidFill>
                <a:latin typeface="LM Roman 12" panose="00000500000000000000" pitchFamily="50" charset="0"/>
              </a:rPr>
              <a:t>data_type </a:t>
            </a:r>
            <a:r>
              <a:rPr lang="en-ZA" sz="2000" dirty="0">
                <a:latin typeface="LM Roman 12" panose="00000500000000000000" pitchFamily="50" charset="0"/>
              </a:rPr>
              <a:t>*Value){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	*Value arithmetic</a:t>
            </a:r>
          </a:p>
          <a:p>
            <a:r>
              <a:rPr lang="en-ZA" sz="2000" dirty="0">
                <a:latin typeface="LM Roman 12" panose="00000500000000000000" pitchFamily="50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869B86-1F80-9339-B846-54C5E3B71F7E}"/>
              </a:ext>
            </a:extLst>
          </p:cNvPr>
          <p:cNvSpPr txBox="1"/>
          <p:nvPr/>
        </p:nvSpPr>
        <p:spPr>
          <a:xfrm>
            <a:off x="1149370" y="3988856"/>
            <a:ext cx="3101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myFunction</a:t>
            </a:r>
            <a:r>
              <a:rPr lang="en-ZA" dirty="0">
                <a:latin typeface="LM Roman 12" panose="00000500000000000000" pitchFamily="50" charset="0"/>
              </a:rPr>
              <a:t> (</a:t>
            </a:r>
            <a:r>
              <a:rPr lang="en-ZA" dirty="0" err="1">
                <a:latin typeface="LM Roman 12" panose="00000500000000000000" pitchFamily="50" charset="0"/>
              </a:rPr>
              <a:t>random_value</a:t>
            </a:r>
            <a:r>
              <a:rPr lang="en-ZA" dirty="0">
                <a:latin typeface="LM Roman 12" panose="00000500000000000000" pitchFamily="50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A9EDB-51C0-DB03-03D8-7D082FE14DE5}"/>
              </a:ext>
            </a:extLst>
          </p:cNvPr>
          <p:cNvSpPr txBox="1"/>
          <p:nvPr/>
        </p:nvSpPr>
        <p:spPr>
          <a:xfrm>
            <a:off x="7293454" y="3862401"/>
            <a:ext cx="3277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myFunction</a:t>
            </a:r>
            <a:r>
              <a:rPr lang="en-ZA" dirty="0">
                <a:latin typeface="LM Roman 12" panose="00000500000000000000" pitchFamily="50" charset="0"/>
              </a:rPr>
              <a:t> (&amp;random_value)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9AE0F2-4551-D81C-01B2-4826D7BFC471}"/>
              </a:ext>
            </a:extLst>
          </p:cNvPr>
          <p:cNvSpPr txBox="1"/>
          <p:nvPr/>
        </p:nvSpPr>
        <p:spPr>
          <a:xfrm>
            <a:off x="231029" y="398885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Call: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D207DC-CDD2-EA78-44FD-FC08BD7C2CA4}"/>
              </a:ext>
            </a:extLst>
          </p:cNvPr>
          <p:cNvSpPr txBox="1"/>
          <p:nvPr/>
        </p:nvSpPr>
        <p:spPr>
          <a:xfrm>
            <a:off x="6407437" y="3863255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Call: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6C0017-53E8-E567-93BA-370CB5CD59D2}"/>
              </a:ext>
            </a:extLst>
          </p:cNvPr>
          <p:cNvSpPr/>
          <p:nvPr/>
        </p:nvSpPr>
        <p:spPr>
          <a:xfrm>
            <a:off x="6928767" y="1313974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REFERENCE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22EED0-166B-0D56-1DBE-BFE690FA4948}"/>
              </a:ext>
            </a:extLst>
          </p:cNvPr>
          <p:cNvSpPr/>
          <p:nvPr/>
        </p:nvSpPr>
        <p:spPr>
          <a:xfrm>
            <a:off x="837498" y="1328918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VALUE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35BD7F-18C8-0E0B-92B9-D7F3F3FB7434}"/>
              </a:ext>
            </a:extLst>
          </p:cNvPr>
          <p:cNvSpPr/>
          <p:nvPr/>
        </p:nvSpPr>
        <p:spPr>
          <a:xfrm>
            <a:off x="680177" y="4746639"/>
            <a:ext cx="11074399" cy="19497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90CDFB-5E80-4446-BE36-CDD669503713}"/>
              </a:ext>
            </a:extLst>
          </p:cNvPr>
          <p:cNvSpPr/>
          <p:nvPr/>
        </p:nvSpPr>
        <p:spPr>
          <a:xfrm>
            <a:off x="680177" y="4802241"/>
            <a:ext cx="11074398" cy="37510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FUNCTION CALLS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4B0C2D-008A-1ADA-3B1E-D72EC720AF5C}"/>
              </a:ext>
            </a:extLst>
          </p:cNvPr>
          <p:cNvSpPr txBox="1"/>
          <p:nvPr/>
        </p:nvSpPr>
        <p:spPr>
          <a:xfrm>
            <a:off x="2074702" y="5721531"/>
            <a:ext cx="1873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Call by the value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49335A-E50F-B9CF-6DF6-6505D5500131}"/>
              </a:ext>
            </a:extLst>
          </p:cNvPr>
          <p:cNvSpPr txBox="1"/>
          <p:nvPr/>
        </p:nvSpPr>
        <p:spPr>
          <a:xfrm>
            <a:off x="6806883" y="5721531"/>
            <a:ext cx="2097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Call by the address</a:t>
            </a:r>
          </a:p>
          <a:p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0D22AF-D80C-34D1-1808-6512A52F393C}"/>
              </a:ext>
            </a:extLst>
          </p:cNvPr>
          <p:cNvSpPr txBox="1"/>
          <p:nvPr/>
        </p:nvSpPr>
        <p:spPr>
          <a:xfrm>
            <a:off x="6052868" y="5721531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|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1DC179-693E-CD0C-5CF0-0A0D63FCAB92}"/>
              </a:ext>
            </a:extLst>
          </p:cNvPr>
          <p:cNvSpPr txBox="1"/>
          <p:nvPr/>
        </p:nvSpPr>
        <p:spPr>
          <a:xfrm>
            <a:off x="73942" y="3953610"/>
            <a:ext cx="5675511" cy="4558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519CA-0909-772E-8C63-C743D85A0170}"/>
              </a:ext>
            </a:extLst>
          </p:cNvPr>
          <p:cNvSpPr txBox="1"/>
          <p:nvPr/>
        </p:nvSpPr>
        <p:spPr>
          <a:xfrm>
            <a:off x="6448833" y="3827777"/>
            <a:ext cx="4593797" cy="4558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594439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531A8-4C58-BBAB-FA9A-D0084984B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ED3A792-14F7-0B56-0EC8-EC5C96C8844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36E14DD-A32F-463A-228F-2F909E3F394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31103A9-3453-EB8A-F781-8C4329F96A5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FB95436-8D64-67E4-ABD9-30268BEB6C6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C6215C3C-146D-79B2-6A34-BADF1022D5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7B65D42-51DD-12E1-2468-E6CE4B1970A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9C1E65B-D0DA-7DE9-3D66-2147DB5BD755}"/>
                </a:ext>
              </a:extLst>
            </p:cNvPr>
            <p:cNvSpPr/>
            <p:nvPr/>
          </p:nvSpPr>
          <p:spPr>
            <a:xfrm>
              <a:off x="3420587" y="584240"/>
              <a:ext cx="5511746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EXAMPLES WITH CUBIC FUNCTIONS</a:t>
              </a:r>
              <a:endParaRPr lang="en-ZA" dirty="0">
                <a:solidFill>
                  <a:srgbClr val="FFFF00"/>
                </a:solidFill>
                <a:latin typeface="LM Roman 12" panose="00000500000000000000" pitchFamily="50" charset="0"/>
              </a:endParaRP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38F07B-5DB1-4C15-C615-4E7EC326CD4E}"/>
              </a:ext>
            </a:extLst>
          </p:cNvPr>
          <p:cNvCxnSpPr>
            <a:cxnSpLocks/>
          </p:cNvCxnSpPr>
          <p:nvPr/>
        </p:nvCxnSpPr>
        <p:spPr>
          <a:xfrm>
            <a:off x="5985933" y="1092200"/>
            <a:ext cx="29608" cy="35171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38023FB-5BDD-C966-692E-27CEE9F0F018}"/>
              </a:ext>
            </a:extLst>
          </p:cNvPr>
          <p:cNvSpPr/>
          <p:nvPr/>
        </p:nvSpPr>
        <p:spPr>
          <a:xfrm>
            <a:off x="6928767" y="949305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REFERENCE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4D3740-FFC3-4728-274C-16B355CB0E06}"/>
              </a:ext>
            </a:extLst>
          </p:cNvPr>
          <p:cNvSpPr/>
          <p:nvPr/>
        </p:nvSpPr>
        <p:spPr>
          <a:xfrm>
            <a:off x="1417021" y="970858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VALUE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9A6152-62F8-7A86-0FA3-01FDFFFE897C}"/>
              </a:ext>
            </a:extLst>
          </p:cNvPr>
          <p:cNvSpPr/>
          <p:nvPr/>
        </p:nvSpPr>
        <p:spPr>
          <a:xfrm>
            <a:off x="639261" y="6974892"/>
            <a:ext cx="11074399" cy="17772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63E2297-8835-AEC1-6589-69F9D21A73F8}"/>
              </a:ext>
            </a:extLst>
          </p:cNvPr>
          <p:cNvSpPr/>
          <p:nvPr/>
        </p:nvSpPr>
        <p:spPr>
          <a:xfrm>
            <a:off x="639261" y="6858000"/>
            <a:ext cx="11074398" cy="37510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Initialising the number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69C978-13CB-F7B4-3483-D9E9B0D5139B}"/>
              </a:ext>
            </a:extLst>
          </p:cNvPr>
          <p:cNvSpPr txBox="1"/>
          <p:nvPr/>
        </p:nvSpPr>
        <p:spPr>
          <a:xfrm>
            <a:off x="1911320" y="7807979"/>
            <a:ext cx="4050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Value of number is the initialised value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F19E2E-7259-6FDF-3889-E0ECCEF5373E}"/>
              </a:ext>
            </a:extLst>
          </p:cNvPr>
          <p:cNvSpPr txBox="1"/>
          <p:nvPr/>
        </p:nvSpPr>
        <p:spPr>
          <a:xfrm>
            <a:off x="6887851" y="7777290"/>
            <a:ext cx="4050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Value of number is the initialised value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716F52-6819-AD6D-10B2-643FED12A90A}"/>
              </a:ext>
            </a:extLst>
          </p:cNvPr>
          <p:cNvSpPr txBox="1"/>
          <p:nvPr/>
        </p:nvSpPr>
        <p:spPr>
          <a:xfrm>
            <a:off x="6011952" y="7777290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|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95C909-38DF-0639-1F8A-875799CFC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20" y="2226733"/>
            <a:ext cx="5724291" cy="23328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ACC5FF-1B99-B7E6-42B2-7A751AEB7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460" y="2066150"/>
            <a:ext cx="5845711" cy="254317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6E0CADE-5632-08B3-4B13-C185B545816E}"/>
              </a:ext>
            </a:extLst>
          </p:cNvPr>
          <p:cNvSpPr/>
          <p:nvPr/>
        </p:nvSpPr>
        <p:spPr>
          <a:xfrm>
            <a:off x="1333132" y="7358254"/>
            <a:ext cx="1109520" cy="4064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B7AD81-D778-20BC-73CB-441C39091152}"/>
              </a:ext>
            </a:extLst>
          </p:cNvPr>
          <p:cNvSpPr/>
          <p:nvPr/>
        </p:nvSpPr>
        <p:spPr>
          <a:xfrm>
            <a:off x="1349167" y="9284746"/>
            <a:ext cx="1109520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D29A10-5ADF-19F7-6296-614FEA2F5964}"/>
              </a:ext>
            </a:extLst>
          </p:cNvPr>
          <p:cNvSpPr/>
          <p:nvPr/>
        </p:nvSpPr>
        <p:spPr>
          <a:xfrm>
            <a:off x="7624788" y="7358254"/>
            <a:ext cx="1109520" cy="4064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4BC24C-A434-6CC4-F1C7-49B29C9F9721}"/>
              </a:ext>
            </a:extLst>
          </p:cNvPr>
          <p:cNvSpPr/>
          <p:nvPr/>
        </p:nvSpPr>
        <p:spPr>
          <a:xfrm>
            <a:off x="7624788" y="9284746"/>
            <a:ext cx="1109520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3E2F4C-AE4F-97F4-C812-8D01B1454407}"/>
              </a:ext>
            </a:extLst>
          </p:cNvPr>
          <p:cNvSpPr txBox="1"/>
          <p:nvPr/>
        </p:nvSpPr>
        <p:spPr>
          <a:xfrm>
            <a:off x="1451271" y="7052280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number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45E656-4752-0DC9-D949-996685816044}"/>
              </a:ext>
            </a:extLst>
          </p:cNvPr>
          <p:cNvSpPr txBox="1"/>
          <p:nvPr/>
        </p:nvSpPr>
        <p:spPr>
          <a:xfrm>
            <a:off x="2201680" y="897877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7FA946-A2E5-8677-E6D0-3E41883EB0A9}"/>
              </a:ext>
            </a:extLst>
          </p:cNvPr>
          <p:cNvSpPr txBox="1"/>
          <p:nvPr/>
        </p:nvSpPr>
        <p:spPr>
          <a:xfrm>
            <a:off x="7868399" y="7048441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number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19732A-3783-14D2-7BB1-BC3A7F2452CE}"/>
              </a:ext>
            </a:extLst>
          </p:cNvPr>
          <p:cNvSpPr txBox="1"/>
          <p:nvPr/>
        </p:nvSpPr>
        <p:spPr>
          <a:xfrm>
            <a:off x="8524028" y="890715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5180575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C3AA2-89EE-C013-B99F-9377F7EC1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C68FADA-70CB-099C-AB99-87E73CD7C5C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39E077E-4207-3ACF-4DBA-40F41101875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A3B76ED-A0AB-EA17-7D0A-836D45BAFD4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31420C8-1718-1717-588D-FADBCD7136D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70A5D0F-5A0E-FD4A-6AA0-9BB88F7804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F2998B6-E390-FED0-1FAD-83394484773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B259F82-90BD-D418-C965-82AB427B6105}"/>
                </a:ext>
              </a:extLst>
            </p:cNvPr>
            <p:cNvSpPr/>
            <p:nvPr/>
          </p:nvSpPr>
          <p:spPr>
            <a:xfrm>
              <a:off x="3420587" y="584240"/>
              <a:ext cx="5511746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EXAMPLES WITH CUBIC FUNCTIONS</a:t>
              </a:r>
              <a:endParaRPr lang="en-ZA" dirty="0">
                <a:solidFill>
                  <a:srgbClr val="FFFF00"/>
                </a:solidFill>
                <a:latin typeface="LM Roman 12" panose="00000500000000000000" pitchFamily="50" charset="0"/>
              </a:endParaRP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2DA8C8-D02B-777F-4D0F-B1B8169B89C7}"/>
              </a:ext>
            </a:extLst>
          </p:cNvPr>
          <p:cNvCxnSpPr>
            <a:cxnSpLocks/>
          </p:cNvCxnSpPr>
          <p:nvPr/>
        </p:nvCxnSpPr>
        <p:spPr>
          <a:xfrm>
            <a:off x="5985933" y="1092200"/>
            <a:ext cx="29608" cy="35171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F79DAD1-926E-2A4D-C7E6-E343D08C0DE2}"/>
              </a:ext>
            </a:extLst>
          </p:cNvPr>
          <p:cNvSpPr/>
          <p:nvPr/>
        </p:nvSpPr>
        <p:spPr>
          <a:xfrm>
            <a:off x="6928767" y="949305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REFERENCE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3EAC25-7558-6A9E-D545-FF80522809AB}"/>
              </a:ext>
            </a:extLst>
          </p:cNvPr>
          <p:cNvSpPr/>
          <p:nvPr/>
        </p:nvSpPr>
        <p:spPr>
          <a:xfrm>
            <a:off x="1417021" y="970858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VALUE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6F914A-650B-DC66-4F2D-E6502F37E8E2}"/>
              </a:ext>
            </a:extLst>
          </p:cNvPr>
          <p:cNvSpPr/>
          <p:nvPr/>
        </p:nvSpPr>
        <p:spPr>
          <a:xfrm>
            <a:off x="448734" y="6974892"/>
            <a:ext cx="11074399" cy="17772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DB51DA6-D6CB-EC4F-6DBF-2E07723C41E2}"/>
              </a:ext>
            </a:extLst>
          </p:cNvPr>
          <p:cNvSpPr/>
          <p:nvPr/>
        </p:nvSpPr>
        <p:spPr>
          <a:xfrm>
            <a:off x="448734" y="6858000"/>
            <a:ext cx="11074398" cy="37510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Initialising the number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E41456-CCDD-9CDF-5694-5EAE74EB50E2}"/>
              </a:ext>
            </a:extLst>
          </p:cNvPr>
          <p:cNvSpPr txBox="1"/>
          <p:nvPr/>
        </p:nvSpPr>
        <p:spPr>
          <a:xfrm>
            <a:off x="1720793" y="7807979"/>
            <a:ext cx="4050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Value of number is the initialised value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18C209-2BD3-AAB7-81EC-EAC18EF70F75}"/>
              </a:ext>
            </a:extLst>
          </p:cNvPr>
          <p:cNvSpPr txBox="1"/>
          <p:nvPr/>
        </p:nvSpPr>
        <p:spPr>
          <a:xfrm>
            <a:off x="6697324" y="7777290"/>
            <a:ext cx="4050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Value of number is the initialised value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002C93-9C91-068F-FAC3-9AAC41CDBF1C}"/>
              </a:ext>
            </a:extLst>
          </p:cNvPr>
          <p:cNvSpPr txBox="1"/>
          <p:nvPr/>
        </p:nvSpPr>
        <p:spPr>
          <a:xfrm>
            <a:off x="5821425" y="7777290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|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21F5B0-CC5A-C987-C746-06C3F6DF8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20" y="2226733"/>
            <a:ext cx="5724291" cy="23328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41F75F-33FB-5C8C-AB86-2F4C3CC7C3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460" y="2066150"/>
            <a:ext cx="5845711" cy="254317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089A912-1072-7498-9FFE-1B48A000CEC5}"/>
              </a:ext>
            </a:extLst>
          </p:cNvPr>
          <p:cNvSpPr/>
          <p:nvPr/>
        </p:nvSpPr>
        <p:spPr>
          <a:xfrm>
            <a:off x="4873131" y="4153225"/>
            <a:ext cx="1007416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99AB9A-7896-1F8E-95D2-CE8CFD17D516}"/>
              </a:ext>
            </a:extLst>
          </p:cNvPr>
          <p:cNvSpPr/>
          <p:nvPr/>
        </p:nvSpPr>
        <p:spPr>
          <a:xfrm>
            <a:off x="11223093" y="4153225"/>
            <a:ext cx="915786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5F12C1-C8B4-0C5D-24A1-4B5BA653DBFC}"/>
              </a:ext>
            </a:extLst>
          </p:cNvPr>
          <p:cNvSpPr txBox="1"/>
          <p:nvPr/>
        </p:nvSpPr>
        <p:spPr>
          <a:xfrm>
            <a:off x="4873131" y="1920759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number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602ECA-9FA2-AB33-A8E3-84182BD1FB5F}"/>
              </a:ext>
            </a:extLst>
          </p:cNvPr>
          <p:cNvSpPr txBox="1"/>
          <p:nvPr/>
        </p:nvSpPr>
        <p:spPr>
          <a:xfrm>
            <a:off x="5623540" y="384725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67EB5D-2018-C411-EFC9-A6FEB3F8A260}"/>
              </a:ext>
            </a:extLst>
          </p:cNvPr>
          <p:cNvSpPr txBox="1"/>
          <p:nvPr/>
        </p:nvSpPr>
        <p:spPr>
          <a:xfrm>
            <a:off x="11358597" y="1908737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number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BD7896-FE12-C6D8-DD1F-39C90FE9A5FB}"/>
              </a:ext>
            </a:extLst>
          </p:cNvPr>
          <p:cNvSpPr txBox="1"/>
          <p:nvPr/>
        </p:nvSpPr>
        <p:spPr>
          <a:xfrm>
            <a:off x="11945888" y="377563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22E2FB-FBC0-BF6B-7F77-186AD50120B5}"/>
              </a:ext>
            </a:extLst>
          </p:cNvPr>
          <p:cNvSpPr/>
          <p:nvPr/>
        </p:nvSpPr>
        <p:spPr>
          <a:xfrm>
            <a:off x="4885445" y="2245267"/>
            <a:ext cx="915785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2283FD-B206-19F3-5D79-5C52004DA101}"/>
              </a:ext>
            </a:extLst>
          </p:cNvPr>
          <p:cNvSpPr/>
          <p:nvPr/>
        </p:nvSpPr>
        <p:spPr>
          <a:xfrm>
            <a:off x="11223094" y="2256562"/>
            <a:ext cx="915785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30822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6DBFF-EAA4-A29E-EDC2-1662083B5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FB20866-20B5-EAA4-9D05-9D77824FD32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C81F609-828F-981F-B569-473B38C1C1F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FC047CA-1536-4F4C-5348-875BB640B8E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DD08817-FFB2-DE28-CDA9-8D4F0E3CE6F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B45BB6A1-9BA5-6AEE-F986-50255E44C7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869E696-A68B-4DA4-6900-066CCBDF754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3D06FFB-6396-27AD-D64A-1897A3C452A8}"/>
                </a:ext>
              </a:extLst>
            </p:cNvPr>
            <p:cNvSpPr/>
            <p:nvPr/>
          </p:nvSpPr>
          <p:spPr>
            <a:xfrm>
              <a:off x="3420587" y="584240"/>
              <a:ext cx="5511746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 pitchFamily="50" charset="0"/>
                </a:rPr>
                <a:t>EXAMPLES WITH CUBIC FUNCTIONS</a:t>
              </a:r>
              <a:endParaRPr lang="en-ZA">
                <a:solidFill>
                  <a:srgbClr val="FFFF00"/>
                </a:solidFill>
                <a:latin typeface="LM Roman 12" panose="00000500000000000000" pitchFamily="50" charset="0"/>
              </a:endParaRP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DF79A15-2A17-A8A9-4460-46D6F0FAFD61}"/>
              </a:ext>
            </a:extLst>
          </p:cNvPr>
          <p:cNvCxnSpPr>
            <a:cxnSpLocks/>
          </p:cNvCxnSpPr>
          <p:nvPr/>
        </p:nvCxnSpPr>
        <p:spPr>
          <a:xfrm>
            <a:off x="5985933" y="1092200"/>
            <a:ext cx="29608" cy="35171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FF47BBF-BC49-2546-E3AB-777ADA625651}"/>
              </a:ext>
            </a:extLst>
          </p:cNvPr>
          <p:cNvSpPr/>
          <p:nvPr/>
        </p:nvSpPr>
        <p:spPr>
          <a:xfrm>
            <a:off x="6928767" y="949305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PASS BY REFERENCE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876892-1CD9-E440-E754-946622A807BB}"/>
              </a:ext>
            </a:extLst>
          </p:cNvPr>
          <p:cNvSpPr/>
          <p:nvPr/>
        </p:nvSpPr>
        <p:spPr>
          <a:xfrm>
            <a:off x="1417021" y="970858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PASS BY VALUE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95A5B3-478F-5B0C-BE38-AC965351A44E}"/>
              </a:ext>
            </a:extLst>
          </p:cNvPr>
          <p:cNvSpPr/>
          <p:nvPr/>
        </p:nvSpPr>
        <p:spPr>
          <a:xfrm>
            <a:off x="680177" y="4919133"/>
            <a:ext cx="11074399" cy="17772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endParaRPr lang="en-US" sz="200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8EB46A9-D78C-8620-082D-22B362B826BF}"/>
              </a:ext>
            </a:extLst>
          </p:cNvPr>
          <p:cNvSpPr/>
          <p:nvPr/>
        </p:nvSpPr>
        <p:spPr>
          <a:xfrm>
            <a:off x="680177" y="4802241"/>
            <a:ext cx="11074398" cy="37510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Initialising the number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59B419-EC3B-7FD9-2C02-5925EAC95142}"/>
              </a:ext>
            </a:extLst>
          </p:cNvPr>
          <p:cNvSpPr txBox="1"/>
          <p:nvPr/>
        </p:nvSpPr>
        <p:spPr>
          <a:xfrm>
            <a:off x="1952236" y="5752220"/>
            <a:ext cx="4050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Value of </a:t>
            </a:r>
            <a:r>
              <a:rPr lang="en-ZA" b="1">
                <a:solidFill>
                  <a:srgbClr val="FF0000"/>
                </a:solidFill>
                <a:latin typeface="LM Roman 12" panose="00000500000000000000" pitchFamily="50" charset="0"/>
              </a:rPr>
              <a:t>number</a:t>
            </a:r>
            <a:r>
              <a:rPr lang="en-ZA">
                <a:latin typeface="LM Roman 12" panose="00000500000000000000" pitchFamily="50" charset="0"/>
              </a:rPr>
              <a:t> is the initialised value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5B2B1A-1BBE-6C02-694A-D86B43A5C5AC}"/>
              </a:ext>
            </a:extLst>
          </p:cNvPr>
          <p:cNvSpPr txBox="1"/>
          <p:nvPr/>
        </p:nvSpPr>
        <p:spPr>
          <a:xfrm>
            <a:off x="6928767" y="5721531"/>
            <a:ext cx="4050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Value of </a:t>
            </a:r>
            <a:r>
              <a:rPr lang="en-ZA" b="1">
                <a:solidFill>
                  <a:srgbClr val="FF0000"/>
                </a:solidFill>
                <a:latin typeface="LM Roman 12" panose="00000500000000000000" pitchFamily="50" charset="0"/>
              </a:rPr>
              <a:t>number</a:t>
            </a:r>
            <a:r>
              <a:rPr lang="en-ZA">
                <a:latin typeface="LM Roman 12" panose="00000500000000000000" pitchFamily="50" charset="0"/>
              </a:rPr>
              <a:t> is the initialised value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4618BA-4E16-FE20-63EC-6650D73AFABE}"/>
              </a:ext>
            </a:extLst>
          </p:cNvPr>
          <p:cNvSpPr txBox="1"/>
          <p:nvPr/>
        </p:nvSpPr>
        <p:spPr>
          <a:xfrm>
            <a:off x="6052868" y="5721531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/>
              <a:t>|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09ABED-DAAF-CD91-CE71-3C17AF3C6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20" y="2226733"/>
            <a:ext cx="5724291" cy="23328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894DBD-750B-CC91-DF00-02B0DBEAD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460" y="2066150"/>
            <a:ext cx="5845711" cy="25431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073E58D-F896-BA53-1704-586955C19F14}"/>
              </a:ext>
            </a:extLst>
          </p:cNvPr>
          <p:cNvSpPr/>
          <p:nvPr/>
        </p:nvSpPr>
        <p:spPr>
          <a:xfrm>
            <a:off x="508000" y="2421467"/>
            <a:ext cx="1980042" cy="2750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ABB394-3B00-1803-F44B-5CD19AD9F85B}"/>
              </a:ext>
            </a:extLst>
          </p:cNvPr>
          <p:cNvSpPr/>
          <p:nvPr/>
        </p:nvSpPr>
        <p:spPr>
          <a:xfrm>
            <a:off x="6555997" y="2415046"/>
            <a:ext cx="1980042" cy="2750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2D3F68F-DFFF-D6DF-6998-723E9C974A62}"/>
              </a:ext>
            </a:extLst>
          </p:cNvPr>
          <p:cNvSpPr/>
          <p:nvPr/>
        </p:nvSpPr>
        <p:spPr>
          <a:xfrm>
            <a:off x="4873131" y="4153225"/>
            <a:ext cx="1007416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undefined</a:t>
            </a:r>
            <a:endParaRPr lang="en-ZA" sz="1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99316C6-B146-576F-18D3-8776A543CD57}"/>
              </a:ext>
            </a:extLst>
          </p:cNvPr>
          <p:cNvSpPr/>
          <p:nvPr/>
        </p:nvSpPr>
        <p:spPr>
          <a:xfrm>
            <a:off x="11223093" y="4153225"/>
            <a:ext cx="915786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undefined</a:t>
            </a:r>
            <a:endParaRPr lang="en-ZA" sz="12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810F7BA-529A-D0F4-13B0-E761466CD7CB}"/>
              </a:ext>
            </a:extLst>
          </p:cNvPr>
          <p:cNvSpPr txBox="1"/>
          <p:nvPr/>
        </p:nvSpPr>
        <p:spPr>
          <a:xfrm>
            <a:off x="4873131" y="1920759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number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CF1A15-6A8B-D769-9D2D-EBBC27DF91D0}"/>
              </a:ext>
            </a:extLst>
          </p:cNvPr>
          <p:cNvSpPr txBox="1"/>
          <p:nvPr/>
        </p:nvSpPr>
        <p:spPr>
          <a:xfrm>
            <a:off x="5623540" y="384725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775264-858E-4683-26A5-76F5AFA93791}"/>
              </a:ext>
            </a:extLst>
          </p:cNvPr>
          <p:cNvSpPr txBox="1"/>
          <p:nvPr/>
        </p:nvSpPr>
        <p:spPr>
          <a:xfrm>
            <a:off x="11358597" y="1908737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number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ED92F8D-1105-0F2D-C982-ECF8BD4AC64C}"/>
              </a:ext>
            </a:extLst>
          </p:cNvPr>
          <p:cNvSpPr txBox="1"/>
          <p:nvPr/>
        </p:nvSpPr>
        <p:spPr>
          <a:xfrm>
            <a:off x="11945888" y="377563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76C7947-D388-645C-9D1F-40A8335A6E17}"/>
              </a:ext>
            </a:extLst>
          </p:cNvPr>
          <p:cNvSpPr/>
          <p:nvPr/>
        </p:nvSpPr>
        <p:spPr>
          <a:xfrm>
            <a:off x="4885445" y="2245267"/>
            <a:ext cx="915785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5</a:t>
            </a:r>
            <a:endParaRPr lang="en-ZA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132ED1E-C070-568E-3218-A250303AACDA}"/>
              </a:ext>
            </a:extLst>
          </p:cNvPr>
          <p:cNvSpPr/>
          <p:nvPr/>
        </p:nvSpPr>
        <p:spPr>
          <a:xfrm>
            <a:off x="11223094" y="2256562"/>
            <a:ext cx="915785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5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95187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C52C9-78D1-7CF6-CFFD-5BD6F5877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62B9E77-ABD6-BE69-A618-8D7BC6F4402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84600CD-9568-680B-8223-046C147BAC4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B1BD2AB-2AE7-6D1D-F5D2-1DBDA031D60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6802CB3-66F9-B37D-42DB-C6A5782E1D2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4AB6B45-4632-94EE-3BBF-ECCA257732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5837442-BB1A-41B6-2CDC-735579AC947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68485AA-F4D4-33E1-0912-43A2D7965A4D}"/>
                </a:ext>
              </a:extLst>
            </p:cNvPr>
            <p:cNvSpPr/>
            <p:nvPr/>
          </p:nvSpPr>
          <p:spPr>
            <a:xfrm>
              <a:off x="3420587" y="584240"/>
              <a:ext cx="5511746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EXAMPLES WITH CUBIC FUNCTIONS</a:t>
              </a:r>
              <a:endParaRPr lang="en-ZA" dirty="0">
                <a:solidFill>
                  <a:srgbClr val="FFFF00"/>
                </a:solidFill>
                <a:latin typeface="LM Roman 12" panose="00000500000000000000" pitchFamily="50" charset="0"/>
              </a:endParaRP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89A989-E2CA-DDE5-430B-F48C7E159F5D}"/>
              </a:ext>
            </a:extLst>
          </p:cNvPr>
          <p:cNvCxnSpPr>
            <a:cxnSpLocks/>
          </p:cNvCxnSpPr>
          <p:nvPr/>
        </p:nvCxnSpPr>
        <p:spPr>
          <a:xfrm>
            <a:off x="5985933" y="1092200"/>
            <a:ext cx="29608" cy="35171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BBE8916-2C61-B035-F47A-97B3AE41F77C}"/>
              </a:ext>
            </a:extLst>
          </p:cNvPr>
          <p:cNvSpPr/>
          <p:nvPr/>
        </p:nvSpPr>
        <p:spPr>
          <a:xfrm>
            <a:off x="6928767" y="949305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REFERENCE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51D507-F747-8744-C135-2728312D35F0}"/>
              </a:ext>
            </a:extLst>
          </p:cNvPr>
          <p:cNvSpPr/>
          <p:nvPr/>
        </p:nvSpPr>
        <p:spPr>
          <a:xfrm>
            <a:off x="1417021" y="970858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VALUE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062857-520A-ABCF-BCA9-D373BC7DE92B}"/>
              </a:ext>
            </a:extLst>
          </p:cNvPr>
          <p:cNvSpPr/>
          <p:nvPr/>
        </p:nvSpPr>
        <p:spPr>
          <a:xfrm>
            <a:off x="680177" y="4919133"/>
            <a:ext cx="11074399" cy="17772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9FF498C-52B1-C7BC-91A2-EA565C95B7A9}"/>
              </a:ext>
            </a:extLst>
          </p:cNvPr>
          <p:cNvSpPr/>
          <p:nvPr/>
        </p:nvSpPr>
        <p:spPr>
          <a:xfrm>
            <a:off x="680177" y="4802241"/>
            <a:ext cx="11074398" cy="37510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Function calls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83C7B7-9686-397F-D249-04767516E267}"/>
              </a:ext>
            </a:extLst>
          </p:cNvPr>
          <p:cNvSpPr txBox="1"/>
          <p:nvPr/>
        </p:nvSpPr>
        <p:spPr>
          <a:xfrm>
            <a:off x="1352484" y="5637184"/>
            <a:ext cx="3910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“</a:t>
            </a:r>
            <a:r>
              <a:rPr lang="en-ZA" b="1">
                <a:solidFill>
                  <a:srgbClr val="FF0000"/>
                </a:solidFill>
                <a:latin typeface="LM Roman 12" panose="00000500000000000000" pitchFamily="50" charset="0"/>
              </a:rPr>
              <a:t>Creates copy</a:t>
            </a:r>
            <a:r>
              <a:rPr lang="en-ZA" dirty="0">
                <a:latin typeface="LM Roman 12" panose="00000500000000000000" pitchFamily="50" charset="0"/>
              </a:rPr>
              <a:t>” of number and stores</a:t>
            </a:r>
          </a:p>
          <a:p>
            <a:r>
              <a:rPr lang="en-ZA" dirty="0">
                <a:latin typeface="LM Roman 12" panose="00000500000000000000" pitchFamily="50" charset="0"/>
              </a:rPr>
              <a:t>result in 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DE91A8-E47D-FCD6-9F70-191229373FB0}"/>
              </a:ext>
            </a:extLst>
          </p:cNvPr>
          <p:cNvSpPr txBox="1"/>
          <p:nvPr/>
        </p:nvSpPr>
        <p:spPr>
          <a:xfrm>
            <a:off x="6577321" y="5733351"/>
            <a:ext cx="5232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n “</a:t>
            </a:r>
            <a:r>
              <a:rPr lang="en-ZA" b="1">
                <a:solidFill>
                  <a:srgbClr val="FF0000"/>
                </a:solidFill>
                <a:latin typeface="LM Roman 12" panose="00000500000000000000" pitchFamily="50" charset="0"/>
              </a:rPr>
              <a:t>points to</a:t>
            </a:r>
            <a:r>
              <a:rPr lang="en-ZA" dirty="0">
                <a:latin typeface="LM Roman 12" panose="00000500000000000000" pitchFamily="50" charset="0"/>
              </a:rPr>
              <a:t>” the </a:t>
            </a:r>
            <a:r>
              <a:rPr lang="en-ZA" b="1">
                <a:solidFill>
                  <a:srgbClr val="FF0000"/>
                </a:solidFill>
                <a:latin typeface="LM Roman 12" panose="00000500000000000000" pitchFamily="50" charset="0"/>
              </a:rPr>
              <a:t>address</a:t>
            </a:r>
            <a:r>
              <a:rPr lang="en-ZA" dirty="0">
                <a:latin typeface="LM Roman 12" panose="00000500000000000000" pitchFamily="50" charset="0"/>
              </a:rPr>
              <a:t> of the initialised number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F45C76-F3CE-7A09-A6E5-2B9973F5ED4F}"/>
              </a:ext>
            </a:extLst>
          </p:cNvPr>
          <p:cNvSpPr txBox="1"/>
          <p:nvPr/>
        </p:nvSpPr>
        <p:spPr>
          <a:xfrm>
            <a:off x="6052868" y="5721531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|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BECBE9-500D-F7CD-D49F-9451EFD1D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20" y="2226733"/>
            <a:ext cx="5724291" cy="23328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2DA2B8-9A7A-D26D-A848-510A8C599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460" y="2066150"/>
            <a:ext cx="5845711" cy="254317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F829FAB-F8B1-376C-E8A2-0004ED2E190C}"/>
              </a:ext>
            </a:extLst>
          </p:cNvPr>
          <p:cNvSpPr txBox="1"/>
          <p:nvPr/>
        </p:nvSpPr>
        <p:spPr>
          <a:xfrm>
            <a:off x="4873131" y="1920759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number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9A6D8E-2E2E-A69C-4019-D27F633F5A1B}"/>
              </a:ext>
            </a:extLst>
          </p:cNvPr>
          <p:cNvSpPr txBox="1"/>
          <p:nvPr/>
        </p:nvSpPr>
        <p:spPr>
          <a:xfrm>
            <a:off x="11358597" y="1908737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number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423C58-DC1F-A1D5-8B2F-CC7880D6CA4E}"/>
              </a:ext>
            </a:extLst>
          </p:cNvPr>
          <p:cNvSpPr/>
          <p:nvPr/>
        </p:nvSpPr>
        <p:spPr>
          <a:xfrm>
            <a:off x="1676400" y="2675183"/>
            <a:ext cx="2315986" cy="2750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445DA5-F418-1B72-0CD9-BFF3680D8339}"/>
              </a:ext>
            </a:extLst>
          </p:cNvPr>
          <p:cNvSpPr/>
          <p:nvPr/>
        </p:nvSpPr>
        <p:spPr>
          <a:xfrm>
            <a:off x="6577321" y="2675183"/>
            <a:ext cx="3184746" cy="2750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7D5CF9-C2A2-2CCA-7023-1082FF1C62BB}"/>
              </a:ext>
            </a:extLst>
          </p:cNvPr>
          <p:cNvSpPr/>
          <p:nvPr/>
        </p:nvSpPr>
        <p:spPr>
          <a:xfrm>
            <a:off x="642877" y="3342380"/>
            <a:ext cx="2315986" cy="2750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94F053-5DE1-D4C3-4C86-1EBBF904C243}"/>
              </a:ext>
            </a:extLst>
          </p:cNvPr>
          <p:cNvSpPr/>
          <p:nvPr/>
        </p:nvSpPr>
        <p:spPr>
          <a:xfrm>
            <a:off x="6785161" y="3356878"/>
            <a:ext cx="3184746" cy="2750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E30CA4-BD79-1444-F5B0-44806799FA0E}"/>
              </a:ext>
            </a:extLst>
          </p:cNvPr>
          <p:cNvSpPr/>
          <p:nvPr/>
        </p:nvSpPr>
        <p:spPr>
          <a:xfrm>
            <a:off x="4885445" y="2245267"/>
            <a:ext cx="915785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5</a:t>
            </a:r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379146-B094-9944-3488-170A8354F18D}"/>
              </a:ext>
            </a:extLst>
          </p:cNvPr>
          <p:cNvSpPr/>
          <p:nvPr/>
        </p:nvSpPr>
        <p:spPr>
          <a:xfrm>
            <a:off x="11223094" y="2256562"/>
            <a:ext cx="915785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5</a:t>
            </a:r>
            <a:endParaRPr lang="en-ZA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471400A0-F3EC-C640-512A-9889639A70CA}"/>
              </a:ext>
            </a:extLst>
          </p:cNvPr>
          <p:cNvSpPr/>
          <p:nvPr/>
        </p:nvSpPr>
        <p:spPr>
          <a:xfrm>
            <a:off x="11702669" y="2634149"/>
            <a:ext cx="349112" cy="1469381"/>
          </a:xfrm>
          <a:prstGeom prst="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469FF5-145B-1ABE-5302-E7D1745ED414}"/>
              </a:ext>
            </a:extLst>
          </p:cNvPr>
          <p:cNvSpPr/>
          <p:nvPr/>
        </p:nvSpPr>
        <p:spPr>
          <a:xfrm>
            <a:off x="4873131" y="4153225"/>
            <a:ext cx="1007416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5</a:t>
            </a:r>
            <a:endParaRPr lang="en-ZA" sz="1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AE1C6E-47B3-E7FA-30CC-78CDB9D35987}"/>
              </a:ext>
            </a:extLst>
          </p:cNvPr>
          <p:cNvSpPr/>
          <p:nvPr/>
        </p:nvSpPr>
        <p:spPr>
          <a:xfrm>
            <a:off x="11223093" y="4153225"/>
            <a:ext cx="915786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&amp;number</a:t>
            </a:r>
            <a:endParaRPr lang="en-ZA" sz="12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23E560-8B9E-0453-DF2F-0A54D724AB9F}"/>
              </a:ext>
            </a:extLst>
          </p:cNvPr>
          <p:cNvSpPr txBox="1"/>
          <p:nvPr/>
        </p:nvSpPr>
        <p:spPr>
          <a:xfrm>
            <a:off x="5623540" y="384725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9A6A53-C456-9A09-EA61-E01C150761FB}"/>
              </a:ext>
            </a:extLst>
          </p:cNvPr>
          <p:cNvSpPr txBox="1"/>
          <p:nvPr/>
        </p:nvSpPr>
        <p:spPr>
          <a:xfrm>
            <a:off x="11945888" y="377563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0807052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A268A-A80E-ADE0-EB9D-D811B9D04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2DB2BDE-6C32-8D05-F5AF-16A0679FDE8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AC49F37-16BC-738D-1C51-998D6D8C98C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B7CAFB-3DEB-35AE-564D-504339067B6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B5CBAEB-2F51-C831-AFE8-D3844D803BB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AC907FB8-B663-8138-629B-496B82A948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B5A4B66-28D3-B31A-2CE1-D770FAC283E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F9F4B3E-F193-AC55-4E70-DA7841D73A35}"/>
                </a:ext>
              </a:extLst>
            </p:cNvPr>
            <p:cNvSpPr/>
            <p:nvPr/>
          </p:nvSpPr>
          <p:spPr>
            <a:xfrm>
              <a:off x="3420587" y="584240"/>
              <a:ext cx="5511746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EXAMPLES WITH CUBIC FUNCTIONS</a:t>
              </a:r>
              <a:endParaRPr lang="en-ZA" dirty="0">
                <a:solidFill>
                  <a:srgbClr val="FFFF00"/>
                </a:solidFill>
                <a:latin typeface="LM Roman 12" panose="00000500000000000000" pitchFamily="50" charset="0"/>
              </a:endParaRP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0BA1D3-43A8-7058-6528-E7AD1E4FA9A9}"/>
              </a:ext>
            </a:extLst>
          </p:cNvPr>
          <p:cNvCxnSpPr>
            <a:cxnSpLocks/>
          </p:cNvCxnSpPr>
          <p:nvPr/>
        </p:nvCxnSpPr>
        <p:spPr>
          <a:xfrm>
            <a:off x="5985933" y="1092200"/>
            <a:ext cx="29608" cy="35171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1506914-4C82-A798-12F4-301AB0D2203A}"/>
              </a:ext>
            </a:extLst>
          </p:cNvPr>
          <p:cNvSpPr/>
          <p:nvPr/>
        </p:nvSpPr>
        <p:spPr>
          <a:xfrm>
            <a:off x="6928767" y="949305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REFERENCE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7CEB84-77BF-7474-F556-B7FEB393608F}"/>
              </a:ext>
            </a:extLst>
          </p:cNvPr>
          <p:cNvSpPr/>
          <p:nvPr/>
        </p:nvSpPr>
        <p:spPr>
          <a:xfrm>
            <a:off x="1417021" y="970858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VALUE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1AEC2E3-AC94-838A-C38A-31FDFC658822}"/>
              </a:ext>
            </a:extLst>
          </p:cNvPr>
          <p:cNvSpPr/>
          <p:nvPr/>
        </p:nvSpPr>
        <p:spPr>
          <a:xfrm>
            <a:off x="680177" y="4919133"/>
            <a:ext cx="11074399" cy="17772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CFC3731-D6F4-6447-99C5-5985680DE3D4}"/>
              </a:ext>
            </a:extLst>
          </p:cNvPr>
          <p:cNvSpPr/>
          <p:nvPr/>
        </p:nvSpPr>
        <p:spPr>
          <a:xfrm>
            <a:off x="680177" y="4802241"/>
            <a:ext cx="11074398" cy="37510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Arithmetic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8449B9-BA41-6A6F-0935-2863A627DD5F}"/>
              </a:ext>
            </a:extLst>
          </p:cNvPr>
          <p:cNvSpPr txBox="1"/>
          <p:nvPr/>
        </p:nvSpPr>
        <p:spPr>
          <a:xfrm>
            <a:off x="1366363" y="5645651"/>
            <a:ext cx="45141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Arithmetic performed on </a:t>
            </a:r>
            <a:r>
              <a:rPr lang="en-ZA" b="1">
                <a:solidFill>
                  <a:srgbClr val="FF0000"/>
                </a:solidFill>
                <a:latin typeface="LM Roman 12" panose="00000500000000000000" pitchFamily="50" charset="0"/>
              </a:rPr>
              <a:t>n</a:t>
            </a:r>
            <a:r>
              <a:rPr lang="en-ZA" dirty="0">
                <a:latin typeface="LM Roman 12" panose="00000500000000000000" pitchFamily="50" charset="0"/>
              </a:rPr>
              <a:t> and then </a:t>
            </a:r>
            <a:r>
              <a:rPr lang="en-ZA" b="1">
                <a:solidFill>
                  <a:srgbClr val="FF0000"/>
                </a:solidFill>
                <a:latin typeface="LM Roman 12" panose="00000500000000000000" pitchFamily="50" charset="0"/>
              </a:rPr>
              <a:t>copied</a:t>
            </a:r>
          </a:p>
          <a:p>
            <a:r>
              <a:rPr lang="en-ZA" b="1">
                <a:solidFill>
                  <a:srgbClr val="FF0000"/>
                </a:solidFill>
                <a:latin typeface="LM Roman 12" panose="00000500000000000000" pitchFamily="50" charset="0"/>
              </a:rPr>
              <a:t>to the address</a:t>
            </a:r>
            <a:r>
              <a:rPr lang="en-ZA" dirty="0">
                <a:latin typeface="LM Roman 12" panose="00000500000000000000" pitchFamily="50" charset="0"/>
              </a:rPr>
              <a:t> of the number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D6B470-F0C8-6E73-59E5-AE5B4EBF8BCF}"/>
              </a:ext>
            </a:extLst>
          </p:cNvPr>
          <p:cNvSpPr txBox="1"/>
          <p:nvPr/>
        </p:nvSpPr>
        <p:spPr>
          <a:xfrm>
            <a:off x="6629632" y="5510625"/>
            <a:ext cx="50118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>
                <a:solidFill>
                  <a:srgbClr val="FF0000"/>
                </a:solidFill>
                <a:latin typeface="LM Roman 12" panose="00000500000000000000" pitchFamily="50" charset="0"/>
              </a:rPr>
              <a:t>n</a:t>
            </a:r>
            <a:r>
              <a:rPr lang="en-ZA" dirty="0">
                <a:latin typeface="LM Roman 12" panose="00000500000000000000" pitchFamily="50" charset="0"/>
              </a:rPr>
              <a:t> “points to” the address of the initial number, </a:t>
            </a:r>
          </a:p>
          <a:p>
            <a:r>
              <a:rPr lang="en-ZA" dirty="0">
                <a:latin typeface="LM Roman 12" panose="00000500000000000000" pitchFamily="50" charset="0"/>
              </a:rPr>
              <a:t>Performs arithmetic on the value </a:t>
            </a:r>
            <a:r>
              <a:rPr lang="en-ZA" b="1">
                <a:solidFill>
                  <a:srgbClr val="FF0000"/>
                </a:solidFill>
                <a:latin typeface="LM Roman 12" panose="00000500000000000000" pitchFamily="50" charset="0"/>
              </a:rPr>
              <a:t>at the address</a:t>
            </a:r>
          </a:p>
          <a:p>
            <a:r>
              <a:rPr lang="en-ZA" b="1">
                <a:solidFill>
                  <a:srgbClr val="FF0000"/>
                </a:solidFill>
                <a:latin typeface="LM Roman 12" panose="00000500000000000000" pitchFamily="50" charset="0"/>
              </a:rPr>
              <a:t>pointed to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532D93-96B8-452E-F0C1-4D7D6275CABE}"/>
              </a:ext>
            </a:extLst>
          </p:cNvPr>
          <p:cNvSpPr txBox="1"/>
          <p:nvPr/>
        </p:nvSpPr>
        <p:spPr>
          <a:xfrm>
            <a:off x="6052868" y="5721531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|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02345C-F337-5000-2580-ADD0ECFDB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20" y="2226733"/>
            <a:ext cx="5724291" cy="23328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5209A0-D55C-B4EE-7A66-BBA75DFC8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460" y="2066150"/>
            <a:ext cx="5845711" cy="25431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0E65A60-CDC9-9DA4-151C-30A021F22DB8}"/>
              </a:ext>
            </a:extLst>
          </p:cNvPr>
          <p:cNvSpPr/>
          <p:nvPr/>
        </p:nvSpPr>
        <p:spPr>
          <a:xfrm>
            <a:off x="422840" y="4012765"/>
            <a:ext cx="2315986" cy="2750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F580FC-67A9-A774-231F-35A7E4EA192C}"/>
              </a:ext>
            </a:extLst>
          </p:cNvPr>
          <p:cNvSpPr/>
          <p:nvPr/>
        </p:nvSpPr>
        <p:spPr>
          <a:xfrm>
            <a:off x="6577321" y="4081401"/>
            <a:ext cx="3184746" cy="2750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50211B-911C-8399-1C7C-E29C7B76063F}"/>
              </a:ext>
            </a:extLst>
          </p:cNvPr>
          <p:cNvSpPr/>
          <p:nvPr/>
        </p:nvSpPr>
        <p:spPr>
          <a:xfrm>
            <a:off x="642877" y="3342380"/>
            <a:ext cx="2315986" cy="2750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43718E-0284-B9F1-8725-688753453D65}"/>
              </a:ext>
            </a:extLst>
          </p:cNvPr>
          <p:cNvSpPr/>
          <p:nvPr/>
        </p:nvSpPr>
        <p:spPr>
          <a:xfrm>
            <a:off x="6785161" y="3356878"/>
            <a:ext cx="3184746" cy="2750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D610D4-3980-1F3F-DB78-38B9565346A7}"/>
              </a:ext>
            </a:extLst>
          </p:cNvPr>
          <p:cNvSpPr txBox="1"/>
          <p:nvPr/>
        </p:nvSpPr>
        <p:spPr>
          <a:xfrm>
            <a:off x="4873131" y="1920759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number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1EC23D-8D01-9840-3160-D3021047A67A}"/>
              </a:ext>
            </a:extLst>
          </p:cNvPr>
          <p:cNvSpPr txBox="1"/>
          <p:nvPr/>
        </p:nvSpPr>
        <p:spPr>
          <a:xfrm>
            <a:off x="11358597" y="1908737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number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0616A5-0E80-D01F-6A89-F00888DE2555}"/>
              </a:ext>
            </a:extLst>
          </p:cNvPr>
          <p:cNvSpPr/>
          <p:nvPr/>
        </p:nvSpPr>
        <p:spPr>
          <a:xfrm>
            <a:off x="4885445" y="2245267"/>
            <a:ext cx="915785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5</a:t>
            </a:r>
            <a:endParaRPr lang="en-Z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38231E-6B27-53DB-F4D2-AEC365AF446A}"/>
              </a:ext>
            </a:extLst>
          </p:cNvPr>
          <p:cNvSpPr/>
          <p:nvPr/>
        </p:nvSpPr>
        <p:spPr>
          <a:xfrm>
            <a:off x="11223094" y="2256562"/>
            <a:ext cx="915785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125</a:t>
            </a:r>
            <a:endParaRPr lang="en-ZA"/>
          </a:p>
        </p:txBody>
      </p:sp>
      <p:sp>
        <p:nvSpPr>
          <p:cNvPr id="27" name="Arrow: Up 26">
            <a:extLst>
              <a:ext uri="{FF2B5EF4-FFF2-40B4-BE49-F238E27FC236}">
                <a16:creationId xmlns:a16="http://schemas.microsoft.com/office/drawing/2014/main" id="{7C2CF92A-6D11-7CD4-38D7-D51A64630421}"/>
              </a:ext>
            </a:extLst>
          </p:cNvPr>
          <p:cNvSpPr/>
          <p:nvPr/>
        </p:nvSpPr>
        <p:spPr>
          <a:xfrm>
            <a:off x="11702669" y="2634149"/>
            <a:ext cx="349112" cy="1469381"/>
          </a:xfrm>
          <a:prstGeom prst="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EF84FEB-CE4C-9979-AF47-7B3B8E3E545B}"/>
              </a:ext>
            </a:extLst>
          </p:cNvPr>
          <p:cNvSpPr/>
          <p:nvPr/>
        </p:nvSpPr>
        <p:spPr>
          <a:xfrm>
            <a:off x="4873131" y="4153225"/>
            <a:ext cx="1007416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125</a:t>
            </a:r>
            <a:endParaRPr lang="en-ZA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584ABFB-054F-AA42-F0FA-052D4B2C8570}"/>
              </a:ext>
            </a:extLst>
          </p:cNvPr>
          <p:cNvSpPr/>
          <p:nvPr/>
        </p:nvSpPr>
        <p:spPr>
          <a:xfrm>
            <a:off x="11223093" y="4153225"/>
            <a:ext cx="915786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&amp;number</a:t>
            </a:r>
            <a:endParaRPr lang="en-ZA" sz="12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3AACA1-564F-C0D6-A2A0-78545E442350}"/>
              </a:ext>
            </a:extLst>
          </p:cNvPr>
          <p:cNvSpPr txBox="1"/>
          <p:nvPr/>
        </p:nvSpPr>
        <p:spPr>
          <a:xfrm>
            <a:off x="5623540" y="384725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8BCC34-9B1A-0114-3BD6-4C2AA3C70470}"/>
              </a:ext>
            </a:extLst>
          </p:cNvPr>
          <p:cNvSpPr txBox="1"/>
          <p:nvPr/>
        </p:nvSpPr>
        <p:spPr>
          <a:xfrm>
            <a:off x="11945888" y="377563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982426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C8A39-C4CB-AEDA-6327-B64683D77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2521546-1168-41A8-EE55-AA707B9F939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7EDC3A9-FB65-A674-5CF3-0AEDA3F5432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0DEA5AB-EEDD-778C-CF3A-2C5ACCBBDF4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E7373FA-817A-5F16-D6FF-C78471974DC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16FCF3E-0ED3-755A-3054-B9BDA0B4E9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8577D25-AE19-CAC6-EA13-20CEFC2F34E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3E44A61-A083-6C9D-4D8B-7CDDDAF1FBA6}"/>
                </a:ext>
              </a:extLst>
            </p:cNvPr>
            <p:cNvSpPr/>
            <p:nvPr/>
          </p:nvSpPr>
          <p:spPr>
            <a:xfrm>
              <a:off x="3420587" y="584240"/>
              <a:ext cx="5511746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EXAMPLES WITH CUBIC FUNCTIONS</a:t>
              </a:r>
              <a:endParaRPr lang="en-ZA" dirty="0">
                <a:solidFill>
                  <a:srgbClr val="FFFF00"/>
                </a:solidFill>
                <a:latin typeface="LM Roman 12" panose="00000500000000000000" pitchFamily="50" charset="0"/>
              </a:endParaRP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A04F1F-FD97-D416-6225-732C52B1EAC5}"/>
              </a:ext>
            </a:extLst>
          </p:cNvPr>
          <p:cNvCxnSpPr>
            <a:cxnSpLocks/>
          </p:cNvCxnSpPr>
          <p:nvPr/>
        </p:nvCxnSpPr>
        <p:spPr>
          <a:xfrm>
            <a:off x="5985933" y="1092200"/>
            <a:ext cx="29608" cy="35171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98520B3-94AA-2DCA-C621-B036E20C14C1}"/>
              </a:ext>
            </a:extLst>
          </p:cNvPr>
          <p:cNvSpPr/>
          <p:nvPr/>
        </p:nvSpPr>
        <p:spPr>
          <a:xfrm>
            <a:off x="6928767" y="949305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REFERENCE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DC55C9-9890-509B-3C9A-FE4DB9F3A46F}"/>
              </a:ext>
            </a:extLst>
          </p:cNvPr>
          <p:cNvSpPr/>
          <p:nvPr/>
        </p:nvSpPr>
        <p:spPr>
          <a:xfrm>
            <a:off x="1417021" y="970858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VALUE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E9F153D-226D-5135-038B-836AF34292C8}"/>
              </a:ext>
            </a:extLst>
          </p:cNvPr>
          <p:cNvSpPr/>
          <p:nvPr/>
        </p:nvSpPr>
        <p:spPr>
          <a:xfrm>
            <a:off x="680177" y="4919133"/>
            <a:ext cx="11074399" cy="17772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E07BD99-4A82-FC60-76ED-18106F19DCBC}"/>
              </a:ext>
            </a:extLst>
          </p:cNvPr>
          <p:cNvSpPr/>
          <p:nvPr/>
        </p:nvSpPr>
        <p:spPr>
          <a:xfrm>
            <a:off x="680177" y="4802241"/>
            <a:ext cx="11074398" cy="37510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Arithmetic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BBEF93-8247-300A-D11C-3AB38BCEEA08}"/>
              </a:ext>
            </a:extLst>
          </p:cNvPr>
          <p:cNvSpPr txBox="1"/>
          <p:nvPr/>
        </p:nvSpPr>
        <p:spPr>
          <a:xfrm>
            <a:off x="1366363" y="5645651"/>
            <a:ext cx="4605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Arithmetic </a:t>
            </a:r>
            <a:r>
              <a:rPr lang="en-ZA" b="1">
                <a:solidFill>
                  <a:srgbClr val="FF0000"/>
                </a:solidFill>
                <a:latin typeface="LM Roman 12" panose="00000500000000000000" pitchFamily="50" charset="0"/>
              </a:rPr>
              <a:t>performed on n </a:t>
            </a:r>
            <a:r>
              <a:rPr lang="en-ZA" dirty="0">
                <a:latin typeface="LM Roman 12" panose="00000500000000000000" pitchFamily="50" charset="0"/>
              </a:rPr>
              <a:t>and then copied</a:t>
            </a:r>
          </a:p>
          <a:p>
            <a:r>
              <a:rPr lang="en-ZA" dirty="0">
                <a:latin typeface="LM Roman 12" panose="00000500000000000000" pitchFamily="50" charset="0"/>
              </a:rPr>
              <a:t>to the address of the number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52501E-3350-D68F-FA25-4D1AA6D3D754}"/>
              </a:ext>
            </a:extLst>
          </p:cNvPr>
          <p:cNvSpPr txBox="1"/>
          <p:nvPr/>
        </p:nvSpPr>
        <p:spPr>
          <a:xfrm>
            <a:off x="6782643" y="5669115"/>
            <a:ext cx="4990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Arithmetic </a:t>
            </a:r>
            <a:r>
              <a:rPr lang="en-ZA" b="1">
                <a:solidFill>
                  <a:srgbClr val="FF0000"/>
                </a:solidFill>
                <a:latin typeface="LM Roman 12" panose="00000500000000000000" pitchFamily="50" charset="0"/>
              </a:rPr>
              <a:t>performed at the number’s address</a:t>
            </a:r>
          </a:p>
          <a:p>
            <a:r>
              <a:rPr lang="en-ZA">
                <a:latin typeface="LM Roman 12" panose="00000500000000000000" pitchFamily="50" charset="0"/>
              </a:rPr>
              <a:t>and</a:t>
            </a:r>
            <a:r>
              <a:rPr lang="en-ZA" dirty="0">
                <a:latin typeface="LM Roman 12" panose="00000500000000000000" pitchFamily="50" charset="0"/>
              </a:rPr>
              <a:t> result changed there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8FA2D3-5C87-8B9B-238D-41A6294AFF55}"/>
              </a:ext>
            </a:extLst>
          </p:cNvPr>
          <p:cNvSpPr txBox="1"/>
          <p:nvPr/>
        </p:nvSpPr>
        <p:spPr>
          <a:xfrm>
            <a:off x="6052868" y="5721531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|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6586E7-09FC-0321-61F3-F2A51D12B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20" y="2226733"/>
            <a:ext cx="5724291" cy="23328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6F1C35-7810-6EE2-113C-4C615D3CA5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460" y="2066150"/>
            <a:ext cx="5845711" cy="25431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DD4090-C8EE-0FB7-22AF-D17AAB294BA3}"/>
              </a:ext>
            </a:extLst>
          </p:cNvPr>
          <p:cNvSpPr/>
          <p:nvPr/>
        </p:nvSpPr>
        <p:spPr>
          <a:xfrm>
            <a:off x="322513" y="4509008"/>
            <a:ext cx="2315986" cy="2750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F5F33E-318B-6FEC-C6D7-68ED3042630E}"/>
              </a:ext>
            </a:extLst>
          </p:cNvPr>
          <p:cNvSpPr/>
          <p:nvPr/>
        </p:nvSpPr>
        <p:spPr>
          <a:xfrm>
            <a:off x="6577321" y="4512589"/>
            <a:ext cx="3184746" cy="2750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AD6590-F137-48DE-78B3-F6F55547D323}"/>
              </a:ext>
            </a:extLst>
          </p:cNvPr>
          <p:cNvSpPr txBox="1"/>
          <p:nvPr/>
        </p:nvSpPr>
        <p:spPr>
          <a:xfrm>
            <a:off x="4873131" y="1920759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number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5E82B4-FD6B-3769-ED6C-6936F6AC9766}"/>
              </a:ext>
            </a:extLst>
          </p:cNvPr>
          <p:cNvSpPr txBox="1"/>
          <p:nvPr/>
        </p:nvSpPr>
        <p:spPr>
          <a:xfrm>
            <a:off x="11358597" y="1908737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number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B50266-E76B-184B-E08D-6D9F9174CB69}"/>
              </a:ext>
            </a:extLst>
          </p:cNvPr>
          <p:cNvSpPr/>
          <p:nvPr/>
        </p:nvSpPr>
        <p:spPr>
          <a:xfrm>
            <a:off x="4885445" y="2245267"/>
            <a:ext cx="915785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125</a:t>
            </a:r>
            <a:endParaRPr lang="en-Z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E34166-67C3-3F81-6BAB-AA7F1B0867FB}"/>
              </a:ext>
            </a:extLst>
          </p:cNvPr>
          <p:cNvSpPr/>
          <p:nvPr/>
        </p:nvSpPr>
        <p:spPr>
          <a:xfrm>
            <a:off x="11223094" y="2256562"/>
            <a:ext cx="915785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125</a:t>
            </a:r>
            <a:endParaRPr lang="en-Z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C460B1-D10E-40B3-D1C4-67217CF5AC5D}"/>
              </a:ext>
            </a:extLst>
          </p:cNvPr>
          <p:cNvSpPr/>
          <p:nvPr/>
        </p:nvSpPr>
        <p:spPr>
          <a:xfrm>
            <a:off x="4873131" y="4153225"/>
            <a:ext cx="1007416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undefined</a:t>
            </a:r>
            <a:endParaRPr lang="en-ZA" sz="1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6D0597-C892-B03E-A3D6-F3A3F53B1EB5}"/>
              </a:ext>
            </a:extLst>
          </p:cNvPr>
          <p:cNvSpPr/>
          <p:nvPr/>
        </p:nvSpPr>
        <p:spPr>
          <a:xfrm>
            <a:off x="11223093" y="4153225"/>
            <a:ext cx="915786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undefined</a:t>
            </a:r>
            <a:endParaRPr lang="en-ZA" sz="1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8090F5-042B-EBD2-848F-775BED502DAC}"/>
              </a:ext>
            </a:extLst>
          </p:cNvPr>
          <p:cNvSpPr txBox="1"/>
          <p:nvPr/>
        </p:nvSpPr>
        <p:spPr>
          <a:xfrm>
            <a:off x="5623540" y="384725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5748155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930C1-89C6-1BBA-B5E0-86038C5FF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F82C9D6-5698-C50F-DB88-CBB4EADFAA5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90A219F-8555-0B01-C1DD-99224CAD262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927463-B5C5-97DA-1757-1E2EC9545B7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F160016-632F-CBB2-929A-1F773B73E18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F1BB7901-788F-F437-B139-EFA64431B2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C935503-C4A1-82E1-9A0A-AB80CF5BFA4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</a:rPr>
                  <a:t>| 16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59E17CA-F6F7-1432-47A0-7C6853DB6D2D}"/>
                </a:ext>
              </a:extLst>
            </p:cNvPr>
            <p:cNvSpPr/>
            <p:nvPr/>
          </p:nvSpPr>
          <p:spPr>
            <a:xfrm>
              <a:off x="3420587" y="584240"/>
              <a:ext cx="5511746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EXAMPLE 2 SWAPPING VALUES</a:t>
              </a:r>
              <a:endParaRPr lang="en-ZA" dirty="0">
                <a:solidFill>
                  <a:srgbClr val="FFFF00"/>
                </a:solidFill>
                <a:latin typeface="LM Roman 12" panose="00000500000000000000" pitchFamily="50" charset="0"/>
              </a:endParaRP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1B22BC-2C2D-D921-0569-EC231AD06767}"/>
              </a:ext>
            </a:extLst>
          </p:cNvPr>
          <p:cNvCxnSpPr>
            <a:cxnSpLocks/>
          </p:cNvCxnSpPr>
          <p:nvPr/>
        </p:nvCxnSpPr>
        <p:spPr>
          <a:xfrm>
            <a:off x="5985933" y="1092200"/>
            <a:ext cx="0" cy="5429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7D0305C-0087-C2E9-79E3-754521E8ECE0}"/>
              </a:ext>
            </a:extLst>
          </p:cNvPr>
          <p:cNvSpPr/>
          <p:nvPr/>
        </p:nvSpPr>
        <p:spPr>
          <a:xfrm>
            <a:off x="6928767" y="949305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REFERENCE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663F42-2718-14D1-DD4D-156F93660A96}"/>
              </a:ext>
            </a:extLst>
          </p:cNvPr>
          <p:cNvSpPr/>
          <p:nvPr/>
        </p:nvSpPr>
        <p:spPr>
          <a:xfrm>
            <a:off x="1417021" y="970858"/>
            <a:ext cx="4007132" cy="606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PASS BY VALUE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6C27F0-0675-230D-B1E4-A54EBC5B0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32241"/>
            <a:ext cx="5952065" cy="41801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CEFC5A-69D7-6555-6E9B-777C158A77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68" y="2077595"/>
            <a:ext cx="5825860" cy="413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61539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1244</Words>
  <Application>Microsoft Office PowerPoint</Application>
  <PresentationFormat>Widescreen</PresentationFormat>
  <Paragraphs>286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Bradley Hand ITC</vt:lpstr>
      <vt:lpstr>LM Roman 12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2026-09-13T12:30:06Z</dcterms:created>
  <dcterms:modified xsi:type="dcterms:W3CDTF">2026-09-16T09:57:11Z</dcterms:modified>
</cp:coreProperties>
</file>