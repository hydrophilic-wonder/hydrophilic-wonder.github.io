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504" r:id="rId2"/>
    <p:sldId id="505" r:id="rId3"/>
    <p:sldId id="506" r:id="rId4"/>
    <p:sldId id="508" r:id="rId5"/>
    <p:sldId id="509" r:id="rId6"/>
    <p:sldId id="510" r:id="rId7"/>
    <p:sldId id="511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07" r:id="rId19"/>
    <p:sldId id="526" r:id="rId20"/>
    <p:sldId id="52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CD0BF-3470-4CDC-B260-7816F7CAFD2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9F8F0-29B3-4FE3-B2AE-DDFFAA45A88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1245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804A-C3BB-5D4F-0953-66BBC90C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E9CFD-AE05-9616-D21B-DC8EA262F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55775-4026-4FF9-865F-9B62C6DEB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FDACF-7150-D01A-6DB6-6426A5DA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179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B9F6-C14B-02FD-ACEF-2E5CBD90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293A8-45EF-3746-2407-98F9EF05F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1FC15-9B0B-4B84-DE36-9A022C8D6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9BDAA-8C1B-7860-9E42-7E9A7CA9D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2760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90BD-E678-9545-680D-A00B311C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60414-E617-0DB0-D12F-7B606D0BC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4D26D-78D0-775B-E70A-6FFC000D2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80499-DEF3-F031-1D7C-EA04DE5E8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1105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0893-68E6-9D44-893F-CBB3E02B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CCC71-9EA0-A30F-18F6-C1A87F1FE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48E72-EE83-0397-925E-F8D263262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2C8AB-BCD1-D17B-A5F8-F4AC28C9B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4423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506B-91BE-0D43-3177-5DC5401C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5F45D-ACDF-C538-65AD-CE3028C69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F7580-A0B8-5BDB-9E11-7465799B7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08073-BD65-2237-8AD1-503C1C9DA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0194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F3DD-3BED-939B-081E-C7D0C96A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E91B8-BE3F-9167-3380-68DA6A9F9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BB3B8-52E7-E4A3-0E14-C0AB140BE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5ADA7-7975-8C6D-7B74-6FBEB031E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382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7D84-A5CD-A910-9C97-209A2E6E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5657E-7DAA-7813-3F13-D305D95D6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343CD-2188-E210-960E-8606EB0C2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796CF-3243-72CE-D2C0-9E186E0CA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2780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07F4-A1E9-292C-6048-EB8FFD57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5E7CE-39CD-F2D3-743B-3ACD8CF7F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13602-C10C-B2A7-5005-805A8261E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41B96-B231-D616-74F5-0DE5C345A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4247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C1C7-B36C-BB49-07DD-549D5192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B200D-17FC-1EB5-22CC-04F1F9488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BF4F8-13CB-4EC4-5725-D4DB6B672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781E-9E84-AD92-1909-B54EE0C5C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4658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F27A-CA0D-8112-401E-75441AD9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6CAE9-EAA1-AFF7-49E0-3A14042D2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3D848-8D93-F4AB-A3DD-580FD4068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CD281-D123-713F-E452-B1CC97552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4130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337B-78DC-85AC-3E04-A329E460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E3A46-5524-7636-2508-97CF51960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76B72-53A7-7F46-D87A-FB3C4BF91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90D24-E385-A40C-87FB-BFFE8ACAE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7710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E7D7-8E95-AEB9-1B61-10E6408E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7808A-5405-86BA-AB58-6BCB608C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ED895-F77B-86B3-4808-074CBD67A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3C0F5-5E0C-A944-716D-E0322EF6F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188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1073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8B0B-6F49-9009-AF4B-059BECBF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A132F-C2AF-5385-0873-C04B7FF8A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9D5D5-2AF2-8A98-CA53-385550505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2AA4-314E-914C-FD4E-B9DA83837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3087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55C3-8F77-D9CF-73A0-ED724593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DF946-6A65-B306-B912-8F18D9E48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28296-C93D-6540-B51B-B85B0B1F0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36CF5-A348-6B87-8C0A-EC75445F4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4850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F245-1EA8-676D-6D1B-467BD577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1813E-D63A-2645-74A0-9EC0BE571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FC02-DECC-968A-F78C-86A47FA2B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99A74-1E3A-97EC-6ED5-CA5FEC5C5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65066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3D2C-C1AE-4C3F-38AB-84B6FFBA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44BB0-50CE-8C64-91B1-EE9754F93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55F79-5F1F-5FBB-B661-6E86221FC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70E1E-FEE8-0170-E22D-23B1FDD3B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4635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BA44-AD80-0D29-6312-383335093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ED387-82E3-8FD6-D6DE-25F3491D0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05136-1F3D-B2AF-E48F-F92E1A37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E5D6-A96C-2E1B-3AC7-17BD6CF0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DEBA8-D906-BB87-FB82-725CECAE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129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BF9C-B7E1-21F7-096A-A0889105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D4AE-448F-D2BE-06C9-097A95E05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DF751-8F5B-9697-F304-FD1AE0D0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4B2C0-3617-DD9E-0247-D1F862DD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377B7-49D1-F599-D503-02092FD0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6511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0AA6-3841-D434-38B2-70FC4483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0835E-D315-468F-232A-CD47E13E0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35628-B5FA-8416-3E8E-EBDE9430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73F8D-7B6E-1971-BF0A-202A2F8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805A8-2055-1C4E-9A42-D8C75E28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749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49DB-871C-6524-D4A6-CCA7B22A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32DA-E1A0-5026-80F3-551D2E20E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8622E-E36C-43DA-D1E6-610852E9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C5F65-3878-0A4F-1A79-1B28FDA3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8B47F-08DB-296E-7984-A8B4EB86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0D1B-58CC-3D2C-DB0C-F243FD17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62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B07B-CEAC-58DE-F81B-6953F6E5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F156E-EEAC-62FD-6708-D311DD815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05D11-A410-B882-9A05-7B6235581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1D436-4163-C730-CC62-92581E144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EA4EC-46ED-ED94-1E60-122BE0D53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36E22-D39F-812B-3978-4E3ABF75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CD950-D20B-A820-EBD2-04DF60AD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16893-8A2D-B5EF-D056-F7FD6006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648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3BF3-500D-DDF8-4831-673F72E6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D7F00-EB12-6B4F-8E57-40946772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7E5F3-F1E4-FFB3-30D8-1A4F15C8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88EC0-EEA3-4E17-DB17-3BE58A25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4244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79032-B822-3B6C-8022-59365A80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5463-5F58-F1D9-B67E-42813650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DA5C-6DED-D5E2-FE16-F4A7DCF9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834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F510-3966-14CD-8AAF-827BC6BC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1D06-3589-0250-A738-FFDABE051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87E1D-9815-494F-B9EC-26BBBAFD3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2816F-D983-42A8-096D-8617F17D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3156E-38D4-2F39-E05E-27B685D3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6800D-F267-F821-FFD6-9A621EB7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441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7C7E-7A7A-1673-C039-14BFA346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B83FD-E513-CA28-8213-00E43EB04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B9F2E-3ABD-C81F-EEBE-DD0D142C6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0E9C0-745E-9639-03EE-F8ACCFFF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FAEAB-DD5E-BA5B-A08F-80555352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FBA83-3208-DA3C-A282-DD3928F6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564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6BF1-1912-8540-FE51-C64E7667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B35B8-018F-FC49-D236-B9A7337A0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9274B-1381-664F-4D4D-21D3DA3C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86DF0-4E60-5B4B-1764-3DE2FB482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6B88-5C52-3C2D-09D7-F622D74F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605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46A35-7AA1-25A4-FA98-94453EBB2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94224-3B09-BEEC-C0A3-1BD4A48F5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904E1-0838-7B7B-D8E1-CCF95BBE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01EF-B9D4-ED2F-D12A-809F32BA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87A0B-9AD7-DCE4-6F0B-1B6CA994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811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CCF47-755B-7FB1-18D3-8A864AF8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6FE25-F5E1-5693-2038-1CDE4B4F3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7AAC4-AC0E-C5CA-11D0-9B922C532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BABDA-5D3B-4856-B01B-7D10A72BE22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375F-1BF5-9192-949F-AA4050D6A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624E8-DBD4-9DB9-EFEB-DE5985CF2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C7288-2CFD-4AA1-87BC-94DC249399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719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0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420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0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5212-8B9A-9FAE-CE0B-4FEAAECB0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665DAFE-5913-F82B-0193-FFD752C82FDC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dirty="0">
                <a:latin typeface="LM Roman 12" panose="00000500000000000000" pitchFamily="50" charset="0"/>
              </a:rPr>
              <a:t>5</a:t>
            </a:r>
            <a:r>
              <a:rPr lang="en-ZA" sz="8800" b="0" i="0" u="none" strike="noStrike" baseline="0" dirty="0">
                <a:latin typeface="LM Roman 12" panose="00000500000000000000" pitchFamily="50" charset="0"/>
              </a:rPr>
              <a:t>. </a:t>
            </a:r>
            <a:r>
              <a:rPr lang="en-ZA" sz="8800" dirty="0">
                <a:latin typeface="LM Roman 12" panose="00000500000000000000" pitchFamily="50" charset="0"/>
              </a:rPr>
              <a:t>Functions I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9| Intro to functions</a:t>
            </a:r>
          </a:p>
          <a:p>
            <a:r>
              <a:rPr lang="en-US" dirty="0">
                <a:latin typeface="LM Roman 12" panose="00000500000000000000" pitchFamily="50" charset="0"/>
              </a:rPr>
              <a:t>	  Benefits of functions</a:t>
            </a:r>
          </a:p>
          <a:p>
            <a:r>
              <a:rPr lang="en-US" dirty="0">
                <a:latin typeface="LM Roman 12" panose="00000500000000000000" pitchFamily="50" charset="0"/>
              </a:rPr>
              <a:t>	  Function definitions</a:t>
            </a:r>
          </a:p>
          <a:p>
            <a:r>
              <a:rPr lang="en-US" dirty="0">
                <a:latin typeface="LM Roman 12" panose="00000500000000000000" pitchFamily="50" charset="0"/>
              </a:rPr>
              <a:t>	  Math library functions</a:t>
            </a:r>
          </a:p>
          <a:p>
            <a:r>
              <a:rPr lang="en-US" dirty="0">
                <a:latin typeface="LM Roman 12" panose="00000500000000000000" pitchFamily="50" charset="0"/>
              </a:rPr>
              <a:t>	  Function prototypes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0104A7-79A6-027B-4087-48B191B8B90B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741620E-9381-9C34-A18E-D6FD35CDC32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4CBFC9-0402-A578-7AFA-3D3632A209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BE64CA-3B7E-9CA6-743F-B65815A21BE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7B62625-CB5B-12B5-4410-9E865E14C53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662BE28-ADA1-523D-778E-2DE934080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5EED06D-7759-940B-256A-E8D21AA144B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026F874-DEAC-8220-38AF-834A2E3ED3E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EBE24C6-36D0-64FE-C999-EDEBCB095AFE}"/>
              </a:ext>
            </a:extLst>
          </p:cNvPr>
          <p:cNvSpPr txBox="1"/>
          <p:nvPr/>
        </p:nvSpPr>
        <p:spPr>
          <a:xfrm>
            <a:off x="8035513" y="5682624"/>
            <a:ext cx="242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5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67837-59E2-CD1D-40A4-CE27189A1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395" y="2452581"/>
            <a:ext cx="5103824" cy="32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29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E0718-4294-A131-5D94-C63277AA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41D99C1-CF9C-D5B2-8B16-21CEC1CF81A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A11B6A6-0CA4-E688-E417-A224A6CB055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527493-5F2F-96BC-9C0A-91EAD9DF942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51550D-96B2-3483-51B0-4032C8B7C72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C5A8AB8-37D7-C91E-F260-4B255B5FE5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93E903-F14E-11AB-CABA-65F1DA92969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B2A558-6D86-040D-6599-C4D59B12D0A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 I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7D4E559-8621-F052-71FC-D21EDD582B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146982" y="2030344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B114E2-3304-E412-35B1-F6059DDCC0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ass/>
                    </a14:imgEffect>
                  </a14:imgLayer>
                </a14:imgProps>
              </a:ext>
            </a:extLst>
          </a:blip>
          <a:srcRect t="14891"/>
          <a:stretch>
            <a:fillRect/>
          </a:stretch>
        </p:blipFill>
        <p:spPr>
          <a:xfrm>
            <a:off x="1146982" y="2604654"/>
            <a:ext cx="9964689" cy="328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2486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2FCEC-035C-B9C5-4F98-1A012B7B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2079D4C-F856-1CC5-DB6A-94D9D3F0E5B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4EF124-73A8-2816-48EC-ABDAE7E536D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A2054E-F4D6-8F31-A554-A8BDAA5EB12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6C520F-0883-F557-A306-056AF5ECEDE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337932F-A7D7-9528-12B8-D87F32129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E77ABCD-0623-ACBE-D255-9F7475BEA21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945161B-B680-A0AA-E93E-5CE143E62E6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Functions: standard I/O library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A1DE729-ADF8-3AA4-2830-98995A566BE8}"/>
              </a:ext>
            </a:extLst>
          </p:cNvPr>
          <p:cNvGrpSpPr/>
          <p:nvPr/>
        </p:nvGrpSpPr>
        <p:grpSpPr>
          <a:xfrm>
            <a:off x="922867" y="2175933"/>
            <a:ext cx="4318000" cy="2506133"/>
            <a:chOff x="3412067" y="2286000"/>
            <a:chExt cx="4318000" cy="25061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76623CF-0586-BEC5-7C9A-8CDB13FEFA34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Print text on the screen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BC72F9-3C26-1458-40FF-BA1FB83B45A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>
                <a:solidFill>
                  <a:srgbClr val="002060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5E566C9-40BD-82AE-799A-ACD3F247C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378" y="2305037"/>
            <a:ext cx="1196444" cy="2667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8DE7BF-33CC-227E-4135-0BFE28850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626" y="2099807"/>
            <a:ext cx="4796442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56ADAB-78C1-189F-20BC-F0D2D5BA0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626" y="3429000"/>
            <a:ext cx="4808637" cy="10287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A9FCE1-1D1D-1C23-BAB2-B20744F7B856}"/>
              </a:ext>
            </a:extLst>
          </p:cNvPr>
          <p:cNvSpPr txBox="1"/>
          <p:nvPr/>
        </p:nvSpPr>
        <p:spPr>
          <a:xfrm>
            <a:off x="3620822" y="1071091"/>
            <a:ext cx="48931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 err="1">
                <a:latin typeface="LM Roman 12" panose="00000500000000000000" pitchFamily="50" charset="0"/>
              </a:rPr>
              <a:t>stdio.h</a:t>
            </a:r>
            <a:r>
              <a:rPr lang="en-ZA" sz="5400" b="1" dirty="0">
                <a:latin typeface="LM Roman 12" panose="00000500000000000000" pitchFamily="50" charset="0"/>
              </a:rPr>
              <a:t> </a:t>
            </a:r>
            <a:r>
              <a:rPr lang="en-ZA" sz="5400" b="1" dirty="0" err="1">
                <a:solidFill>
                  <a:srgbClr val="00B0F0"/>
                </a:solidFill>
                <a:latin typeface="LM Roman 12" panose="00000500000000000000" pitchFamily="50" charset="0"/>
              </a:rPr>
              <a:t>printf</a:t>
            </a:r>
            <a:r>
              <a:rPr lang="en-ZA" sz="5400" b="1" dirty="0">
                <a:solidFill>
                  <a:srgbClr val="00B0F0"/>
                </a:solidFill>
                <a:latin typeface="LM Roman 12" panose="00000500000000000000" pitchFamily="50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2802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C2F7-2C73-00A4-1736-A3908865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844788C-75F8-8762-BC68-75A823A68B0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0805E47-6D22-39C2-CB7F-93F90288A8D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928608-BCDB-A57E-5F86-51972E3A17A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5F15DB3-22D0-4072-C722-2D9673A796C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5C773E1-9533-276D-242B-84429675B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84FC52-5379-64C6-16B4-9D87D32CB4C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CBC135-EFA2-21A5-040E-06C33364D53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Functions: standard I/O library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D1C722-69B1-0FA3-AF78-A58D5E1943CF}"/>
              </a:ext>
            </a:extLst>
          </p:cNvPr>
          <p:cNvGrpSpPr/>
          <p:nvPr/>
        </p:nvGrpSpPr>
        <p:grpSpPr>
          <a:xfrm>
            <a:off x="922867" y="2175933"/>
            <a:ext cx="4318000" cy="2506133"/>
            <a:chOff x="3412067" y="2286000"/>
            <a:chExt cx="4318000" cy="25061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80192EE-719C-56F3-0DDB-A1AADC182662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Read input from user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19A8FC-6280-A9E0-907B-D063FD01D1DF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1C1F076-1F8E-752F-E999-BDEE1A9F6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042" y="2351249"/>
            <a:ext cx="1104996" cy="2057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91D972-1AB7-7E3D-0E50-A5D9BCA28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076" y="2165791"/>
            <a:ext cx="4653864" cy="1022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F336CB-6129-7E58-E7E3-6E3ED1DC2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075" y="3428999"/>
            <a:ext cx="6221239" cy="7128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4E109C-1A3F-A07A-3598-79FC1296F840}"/>
              </a:ext>
            </a:extLst>
          </p:cNvPr>
          <p:cNvSpPr txBox="1"/>
          <p:nvPr/>
        </p:nvSpPr>
        <p:spPr>
          <a:xfrm>
            <a:off x="3620822" y="1071091"/>
            <a:ext cx="4708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 err="1">
                <a:latin typeface="LM Roman 12" panose="00000500000000000000" pitchFamily="50" charset="0"/>
              </a:rPr>
              <a:t>stdio.h</a:t>
            </a:r>
            <a:r>
              <a:rPr lang="en-ZA" sz="5400" b="1" dirty="0">
                <a:latin typeface="LM Roman 12" panose="00000500000000000000" pitchFamily="50" charset="0"/>
              </a:rPr>
              <a:t> </a:t>
            </a:r>
            <a:r>
              <a:rPr lang="en-ZA" sz="5400" b="1" dirty="0" err="1">
                <a:solidFill>
                  <a:srgbClr val="00B0F0"/>
                </a:solidFill>
                <a:latin typeface="LM Roman 12" panose="00000500000000000000" pitchFamily="50" charset="0"/>
              </a:rPr>
              <a:t>scanf</a:t>
            </a:r>
            <a:r>
              <a:rPr lang="en-ZA" sz="5400" b="1" dirty="0">
                <a:solidFill>
                  <a:srgbClr val="00B0F0"/>
                </a:solidFill>
                <a:latin typeface="LM Roman 12" panose="00000500000000000000" pitchFamily="50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805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598B0-C54A-33AB-1B0B-05902C0B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ECE7973-FE96-52B4-C17A-8A9E61C541F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0208A95-8ACC-F8A8-56ED-495D0A21E36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AD3DD7-B14A-B5B0-C2D7-7FE3AC34A8B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AB45877-8572-D2ED-1F06-DA8084F2E8D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34966AD-3E4C-A27C-8D35-0D305232E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A0D6EB-DC2D-8D84-55C3-1E1BB5670CF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8019DB-51FF-87E0-61C2-65E4C11AAD6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Functions: math library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AED75F-D4CD-7F98-4F78-727625359E74}"/>
              </a:ext>
            </a:extLst>
          </p:cNvPr>
          <p:cNvGrpSpPr/>
          <p:nvPr/>
        </p:nvGrpSpPr>
        <p:grpSpPr>
          <a:xfrm>
            <a:off x="922867" y="2175933"/>
            <a:ext cx="4318000" cy="2506133"/>
            <a:chOff x="3412067" y="2286000"/>
            <a:chExt cx="4318000" cy="25061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F53ADC2-139A-A5C9-7E18-9CC9B1FD2A3A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Calculate one number raised to the power of a second number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D69AF0-94EF-86DC-B864-FA827D15B720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961F7A-39D8-67A7-B246-B95B3A9C47B2}"/>
              </a:ext>
            </a:extLst>
          </p:cNvPr>
          <p:cNvSpPr txBox="1"/>
          <p:nvPr/>
        </p:nvSpPr>
        <p:spPr>
          <a:xfrm>
            <a:off x="3476483" y="1114958"/>
            <a:ext cx="44759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 err="1">
                <a:latin typeface="LM Roman 12" panose="00000500000000000000" pitchFamily="50" charset="0"/>
              </a:rPr>
              <a:t>math.h</a:t>
            </a:r>
            <a:r>
              <a:rPr lang="en-ZA" sz="5400" b="1" dirty="0">
                <a:latin typeface="LM Roman 12" panose="00000500000000000000" pitchFamily="50" charset="0"/>
              </a:rPr>
              <a:t> </a:t>
            </a:r>
            <a:r>
              <a:rPr lang="en-ZA" sz="5400" b="1" dirty="0">
                <a:solidFill>
                  <a:srgbClr val="00B0F0"/>
                </a:solidFill>
                <a:latin typeface="LM Roman 12" panose="00000500000000000000" pitchFamily="50" charset="0"/>
              </a:rPr>
              <a:t>pow()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55C22-693D-A274-D3F9-CD927C058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914" y="2316468"/>
            <a:ext cx="1958510" cy="2438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5F7587-2DA2-0AA6-1053-D952F9855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75933"/>
            <a:ext cx="4534293" cy="1844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1C8965-0279-3EFC-0407-804F56067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343039"/>
            <a:ext cx="5044877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2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ACA2-6EF7-AAFA-82D6-6018F68C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0B129E0-7612-BD26-59DB-3CE423D2735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3F54672-1D2D-7AF6-485F-F7BE70EC254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291328-4131-A594-94DA-53A35657039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C35754-B863-56F7-9A4B-23E267B3160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133B5FE-5C1C-5705-A49B-1B61F3D88C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A8103C-C912-A684-2995-6F5B5B77051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6A1A26-11FC-A4A0-06CC-CD3771C9D4D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Functions: main function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C84569-5D81-00CE-82D5-B89C8F8E134D}"/>
              </a:ext>
            </a:extLst>
          </p:cNvPr>
          <p:cNvGrpSpPr/>
          <p:nvPr/>
        </p:nvGrpSpPr>
        <p:grpSpPr>
          <a:xfrm>
            <a:off x="922867" y="2175933"/>
            <a:ext cx="4318000" cy="2506133"/>
            <a:chOff x="3412067" y="2286000"/>
            <a:chExt cx="4318000" cy="25061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BD300C-61D0-83C4-1FDD-164BA6F2A491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42F3E1-330E-754B-FF5A-67D389710F4F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Main function in C programs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9BC04AB-E505-D139-3164-528D0152DE7E}"/>
              </a:ext>
            </a:extLst>
          </p:cNvPr>
          <p:cNvSpPr txBox="1"/>
          <p:nvPr/>
        </p:nvSpPr>
        <p:spPr>
          <a:xfrm>
            <a:off x="3938264" y="1071091"/>
            <a:ext cx="43770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>
                <a:latin typeface="LM Roman 12" panose="00000500000000000000" pitchFamily="50" charset="0"/>
              </a:rPr>
              <a:t>int </a:t>
            </a:r>
            <a:r>
              <a:rPr lang="en-ZA" sz="5400" b="1" dirty="0">
                <a:solidFill>
                  <a:srgbClr val="00B0F0"/>
                </a:solidFill>
                <a:latin typeface="LM Roman 12" panose="00000500000000000000" pitchFamily="50" charset="0"/>
              </a:rPr>
              <a:t>main</a:t>
            </a:r>
            <a:r>
              <a:rPr lang="en-ZA" sz="5400" b="1" dirty="0">
                <a:latin typeface="LM Roman 12" panose="00000500000000000000" pitchFamily="50" charset="0"/>
              </a:rPr>
              <a:t> (){}</a:t>
            </a:r>
            <a:endParaRPr lang="en-ZA" sz="5400" b="1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7751D-590E-110D-7A4B-0A370FC69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6"/>
          <a:stretch>
            <a:fillRect/>
          </a:stretch>
        </p:blipFill>
        <p:spPr>
          <a:xfrm>
            <a:off x="5981350" y="2175933"/>
            <a:ext cx="4258414" cy="31420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3FBF4-1EBA-0DCA-01F5-9F5C5CF38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84" y="2882378"/>
            <a:ext cx="3552456" cy="15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6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4C52-8355-F094-DE60-14974B5D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90D9FAA-D518-A33A-1B72-A7F04743DD2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0D2419A-7EB1-F0AE-E15A-850AEE6CBCD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6D0DBC-1748-296E-4A94-DC57C63AAFC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9EF187-E366-806E-6EE2-D3877BB0819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3BE2BAA-3E89-93EC-8FAB-AF43FF5481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9E8F8B-5E92-55E6-5739-40CF9E2EFDB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3630AC3-DA8D-4CAC-AF55-330C3C76C78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F5AB459-BC57-0F3A-8C7B-88BED3E00D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146982" y="2030344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520795-185B-9C30-BDE1-426FDC3BD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ass/>
                    </a14:imgEffect>
                  </a14:imgLayer>
                </a14:imgProps>
              </a:ext>
            </a:extLst>
          </a:blip>
          <a:srcRect t="14891"/>
          <a:stretch>
            <a:fillRect/>
          </a:stretch>
        </p:blipFill>
        <p:spPr>
          <a:xfrm>
            <a:off x="1146982" y="2604654"/>
            <a:ext cx="9964689" cy="32824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87263F-BB00-1BEE-0D95-8BC8B4DC96A9}"/>
              </a:ext>
            </a:extLst>
          </p:cNvPr>
          <p:cNvSpPr txBox="1"/>
          <p:nvPr/>
        </p:nvSpPr>
        <p:spPr>
          <a:xfrm>
            <a:off x="9210513" y="2181696"/>
            <a:ext cx="127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ENCODED</a:t>
            </a:r>
          </a:p>
        </p:txBody>
      </p:sp>
    </p:spTree>
    <p:extLst>
      <p:ext uri="{BB962C8B-B14F-4D97-AF65-F5344CB8AC3E}">
        <p14:creationId xmlns:p14="http://schemas.microsoft.com/office/powerpoint/2010/main" val="214686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E204-AC87-025E-4F41-4218E389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F40228A-6196-8FEB-02E6-F1D0507E750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8807AE4-4588-D1AA-D4D1-A2CF65663A9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1AD152-B17D-24AF-72C7-9C38FDB9DDC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E68FE9-DDD2-FF97-5FAF-0CDD0803471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3727842-2C1B-665C-0514-31D9C5B26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4520D1-EDFF-68BA-8B73-E3279945677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9D60EEF-D46C-51F3-38A1-6AAF2CBD6C4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08FF493-E8F7-7F2C-BC38-D87102701B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146982" y="2030344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5AF391-BBAB-5A3F-CC61-077FB05693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146982" y="2604654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F89491-7499-8355-4C65-1A3B79BE12B8}"/>
              </a:ext>
            </a:extLst>
          </p:cNvPr>
          <p:cNvSpPr txBox="1"/>
          <p:nvPr/>
        </p:nvSpPr>
        <p:spPr>
          <a:xfrm>
            <a:off x="9210513" y="218169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</p:spTree>
    <p:extLst>
      <p:ext uri="{BB962C8B-B14F-4D97-AF65-F5344CB8AC3E}">
        <p14:creationId xmlns:p14="http://schemas.microsoft.com/office/powerpoint/2010/main" val="3011446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E89B6-9E28-6041-EF5D-EAB8490B7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019829D-15C9-B080-3E00-EA888265612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CC8EB62-0E18-26EC-379C-9FEB6C7D3E3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B023C2-972C-41AE-439D-F5F02EC9863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06AC4C-E7FA-D885-A569-87057430915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D62A6D-E157-D161-B0A5-423F0BB82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860A22-C319-C800-ED7D-2536B73818B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EAE121-A2AF-E6E5-AD7D-3684AD9170B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5AF1EAD-C4CC-0B22-4424-37A3648DA8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113655" y="4644235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B09DC0-6CFA-1F4E-B495-5F36098FFA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113655" y="5218545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E1B81B-D424-C4A9-456D-EA6FB81F129D}"/>
              </a:ext>
            </a:extLst>
          </p:cNvPr>
          <p:cNvSpPr txBox="1"/>
          <p:nvPr/>
        </p:nvSpPr>
        <p:spPr>
          <a:xfrm>
            <a:off x="9210513" y="218169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D6069B-19C2-4853-50E0-5D5C6F49715F}"/>
              </a:ext>
            </a:extLst>
          </p:cNvPr>
          <p:cNvSpPr/>
          <p:nvPr/>
        </p:nvSpPr>
        <p:spPr>
          <a:xfrm>
            <a:off x="60036" y="2706254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3904D-DF96-498B-F46C-391B3B6A2D36}"/>
              </a:ext>
            </a:extLst>
          </p:cNvPr>
          <p:cNvSpPr txBox="1"/>
          <p:nvPr/>
        </p:nvSpPr>
        <p:spPr>
          <a:xfrm>
            <a:off x="4264712" y="3429000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15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448B-CE73-E1D5-39F2-5860F46B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BB544E2-0D2F-B229-B309-75F4ABD22D3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14296E0-A39D-6EC1-A220-BEFC70B67F2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7BF6F77-252C-0587-5FC2-4383AF0F8A7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0B80E1D-B3B6-607A-31BD-77E0253268D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64F94EE-DC76-AB5B-F913-EC4E22A08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761F80-CB74-89B1-3E3A-40793F428A2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B7D4714-F6E3-BECC-8A7D-67BE3BECA58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D250C94-0914-AD09-87B4-B04561579C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113655" y="7322780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7D4F2B-A145-79A6-9863-36AB4A79D7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113655" y="7897090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E0BB8-BCAB-03CD-5D10-3FB820449C04}"/>
              </a:ext>
            </a:extLst>
          </p:cNvPr>
          <p:cNvSpPr txBox="1"/>
          <p:nvPr/>
        </p:nvSpPr>
        <p:spPr>
          <a:xfrm>
            <a:off x="9210513" y="218169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71041-5B24-D8F7-D95B-F68BE97E2233}"/>
              </a:ext>
            </a:extLst>
          </p:cNvPr>
          <p:cNvSpPr/>
          <p:nvPr/>
        </p:nvSpPr>
        <p:spPr>
          <a:xfrm>
            <a:off x="60036" y="5384799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E3046-9EED-5557-B3F3-9928E85A7675}"/>
              </a:ext>
            </a:extLst>
          </p:cNvPr>
          <p:cNvSpPr txBox="1"/>
          <p:nvPr/>
        </p:nvSpPr>
        <p:spPr>
          <a:xfrm>
            <a:off x="4264712" y="6107545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18C69-E035-BB9B-B068-2B7272472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36" y="1731103"/>
            <a:ext cx="10301953" cy="313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3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4D78E-CE65-6623-1483-14565966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C9BF4A8-15E6-C269-DCB2-BFF80BA5911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7DCCB49-6A7B-CCE5-ED63-A06598B3899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F717CF-A1EA-B5D4-9E46-D5884FD16B4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E0D0820-19F0-6E3A-DB8D-3736CFD40E6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2FAB66D-C983-43C5-A184-B90C510EC9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720FD91-A01C-488A-DC3A-B2168E7C8BD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F57FAB-F8F8-95EF-32FF-6107E21CDA0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55CE0D8-DD5B-B189-4883-09D3ABFE80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236642" y="11865437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44A6BF-8805-CCD9-110A-4D66BBE147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236642" y="12439747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FA4E1E-8922-3423-F7B5-90F61269427A}"/>
              </a:ext>
            </a:extLst>
          </p:cNvPr>
          <p:cNvSpPr txBox="1"/>
          <p:nvPr/>
        </p:nvSpPr>
        <p:spPr>
          <a:xfrm>
            <a:off x="9210513" y="218169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F2F9B-B3AE-988C-54FA-4AE3054D4833}"/>
              </a:ext>
            </a:extLst>
          </p:cNvPr>
          <p:cNvSpPr/>
          <p:nvPr/>
        </p:nvSpPr>
        <p:spPr>
          <a:xfrm>
            <a:off x="183023" y="9927456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3182C-1A42-D2A9-80E5-D9A20A4B14A6}"/>
              </a:ext>
            </a:extLst>
          </p:cNvPr>
          <p:cNvSpPr txBox="1"/>
          <p:nvPr/>
        </p:nvSpPr>
        <p:spPr>
          <a:xfrm>
            <a:off x="4387699" y="10650202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53EAE3-49E0-F132-62C4-54CC0F183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23" y="6273760"/>
            <a:ext cx="10301953" cy="31387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00D9C8B-92FE-EE95-EEE6-5FF17C44A150}"/>
              </a:ext>
            </a:extLst>
          </p:cNvPr>
          <p:cNvGrpSpPr/>
          <p:nvPr/>
        </p:nvGrpSpPr>
        <p:grpSpPr>
          <a:xfrm>
            <a:off x="945023" y="2287713"/>
            <a:ext cx="4318000" cy="2506133"/>
            <a:chOff x="3412067" y="2286000"/>
            <a:chExt cx="4318000" cy="25061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CAB5E7-5610-EBF5-4B1E-2D19237D5405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stdio.h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scanf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math.h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sqrt(), pow(), exp()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178A82-F864-5804-55BA-A058AC8A6FEE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 standard library functions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5174E5-3AE2-2E71-8E98-C593366BDDC2}"/>
              </a:ext>
            </a:extLst>
          </p:cNvPr>
          <p:cNvGrpSpPr/>
          <p:nvPr/>
        </p:nvGrpSpPr>
        <p:grpSpPr>
          <a:xfrm>
            <a:off x="6210598" y="2290347"/>
            <a:ext cx="4318000" cy="2506133"/>
            <a:chOff x="3412067" y="2286000"/>
            <a:chExt cx="4318000" cy="25061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090B38-9AB7-5238-4FE1-B533B3881E95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Calculateaverage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temperaturereading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calculategradepass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2A8FFE-7291-80A4-F4D8-B9E8575185D3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functions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4A05A934-BD8F-A4E5-EF68-9C461ABB807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18101" y="3910102"/>
              <a:ext cx="1571844" cy="884162"/>
            </p:xfrm>
            <a:graphic>
              <a:graphicData uri="http://schemas.microsoft.com/office/powerpoint/2016/slidezoom">
                <pslz:sldZm>
                  <pslz:sldZmObj sldId="520" cId="680687729">
                    <pslz:zmPr id="{4C74928E-E7BB-4B06-9C28-75E6A99E9610}" returnToParent="0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71844" cy="88416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extLst>
                  <a:ext uri="{FF2B5EF4-FFF2-40B4-BE49-F238E27FC236}">
                    <a16:creationId xmlns:a16="http://schemas.microsoft.com/office/drawing/2014/main" id="{4A05A934-BD8F-A4E5-EF68-9C461ABB80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18101" y="3910102"/>
                <a:ext cx="1571844" cy="8841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9421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FA22C2-83CD-116E-05DC-B6808E379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452" y="0"/>
            <a:ext cx="8307940" cy="4407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F81F31-CB3C-D4C4-8F49-508DC5CD8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10" y="4407024"/>
            <a:ext cx="8080023" cy="359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8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9CC3-4851-3247-B854-97CBD2ED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921C26-B426-846E-962A-B36380D30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427" y="-2006082"/>
            <a:ext cx="8307940" cy="4407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B8A80D-F42D-5754-F684-E713B90E6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385" y="2400942"/>
            <a:ext cx="8080023" cy="35953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9A7D1F-A092-B5AB-FF84-5937638FE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497" y="6393011"/>
            <a:ext cx="4839119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31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285F5-A4A7-CC2E-7E05-6980EB61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75BF34B-A135-3279-3826-14220BA5B13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4287412-9482-61BA-236A-BF74275F68C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D7B5A6-7513-1011-7823-A7B03B5A50E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06186A-E7EA-D448-E798-D780940B8F4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0E5185E-3410-B17B-F99A-7E496214F5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22F4A9-DC64-719F-F493-B48BD29E676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D40F579-81EC-8323-09BA-46924694846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B2E408A-17D7-AE4D-EE5F-F53A269B5B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236642" y="11865437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262580-1B5C-1E8B-16F9-F9469DE2D3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236642" y="12439747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59A9C9-B725-32D1-5B22-C91A0AC06729}"/>
              </a:ext>
            </a:extLst>
          </p:cNvPr>
          <p:cNvSpPr txBox="1"/>
          <p:nvPr/>
        </p:nvSpPr>
        <p:spPr>
          <a:xfrm>
            <a:off x="9210513" y="218169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00E779-EBA1-207C-A0FE-4F309629F148}"/>
              </a:ext>
            </a:extLst>
          </p:cNvPr>
          <p:cNvSpPr/>
          <p:nvPr/>
        </p:nvSpPr>
        <p:spPr>
          <a:xfrm>
            <a:off x="183023" y="9927456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E016D-9D56-1B6C-EB18-FE4208BF41EE}"/>
              </a:ext>
            </a:extLst>
          </p:cNvPr>
          <p:cNvSpPr txBox="1"/>
          <p:nvPr/>
        </p:nvSpPr>
        <p:spPr>
          <a:xfrm>
            <a:off x="4387699" y="10650202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729A7-9E0B-7B9E-3CFC-CF76DC18C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23" y="6273760"/>
            <a:ext cx="10301953" cy="31387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70A02A3-B137-1B85-31BE-4427241BD240}"/>
              </a:ext>
            </a:extLst>
          </p:cNvPr>
          <p:cNvGrpSpPr/>
          <p:nvPr/>
        </p:nvGrpSpPr>
        <p:grpSpPr>
          <a:xfrm>
            <a:off x="945023" y="2287713"/>
            <a:ext cx="4318000" cy="2506133"/>
            <a:chOff x="3412067" y="2286000"/>
            <a:chExt cx="4318000" cy="25061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ECF3DB-11A5-C1E9-BB85-030D729A4AA4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stdio.h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scanf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math.h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sqrt(), pow(), exp()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D37E2E-2D3D-9737-255F-9D8770A85F4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 standard library functions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2829F7-B842-CE43-254F-D757842FFA9C}"/>
              </a:ext>
            </a:extLst>
          </p:cNvPr>
          <p:cNvGrpSpPr/>
          <p:nvPr/>
        </p:nvGrpSpPr>
        <p:grpSpPr>
          <a:xfrm>
            <a:off x="6210598" y="2290347"/>
            <a:ext cx="4318000" cy="2506133"/>
            <a:chOff x="3412067" y="2286000"/>
            <a:chExt cx="4318000" cy="25061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B89E07-101D-DC3A-D2BA-874820BE7E66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Calculateaverage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temperaturereading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calculategradepass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63057B-B984-CBD6-DB50-09106D2FE0A4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functions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5EDA1F85-A099-7319-CCFB-CBB738BB7C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33494" y="3914059"/>
              <a:ext cx="1564065" cy="879787"/>
            </p:xfrm>
            <a:graphic>
              <a:graphicData uri="http://schemas.microsoft.com/office/powerpoint/2016/slidezoom">
                <pslz:sldZm>
                  <pslz:sldZmObj sldId="520" cId="680687729">
                    <pslz:zmPr id="{D9E414B7-7E0A-40B8-81C7-64810E19C21F}" returnToParent="0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64065" cy="87978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extLst>
                  <a:ext uri="{FF2B5EF4-FFF2-40B4-BE49-F238E27FC236}">
                    <a16:creationId xmlns:a16="http://schemas.microsoft.com/office/drawing/2014/main" id="{5EDA1F85-A099-7319-CCFB-CBB738BB7C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33494" y="3914059"/>
                <a:ext cx="1564065" cy="879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F26C4ED3-5818-8113-16CC-47DAD7138F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53898" y="4042235"/>
              <a:ext cx="1456615" cy="819346"/>
            </p:xfrm>
            <a:graphic>
              <a:graphicData uri="http://schemas.microsoft.com/office/powerpoint/2016/slidezoom">
                <pslz:sldZm>
                  <pslz:sldZmObj sldId="523" cId="259992930">
                    <pslz:zmPr id="{5CFAA92E-9A4D-4B40-B5D7-1DA3FE0F32F4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56615" cy="81934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extLst>
                  <a:ext uri="{FF2B5EF4-FFF2-40B4-BE49-F238E27FC236}">
                    <a16:creationId xmlns:a16="http://schemas.microsoft.com/office/drawing/2014/main" id="{F26C4ED3-5818-8113-16CC-47DAD7138F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53898" y="4042235"/>
                <a:ext cx="1456615" cy="8193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594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124FDA7-2716-B0D7-AAEA-B19E5114555E}"/>
              </a:ext>
            </a:extLst>
          </p:cNvPr>
          <p:cNvGrpSpPr/>
          <p:nvPr/>
        </p:nvGrpSpPr>
        <p:grpSpPr>
          <a:xfrm>
            <a:off x="74643" y="859175"/>
            <a:ext cx="6419463" cy="5139650"/>
            <a:chOff x="-2" y="1436914"/>
            <a:chExt cx="6797362" cy="53449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2A4143-1807-86D6-40BF-381EA3F92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1436914"/>
              <a:ext cx="6797361" cy="321479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43BBC5-C762-ED16-F867-99864CAF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" y="4566542"/>
              <a:ext cx="6797361" cy="2215296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BC63C9C-D18C-B37C-064D-0B1374855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556" y="859175"/>
            <a:ext cx="8832651" cy="50191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11BDE9-28DE-D92C-34C5-B5CF6D957E0D}"/>
              </a:ext>
            </a:extLst>
          </p:cNvPr>
          <p:cNvSpPr txBox="1"/>
          <p:nvPr/>
        </p:nvSpPr>
        <p:spPr>
          <a:xfrm>
            <a:off x="8360851" y="89734"/>
            <a:ext cx="6512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Example (notes pg. 14)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97D27-1A09-427C-86BF-31AEFA73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30C3F2D-3E2B-4CE1-A6BC-C658EEEC3A10}"/>
              </a:ext>
            </a:extLst>
          </p:cNvPr>
          <p:cNvGrpSpPr/>
          <p:nvPr/>
        </p:nvGrpSpPr>
        <p:grpSpPr>
          <a:xfrm>
            <a:off x="-5010540" y="1017795"/>
            <a:ext cx="6419463" cy="5139650"/>
            <a:chOff x="-2" y="1436914"/>
            <a:chExt cx="6797362" cy="53449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782A1F8-B3B1-6CC2-6FA1-3AA9E07B7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436914"/>
              <a:ext cx="6797361" cy="321479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E893F3-477A-15B8-5E88-63F420DEA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" y="4566542"/>
              <a:ext cx="6797361" cy="2215296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B3AE0B4-83F5-E7BD-5DDA-B68C2F5A3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373" y="1017795"/>
            <a:ext cx="8832651" cy="5019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48C9D8-224A-61BA-C190-51F88A711EB0}"/>
              </a:ext>
            </a:extLst>
          </p:cNvPr>
          <p:cNvSpPr txBox="1"/>
          <p:nvPr/>
        </p:nvSpPr>
        <p:spPr>
          <a:xfrm>
            <a:off x="2417251" y="248354"/>
            <a:ext cx="6512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Example (notes pg. 14)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285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FEE2-046D-664F-E8CD-DCAA0623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038E352-7040-BC1A-4EA4-404D561A17A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9F93D8-4129-CD61-71D6-D4C81375329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154CCF-FB74-9028-7DA4-35D9540AC5C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112FBC-E85F-7449-8976-2C6F443E301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DE116E3-2B94-DD47-FAFB-C66E1A89B6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D77992-31AA-5934-683D-330F8874CA5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8B6D0E2-EC2F-DA3A-D199-B6AEE367F17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0DBEE7C-93AD-4AB7-EDC0-E6C8131627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236642" y="11865437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035C6-8F3B-4C65-7EDF-15BA822F5F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236642" y="12439747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AFC90A-655B-D3C3-AC5D-3C24669935E4}"/>
              </a:ext>
            </a:extLst>
          </p:cNvPr>
          <p:cNvSpPr txBox="1"/>
          <p:nvPr/>
        </p:nvSpPr>
        <p:spPr>
          <a:xfrm>
            <a:off x="9210513" y="218169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2000A-D105-7EB0-9810-0142B42C4704}"/>
              </a:ext>
            </a:extLst>
          </p:cNvPr>
          <p:cNvSpPr/>
          <p:nvPr/>
        </p:nvSpPr>
        <p:spPr>
          <a:xfrm>
            <a:off x="183023" y="9927456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1BD12-C56F-73A6-003F-A66090D90E6B}"/>
              </a:ext>
            </a:extLst>
          </p:cNvPr>
          <p:cNvSpPr txBox="1"/>
          <p:nvPr/>
        </p:nvSpPr>
        <p:spPr>
          <a:xfrm>
            <a:off x="4387699" y="10650202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EC4DE-6A31-1660-F2BC-AA00EB595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23" y="6273760"/>
            <a:ext cx="10301953" cy="31387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746848-C508-0B75-1A08-E8972A7D7B78}"/>
              </a:ext>
            </a:extLst>
          </p:cNvPr>
          <p:cNvGrpSpPr/>
          <p:nvPr/>
        </p:nvGrpSpPr>
        <p:grpSpPr>
          <a:xfrm>
            <a:off x="945023" y="2287713"/>
            <a:ext cx="4318000" cy="2506133"/>
            <a:chOff x="3412067" y="2286000"/>
            <a:chExt cx="4318000" cy="25061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67022D-AD91-8CA5-88E5-17EF70E60A49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stdio.h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scanf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math.h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sqrt(), pow(), exp()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76AA5-F79B-8D0E-CE9C-0DD7009A94BC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 standard library functions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26A024-123F-C0BA-26AC-6F0B47B61CA3}"/>
              </a:ext>
            </a:extLst>
          </p:cNvPr>
          <p:cNvGrpSpPr/>
          <p:nvPr/>
        </p:nvGrpSpPr>
        <p:grpSpPr>
          <a:xfrm>
            <a:off x="6210598" y="2290347"/>
            <a:ext cx="4318000" cy="2506133"/>
            <a:chOff x="3412067" y="2286000"/>
            <a:chExt cx="4318000" cy="25061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E4EF28-1637-23E2-A4D1-62FB1C33352E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Calculateaverage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temperaturereading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calculategradepass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91A875-D3A7-E2DD-FF77-CB85530BA80B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60A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functions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F33F7346-313A-9A09-BA5B-488388B37B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33494" y="3914059"/>
              <a:ext cx="1564065" cy="879787"/>
            </p:xfrm>
            <a:graphic>
              <a:graphicData uri="http://schemas.microsoft.com/office/powerpoint/2016/slidezoom">
                <pslz:sldZm>
                  <pslz:sldZmObj sldId="520" cId="680687729">
                    <pslz:zmPr id="{D9E414B7-7E0A-40B8-81C7-64810E19C21F}" returnToParent="0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64065" cy="87978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extLst>
                  <a:ext uri="{FF2B5EF4-FFF2-40B4-BE49-F238E27FC236}">
                    <a16:creationId xmlns:a16="http://schemas.microsoft.com/office/drawing/2014/main" id="{F33F7346-313A-9A09-BA5B-488388B37B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33494" y="3914059"/>
                <a:ext cx="1564065" cy="8797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950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85B7-24F5-1B44-ED70-0F2475BD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179D22C-9588-8CBC-B0B3-6779C962257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B4E1852-874E-530B-31C4-67616AC1EE1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CF5573-A623-627D-7C42-2A899CABBA3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D147E3-4340-D97F-A225-91CF1E74D13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C84512B-9501-BB76-9DC8-D876272AB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397077-1996-9667-D395-21D95218A3D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D5C0C92-FC65-9D0F-2EA0-B14532AF89E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 prototype</a:t>
              </a:r>
              <a:endParaRPr lang="en-ZA" dirty="0">
                <a:solidFill>
                  <a:srgbClr val="00B0F0"/>
                </a:solidFill>
                <a:latin typeface="LM Roman 12" panose="00000500000000000000" pitchFamily="50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A6FF437-C935-DAD1-E287-97DF20E6B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630" y="1445825"/>
            <a:ext cx="8207451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3562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E84A-31C8-BACB-517E-AE537E65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F65B4ED-9444-AA3D-A4A2-325B2A45702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B8A55D-604D-3272-5843-AFA8E7273F4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E24AE3-6FBF-3446-6DB1-AC1B1847984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6A8092-D7E1-ECF2-7E08-02A953E617C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3CFD3B4-E832-0C95-F88C-0C52CEED5E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3EDF749-4C6C-039A-33EC-BB8C66CF154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AB6021C-FCA4-F126-B875-690367CA50B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 prototype</a:t>
              </a:r>
              <a:endParaRPr lang="en-ZA" dirty="0">
                <a:solidFill>
                  <a:srgbClr val="00B0F0"/>
                </a:solidFill>
                <a:latin typeface="LM Roman 12" panose="00000500000000000000" pitchFamily="50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68E609E-2CBA-4986-6D04-5BC3F0475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326" y="1352370"/>
            <a:ext cx="8169348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5211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066E-A0D5-36DB-7649-EE3C5299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CAAA608-8447-68D7-E7B3-67E747BB677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10461F-18CB-FC78-D3FC-789505C22CB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731CC7-2294-7AC3-F9F5-20160EC518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A3BE87-082F-1180-2BE1-F2BA91775D5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BE5B522-7035-3818-3513-8CEE18937D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585AD1-EC3A-7D05-EDC7-A96FA8F22F7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3425E1-7006-54EF-3841-1FB626FF228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 prototype</a:t>
              </a:r>
              <a:endParaRPr lang="en-ZA" dirty="0">
                <a:solidFill>
                  <a:srgbClr val="00B0F0"/>
                </a:solidFill>
                <a:latin typeface="LM Roman 12" panose="00000500000000000000" pitchFamily="50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7ECD00D-F4D5-1264-8E28-1CD96B09E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031" y="1597066"/>
            <a:ext cx="8207451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362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Widescreen</PresentationFormat>
  <Paragraphs>115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2026-08-23T20:10:59Z</dcterms:created>
  <dcterms:modified xsi:type="dcterms:W3CDTF">2026-08-23T20:11:22Z</dcterms:modified>
</cp:coreProperties>
</file>