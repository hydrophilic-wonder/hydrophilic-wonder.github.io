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80.xml" ContentType="application/vnd.openxmlformats-officedocument.presentationml.slide+xml"/>
  <Override PartName="/ppt/slideLayouts/slideLayout20.xml" ContentType="application/vnd.openxmlformats-officedocument.presentationml.slideLayout+xml"/>
  <Override PartName="/ppt/slideMasters/slideMaster10.xml" ContentType="application/vnd.openxmlformats-officedocument.presentationml.slideMaster+xml"/>
  <Override PartName="/ppt/slideLayouts/slideLayout80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10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9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597" r:id="rId2"/>
    <p:sldId id="603" r:id="rId3"/>
    <p:sldId id="599" r:id="rId4"/>
    <p:sldId id="600" r:id="rId5"/>
    <p:sldId id="601" r:id="rId6"/>
    <p:sldId id="602" r:id="rId7"/>
    <p:sldId id="598" r:id="rId8"/>
    <p:sldId id="604" r:id="rId9"/>
    <p:sldId id="605" r:id="rId10"/>
    <p:sldId id="606" r:id="rId11"/>
    <p:sldId id="607" r:id="rId12"/>
    <p:sldId id="608" r:id="rId13"/>
    <p:sldId id="610" r:id="rId14"/>
    <p:sldId id="609" r:id="rId15"/>
    <p:sldId id="611" r:id="rId16"/>
    <p:sldId id="612" r:id="rId17"/>
    <p:sldId id="613" r:id="rId18"/>
    <p:sldId id="614" r:id="rId19"/>
    <p:sldId id="615" r:id="rId20"/>
    <p:sldId id="616" r:id="rId21"/>
    <p:sldId id="617" r:id="rId22"/>
    <p:sldId id="618" r:id="rId23"/>
    <p:sldId id="61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A4CA7C-78EE-4A15-BF84-E578FE44C862}" v="579" dt="2026-09-21T07:33:20.893"/>
    <p1510:client id="{F330E3BE-07B9-4FF4-9378-19503A8F3F44}" v="119" dt="2026-09-21T08:09:42.1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51" autoAdjust="0"/>
    <p:restoredTop sz="94124" autoAdjust="0"/>
  </p:normalViewPr>
  <p:slideViewPr>
    <p:cSldViewPr snapToGrid="0">
      <p:cViewPr varScale="1">
        <p:scale>
          <a:sx n="94" d="100"/>
          <a:sy n="94" d="100"/>
        </p:scale>
        <p:origin x="90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obo, IL, Dr [ilkhobo@sun.ac.za]" userId="b519a442-dcea-4a28-9c45-7e29f1df5837" providerId="ADAL" clId="{8BC8A5CF-2DB3-45E9-BF57-F2ED810C291E}"/>
    <pc:docChg chg="undo custSel addSld delSld modSld sldOrd">
      <pc:chgData name="Khobo, IL, Dr [ilkhobo@sun.ac.za]" userId="b519a442-dcea-4a28-9c45-7e29f1df5837" providerId="ADAL" clId="{8BC8A5CF-2DB3-45E9-BF57-F2ED810C291E}" dt="2026-09-21T07:33:20.893" v="6191" actId="20577"/>
      <pc:docMkLst>
        <pc:docMk/>
      </pc:docMkLst>
      <pc:sldChg chg="modSp mod">
        <pc:chgData name="Khobo, IL, Dr [ilkhobo@sun.ac.za]" userId="b519a442-dcea-4a28-9c45-7e29f1df5837" providerId="ADAL" clId="{8BC8A5CF-2DB3-45E9-BF57-F2ED810C291E}" dt="2026-09-20T13:34:58.887" v="4067" actId="113"/>
        <pc:sldMkLst>
          <pc:docMk/>
          <pc:sldMk cId="2601401026" sldId="597"/>
        </pc:sldMkLst>
        <pc:spChg chg="mod">
          <ac:chgData name="Khobo, IL, Dr [ilkhobo@sun.ac.za]" userId="b519a442-dcea-4a28-9c45-7e29f1df5837" providerId="ADAL" clId="{8BC8A5CF-2DB3-45E9-BF57-F2ED810C291E}" dt="2026-09-15T10:02:44.178" v="55" actId="1076"/>
          <ac:spMkLst>
            <pc:docMk/>
            <pc:sldMk cId="2601401026" sldId="597"/>
            <ac:spMk id="13" creationId="{20076924-44A7-AFA3-D2D3-FEB8DE4DD9A9}"/>
          </ac:spMkLst>
        </pc:spChg>
        <pc:spChg chg="mod">
          <ac:chgData name="Khobo, IL, Dr [ilkhobo@sun.ac.za]" userId="b519a442-dcea-4a28-9c45-7e29f1df5837" providerId="ADAL" clId="{8BC8A5CF-2DB3-45E9-BF57-F2ED810C291E}" dt="2026-09-20T13:34:58.887" v="4067" actId="113"/>
          <ac:spMkLst>
            <pc:docMk/>
            <pc:sldMk cId="2601401026" sldId="597"/>
            <ac:spMk id="17" creationId="{7EC74C40-289A-CA47-2A9E-CB243EF9FF06}"/>
          </ac:spMkLst>
        </pc:spChg>
        <pc:spChg chg="mod">
          <ac:chgData name="Khobo, IL, Dr [ilkhobo@sun.ac.za]" userId="b519a442-dcea-4a28-9c45-7e29f1df5837" providerId="ADAL" clId="{8BC8A5CF-2DB3-45E9-BF57-F2ED810C291E}" dt="2026-09-20T13:33:07.173" v="3944" actId="20577"/>
          <ac:spMkLst>
            <pc:docMk/>
            <pc:sldMk cId="2601401026" sldId="597"/>
            <ac:spMk id="34" creationId="{593DD671-6E7B-06CE-9A2D-78AB0133EE61}"/>
          </ac:spMkLst>
        </pc:spChg>
        <pc:picChg chg="mod">
          <ac:chgData name="Khobo, IL, Dr [ilkhobo@sun.ac.za]" userId="b519a442-dcea-4a28-9c45-7e29f1df5837" providerId="ADAL" clId="{8BC8A5CF-2DB3-45E9-BF57-F2ED810C291E}" dt="2026-09-15T10:02:47.697" v="56" actId="14100"/>
          <ac:picMkLst>
            <pc:docMk/>
            <pc:sldMk cId="2601401026" sldId="597"/>
            <ac:picMk id="4" creationId="{8E3F0134-2454-5477-8946-7D018BDF2F56}"/>
          </ac:picMkLst>
        </pc:picChg>
      </pc:sldChg>
      <pc:sldChg chg="addSp delSp modSp mod ord delAnim modAnim">
        <pc:chgData name="Khobo, IL, Dr [ilkhobo@sun.ac.za]" userId="b519a442-dcea-4a28-9c45-7e29f1df5837" providerId="ADAL" clId="{8BC8A5CF-2DB3-45E9-BF57-F2ED810C291E}" dt="2026-09-20T14:35:35.587" v="4382" actId="1076"/>
        <pc:sldMkLst>
          <pc:docMk/>
          <pc:sldMk cId="3688302285" sldId="598"/>
        </pc:sldMkLst>
        <pc:spChg chg="add del mod">
          <ac:chgData name="Khobo, IL, Dr [ilkhobo@sun.ac.za]" userId="b519a442-dcea-4a28-9c45-7e29f1df5837" providerId="ADAL" clId="{8BC8A5CF-2DB3-45E9-BF57-F2ED810C291E}" dt="2026-09-20T13:58:02.161" v="4136"/>
          <ac:spMkLst>
            <pc:docMk/>
            <pc:sldMk cId="3688302285" sldId="598"/>
            <ac:spMk id="5" creationId="{A511BAB8-CF95-F963-D595-E3EC6B7B5F0B}"/>
          </ac:spMkLst>
        </pc:spChg>
        <pc:spChg chg="add del mod">
          <ac:chgData name="Khobo, IL, Dr [ilkhobo@sun.ac.za]" userId="b519a442-dcea-4a28-9c45-7e29f1df5837" providerId="ADAL" clId="{8BC8A5CF-2DB3-45E9-BF57-F2ED810C291E}" dt="2026-09-20T13:58:02.161" v="4134"/>
          <ac:spMkLst>
            <pc:docMk/>
            <pc:sldMk cId="3688302285" sldId="598"/>
            <ac:spMk id="7" creationId="{AE990508-DCC9-B6D8-0885-C198B523E45A}"/>
          </ac:spMkLst>
        </pc:spChg>
        <pc:spChg chg="add del mod">
          <ac:chgData name="Khobo, IL, Dr [ilkhobo@sun.ac.za]" userId="b519a442-dcea-4a28-9c45-7e29f1df5837" providerId="ADAL" clId="{8BC8A5CF-2DB3-45E9-BF57-F2ED810C291E}" dt="2026-09-20T13:58:02.159" v="4132" actId="478"/>
          <ac:spMkLst>
            <pc:docMk/>
            <pc:sldMk cId="3688302285" sldId="598"/>
            <ac:spMk id="9" creationId="{E8BCF48B-3424-F8D6-4A1F-5BB2E2BD5253}"/>
          </ac:spMkLst>
        </pc:spChg>
        <pc:spChg chg="add del mod">
          <ac:chgData name="Khobo, IL, Dr [ilkhobo@sun.ac.za]" userId="b519a442-dcea-4a28-9c45-7e29f1df5837" providerId="ADAL" clId="{8BC8A5CF-2DB3-45E9-BF57-F2ED810C291E}" dt="2026-09-20T13:58:04.221" v="4137" actId="478"/>
          <ac:spMkLst>
            <pc:docMk/>
            <pc:sldMk cId="3688302285" sldId="598"/>
            <ac:spMk id="11" creationId="{FAA86239-B629-6E94-62DA-FEEB6CFF7281}"/>
          </ac:spMkLst>
        </pc:spChg>
        <pc:spChg chg="add del mod">
          <ac:chgData name="Khobo, IL, Dr [ilkhobo@sun.ac.za]" userId="b519a442-dcea-4a28-9c45-7e29f1df5837" providerId="ADAL" clId="{8BC8A5CF-2DB3-45E9-BF57-F2ED810C291E}" dt="2026-09-20T14:17:15.821" v="4313" actId="478"/>
          <ac:spMkLst>
            <pc:docMk/>
            <pc:sldMk cId="3688302285" sldId="598"/>
            <ac:spMk id="13" creationId="{2FB3780D-F195-665D-A4CC-01FEAB5CDF2F}"/>
          </ac:spMkLst>
        </pc:spChg>
        <pc:spChg chg="add del mod">
          <ac:chgData name="Khobo, IL, Dr [ilkhobo@sun.ac.za]" userId="b519a442-dcea-4a28-9c45-7e29f1df5837" providerId="ADAL" clId="{8BC8A5CF-2DB3-45E9-BF57-F2ED810C291E}" dt="2026-09-20T14:17:15.821" v="4313" actId="478"/>
          <ac:spMkLst>
            <pc:docMk/>
            <pc:sldMk cId="3688302285" sldId="598"/>
            <ac:spMk id="15" creationId="{11386F09-5354-4AD4-CC1E-F97E3653E063}"/>
          </ac:spMkLst>
        </pc:spChg>
        <pc:spChg chg="add del mod">
          <ac:chgData name="Khobo, IL, Dr [ilkhobo@sun.ac.za]" userId="b519a442-dcea-4a28-9c45-7e29f1df5837" providerId="ADAL" clId="{8BC8A5CF-2DB3-45E9-BF57-F2ED810C291E}" dt="2026-09-20T14:03:48.515" v="4224" actId="21"/>
          <ac:spMkLst>
            <pc:docMk/>
            <pc:sldMk cId="3688302285" sldId="598"/>
            <ac:spMk id="17" creationId="{BCF78342-B12B-3C29-4A93-F6DF50B3D34D}"/>
          </ac:spMkLst>
        </pc:spChg>
        <pc:spChg chg="add del mod">
          <ac:chgData name="Khobo, IL, Dr [ilkhobo@sun.ac.za]" userId="b519a442-dcea-4a28-9c45-7e29f1df5837" providerId="ADAL" clId="{8BC8A5CF-2DB3-45E9-BF57-F2ED810C291E}" dt="2026-09-20T13:33:18.465" v="3949" actId="478"/>
          <ac:spMkLst>
            <pc:docMk/>
            <pc:sldMk cId="3688302285" sldId="598"/>
            <ac:spMk id="20" creationId="{646C04A3-C2E1-0C87-1953-B149B7607B0D}"/>
          </ac:spMkLst>
        </pc:spChg>
        <pc:spChg chg="add del mod">
          <ac:chgData name="Khobo, IL, Dr [ilkhobo@sun.ac.za]" userId="b519a442-dcea-4a28-9c45-7e29f1df5837" providerId="ADAL" clId="{8BC8A5CF-2DB3-45E9-BF57-F2ED810C291E}" dt="2026-09-20T14:03:48.515" v="4224" actId="21"/>
          <ac:spMkLst>
            <pc:docMk/>
            <pc:sldMk cId="3688302285" sldId="598"/>
            <ac:spMk id="27" creationId="{270FF18D-F059-7F74-4489-945B7D6E4461}"/>
          </ac:spMkLst>
        </pc:spChg>
        <pc:spChg chg="mod">
          <ac:chgData name="Khobo, IL, Dr [ilkhobo@sun.ac.za]" userId="b519a442-dcea-4a28-9c45-7e29f1df5837" providerId="ADAL" clId="{8BC8A5CF-2DB3-45E9-BF57-F2ED810C291E}" dt="2026-09-20T13:33:13.398" v="3948" actId="20577"/>
          <ac:spMkLst>
            <pc:docMk/>
            <pc:sldMk cId="3688302285" sldId="598"/>
            <ac:spMk id="34" creationId="{B455DA52-40FF-DEBB-C98B-733E6590C8CD}"/>
          </ac:spMkLst>
        </pc:spChg>
        <pc:spChg chg="mod">
          <ac:chgData name="Khobo, IL, Dr [ilkhobo@sun.ac.za]" userId="b519a442-dcea-4a28-9c45-7e29f1df5837" providerId="ADAL" clId="{8BC8A5CF-2DB3-45E9-BF57-F2ED810C291E}" dt="2026-09-20T14:17:43.075" v="4368" actId="20577"/>
          <ac:spMkLst>
            <pc:docMk/>
            <pc:sldMk cId="3688302285" sldId="598"/>
            <ac:spMk id="36" creationId="{594B83FC-F6AE-70F5-3BB1-5654CFB91FF5}"/>
          </ac:spMkLst>
        </pc:spChg>
        <pc:grpChg chg="add del mod">
          <ac:chgData name="Khobo, IL, Dr [ilkhobo@sun.ac.za]" userId="b519a442-dcea-4a28-9c45-7e29f1df5837" providerId="ADAL" clId="{8BC8A5CF-2DB3-45E9-BF57-F2ED810C291E}" dt="2026-09-20T13:33:18.465" v="3949" actId="478"/>
          <ac:grpSpMkLst>
            <pc:docMk/>
            <pc:sldMk cId="3688302285" sldId="598"/>
            <ac:grpSpMk id="26" creationId="{CFF30133-4E4D-1A59-05DD-7406EE6C2FE5}"/>
          </ac:grpSpMkLst>
        </pc:grpChg>
        <pc:graphicFrameChg chg="add mod modGraphic">
          <ac:chgData name="Khobo, IL, Dr [ilkhobo@sun.ac.za]" userId="b519a442-dcea-4a28-9c45-7e29f1df5837" providerId="ADAL" clId="{8BC8A5CF-2DB3-45E9-BF57-F2ED810C291E}" dt="2026-09-20T14:35:35.587" v="4382" actId="1076"/>
          <ac:graphicFrameMkLst>
            <pc:docMk/>
            <pc:sldMk cId="3688302285" sldId="598"/>
            <ac:graphicFrameMk id="31" creationId="{5AE38570-83F1-1943-6155-9886F4406BAD}"/>
          </ac:graphicFrameMkLst>
        </pc:graphicFrameChg>
        <pc:picChg chg="add del mod">
          <ac:chgData name="Khobo, IL, Dr [ilkhobo@sun.ac.za]" userId="b519a442-dcea-4a28-9c45-7e29f1df5837" providerId="ADAL" clId="{8BC8A5CF-2DB3-45E9-BF57-F2ED810C291E}" dt="2026-09-20T14:17:15.821" v="4313" actId="478"/>
          <ac:picMkLst>
            <pc:docMk/>
            <pc:sldMk cId="3688302285" sldId="598"/>
            <ac:picMk id="3" creationId="{2F97B3BA-4C2F-BFAD-E7EF-E69AF4583CC9}"/>
          </ac:picMkLst>
        </pc:picChg>
        <pc:picChg chg="add del mod modCrop">
          <ac:chgData name="Khobo, IL, Dr [ilkhobo@sun.ac.za]" userId="b519a442-dcea-4a28-9c45-7e29f1df5837" providerId="ADAL" clId="{8BC8A5CF-2DB3-45E9-BF57-F2ED810C291E}" dt="2026-09-20T13:33:18.465" v="3949" actId="478"/>
          <ac:picMkLst>
            <pc:docMk/>
            <pc:sldMk cId="3688302285" sldId="598"/>
            <ac:picMk id="19" creationId="{F366CEF7-800D-2A25-F951-2F65349FD72B}"/>
          </ac:picMkLst>
        </pc:picChg>
      </pc:sldChg>
      <pc:sldChg chg="addSp delSp modSp add del mod modTransition delAnim modAnim">
        <pc:chgData name="Khobo, IL, Dr [ilkhobo@sun.ac.za]" userId="b519a442-dcea-4a28-9c45-7e29f1df5837" providerId="ADAL" clId="{8BC8A5CF-2DB3-45E9-BF57-F2ED810C291E}" dt="2026-09-20T13:33:24.288" v="3950" actId="47"/>
        <pc:sldMkLst>
          <pc:docMk/>
          <pc:sldMk cId="1050411075" sldId="599"/>
        </pc:sldMkLst>
      </pc:sldChg>
      <pc:sldChg chg="addSp modSp add mod modTransition">
        <pc:chgData name="Khobo, IL, Dr [ilkhobo@sun.ac.za]" userId="b519a442-dcea-4a28-9c45-7e29f1df5837" providerId="ADAL" clId="{8BC8A5CF-2DB3-45E9-BF57-F2ED810C291E}" dt="2026-09-20T20:07:05.808" v="6099"/>
        <pc:sldMkLst>
          <pc:docMk/>
          <pc:sldMk cId="1850283270" sldId="599"/>
        </pc:sldMkLst>
        <pc:spChg chg="add mod">
          <ac:chgData name="Khobo, IL, Dr [ilkhobo@sun.ac.za]" userId="b519a442-dcea-4a28-9c45-7e29f1df5837" providerId="ADAL" clId="{8BC8A5CF-2DB3-45E9-BF57-F2ED810C291E}" dt="2026-09-20T14:08:16.026" v="4288" actId="207"/>
          <ac:spMkLst>
            <pc:docMk/>
            <pc:sldMk cId="1850283270" sldId="599"/>
            <ac:spMk id="4" creationId="{98D8A289-BCF4-A033-129A-A097B2E64842}"/>
          </ac:spMkLst>
        </pc:spChg>
        <pc:spChg chg="add mod">
          <ac:chgData name="Khobo, IL, Dr [ilkhobo@sun.ac.za]" userId="b519a442-dcea-4a28-9c45-7e29f1df5837" providerId="ADAL" clId="{8BC8A5CF-2DB3-45E9-BF57-F2ED810C291E}" dt="2026-09-20T14:08:24.014" v="4289" actId="207"/>
          <ac:spMkLst>
            <pc:docMk/>
            <pc:sldMk cId="1850283270" sldId="599"/>
            <ac:spMk id="6" creationId="{EB5E0AAE-7067-6BD0-676E-348B59F34B44}"/>
          </ac:spMkLst>
        </pc:spChg>
        <pc:spChg chg="mod">
          <ac:chgData name="Khobo, IL, Dr [ilkhobo@sun.ac.za]" userId="b519a442-dcea-4a28-9c45-7e29f1df5837" providerId="ADAL" clId="{8BC8A5CF-2DB3-45E9-BF57-F2ED810C291E}" dt="2026-09-20T18:24:41.390" v="5310" actId="20577"/>
          <ac:spMkLst>
            <pc:docMk/>
            <pc:sldMk cId="1850283270" sldId="599"/>
            <ac:spMk id="13" creationId="{2EF6DAF4-E98B-ED39-AF22-9AB6703BBCB5}"/>
          </ac:spMkLst>
        </pc:spChg>
        <pc:picChg chg="mod">
          <ac:chgData name="Khobo, IL, Dr [ilkhobo@sun.ac.za]" userId="b519a442-dcea-4a28-9c45-7e29f1df5837" providerId="ADAL" clId="{8BC8A5CF-2DB3-45E9-BF57-F2ED810C291E}" dt="2026-09-20T14:04:06.837" v="4226" actId="1076"/>
          <ac:picMkLst>
            <pc:docMk/>
            <pc:sldMk cId="1850283270" sldId="599"/>
            <ac:picMk id="3" creationId="{3A1A6C79-6F19-F00F-BAD8-810556F84A59}"/>
          </ac:picMkLst>
        </pc:picChg>
      </pc:sldChg>
      <pc:sldChg chg="addSp delSp modSp add del mod delAnim">
        <pc:chgData name="Khobo, IL, Dr [ilkhobo@sun.ac.za]" userId="b519a442-dcea-4a28-9c45-7e29f1df5837" providerId="ADAL" clId="{8BC8A5CF-2DB3-45E9-BF57-F2ED810C291E}" dt="2026-09-20T13:33:24.288" v="3950" actId="47"/>
        <pc:sldMkLst>
          <pc:docMk/>
          <pc:sldMk cId="1771664255" sldId="600"/>
        </pc:sldMkLst>
      </pc:sldChg>
      <pc:sldChg chg="addSp delSp modSp add mod modTransition">
        <pc:chgData name="Khobo, IL, Dr [ilkhobo@sun.ac.za]" userId="b519a442-dcea-4a28-9c45-7e29f1df5837" providerId="ADAL" clId="{8BC8A5CF-2DB3-45E9-BF57-F2ED810C291E}" dt="2026-09-20T20:07:11.553" v="6100"/>
        <pc:sldMkLst>
          <pc:docMk/>
          <pc:sldMk cId="4090810304" sldId="600"/>
        </pc:sldMkLst>
        <pc:spChg chg="mod">
          <ac:chgData name="Khobo, IL, Dr [ilkhobo@sun.ac.za]" userId="b519a442-dcea-4a28-9c45-7e29f1df5837" providerId="ADAL" clId="{8BC8A5CF-2DB3-45E9-BF57-F2ED810C291E}" dt="2026-09-20T14:08:53.950" v="4291" actId="2085"/>
          <ac:spMkLst>
            <pc:docMk/>
            <pc:sldMk cId="4090810304" sldId="600"/>
            <ac:spMk id="4" creationId="{5FE359DA-8FC2-94F8-58D9-E5C47991235E}"/>
          </ac:spMkLst>
        </pc:spChg>
        <pc:spChg chg="add mod">
          <ac:chgData name="Khobo, IL, Dr [ilkhobo@sun.ac.za]" userId="b519a442-dcea-4a28-9c45-7e29f1df5837" providerId="ADAL" clId="{8BC8A5CF-2DB3-45E9-BF57-F2ED810C291E}" dt="2026-09-20T14:09:15.177" v="4292" actId="207"/>
          <ac:spMkLst>
            <pc:docMk/>
            <pc:sldMk cId="4090810304" sldId="600"/>
            <ac:spMk id="5" creationId="{94B4F7C5-E36A-D954-12CC-50A4DF3C1B16}"/>
          </ac:spMkLst>
        </pc:spChg>
        <pc:spChg chg="mod">
          <ac:chgData name="Khobo, IL, Dr [ilkhobo@sun.ac.za]" userId="b519a442-dcea-4a28-9c45-7e29f1df5837" providerId="ADAL" clId="{8BC8A5CF-2DB3-45E9-BF57-F2ED810C291E}" dt="2026-09-20T14:08:53.950" v="4291" actId="2085"/>
          <ac:spMkLst>
            <pc:docMk/>
            <pc:sldMk cId="4090810304" sldId="600"/>
            <ac:spMk id="6" creationId="{3A0130A7-6CBC-099C-0056-803F55826EA5}"/>
          </ac:spMkLst>
        </pc:spChg>
        <pc:spChg chg="add mod">
          <ac:chgData name="Khobo, IL, Dr [ilkhobo@sun.ac.za]" userId="b519a442-dcea-4a28-9c45-7e29f1df5837" providerId="ADAL" clId="{8BC8A5CF-2DB3-45E9-BF57-F2ED810C291E}" dt="2026-09-20T14:09:15.177" v="4292" actId="207"/>
          <ac:spMkLst>
            <pc:docMk/>
            <pc:sldMk cId="4090810304" sldId="600"/>
            <ac:spMk id="8" creationId="{01787A8A-B016-EE0B-ED00-978DD820644D}"/>
          </ac:spMkLst>
        </pc:spChg>
        <pc:spChg chg="add del mod">
          <ac:chgData name="Khobo, IL, Dr [ilkhobo@sun.ac.za]" userId="b519a442-dcea-4a28-9c45-7e29f1df5837" providerId="ADAL" clId="{8BC8A5CF-2DB3-45E9-BF57-F2ED810C291E}" dt="2026-09-20T14:09:49.705" v="4295" actId="478"/>
          <ac:spMkLst>
            <pc:docMk/>
            <pc:sldMk cId="4090810304" sldId="600"/>
            <ac:spMk id="10" creationId="{D8425740-722D-68E3-D98B-6C4F9E294F63}"/>
          </ac:spMkLst>
        </pc:spChg>
        <pc:spChg chg="add del mod">
          <ac:chgData name="Khobo, IL, Dr [ilkhobo@sun.ac.za]" userId="b519a442-dcea-4a28-9c45-7e29f1df5837" providerId="ADAL" clId="{8BC8A5CF-2DB3-45E9-BF57-F2ED810C291E}" dt="2026-09-20T14:09:49.705" v="4295" actId="478"/>
          <ac:spMkLst>
            <pc:docMk/>
            <pc:sldMk cId="4090810304" sldId="600"/>
            <ac:spMk id="12" creationId="{67F76C20-F184-808A-0983-FC023B3E4DF8}"/>
          </ac:spMkLst>
        </pc:spChg>
        <pc:spChg chg="mod">
          <ac:chgData name="Khobo, IL, Dr [ilkhobo@sun.ac.za]" userId="b519a442-dcea-4a28-9c45-7e29f1df5837" providerId="ADAL" clId="{8BC8A5CF-2DB3-45E9-BF57-F2ED810C291E}" dt="2026-09-20T18:24:46.858" v="5311" actId="20577"/>
          <ac:spMkLst>
            <pc:docMk/>
            <pc:sldMk cId="4090810304" sldId="600"/>
            <ac:spMk id="13" creationId="{E6C83B22-0695-105F-C152-97464FD644C3}"/>
          </ac:spMkLst>
        </pc:spChg>
        <pc:spChg chg="mod">
          <ac:chgData name="Khobo, IL, Dr [ilkhobo@sun.ac.za]" userId="b519a442-dcea-4a28-9c45-7e29f1df5837" providerId="ADAL" clId="{8BC8A5CF-2DB3-45E9-BF57-F2ED810C291E}" dt="2026-09-20T14:04:48.114" v="4232" actId="20577"/>
          <ac:spMkLst>
            <pc:docMk/>
            <pc:sldMk cId="4090810304" sldId="600"/>
            <ac:spMk id="15" creationId="{DC5D0D9D-AFA0-FA26-D6E6-44347846B285}"/>
          </ac:spMkLst>
        </pc:spChg>
        <pc:picChg chg="mod">
          <ac:chgData name="Khobo, IL, Dr [ilkhobo@sun.ac.za]" userId="b519a442-dcea-4a28-9c45-7e29f1df5837" providerId="ADAL" clId="{8BC8A5CF-2DB3-45E9-BF57-F2ED810C291E}" dt="2026-09-20T14:09:37.695" v="4293" actId="1076"/>
          <ac:picMkLst>
            <pc:docMk/>
            <pc:sldMk cId="4090810304" sldId="600"/>
            <ac:picMk id="3" creationId="{859804FE-50BC-7903-D197-9737E4BC47F5}"/>
          </ac:picMkLst>
        </pc:picChg>
      </pc:sldChg>
      <pc:sldChg chg="addSp delSp modSp add del mod modTransition">
        <pc:chgData name="Khobo, IL, Dr [ilkhobo@sun.ac.za]" userId="b519a442-dcea-4a28-9c45-7e29f1df5837" providerId="ADAL" clId="{8BC8A5CF-2DB3-45E9-BF57-F2ED810C291E}" dt="2026-09-20T13:33:24.288" v="3950" actId="47"/>
        <pc:sldMkLst>
          <pc:docMk/>
          <pc:sldMk cId="261590760" sldId="601"/>
        </pc:sldMkLst>
      </pc:sldChg>
      <pc:sldChg chg="modSp add mod modTransition">
        <pc:chgData name="Khobo, IL, Dr [ilkhobo@sun.ac.za]" userId="b519a442-dcea-4a28-9c45-7e29f1df5837" providerId="ADAL" clId="{8BC8A5CF-2DB3-45E9-BF57-F2ED810C291E}" dt="2026-09-20T20:07:17.234" v="6101"/>
        <pc:sldMkLst>
          <pc:docMk/>
          <pc:sldMk cId="2114296965" sldId="601"/>
        </pc:sldMkLst>
        <pc:spChg chg="mod">
          <ac:chgData name="Khobo, IL, Dr [ilkhobo@sun.ac.za]" userId="b519a442-dcea-4a28-9c45-7e29f1df5837" providerId="ADAL" clId="{8BC8A5CF-2DB3-45E9-BF57-F2ED810C291E}" dt="2026-09-20T14:11:48.974" v="4311" actId="20577"/>
          <ac:spMkLst>
            <pc:docMk/>
            <pc:sldMk cId="2114296965" sldId="601"/>
            <ac:spMk id="10" creationId="{037554F1-2E18-73C5-392C-EF33B2E0DA66}"/>
          </ac:spMkLst>
        </pc:spChg>
        <pc:spChg chg="mod">
          <ac:chgData name="Khobo, IL, Dr [ilkhobo@sun.ac.za]" userId="b519a442-dcea-4a28-9c45-7e29f1df5837" providerId="ADAL" clId="{8BC8A5CF-2DB3-45E9-BF57-F2ED810C291E}" dt="2026-09-20T14:11:45.806" v="4309" actId="20577"/>
          <ac:spMkLst>
            <pc:docMk/>
            <pc:sldMk cId="2114296965" sldId="601"/>
            <ac:spMk id="12" creationId="{E293CA63-38EF-8130-06AC-6C32450AD397}"/>
          </ac:spMkLst>
        </pc:spChg>
        <pc:spChg chg="mod">
          <ac:chgData name="Khobo, IL, Dr [ilkhobo@sun.ac.za]" userId="b519a442-dcea-4a28-9c45-7e29f1df5837" providerId="ADAL" clId="{8BC8A5CF-2DB3-45E9-BF57-F2ED810C291E}" dt="2026-09-20T18:24:52.209" v="5312" actId="20577"/>
          <ac:spMkLst>
            <pc:docMk/>
            <pc:sldMk cId="2114296965" sldId="601"/>
            <ac:spMk id="13" creationId="{22809756-A492-FD38-B7A9-BFF8262425C6}"/>
          </ac:spMkLst>
        </pc:spChg>
        <pc:picChg chg="mod">
          <ac:chgData name="Khobo, IL, Dr [ilkhobo@sun.ac.za]" userId="b519a442-dcea-4a28-9c45-7e29f1df5837" providerId="ADAL" clId="{8BC8A5CF-2DB3-45E9-BF57-F2ED810C291E}" dt="2026-09-20T14:10:10.785" v="4297" actId="1076"/>
          <ac:picMkLst>
            <pc:docMk/>
            <pc:sldMk cId="2114296965" sldId="601"/>
            <ac:picMk id="3" creationId="{ECEB8750-24A0-6918-12B2-210CE951F1C5}"/>
          </ac:picMkLst>
        </pc:picChg>
      </pc:sldChg>
      <pc:sldChg chg="modSp add mod modTransition">
        <pc:chgData name="Khobo, IL, Dr [ilkhobo@sun.ac.za]" userId="b519a442-dcea-4a28-9c45-7e29f1df5837" providerId="ADAL" clId="{8BC8A5CF-2DB3-45E9-BF57-F2ED810C291E}" dt="2026-09-20T20:07:22.033" v="6102"/>
        <pc:sldMkLst>
          <pc:docMk/>
          <pc:sldMk cId="1877822711" sldId="602"/>
        </pc:sldMkLst>
        <pc:spChg chg="mod">
          <ac:chgData name="Khobo, IL, Dr [ilkhobo@sun.ac.za]" userId="b519a442-dcea-4a28-9c45-7e29f1df5837" providerId="ADAL" clId="{8BC8A5CF-2DB3-45E9-BF57-F2ED810C291E}" dt="2026-09-20T14:11:30.262" v="4301" actId="20577"/>
          <ac:spMkLst>
            <pc:docMk/>
            <pc:sldMk cId="1877822711" sldId="602"/>
            <ac:spMk id="10" creationId="{3B0D983B-F966-385B-CE95-009ECB0EDD92}"/>
          </ac:spMkLst>
        </pc:spChg>
        <pc:spChg chg="mod">
          <ac:chgData name="Khobo, IL, Dr [ilkhobo@sun.ac.za]" userId="b519a442-dcea-4a28-9c45-7e29f1df5837" providerId="ADAL" clId="{8BC8A5CF-2DB3-45E9-BF57-F2ED810C291E}" dt="2026-09-20T14:11:35.961" v="4305" actId="20577"/>
          <ac:spMkLst>
            <pc:docMk/>
            <pc:sldMk cId="1877822711" sldId="602"/>
            <ac:spMk id="12" creationId="{B7042F65-562F-7B5B-1B62-3FABA1274B3F}"/>
          </ac:spMkLst>
        </pc:spChg>
        <pc:spChg chg="mod">
          <ac:chgData name="Khobo, IL, Dr [ilkhobo@sun.ac.za]" userId="b519a442-dcea-4a28-9c45-7e29f1df5837" providerId="ADAL" clId="{8BC8A5CF-2DB3-45E9-BF57-F2ED810C291E}" dt="2026-09-20T18:24:57.368" v="5313" actId="20577"/>
          <ac:spMkLst>
            <pc:docMk/>
            <pc:sldMk cId="1877822711" sldId="602"/>
            <ac:spMk id="13" creationId="{6D608F54-C2D6-9D6B-F9FC-6C41890A5DA6}"/>
          </ac:spMkLst>
        </pc:spChg>
        <pc:picChg chg="mod">
          <ac:chgData name="Khobo, IL, Dr [ilkhobo@sun.ac.za]" userId="b519a442-dcea-4a28-9c45-7e29f1df5837" providerId="ADAL" clId="{8BC8A5CF-2DB3-45E9-BF57-F2ED810C291E}" dt="2026-09-20T14:10:59.060" v="4299" actId="1076"/>
          <ac:picMkLst>
            <pc:docMk/>
            <pc:sldMk cId="1877822711" sldId="602"/>
            <ac:picMk id="3" creationId="{BC18969F-E660-EED9-F2C1-8BBFD1E25D6F}"/>
          </ac:picMkLst>
        </pc:picChg>
      </pc:sldChg>
      <pc:sldChg chg="addSp delSp modSp add del mod modTransition">
        <pc:chgData name="Khobo, IL, Dr [ilkhobo@sun.ac.za]" userId="b519a442-dcea-4a28-9c45-7e29f1df5837" providerId="ADAL" clId="{8BC8A5CF-2DB3-45E9-BF57-F2ED810C291E}" dt="2026-09-20T13:33:24.288" v="3950" actId="47"/>
        <pc:sldMkLst>
          <pc:docMk/>
          <pc:sldMk cId="3773195825" sldId="602"/>
        </pc:sldMkLst>
      </pc:sldChg>
      <pc:sldChg chg="modSp add mod">
        <pc:chgData name="Khobo, IL, Dr [ilkhobo@sun.ac.za]" userId="b519a442-dcea-4a28-9c45-7e29f1df5837" providerId="ADAL" clId="{8BC8A5CF-2DB3-45E9-BF57-F2ED810C291E}" dt="2026-09-20T18:24:36.624" v="5309" actId="20577"/>
        <pc:sldMkLst>
          <pc:docMk/>
          <pc:sldMk cId="556267981" sldId="603"/>
        </pc:sldMkLst>
        <pc:spChg chg="mod">
          <ac:chgData name="Khobo, IL, Dr [ilkhobo@sun.ac.za]" userId="b519a442-dcea-4a28-9c45-7e29f1df5837" providerId="ADAL" clId="{8BC8A5CF-2DB3-45E9-BF57-F2ED810C291E}" dt="2026-09-20T18:24:36.624" v="5309" actId="20577"/>
          <ac:spMkLst>
            <pc:docMk/>
            <pc:sldMk cId="556267981" sldId="603"/>
            <ac:spMk id="13" creationId="{060A741B-3865-3396-0EF8-D20B88AD1CCD}"/>
          </ac:spMkLst>
        </pc:spChg>
      </pc:sldChg>
      <pc:sldChg chg="addSp delSp modSp add del mod modTransition">
        <pc:chgData name="Khobo, IL, Dr [ilkhobo@sun.ac.za]" userId="b519a442-dcea-4a28-9c45-7e29f1df5837" providerId="ADAL" clId="{8BC8A5CF-2DB3-45E9-BF57-F2ED810C291E}" dt="2026-09-20T13:33:24.288" v="3950" actId="47"/>
        <pc:sldMkLst>
          <pc:docMk/>
          <pc:sldMk cId="1555217230" sldId="603"/>
        </pc:sldMkLst>
      </pc:sldChg>
      <pc:sldChg chg="addSp delSp modSp add mod modAnim">
        <pc:chgData name="Khobo, IL, Dr [ilkhobo@sun.ac.za]" userId="b519a442-dcea-4a28-9c45-7e29f1df5837" providerId="ADAL" clId="{8BC8A5CF-2DB3-45E9-BF57-F2ED810C291E}" dt="2026-09-20T18:25:10.789" v="5314" actId="20577"/>
        <pc:sldMkLst>
          <pc:docMk/>
          <pc:sldMk cId="395337348" sldId="604"/>
        </pc:sldMkLst>
        <pc:spChg chg="del">
          <ac:chgData name="Khobo, IL, Dr [ilkhobo@sun.ac.za]" userId="b519a442-dcea-4a28-9c45-7e29f1df5837" providerId="ADAL" clId="{8BC8A5CF-2DB3-45E9-BF57-F2ED810C291E}" dt="2026-09-20T14:34:03.897" v="4376" actId="478"/>
          <ac:spMkLst>
            <pc:docMk/>
            <pc:sldMk cId="395337348" sldId="604"/>
            <ac:spMk id="4" creationId="{1496E0AE-27F5-39D6-0031-FB9DA077BAD5}"/>
          </ac:spMkLst>
        </pc:spChg>
        <pc:spChg chg="del">
          <ac:chgData name="Khobo, IL, Dr [ilkhobo@sun.ac.za]" userId="b519a442-dcea-4a28-9c45-7e29f1df5837" providerId="ADAL" clId="{8BC8A5CF-2DB3-45E9-BF57-F2ED810C291E}" dt="2026-09-20T14:34:03.897" v="4376" actId="478"/>
          <ac:spMkLst>
            <pc:docMk/>
            <pc:sldMk cId="395337348" sldId="604"/>
            <ac:spMk id="5" creationId="{9C3E0738-4AAB-DFC6-020C-9E11CEDF9C28}"/>
          </ac:spMkLst>
        </pc:spChg>
        <pc:spChg chg="del">
          <ac:chgData name="Khobo, IL, Dr [ilkhobo@sun.ac.za]" userId="b519a442-dcea-4a28-9c45-7e29f1df5837" providerId="ADAL" clId="{8BC8A5CF-2DB3-45E9-BF57-F2ED810C291E}" dt="2026-09-20T14:34:03.897" v="4376" actId="478"/>
          <ac:spMkLst>
            <pc:docMk/>
            <pc:sldMk cId="395337348" sldId="604"/>
            <ac:spMk id="6" creationId="{95D48CB9-1171-2CDF-8988-0417C5B8FFA8}"/>
          </ac:spMkLst>
        </pc:spChg>
        <pc:spChg chg="del">
          <ac:chgData name="Khobo, IL, Dr [ilkhobo@sun.ac.za]" userId="b519a442-dcea-4a28-9c45-7e29f1df5837" providerId="ADAL" clId="{8BC8A5CF-2DB3-45E9-BF57-F2ED810C291E}" dt="2026-09-20T14:34:03.897" v="4376" actId="478"/>
          <ac:spMkLst>
            <pc:docMk/>
            <pc:sldMk cId="395337348" sldId="604"/>
            <ac:spMk id="8" creationId="{C180A4FC-6909-C434-282E-65CE554C499B}"/>
          </ac:spMkLst>
        </pc:spChg>
        <pc:spChg chg="del">
          <ac:chgData name="Khobo, IL, Dr [ilkhobo@sun.ac.za]" userId="b519a442-dcea-4a28-9c45-7e29f1df5837" providerId="ADAL" clId="{8BC8A5CF-2DB3-45E9-BF57-F2ED810C291E}" dt="2026-09-20T14:34:03.897" v="4376" actId="478"/>
          <ac:spMkLst>
            <pc:docMk/>
            <pc:sldMk cId="395337348" sldId="604"/>
            <ac:spMk id="10" creationId="{8D1B3CD7-5110-86D3-9F0F-592241979855}"/>
          </ac:spMkLst>
        </pc:spChg>
        <pc:spChg chg="mod topLvl">
          <ac:chgData name="Khobo, IL, Dr [ilkhobo@sun.ac.za]" userId="b519a442-dcea-4a28-9c45-7e29f1df5837" providerId="ADAL" clId="{8BC8A5CF-2DB3-45E9-BF57-F2ED810C291E}" dt="2026-09-20T14:39:55.662" v="4422" actId="165"/>
          <ac:spMkLst>
            <pc:docMk/>
            <pc:sldMk cId="395337348" sldId="604"/>
            <ac:spMk id="11" creationId="{E7FAE1CE-D28B-A966-DD4D-982E1A45FC50}"/>
          </ac:spMkLst>
        </pc:spChg>
        <pc:spChg chg="del">
          <ac:chgData name="Khobo, IL, Dr [ilkhobo@sun.ac.za]" userId="b519a442-dcea-4a28-9c45-7e29f1df5837" providerId="ADAL" clId="{8BC8A5CF-2DB3-45E9-BF57-F2ED810C291E}" dt="2026-09-20T14:34:03.897" v="4376" actId="478"/>
          <ac:spMkLst>
            <pc:docMk/>
            <pc:sldMk cId="395337348" sldId="604"/>
            <ac:spMk id="12" creationId="{8CD4CAAF-D68D-768A-3006-F5E36A2646C8}"/>
          </ac:spMkLst>
        </pc:spChg>
        <pc:spChg chg="del mod">
          <ac:chgData name="Khobo, IL, Dr [ilkhobo@sun.ac.za]" userId="b519a442-dcea-4a28-9c45-7e29f1df5837" providerId="ADAL" clId="{8BC8A5CF-2DB3-45E9-BF57-F2ED810C291E}" dt="2026-09-20T14:47:38.941" v="4616" actId="478"/>
          <ac:spMkLst>
            <pc:docMk/>
            <pc:sldMk cId="395337348" sldId="604"/>
            <ac:spMk id="13" creationId="{F671F9DE-4BC5-BD3C-164E-9F319C02C0C3}"/>
          </ac:spMkLst>
        </pc:spChg>
        <pc:spChg chg="mod topLvl">
          <ac:chgData name="Khobo, IL, Dr [ilkhobo@sun.ac.za]" userId="b519a442-dcea-4a28-9c45-7e29f1df5837" providerId="ADAL" clId="{8BC8A5CF-2DB3-45E9-BF57-F2ED810C291E}" dt="2026-09-20T14:39:55.662" v="4422" actId="165"/>
          <ac:spMkLst>
            <pc:docMk/>
            <pc:sldMk cId="395337348" sldId="604"/>
            <ac:spMk id="14" creationId="{48C6EF92-AF59-0CDC-C5E6-6FEA577FCE89}"/>
          </ac:spMkLst>
        </pc:spChg>
        <pc:spChg chg="mod">
          <ac:chgData name="Khobo, IL, Dr [ilkhobo@sun.ac.za]" userId="b519a442-dcea-4a28-9c45-7e29f1df5837" providerId="ADAL" clId="{8BC8A5CF-2DB3-45E9-BF57-F2ED810C291E}" dt="2026-09-20T14:50:34.263" v="4712" actId="20577"/>
          <ac:spMkLst>
            <pc:docMk/>
            <pc:sldMk cId="395337348" sldId="604"/>
            <ac:spMk id="15" creationId="{7E092F1B-B8BB-4607-F794-B9B9FDF095C5}"/>
          </ac:spMkLst>
        </pc:spChg>
        <pc:spChg chg="mod topLvl">
          <ac:chgData name="Khobo, IL, Dr [ilkhobo@sun.ac.za]" userId="b519a442-dcea-4a28-9c45-7e29f1df5837" providerId="ADAL" clId="{8BC8A5CF-2DB3-45E9-BF57-F2ED810C291E}" dt="2026-09-20T14:39:55.662" v="4422" actId="165"/>
          <ac:spMkLst>
            <pc:docMk/>
            <pc:sldMk cId="395337348" sldId="604"/>
            <ac:spMk id="16" creationId="{E739D8DA-CFAD-4AF3-3EFC-40B01BD2EED5}"/>
          </ac:spMkLst>
        </pc:spChg>
        <pc:spChg chg="del">
          <ac:chgData name="Khobo, IL, Dr [ilkhobo@sun.ac.za]" userId="b519a442-dcea-4a28-9c45-7e29f1df5837" providerId="ADAL" clId="{8BC8A5CF-2DB3-45E9-BF57-F2ED810C291E}" dt="2026-09-20T14:37:14.228" v="4387" actId="478"/>
          <ac:spMkLst>
            <pc:docMk/>
            <pc:sldMk cId="395337348" sldId="604"/>
            <ac:spMk id="17" creationId="{6E7B2923-2A64-D34D-ABB4-44265D0D60AD}"/>
          </ac:spMkLst>
        </pc:spChg>
        <pc:spChg chg="del">
          <ac:chgData name="Khobo, IL, Dr [ilkhobo@sun.ac.za]" userId="b519a442-dcea-4a28-9c45-7e29f1df5837" providerId="ADAL" clId="{8BC8A5CF-2DB3-45E9-BF57-F2ED810C291E}" dt="2026-09-20T14:37:19.238" v="4388" actId="478"/>
          <ac:spMkLst>
            <pc:docMk/>
            <pc:sldMk cId="395337348" sldId="604"/>
            <ac:spMk id="18" creationId="{A8E03716-62CA-89D0-0EE5-2C95CD30FBA8}"/>
          </ac:spMkLst>
        </pc:spChg>
        <pc:spChg chg="del mod">
          <ac:chgData name="Khobo, IL, Dr [ilkhobo@sun.ac.za]" userId="b519a442-dcea-4a28-9c45-7e29f1df5837" providerId="ADAL" clId="{8BC8A5CF-2DB3-45E9-BF57-F2ED810C291E}" dt="2026-09-20T14:37:22.312" v="4389" actId="478"/>
          <ac:spMkLst>
            <pc:docMk/>
            <pc:sldMk cId="395337348" sldId="604"/>
            <ac:spMk id="19" creationId="{D58C44BB-99F8-6B7A-E824-9C372421C7FE}"/>
          </ac:spMkLst>
        </pc:spChg>
        <pc:spChg chg="del mod">
          <ac:chgData name="Khobo, IL, Dr [ilkhobo@sun.ac.za]" userId="b519a442-dcea-4a28-9c45-7e29f1df5837" providerId="ADAL" clId="{8BC8A5CF-2DB3-45E9-BF57-F2ED810C291E}" dt="2026-09-20T14:37:24.579" v="4390" actId="478"/>
          <ac:spMkLst>
            <pc:docMk/>
            <pc:sldMk cId="395337348" sldId="604"/>
            <ac:spMk id="20" creationId="{EC5CDC2C-C341-6A21-5CC5-55F6F361B36D}"/>
          </ac:spMkLst>
        </pc:spChg>
        <pc:spChg chg="mod topLvl">
          <ac:chgData name="Khobo, IL, Dr [ilkhobo@sun.ac.za]" userId="b519a442-dcea-4a28-9c45-7e29f1df5837" providerId="ADAL" clId="{8BC8A5CF-2DB3-45E9-BF57-F2ED810C291E}" dt="2026-09-20T14:40:39.530" v="4427" actId="465"/>
          <ac:spMkLst>
            <pc:docMk/>
            <pc:sldMk cId="395337348" sldId="604"/>
            <ac:spMk id="21" creationId="{23FB6058-48EC-C5F0-B1AA-CE4BEAC00698}"/>
          </ac:spMkLst>
        </pc:spChg>
        <pc:spChg chg="del mod">
          <ac:chgData name="Khobo, IL, Dr [ilkhobo@sun.ac.za]" userId="b519a442-dcea-4a28-9c45-7e29f1df5837" providerId="ADAL" clId="{8BC8A5CF-2DB3-45E9-BF57-F2ED810C291E}" dt="2026-09-20T14:38:30.639" v="4409" actId="478"/>
          <ac:spMkLst>
            <pc:docMk/>
            <pc:sldMk cId="395337348" sldId="604"/>
            <ac:spMk id="22" creationId="{AFAE97BB-A21E-ADC8-8336-F58A4BB17DA7}"/>
          </ac:spMkLst>
        </pc:spChg>
        <pc:spChg chg="del mod">
          <ac:chgData name="Khobo, IL, Dr [ilkhobo@sun.ac.za]" userId="b519a442-dcea-4a28-9c45-7e29f1df5837" providerId="ADAL" clId="{8BC8A5CF-2DB3-45E9-BF57-F2ED810C291E}" dt="2026-09-20T14:38:34.940" v="4410" actId="478"/>
          <ac:spMkLst>
            <pc:docMk/>
            <pc:sldMk cId="395337348" sldId="604"/>
            <ac:spMk id="23" creationId="{27851188-6D27-DB56-115F-2D12B9F93E69}"/>
          </ac:spMkLst>
        </pc:spChg>
        <pc:spChg chg="del mod">
          <ac:chgData name="Khobo, IL, Dr [ilkhobo@sun.ac.za]" userId="b519a442-dcea-4a28-9c45-7e29f1df5837" providerId="ADAL" clId="{8BC8A5CF-2DB3-45E9-BF57-F2ED810C291E}" dt="2026-09-20T14:38:38.292" v="4411" actId="478"/>
          <ac:spMkLst>
            <pc:docMk/>
            <pc:sldMk cId="395337348" sldId="604"/>
            <ac:spMk id="25" creationId="{FC180D57-FF90-5AD3-C360-E3EDC1690D94}"/>
          </ac:spMkLst>
        </pc:spChg>
        <pc:spChg chg="mod topLvl">
          <ac:chgData name="Khobo, IL, Dr [ilkhobo@sun.ac.za]" userId="b519a442-dcea-4a28-9c45-7e29f1df5837" providerId="ADAL" clId="{8BC8A5CF-2DB3-45E9-BF57-F2ED810C291E}" dt="2026-09-20T14:42:57.821" v="4504" actId="20577"/>
          <ac:spMkLst>
            <pc:docMk/>
            <pc:sldMk cId="395337348" sldId="604"/>
            <ac:spMk id="26" creationId="{F2871135-B146-A45C-462A-243F63CE4A4A}"/>
          </ac:spMkLst>
        </pc:spChg>
        <pc:spChg chg="mod">
          <ac:chgData name="Khobo, IL, Dr [ilkhobo@sun.ac.za]" userId="b519a442-dcea-4a28-9c45-7e29f1df5837" providerId="ADAL" clId="{8BC8A5CF-2DB3-45E9-BF57-F2ED810C291E}" dt="2026-09-20T14:43:16.390" v="4510" actId="20577"/>
          <ac:spMkLst>
            <pc:docMk/>
            <pc:sldMk cId="395337348" sldId="604"/>
            <ac:spMk id="27" creationId="{E7B54C4F-EBBF-B9EF-D853-DB0CF1FC12C9}"/>
          </ac:spMkLst>
        </pc:spChg>
        <pc:spChg chg="mod topLvl">
          <ac:chgData name="Khobo, IL, Dr [ilkhobo@sun.ac.za]" userId="b519a442-dcea-4a28-9c45-7e29f1df5837" providerId="ADAL" clId="{8BC8A5CF-2DB3-45E9-BF57-F2ED810C291E}" dt="2026-09-20T14:43:23.260" v="4516" actId="20577"/>
          <ac:spMkLst>
            <pc:docMk/>
            <pc:sldMk cId="395337348" sldId="604"/>
            <ac:spMk id="29" creationId="{6F3C5FED-888A-B0A7-EEAF-777B41922E0C}"/>
          </ac:spMkLst>
        </pc:spChg>
        <pc:spChg chg="mod topLvl">
          <ac:chgData name="Khobo, IL, Dr [ilkhobo@sun.ac.za]" userId="b519a442-dcea-4a28-9c45-7e29f1df5837" providerId="ADAL" clId="{8BC8A5CF-2DB3-45E9-BF57-F2ED810C291E}" dt="2026-09-20T14:54:22.875" v="4765" actId="5793"/>
          <ac:spMkLst>
            <pc:docMk/>
            <pc:sldMk cId="395337348" sldId="604"/>
            <ac:spMk id="31" creationId="{3C474982-2CFD-45AC-87F1-F03CA25C9CC0}"/>
          </ac:spMkLst>
        </pc:spChg>
        <pc:spChg chg="mod topLvl">
          <ac:chgData name="Khobo, IL, Dr [ilkhobo@sun.ac.za]" userId="b519a442-dcea-4a28-9c45-7e29f1df5837" providerId="ADAL" clId="{8BC8A5CF-2DB3-45E9-BF57-F2ED810C291E}" dt="2026-09-20T14:53:58.915" v="4745" actId="20577"/>
          <ac:spMkLst>
            <pc:docMk/>
            <pc:sldMk cId="395337348" sldId="604"/>
            <ac:spMk id="32" creationId="{AE0DE69A-4CD6-A0F6-1F13-1E853465AE21}"/>
          </ac:spMkLst>
        </pc:spChg>
        <pc:spChg chg="mod topLvl">
          <ac:chgData name="Khobo, IL, Dr [ilkhobo@sun.ac.za]" userId="b519a442-dcea-4a28-9c45-7e29f1df5837" providerId="ADAL" clId="{8BC8A5CF-2DB3-45E9-BF57-F2ED810C291E}" dt="2026-09-20T14:54:27.680" v="4766" actId="1076"/>
          <ac:spMkLst>
            <pc:docMk/>
            <pc:sldMk cId="395337348" sldId="604"/>
            <ac:spMk id="33" creationId="{15D25FEF-6632-E059-A6B1-7F52D477A56B}"/>
          </ac:spMkLst>
        </pc:spChg>
        <pc:spChg chg="del mod topLvl">
          <ac:chgData name="Khobo, IL, Dr [ilkhobo@sun.ac.za]" userId="b519a442-dcea-4a28-9c45-7e29f1df5837" providerId="ADAL" clId="{8BC8A5CF-2DB3-45E9-BF57-F2ED810C291E}" dt="2026-09-20T14:41:12.596" v="4432" actId="478"/>
          <ac:spMkLst>
            <pc:docMk/>
            <pc:sldMk cId="395337348" sldId="604"/>
            <ac:spMk id="38" creationId="{8653A5D9-A3D6-751E-7BBC-2503766AFB79}"/>
          </ac:spMkLst>
        </pc:spChg>
        <pc:spChg chg="add mod">
          <ac:chgData name="Khobo, IL, Dr [ilkhobo@sun.ac.za]" userId="b519a442-dcea-4a28-9c45-7e29f1df5837" providerId="ADAL" clId="{8BC8A5CF-2DB3-45E9-BF57-F2ED810C291E}" dt="2026-09-20T14:40:43.489" v="4428" actId="1076"/>
          <ac:spMkLst>
            <pc:docMk/>
            <pc:sldMk cId="395337348" sldId="604"/>
            <ac:spMk id="40" creationId="{81A147DF-70D9-CEDB-F0B7-22D4CF70A10C}"/>
          </ac:spMkLst>
        </pc:spChg>
        <pc:spChg chg="add mod">
          <ac:chgData name="Khobo, IL, Dr [ilkhobo@sun.ac.za]" userId="b519a442-dcea-4a28-9c45-7e29f1df5837" providerId="ADAL" clId="{8BC8A5CF-2DB3-45E9-BF57-F2ED810C291E}" dt="2026-09-20T14:42:43.973" v="4491" actId="20577"/>
          <ac:spMkLst>
            <pc:docMk/>
            <pc:sldMk cId="395337348" sldId="604"/>
            <ac:spMk id="42" creationId="{DF1762B8-38F0-0D5D-110A-484B872A397E}"/>
          </ac:spMkLst>
        </pc:spChg>
        <pc:spChg chg="add mod">
          <ac:chgData name="Khobo, IL, Dr [ilkhobo@sun.ac.za]" userId="b519a442-dcea-4a28-9c45-7e29f1df5837" providerId="ADAL" clId="{8BC8A5CF-2DB3-45E9-BF57-F2ED810C291E}" dt="2026-09-20T14:37:45.740" v="4395" actId="1076"/>
          <ac:spMkLst>
            <pc:docMk/>
            <pc:sldMk cId="395337348" sldId="604"/>
            <ac:spMk id="44" creationId="{0A91734B-23E6-1D1F-ACCC-4AC66FFA23E4}"/>
          </ac:spMkLst>
        </pc:spChg>
        <pc:spChg chg="add mod">
          <ac:chgData name="Khobo, IL, Dr [ilkhobo@sun.ac.za]" userId="b519a442-dcea-4a28-9c45-7e29f1df5837" providerId="ADAL" clId="{8BC8A5CF-2DB3-45E9-BF57-F2ED810C291E}" dt="2026-09-20T14:40:43.489" v="4428" actId="1076"/>
          <ac:spMkLst>
            <pc:docMk/>
            <pc:sldMk cId="395337348" sldId="604"/>
            <ac:spMk id="46" creationId="{EB37F1F9-BEDF-4929-05B8-1FACE57FD2F1}"/>
          </ac:spMkLst>
        </pc:spChg>
        <pc:spChg chg="add mod">
          <ac:chgData name="Khobo, IL, Dr [ilkhobo@sun.ac.za]" userId="b519a442-dcea-4a28-9c45-7e29f1df5837" providerId="ADAL" clId="{8BC8A5CF-2DB3-45E9-BF57-F2ED810C291E}" dt="2026-09-20T14:40:39.530" v="4427" actId="465"/>
          <ac:spMkLst>
            <pc:docMk/>
            <pc:sldMk cId="395337348" sldId="604"/>
            <ac:spMk id="48" creationId="{155007FD-90AF-3FE6-DAAB-677C76A39752}"/>
          </ac:spMkLst>
        </pc:spChg>
        <pc:spChg chg="add mod">
          <ac:chgData name="Khobo, IL, Dr [ilkhobo@sun.ac.za]" userId="b519a442-dcea-4a28-9c45-7e29f1df5837" providerId="ADAL" clId="{8BC8A5CF-2DB3-45E9-BF57-F2ED810C291E}" dt="2026-09-20T14:40:43.489" v="4428" actId="1076"/>
          <ac:spMkLst>
            <pc:docMk/>
            <pc:sldMk cId="395337348" sldId="604"/>
            <ac:spMk id="50" creationId="{E8613948-0C12-4402-FD3B-7668924134CF}"/>
          </ac:spMkLst>
        </pc:spChg>
        <pc:spChg chg="add mod">
          <ac:chgData name="Khobo, IL, Dr [ilkhobo@sun.ac.za]" userId="b519a442-dcea-4a28-9c45-7e29f1df5837" providerId="ADAL" clId="{8BC8A5CF-2DB3-45E9-BF57-F2ED810C291E}" dt="2026-09-20T14:40:43.489" v="4428" actId="1076"/>
          <ac:spMkLst>
            <pc:docMk/>
            <pc:sldMk cId="395337348" sldId="604"/>
            <ac:spMk id="52" creationId="{5292A433-B4CF-C5ED-2B3D-8E62B2850A29}"/>
          </ac:spMkLst>
        </pc:spChg>
        <pc:spChg chg="add mod">
          <ac:chgData name="Khobo, IL, Dr [ilkhobo@sun.ac.za]" userId="b519a442-dcea-4a28-9c45-7e29f1df5837" providerId="ADAL" clId="{8BC8A5CF-2DB3-45E9-BF57-F2ED810C291E}" dt="2026-09-20T14:40:43.489" v="4428" actId="1076"/>
          <ac:spMkLst>
            <pc:docMk/>
            <pc:sldMk cId="395337348" sldId="604"/>
            <ac:spMk id="54" creationId="{FE173FDE-E3A5-EF67-A823-CA857742382A}"/>
          </ac:spMkLst>
        </pc:spChg>
        <pc:spChg chg="add mod">
          <ac:chgData name="Khobo, IL, Dr [ilkhobo@sun.ac.za]" userId="b519a442-dcea-4a28-9c45-7e29f1df5837" providerId="ADAL" clId="{8BC8A5CF-2DB3-45E9-BF57-F2ED810C291E}" dt="2026-09-20T14:38:53.268" v="4414" actId="1076"/>
          <ac:spMkLst>
            <pc:docMk/>
            <pc:sldMk cId="395337348" sldId="604"/>
            <ac:spMk id="56" creationId="{4FF99BC3-991F-9814-C2A2-F3A38ADEC51E}"/>
          </ac:spMkLst>
        </pc:spChg>
        <pc:spChg chg="add mod">
          <ac:chgData name="Khobo, IL, Dr [ilkhobo@sun.ac.za]" userId="b519a442-dcea-4a28-9c45-7e29f1df5837" providerId="ADAL" clId="{8BC8A5CF-2DB3-45E9-BF57-F2ED810C291E}" dt="2026-09-20T14:40:43.489" v="4428" actId="1076"/>
          <ac:spMkLst>
            <pc:docMk/>
            <pc:sldMk cId="395337348" sldId="604"/>
            <ac:spMk id="58" creationId="{558E4C4C-5C4C-D844-BC16-BBF2AD2076C3}"/>
          </ac:spMkLst>
        </pc:spChg>
        <pc:spChg chg="add mod">
          <ac:chgData name="Khobo, IL, Dr [ilkhobo@sun.ac.za]" userId="b519a442-dcea-4a28-9c45-7e29f1df5837" providerId="ADAL" clId="{8BC8A5CF-2DB3-45E9-BF57-F2ED810C291E}" dt="2026-09-20T14:54:30.607" v="4770" actId="5793"/>
          <ac:spMkLst>
            <pc:docMk/>
            <pc:sldMk cId="395337348" sldId="604"/>
            <ac:spMk id="60" creationId="{18FBFEA2-050E-3DED-965A-F90140CEF25F}"/>
          </ac:spMkLst>
        </pc:spChg>
        <pc:spChg chg="add mod">
          <ac:chgData name="Khobo, IL, Dr [ilkhobo@sun.ac.za]" userId="b519a442-dcea-4a28-9c45-7e29f1df5837" providerId="ADAL" clId="{8BC8A5CF-2DB3-45E9-BF57-F2ED810C291E}" dt="2026-09-20T14:39:14.615" v="4418" actId="571"/>
          <ac:spMkLst>
            <pc:docMk/>
            <pc:sldMk cId="395337348" sldId="604"/>
            <ac:spMk id="61" creationId="{1ABFB41E-5594-E527-7D5B-7E8AC417B216}"/>
          </ac:spMkLst>
        </pc:spChg>
        <pc:spChg chg="add mod">
          <ac:chgData name="Khobo, IL, Dr [ilkhobo@sun.ac.za]" userId="b519a442-dcea-4a28-9c45-7e29f1df5837" providerId="ADAL" clId="{8BC8A5CF-2DB3-45E9-BF57-F2ED810C291E}" dt="2026-09-20T14:39:14.615" v="4418" actId="571"/>
          <ac:spMkLst>
            <pc:docMk/>
            <pc:sldMk cId="395337348" sldId="604"/>
            <ac:spMk id="62" creationId="{FF8C4585-4EC4-9D6D-FE45-4D6F449A62CF}"/>
          </ac:spMkLst>
        </pc:spChg>
        <pc:spChg chg="add mod">
          <ac:chgData name="Khobo, IL, Dr [ilkhobo@sun.ac.za]" userId="b519a442-dcea-4a28-9c45-7e29f1df5837" providerId="ADAL" clId="{8BC8A5CF-2DB3-45E9-BF57-F2ED810C291E}" dt="2026-09-20T14:39:14.615" v="4418" actId="571"/>
          <ac:spMkLst>
            <pc:docMk/>
            <pc:sldMk cId="395337348" sldId="604"/>
            <ac:spMk id="63" creationId="{1ECCFC63-77EA-0E8B-CDA1-3AB767C53787}"/>
          </ac:spMkLst>
        </pc:spChg>
        <pc:spChg chg="add mod">
          <ac:chgData name="Khobo, IL, Dr [ilkhobo@sun.ac.za]" userId="b519a442-dcea-4a28-9c45-7e29f1df5837" providerId="ADAL" clId="{8BC8A5CF-2DB3-45E9-BF57-F2ED810C291E}" dt="2026-09-20T14:39:14.615" v="4418" actId="571"/>
          <ac:spMkLst>
            <pc:docMk/>
            <pc:sldMk cId="395337348" sldId="604"/>
            <ac:spMk id="64" creationId="{5C880539-05D1-D270-B4B5-ED666106C588}"/>
          </ac:spMkLst>
        </pc:spChg>
        <pc:spChg chg="add mod">
          <ac:chgData name="Khobo, IL, Dr [ilkhobo@sun.ac.za]" userId="b519a442-dcea-4a28-9c45-7e29f1df5837" providerId="ADAL" clId="{8BC8A5CF-2DB3-45E9-BF57-F2ED810C291E}" dt="2026-09-20T14:39:14.615" v="4418" actId="571"/>
          <ac:spMkLst>
            <pc:docMk/>
            <pc:sldMk cId="395337348" sldId="604"/>
            <ac:spMk id="65" creationId="{600DA9D3-297F-0701-D8DD-33C3B5957328}"/>
          </ac:spMkLst>
        </pc:spChg>
        <pc:spChg chg="add mod">
          <ac:chgData name="Khobo, IL, Dr [ilkhobo@sun.ac.za]" userId="b519a442-dcea-4a28-9c45-7e29f1df5837" providerId="ADAL" clId="{8BC8A5CF-2DB3-45E9-BF57-F2ED810C291E}" dt="2026-09-20T14:39:14.615" v="4418" actId="571"/>
          <ac:spMkLst>
            <pc:docMk/>
            <pc:sldMk cId="395337348" sldId="604"/>
            <ac:spMk id="66" creationId="{284B2126-FDF8-9DE5-7317-7D2FA1A84629}"/>
          </ac:spMkLst>
        </pc:spChg>
        <pc:spChg chg="add mod">
          <ac:chgData name="Khobo, IL, Dr [ilkhobo@sun.ac.za]" userId="b519a442-dcea-4a28-9c45-7e29f1df5837" providerId="ADAL" clId="{8BC8A5CF-2DB3-45E9-BF57-F2ED810C291E}" dt="2026-09-20T14:39:14.615" v="4418" actId="571"/>
          <ac:spMkLst>
            <pc:docMk/>
            <pc:sldMk cId="395337348" sldId="604"/>
            <ac:spMk id="67" creationId="{578FBED5-AFD0-40E2-D5FB-75BE01CCE462}"/>
          </ac:spMkLst>
        </pc:spChg>
        <pc:spChg chg="add mod">
          <ac:chgData name="Khobo, IL, Dr [ilkhobo@sun.ac.za]" userId="b519a442-dcea-4a28-9c45-7e29f1df5837" providerId="ADAL" clId="{8BC8A5CF-2DB3-45E9-BF57-F2ED810C291E}" dt="2026-09-20T14:40:43.489" v="4428" actId="1076"/>
          <ac:spMkLst>
            <pc:docMk/>
            <pc:sldMk cId="395337348" sldId="604"/>
            <ac:spMk id="69" creationId="{43E0496E-C6EA-41D3-4D2C-80E985D6EE96}"/>
          </ac:spMkLst>
        </pc:spChg>
        <pc:spChg chg="add mod">
          <ac:chgData name="Khobo, IL, Dr [ilkhobo@sun.ac.za]" userId="b519a442-dcea-4a28-9c45-7e29f1df5837" providerId="ADAL" clId="{8BC8A5CF-2DB3-45E9-BF57-F2ED810C291E}" dt="2026-09-20T14:43:27.941" v="4522" actId="20577"/>
          <ac:spMkLst>
            <pc:docMk/>
            <pc:sldMk cId="395337348" sldId="604"/>
            <ac:spMk id="71" creationId="{CDBA4C92-1EF9-A910-3558-7FA200E67C5C}"/>
          </ac:spMkLst>
        </pc:spChg>
        <pc:spChg chg="add mod">
          <ac:chgData name="Khobo, IL, Dr [ilkhobo@sun.ac.za]" userId="b519a442-dcea-4a28-9c45-7e29f1df5837" providerId="ADAL" clId="{8BC8A5CF-2DB3-45E9-BF57-F2ED810C291E}" dt="2026-09-20T14:43:32.801" v="4528" actId="20577"/>
          <ac:spMkLst>
            <pc:docMk/>
            <pc:sldMk cId="395337348" sldId="604"/>
            <ac:spMk id="73" creationId="{AA66DDDB-19EF-F594-591C-F3663A7A917D}"/>
          </ac:spMkLst>
        </pc:spChg>
        <pc:spChg chg="add mod">
          <ac:chgData name="Khobo, IL, Dr [ilkhobo@sun.ac.za]" userId="b519a442-dcea-4a28-9c45-7e29f1df5837" providerId="ADAL" clId="{8BC8A5CF-2DB3-45E9-BF57-F2ED810C291E}" dt="2026-09-20T14:44:28.770" v="4534" actId="20577"/>
          <ac:spMkLst>
            <pc:docMk/>
            <pc:sldMk cId="395337348" sldId="604"/>
            <ac:spMk id="75" creationId="{74209785-7100-DCAC-5B9F-9B4E3827637B}"/>
          </ac:spMkLst>
        </pc:spChg>
        <pc:spChg chg="add mod">
          <ac:chgData name="Khobo, IL, Dr [ilkhobo@sun.ac.za]" userId="b519a442-dcea-4a28-9c45-7e29f1df5837" providerId="ADAL" clId="{8BC8A5CF-2DB3-45E9-BF57-F2ED810C291E}" dt="2026-09-20T14:44:33.080" v="4540" actId="20577"/>
          <ac:spMkLst>
            <pc:docMk/>
            <pc:sldMk cId="395337348" sldId="604"/>
            <ac:spMk id="77" creationId="{A066F244-0172-DF16-BAA0-B19AB6BABE32}"/>
          </ac:spMkLst>
        </pc:spChg>
        <pc:spChg chg="add mod">
          <ac:chgData name="Khobo, IL, Dr [ilkhobo@sun.ac.za]" userId="b519a442-dcea-4a28-9c45-7e29f1df5837" providerId="ADAL" clId="{8BC8A5CF-2DB3-45E9-BF57-F2ED810C291E}" dt="2026-09-20T14:44:36.847" v="4546" actId="20577"/>
          <ac:spMkLst>
            <pc:docMk/>
            <pc:sldMk cId="395337348" sldId="604"/>
            <ac:spMk id="79" creationId="{86F68597-74E2-7BBF-ED5B-4FB8D23153FA}"/>
          </ac:spMkLst>
        </pc:spChg>
        <pc:spChg chg="add mod">
          <ac:chgData name="Khobo, IL, Dr [ilkhobo@sun.ac.za]" userId="b519a442-dcea-4a28-9c45-7e29f1df5837" providerId="ADAL" clId="{8BC8A5CF-2DB3-45E9-BF57-F2ED810C291E}" dt="2026-09-20T14:44:41.353" v="4552" actId="20577"/>
          <ac:spMkLst>
            <pc:docMk/>
            <pc:sldMk cId="395337348" sldId="604"/>
            <ac:spMk id="81" creationId="{454FF309-5BD7-8CC8-7104-26DE6B0F202A}"/>
          </ac:spMkLst>
        </pc:spChg>
        <pc:spChg chg="add mod">
          <ac:chgData name="Khobo, IL, Dr [ilkhobo@sun.ac.za]" userId="b519a442-dcea-4a28-9c45-7e29f1df5837" providerId="ADAL" clId="{8BC8A5CF-2DB3-45E9-BF57-F2ED810C291E}" dt="2026-09-20T14:44:45.463" v="4558" actId="20577"/>
          <ac:spMkLst>
            <pc:docMk/>
            <pc:sldMk cId="395337348" sldId="604"/>
            <ac:spMk id="83" creationId="{0034018A-1C60-27B6-87EF-CA96589D1E15}"/>
          </ac:spMkLst>
        </pc:spChg>
        <pc:spChg chg="add mod">
          <ac:chgData name="Khobo, IL, Dr [ilkhobo@sun.ac.za]" userId="b519a442-dcea-4a28-9c45-7e29f1df5837" providerId="ADAL" clId="{8BC8A5CF-2DB3-45E9-BF57-F2ED810C291E}" dt="2026-09-20T14:44:49.532" v="4564" actId="20577"/>
          <ac:spMkLst>
            <pc:docMk/>
            <pc:sldMk cId="395337348" sldId="604"/>
            <ac:spMk id="85" creationId="{98F78A47-916A-899F-04AD-22CEA0A03B5D}"/>
          </ac:spMkLst>
        </pc:spChg>
        <pc:spChg chg="add mod">
          <ac:chgData name="Khobo, IL, Dr [ilkhobo@sun.ac.za]" userId="b519a442-dcea-4a28-9c45-7e29f1df5837" providerId="ADAL" clId="{8BC8A5CF-2DB3-45E9-BF57-F2ED810C291E}" dt="2026-09-20T14:54:14.949" v="4751" actId="20577"/>
          <ac:spMkLst>
            <pc:docMk/>
            <pc:sldMk cId="395337348" sldId="604"/>
            <ac:spMk id="87" creationId="{F7D426A2-2960-66FC-E309-E177076EBA7B}"/>
          </ac:spMkLst>
        </pc:spChg>
        <pc:spChg chg="add mod">
          <ac:chgData name="Khobo, IL, Dr [ilkhobo@sun.ac.za]" userId="b519a442-dcea-4a28-9c45-7e29f1df5837" providerId="ADAL" clId="{8BC8A5CF-2DB3-45E9-BF57-F2ED810C291E}" dt="2026-09-20T18:25:10.789" v="5314" actId="20577"/>
          <ac:spMkLst>
            <pc:docMk/>
            <pc:sldMk cId="395337348" sldId="604"/>
            <ac:spMk id="89" creationId="{0147C294-4B31-A436-623D-B8739E592402}"/>
          </ac:spMkLst>
        </pc:spChg>
        <pc:spChg chg="add mod">
          <ac:chgData name="Khobo, IL, Dr [ilkhobo@sun.ac.za]" userId="b519a442-dcea-4a28-9c45-7e29f1df5837" providerId="ADAL" clId="{8BC8A5CF-2DB3-45E9-BF57-F2ED810C291E}" dt="2026-09-20T14:51:03.699" v="4716" actId="207"/>
          <ac:spMkLst>
            <pc:docMk/>
            <pc:sldMk cId="395337348" sldId="604"/>
            <ac:spMk id="91" creationId="{150BB2D2-C88C-9F99-EA93-5483096D3725}"/>
          </ac:spMkLst>
        </pc:spChg>
        <pc:spChg chg="add mod">
          <ac:chgData name="Khobo, IL, Dr [ilkhobo@sun.ac.za]" userId="b519a442-dcea-4a28-9c45-7e29f1df5837" providerId="ADAL" clId="{8BC8A5CF-2DB3-45E9-BF57-F2ED810C291E}" dt="2026-09-20T14:59:11.023" v="4862" actId="20577"/>
          <ac:spMkLst>
            <pc:docMk/>
            <pc:sldMk cId="395337348" sldId="604"/>
            <ac:spMk id="93" creationId="{4077CB66-4C89-441C-23AF-364B3B965AD6}"/>
          </ac:spMkLst>
        </pc:spChg>
        <pc:grpChg chg="mod">
          <ac:chgData name="Khobo, IL, Dr [ilkhobo@sun.ac.za]" userId="b519a442-dcea-4a28-9c45-7e29f1df5837" providerId="ADAL" clId="{8BC8A5CF-2DB3-45E9-BF57-F2ED810C291E}" dt="2026-09-20T14:34:21.460" v="4379" actId="1076"/>
          <ac:grpSpMkLst>
            <pc:docMk/>
            <pc:sldMk cId="395337348" sldId="604"/>
            <ac:grpSpMk id="2" creationId="{4A7F74BF-ECA7-6C86-8BCC-BD603726FE44}"/>
          </ac:grpSpMkLst>
        </pc:grpChg>
        <pc:picChg chg="del">
          <ac:chgData name="Khobo, IL, Dr [ilkhobo@sun.ac.za]" userId="b519a442-dcea-4a28-9c45-7e29f1df5837" providerId="ADAL" clId="{8BC8A5CF-2DB3-45E9-BF57-F2ED810C291E}" dt="2026-09-20T14:34:03.897" v="4376" actId="478"/>
          <ac:picMkLst>
            <pc:docMk/>
            <pc:sldMk cId="395337348" sldId="604"/>
            <ac:picMk id="3" creationId="{27C6433D-E138-1CFF-1CC9-AC9422F58639}"/>
          </ac:picMkLst>
        </pc:picChg>
      </pc:sldChg>
      <pc:sldChg chg="addSp delSp modSp add del mod">
        <pc:chgData name="Khobo, IL, Dr [ilkhobo@sun.ac.za]" userId="b519a442-dcea-4a28-9c45-7e29f1df5837" providerId="ADAL" clId="{8BC8A5CF-2DB3-45E9-BF57-F2ED810C291E}" dt="2026-09-20T13:33:24.288" v="3950" actId="47"/>
        <pc:sldMkLst>
          <pc:docMk/>
          <pc:sldMk cId="3827995093" sldId="604"/>
        </pc:sldMkLst>
      </pc:sldChg>
      <pc:sldChg chg="addSp delSp modSp add mod modTransition">
        <pc:chgData name="Khobo, IL, Dr [ilkhobo@sun.ac.za]" userId="b519a442-dcea-4a28-9c45-7e29f1df5837" providerId="ADAL" clId="{8BC8A5CF-2DB3-45E9-BF57-F2ED810C291E}" dt="2026-09-20T20:07:41.855" v="6103"/>
        <pc:sldMkLst>
          <pc:docMk/>
          <pc:sldMk cId="266187088" sldId="605"/>
        </pc:sldMkLst>
        <pc:spChg chg="add del">
          <ac:chgData name="Khobo, IL, Dr [ilkhobo@sun.ac.za]" userId="b519a442-dcea-4a28-9c45-7e29f1df5837" providerId="ADAL" clId="{8BC8A5CF-2DB3-45E9-BF57-F2ED810C291E}" dt="2026-09-20T14:55:30.452" v="4773" actId="478"/>
          <ac:spMkLst>
            <pc:docMk/>
            <pc:sldMk cId="266187088" sldId="605"/>
            <ac:spMk id="3" creationId="{5BDB24C0-BFEA-EC51-E768-FDB490888A47}"/>
          </ac:spMkLst>
        </pc:spChg>
        <pc:spChg chg="add mod">
          <ac:chgData name="Khobo, IL, Dr [ilkhobo@sun.ac.za]" userId="b519a442-dcea-4a28-9c45-7e29f1df5837" providerId="ADAL" clId="{8BC8A5CF-2DB3-45E9-BF57-F2ED810C291E}" dt="2026-09-20T14:55:50.296" v="4778" actId="1076"/>
          <ac:spMkLst>
            <pc:docMk/>
            <pc:sldMk cId="266187088" sldId="605"/>
            <ac:spMk id="5" creationId="{98CCEAE4-74C6-FA93-3AB0-689FBF12CF9D}"/>
          </ac:spMkLst>
        </pc:spChg>
        <pc:spChg chg="add mod">
          <ac:chgData name="Khobo, IL, Dr [ilkhobo@sun.ac.za]" userId="b519a442-dcea-4a28-9c45-7e29f1df5837" providerId="ADAL" clId="{8BC8A5CF-2DB3-45E9-BF57-F2ED810C291E}" dt="2026-09-20T14:57:04.043" v="4801" actId="20577"/>
          <ac:spMkLst>
            <pc:docMk/>
            <pc:sldMk cId="266187088" sldId="605"/>
            <ac:spMk id="7" creationId="{505A6578-C9CB-FB24-2096-32322E43C8B6}"/>
          </ac:spMkLst>
        </pc:spChg>
        <pc:spChg chg="add mod">
          <ac:chgData name="Khobo, IL, Dr [ilkhobo@sun.ac.za]" userId="b519a442-dcea-4a28-9c45-7e29f1df5837" providerId="ADAL" clId="{8BC8A5CF-2DB3-45E9-BF57-F2ED810C291E}" dt="2026-09-20T14:57:08.234" v="4807" actId="20577"/>
          <ac:spMkLst>
            <pc:docMk/>
            <pc:sldMk cId="266187088" sldId="605"/>
            <ac:spMk id="10" creationId="{204EA7D1-3F7E-9F9E-89D4-DF12152A0D3D}"/>
          </ac:spMkLst>
        </pc:spChg>
        <pc:spChg chg="add mod">
          <ac:chgData name="Khobo, IL, Dr [ilkhobo@sun.ac.za]" userId="b519a442-dcea-4a28-9c45-7e29f1df5837" providerId="ADAL" clId="{8BC8A5CF-2DB3-45E9-BF57-F2ED810C291E}" dt="2026-09-20T14:57:11.831" v="4809" actId="20577"/>
          <ac:spMkLst>
            <pc:docMk/>
            <pc:sldMk cId="266187088" sldId="605"/>
            <ac:spMk id="13" creationId="{DAA4F9DE-4DE1-BDF0-05F2-09B349C5C685}"/>
          </ac:spMkLst>
        </pc:spChg>
        <pc:spChg chg="add mod">
          <ac:chgData name="Khobo, IL, Dr [ilkhobo@sun.ac.za]" userId="b519a442-dcea-4a28-9c45-7e29f1df5837" providerId="ADAL" clId="{8BC8A5CF-2DB3-45E9-BF57-F2ED810C291E}" dt="2026-09-20T14:57:14.261" v="4811" actId="20577"/>
          <ac:spMkLst>
            <pc:docMk/>
            <pc:sldMk cId="266187088" sldId="605"/>
            <ac:spMk id="18" creationId="{EBB955B9-47EA-EE37-8ADB-8571ECA35F83}"/>
          </ac:spMkLst>
        </pc:spChg>
        <pc:spChg chg="add mod">
          <ac:chgData name="Khobo, IL, Dr [ilkhobo@sun.ac.za]" userId="b519a442-dcea-4a28-9c45-7e29f1df5837" providerId="ADAL" clId="{8BC8A5CF-2DB3-45E9-BF57-F2ED810C291E}" dt="2026-09-20T14:57:16.841" v="4813" actId="20577"/>
          <ac:spMkLst>
            <pc:docMk/>
            <pc:sldMk cId="266187088" sldId="605"/>
            <ac:spMk id="20" creationId="{0E795A28-EC0D-CEF2-C024-4E6617289117}"/>
          </ac:spMkLst>
        </pc:spChg>
        <pc:spChg chg="mod">
          <ac:chgData name="Khobo, IL, Dr [ilkhobo@sun.ac.za]" userId="b519a442-dcea-4a28-9c45-7e29f1df5837" providerId="ADAL" clId="{8BC8A5CF-2DB3-45E9-BF57-F2ED810C291E}" dt="2026-09-20T14:57:59.798" v="4832" actId="20577"/>
          <ac:spMkLst>
            <pc:docMk/>
            <pc:sldMk cId="266187088" sldId="605"/>
            <ac:spMk id="21" creationId="{475195E1-94E9-48B0-E7C4-AF3CC453C5DC}"/>
          </ac:spMkLst>
        </pc:spChg>
        <pc:spChg chg="add mod">
          <ac:chgData name="Khobo, IL, Dr [ilkhobo@sun.ac.za]" userId="b519a442-dcea-4a28-9c45-7e29f1df5837" providerId="ADAL" clId="{8BC8A5CF-2DB3-45E9-BF57-F2ED810C291E}" dt="2026-09-20T14:57:19.362" v="4815" actId="20577"/>
          <ac:spMkLst>
            <pc:docMk/>
            <pc:sldMk cId="266187088" sldId="605"/>
            <ac:spMk id="23" creationId="{EAD317F7-2F4E-694E-C7B2-FA47B205AC0C}"/>
          </ac:spMkLst>
        </pc:spChg>
        <pc:spChg chg="mod">
          <ac:chgData name="Khobo, IL, Dr [ilkhobo@sun.ac.za]" userId="b519a442-dcea-4a28-9c45-7e29f1df5837" providerId="ADAL" clId="{8BC8A5CF-2DB3-45E9-BF57-F2ED810C291E}" dt="2026-09-20T14:58:04.996" v="4834" actId="20577"/>
          <ac:spMkLst>
            <pc:docMk/>
            <pc:sldMk cId="266187088" sldId="605"/>
            <ac:spMk id="32" creationId="{70C53702-6B6A-E1E4-5C41-3A2B9546485E}"/>
          </ac:spMkLst>
        </pc:spChg>
        <pc:spChg chg="add mod">
          <ac:chgData name="Khobo, IL, Dr [ilkhobo@sun.ac.za]" userId="b519a442-dcea-4a28-9c45-7e29f1df5837" providerId="ADAL" clId="{8BC8A5CF-2DB3-45E9-BF57-F2ED810C291E}" dt="2026-09-20T14:57:21.640" v="4817" actId="20577"/>
          <ac:spMkLst>
            <pc:docMk/>
            <pc:sldMk cId="266187088" sldId="605"/>
            <ac:spMk id="38" creationId="{550BFC9D-C6D8-76A9-274D-366FDA092927}"/>
          </ac:spMkLst>
        </pc:spChg>
        <pc:spChg chg="mod">
          <ac:chgData name="Khobo, IL, Dr [ilkhobo@sun.ac.za]" userId="b519a442-dcea-4a28-9c45-7e29f1df5837" providerId="ADAL" clId="{8BC8A5CF-2DB3-45E9-BF57-F2ED810C291E}" dt="2026-09-20T14:58:02.498" v="4833" actId="20577"/>
          <ac:spMkLst>
            <pc:docMk/>
            <pc:sldMk cId="266187088" sldId="605"/>
            <ac:spMk id="40" creationId="{C4F6FEA7-8AFA-DF53-5B72-E76F6B9C003C}"/>
          </ac:spMkLst>
        </pc:spChg>
        <pc:spChg chg="add mod">
          <ac:chgData name="Khobo, IL, Dr [ilkhobo@sun.ac.za]" userId="b519a442-dcea-4a28-9c45-7e29f1df5837" providerId="ADAL" clId="{8BC8A5CF-2DB3-45E9-BF57-F2ED810C291E}" dt="2026-09-20T14:57:24.310" v="4819" actId="20577"/>
          <ac:spMkLst>
            <pc:docMk/>
            <pc:sldMk cId="266187088" sldId="605"/>
            <ac:spMk id="41" creationId="{CB88A8FA-8CA4-BF58-EE46-2D9524EA67F0}"/>
          </ac:spMkLst>
        </pc:spChg>
        <pc:spChg chg="mod">
          <ac:chgData name="Khobo, IL, Dr [ilkhobo@sun.ac.za]" userId="b519a442-dcea-4a28-9c45-7e29f1df5837" providerId="ADAL" clId="{8BC8A5CF-2DB3-45E9-BF57-F2ED810C291E}" dt="2026-09-20T14:57:41.431" v="4824" actId="20577"/>
          <ac:spMkLst>
            <pc:docMk/>
            <pc:sldMk cId="266187088" sldId="605"/>
            <ac:spMk id="44" creationId="{A1BBEA0E-1519-4A92-B3B3-1BCB757BC62F}"/>
          </ac:spMkLst>
        </pc:spChg>
        <pc:spChg chg="add mod">
          <ac:chgData name="Khobo, IL, Dr [ilkhobo@sun.ac.za]" userId="b519a442-dcea-4a28-9c45-7e29f1df5837" providerId="ADAL" clId="{8BC8A5CF-2DB3-45E9-BF57-F2ED810C291E}" dt="2026-09-20T14:57:28.654" v="4821" actId="20577"/>
          <ac:spMkLst>
            <pc:docMk/>
            <pc:sldMk cId="266187088" sldId="605"/>
            <ac:spMk id="45" creationId="{AC05878B-7920-9EE5-6E03-71C1D85CA210}"/>
          </ac:spMkLst>
        </pc:spChg>
        <pc:spChg chg="mod">
          <ac:chgData name="Khobo, IL, Dr [ilkhobo@sun.ac.za]" userId="b519a442-dcea-4a28-9c45-7e29f1df5837" providerId="ADAL" clId="{8BC8A5CF-2DB3-45E9-BF57-F2ED810C291E}" dt="2026-09-20T14:57:44.656" v="4825" actId="20577"/>
          <ac:spMkLst>
            <pc:docMk/>
            <pc:sldMk cId="266187088" sldId="605"/>
            <ac:spMk id="46" creationId="{EC113335-DEBF-B7E2-FA94-C9AEABC6F068}"/>
          </ac:spMkLst>
        </pc:spChg>
        <pc:spChg chg="mod">
          <ac:chgData name="Khobo, IL, Dr [ilkhobo@sun.ac.za]" userId="b519a442-dcea-4a28-9c45-7e29f1df5837" providerId="ADAL" clId="{8BC8A5CF-2DB3-45E9-BF57-F2ED810C291E}" dt="2026-09-20T14:57:47.471" v="4826" actId="20577"/>
          <ac:spMkLst>
            <pc:docMk/>
            <pc:sldMk cId="266187088" sldId="605"/>
            <ac:spMk id="48" creationId="{CA47253A-963D-463E-3748-AF0D8BD00E3D}"/>
          </ac:spMkLst>
        </pc:spChg>
        <pc:spChg chg="add mod">
          <ac:chgData name="Khobo, IL, Dr [ilkhobo@sun.ac.za]" userId="b519a442-dcea-4a28-9c45-7e29f1df5837" providerId="ADAL" clId="{8BC8A5CF-2DB3-45E9-BF57-F2ED810C291E}" dt="2026-09-20T14:57:34.403" v="4823" actId="1076"/>
          <ac:spMkLst>
            <pc:docMk/>
            <pc:sldMk cId="266187088" sldId="605"/>
            <ac:spMk id="49" creationId="{6DA4A13C-DF97-7564-9079-634303641F4D}"/>
          </ac:spMkLst>
        </pc:spChg>
        <pc:spChg chg="mod">
          <ac:chgData name="Khobo, IL, Dr [ilkhobo@sun.ac.za]" userId="b519a442-dcea-4a28-9c45-7e29f1df5837" providerId="ADAL" clId="{8BC8A5CF-2DB3-45E9-BF57-F2ED810C291E}" dt="2026-09-20T14:57:49.819" v="4827" actId="20577"/>
          <ac:spMkLst>
            <pc:docMk/>
            <pc:sldMk cId="266187088" sldId="605"/>
            <ac:spMk id="50" creationId="{498177C6-37F5-753A-4B7E-9DD7D90F73F3}"/>
          </ac:spMkLst>
        </pc:spChg>
        <pc:spChg chg="mod">
          <ac:chgData name="Khobo, IL, Dr [ilkhobo@sun.ac.za]" userId="b519a442-dcea-4a28-9c45-7e29f1df5837" providerId="ADAL" clId="{8BC8A5CF-2DB3-45E9-BF57-F2ED810C291E}" dt="2026-09-20T14:57:52.315" v="4828" actId="20577"/>
          <ac:spMkLst>
            <pc:docMk/>
            <pc:sldMk cId="266187088" sldId="605"/>
            <ac:spMk id="52" creationId="{1219503A-488C-742D-E837-9B346AE5946E}"/>
          </ac:spMkLst>
        </pc:spChg>
        <pc:spChg chg="add mod">
          <ac:chgData name="Khobo, IL, Dr [ilkhobo@sun.ac.za]" userId="b519a442-dcea-4a28-9c45-7e29f1df5837" providerId="ADAL" clId="{8BC8A5CF-2DB3-45E9-BF57-F2ED810C291E}" dt="2026-09-20T15:09:27.870" v="4875" actId="113"/>
          <ac:spMkLst>
            <pc:docMk/>
            <pc:sldMk cId="266187088" sldId="605"/>
            <ac:spMk id="53" creationId="{6E9CAD0F-39DF-DDEA-5CA8-FA8F7CEBBA21}"/>
          </ac:spMkLst>
        </pc:spChg>
        <pc:spChg chg="mod">
          <ac:chgData name="Khobo, IL, Dr [ilkhobo@sun.ac.za]" userId="b519a442-dcea-4a28-9c45-7e29f1df5837" providerId="ADAL" clId="{8BC8A5CF-2DB3-45E9-BF57-F2ED810C291E}" dt="2026-09-20T14:57:54.541" v="4829" actId="20577"/>
          <ac:spMkLst>
            <pc:docMk/>
            <pc:sldMk cId="266187088" sldId="605"/>
            <ac:spMk id="54" creationId="{AF5004F7-83A3-1092-316B-647E068E8AB6}"/>
          </ac:spMkLst>
        </pc:spChg>
        <pc:spChg chg="add del">
          <ac:chgData name="Khobo, IL, Dr [ilkhobo@sun.ac.za]" userId="b519a442-dcea-4a28-9c45-7e29f1df5837" providerId="ADAL" clId="{8BC8A5CF-2DB3-45E9-BF57-F2ED810C291E}" dt="2026-09-20T14:58:47.526" v="4838" actId="478"/>
          <ac:spMkLst>
            <pc:docMk/>
            <pc:sldMk cId="266187088" sldId="605"/>
            <ac:spMk id="55" creationId="{DBCBF9BC-C9C1-2BC7-AB83-16D151E252C5}"/>
          </ac:spMkLst>
        </pc:spChg>
        <pc:spChg chg="mod">
          <ac:chgData name="Khobo, IL, Dr [ilkhobo@sun.ac.za]" userId="b519a442-dcea-4a28-9c45-7e29f1df5837" providerId="ADAL" clId="{8BC8A5CF-2DB3-45E9-BF57-F2ED810C291E}" dt="2026-09-20T14:57:56.501" v="4830" actId="20577"/>
          <ac:spMkLst>
            <pc:docMk/>
            <pc:sldMk cId="266187088" sldId="605"/>
            <ac:spMk id="56" creationId="{B803B0D0-D256-C132-D292-C2D2511FDD8D}"/>
          </ac:spMkLst>
        </pc:spChg>
        <pc:spChg chg="mod">
          <ac:chgData name="Khobo, IL, Dr [ilkhobo@sun.ac.za]" userId="b519a442-dcea-4a28-9c45-7e29f1df5837" providerId="ADAL" clId="{8BC8A5CF-2DB3-45E9-BF57-F2ED810C291E}" dt="2026-09-20T14:57:57.790" v="4831" actId="20577"/>
          <ac:spMkLst>
            <pc:docMk/>
            <pc:sldMk cId="266187088" sldId="605"/>
            <ac:spMk id="58" creationId="{F284722E-CE47-2CAB-3994-3CD2D07E6EA0}"/>
          </ac:spMkLst>
        </pc:spChg>
        <pc:spChg chg="mod">
          <ac:chgData name="Khobo, IL, Dr [ilkhobo@sun.ac.za]" userId="b519a442-dcea-4a28-9c45-7e29f1df5837" providerId="ADAL" clId="{8BC8A5CF-2DB3-45E9-BF57-F2ED810C291E}" dt="2026-09-20T18:25:19.466" v="5315" actId="20577"/>
          <ac:spMkLst>
            <pc:docMk/>
            <pc:sldMk cId="266187088" sldId="605"/>
            <ac:spMk id="89" creationId="{5F8C21DE-179C-E1FC-7354-F2EFB616AB58}"/>
          </ac:spMkLst>
        </pc:spChg>
        <pc:spChg chg="mod">
          <ac:chgData name="Khobo, IL, Dr [ilkhobo@sun.ac.za]" userId="b519a442-dcea-4a28-9c45-7e29f1df5837" providerId="ADAL" clId="{8BC8A5CF-2DB3-45E9-BF57-F2ED810C291E}" dt="2026-09-20T18:26:13.675" v="5323" actId="113"/>
          <ac:spMkLst>
            <pc:docMk/>
            <pc:sldMk cId="266187088" sldId="605"/>
            <ac:spMk id="93" creationId="{E58C6BF7-5EAB-4E05-8F3D-9D88A743FA23}"/>
          </ac:spMkLst>
        </pc:spChg>
        <pc:cxnChg chg="add mod">
          <ac:chgData name="Khobo, IL, Dr [ilkhobo@sun.ac.za]" userId="b519a442-dcea-4a28-9c45-7e29f1df5837" providerId="ADAL" clId="{8BC8A5CF-2DB3-45E9-BF57-F2ED810C291E}" dt="2026-09-20T15:09:03.320" v="4864" actId="1076"/>
          <ac:cxnSpMkLst>
            <pc:docMk/>
            <pc:sldMk cId="266187088" sldId="605"/>
            <ac:cxnSpMk id="59" creationId="{D565A434-2C13-E914-C2E0-A7F645BCAFCC}"/>
          </ac:cxnSpMkLst>
        </pc:cxnChg>
      </pc:sldChg>
      <pc:sldChg chg="addSp delSp modSp add del mod modTransition modAnim">
        <pc:chgData name="Khobo, IL, Dr [ilkhobo@sun.ac.za]" userId="b519a442-dcea-4a28-9c45-7e29f1df5837" providerId="ADAL" clId="{8BC8A5CF-2DB3-45E9-BF57-F2ED810C291E}" dt="2026-09-20T13:33:24.288" v="3950" actId="47"/>
        <pc:sldMkLst>
          <pc:docMk/>
          <pc:sldMk cId="2928003494" sldId="605"/>
        </pc:sldMkLst>
      </pc:sldChg>
      <pc:sldChg chg="addSp delSp modSp add del mod">
        <pc:chgData name="Khobo, IL, Dr [ilkhobo@sun.ac.za]" userId="b519a442-dcea-4a28-9c45-7e29f1df5837" providerId="ADAL" clId="{8BC8A5CF-2DB3-45E9-BF57-F2ED810C291E}" dt="2026-09-20T14:53:40.526" v="4742" actId="2696"/>
        <pc:sldMkLst>
          <pc:docMk/>
          <pc:sldMk cId="2937847274" sldId="605"/>
        </pc:sldMkLst>
        <pc:spChg chg="add del">
          <ac:chgData name="Khobo, IL, Dr [ilkhobo@sun.ac.za]" userId="b519a442-dcea-4a28-9c45-7e29f1df5837" providerId="ADAL" clId="{8BC8A5CF-2DB3-45E9-BF57-F2ED810C291E}" dt="2026-09-20T14:53:32.674" v="4741" actId="22"/>
          <ac:spMkLst>
            <pc:docMk/>
            <pc:sldMk cId="2937847274" sldId="605"/>
            <ac:spMk id="3" creationId="{B679AB43-1DE7-0F9F-CA4C-CCC017ACBCA0}"/>
          </ac:spMkLst>
        </pc:spChg>
        <pc:spChg chg="mod">
          <ac:chgData name="Khobo, IL, Dr [ilkhobo@sun.ac.za]" userId="b519a442-dcea-4a28-9c45-7e29f1df5837" providerId="ADAL" clId="{8BC8A5CF-2DB3-45E9-BF57-F2ED810C291E}" dt="2026-09-20T14:52:48.889" v="4731" actId="20577"/>
          <ac:spMkLst>
            <pc:docMk/>
            <pc:sldMk cId="2937847274" sldId="605"/>
            <ac:spMk id="21" creationId="{F8335386-D97F-E8C3-DC82-AB2E82241EE7}"/>
          </ac:spMkLst>
        </pc:spChg>
        <pc:spChg chg="mod">
          <ac:chgData name="Khobo, IL, Dr [ilkhobo@sun.ac.za]" userId="b519a442-dcea-4a28-9c45-7e29f1df5837" providerId="ADAL" clId="{8BC8A5CF-2DB3-45E9-BF57-F2ED810C291E}" dt="2026-09-20T14:53:26.929" v="4738" actId="20577"/>
          <ac:spMkLst>
            <pc:docMk/>
            <pc:sldMk cId="2937847274" sldId="605"/>
            <ac:spMk id="32" creationId="{05BEE20D-9B3B-BC32-C3E4-5FA188370AD3}"/>
          </ac:spMkLst>
        </pc:spChg>
        <pc:spChg chg="mod">
          <ac:chgData name="Khobo, IL, Dr [ilkhobo@sun.ac.za]" userId="b519a442-dcea-4a28-9c45-7e29f1df5837" providerId="ADAL" clId="{8BC8A5CF-2DB3-45E9-BF57-F2ED810C291E}" dt="2026-09-20T14:53:27.670" v="4739" actId="20577"/>
          <ac:spMkLst>
            <pc:docMk/>
            <pc:sldMk cId="2937847274" sldId="605"/>
            <ac:spMk id="40" creationId="{4A66B5EF-08E6-4125-5346-3E501B8A90AE}"/>
          </ac:spMkLst>
        </pc:spChg>
        <pc:spChg chg="mod">
          <ac:chgData name="Khobo, IL, Dr [ilkhobo@sun.ac.za]" userId="b519a442-dcea-4a28-9c45-7e29f1df5837" providerId="ADAL" clId="{8BC8A5CF-2DB3-45E9-BF57-F2ED810C291E}" dt="2026-09-20T14:52:28.860" v="4723" actId="20577"/>
          <ac:spMkLst>
            <pc:docMk/>
            <pc:sldMk cId="2937847274" sldId="605"/>
            <ac:spMk id="44" creationId="{3D93DE09-EE39-4134-012E-A92795E085A5}"/>
          </ac:spMkLst>
        </pc:spChg>
        <pc:spChg chg="mod">
          <ac:chgData name="Khobo, IL, Dr [ilkhobo@sun.ac.za]" userId="b519a442-dcea-4a28-9c45-7e29f1df5837" providerId="ADAL" clId="{8BC8A5CF-2DB3-45E9-BF57-F2ED810C291E}" dt="2026-09-20T14:52:32.784" v="4724" actId="20577"/>
          <ac:spMkLst>
            <pc:docMk/>
            <pc:sldMk cId="2937847274" sldId="605"/>
            <ac:spMk id="46" creationId="{90A32CBE-5575-45A6-8CA5-38D6EAFAD811}"/>
          </ac:spMkLst>
        </pc:spChg>
        <pc:spChg chg="mod">
          <ac:chgData name="Khobo, IL, Dr [ilkhobo@sun.ac.za]" userId="b519a442-dcea-4a28-9c45-7e29f1df5837" providerId="ADAL" clId="{8BC8A5CF-2DB3-45E9-BF57-F2ED810C291E}" dt="2026-09-20T14:52:35.190" v="4725" actId="20577"/>
          <ac:spMkLst>
            <pc:docMk/>
            <pc:sldMk cId="2937847274" sldId="605"/>
            <ac:spMk id="48" creationId="{702AC76B-7763-1EDB-A436-4258939931E1}"/>
          </ac:spMkLst>
        </pc:spChg>
        <pc:spChg chg="mod">
          <ac:chgData name="Khobo, IL, Dr [ilkhobo@sun.ac.za]" userId="b519a442-dcea-4a28-9c45-7e29f1df5837" providerId="ADAL" clId="{8BC8A5CF-2DB3-45E9-BF57-F2ED810C291E}" dt="2026-09-20T14:52:38.729" v="4726" actId="20577"/>
          <ac:spMkLst>
            <pc:docMk/>
            <pc:sldMk cId="2937847274" sldId="605"/>
            <ac:spMk id="50" creationId="{0BCAAEF1-71B1-9CC3-FDA2-1719CAD426BC}"/>
          </ac:spMkLst>
        </pc:spChg>
        <pc:spChg chg="mod">
          <ac:chgData name="Khobo, IL, Dr [ilkhobo@sun.ac.za]" userId="b519a442-dcea-4a28-9c45-7e29f1df5837" providerId="ADAL" clId="{8BC8A5CF-2DB3-45E9-BF57-F2ED810C291E}" dt="2026-09-20T14:52:40.660" v="4727" actId="20577"/>
          <ac:spMkLst>
            <pc:docMk/>
            <pc:sldMk cId="2937847274" sldId="605"/>
            <ac:spMk id="52" creationId="{88F0B42D-58D8-0201-7610-F572E194275F}"/>
          </ac:spMkLst>
        </pc:spChg>
        <pc:spChg chg="mod">
          <ac:chgData name="Khobo, IL, Dr [ilkhobo@sun.ac.za]" userId="b519a442-dcea-4a28-9c45-7e29f1df5837" providerId="ADAL" clId="{8BC8A5CF-2DB3-45E9-BF57-F2ED810C291E}" dt="2026-09-20T14:52:42.476" v="4728" actId="20577"/>
          <ac:spMkLst>
            <pc:docMk/>
            <pc:sldMk cId="2937847274" sldId="605"/>
            <ac:spMk id="54" creationId="{C0A0826A-E8C8-BF62-3293-2BDAFD1071C8}"/>
          </ac:spMkLst>
        </pc:spChg>
        <pc:spChg chg="mod">
          <ac:chgData name="Khobo, IL, Dr [ilkhobo@sun.ac.za]" userId="b519a442-dcea-4a28-9c45-7e29f1df5837" providerId="ADAL" clId="{8BC8A5CF-2DB3-45E9-BF57-F2ED810C291E}" dt="2026-09-20T14:52:44.683" v="4729" actId="20577"/>
          <ac:spMkLst>
            <pc:docMk/>
            <pc:sldMk cId="2937847274" sldId="605"/>
            <ac:spMk id="56" creationId="{9D37319D-9904-3BA5-C881-9766A21FA0B8}"/>
          </ac:spMkLst>
        </pc:spChg>
        <pc:spChg chg="mod">
          <ac:chgData name="Khobo, IL, Dr [ilkhobo@sun.ac.za]" userId="b519a442-dcea-4a28-9c45-7e29f1df5837" providerId="ADAL" clId="{8BC8A5CF-2DB3-45E9-BF57-F2ED810C291E}" dt="2026-09-20T14:52:46.455" v="4730" actId="20577"/>
          <ac:spMkLst>
            <pc:docMk/>
            <pc:sldMk cId="2937847274" sldId="605"/>
            <ac:spMk id="58" creationId="{7E84203A-86AC-1519-18B2-99191D82B658}"/>
          </ac:spMkLst>
        </pc:spChg>
      </pc:sldChg>
      <pc:sldChg chg="addSp delSp modSp add del mod delAnim">
        <pc:chgData name="Khobo, IL, Dr [ilkhobo@sun.ac.za]" userId="b519a442-dcea-4a28-9c45-7e29f1df5837" providerId="ADAL" clId="{8BC8A5CF-2DB3-45E9-BF57-F2ED810C291E}" dt="2026-09-20T13:33:24.288" v="3950" actId="47"/>
        <pc:sldMkLst>
          <pc:docMk/>
          <pc:sldMk cId="113253452" sldId="606"/>
        </pc:sldMkLst>
      </pc:sldChg>
      <pc:sldChg chg="addSp modSp add mod modTransition">
        <pc:chgData name="Khobo, IL, Dr [ilkhobo@sun.ac.za]" userId="b519a442-dcea-4a28-9c45-7e29f1df5837" providerId="ADAL" clId="{8BC8A5CF-2DB3-45E9-BF57-F2ED810C291E}" dt="2026-09-20T20:07:51.495" v="6104"/>
        <pc:sldMkLst>
          <pc:docMk/>
          <pc:sldMk cId="2196142297" sldId="606"/>
        </pc:sldMkLst>
        <pc:spChg chg="add mod">
          <ac:chgData name="Khobo, IL, Dr [ilkhobo@sun.ac.za]" userId="b519a442-dcea-4a28-9c45-7e29f1df5837" providerId="ADAL" clId="{8BC8A5CF-2DB3-45E9-BF57-F2ED810C291E}" dt="2026-09-20T15:10:16.690" v="4880" actId="20577"/>
          <ac:spMkLst>
            <pc:docMk/>
            <pc:sldMk cId="2196142297" sldId="606"/>
            <ac:spMk id="3" creationId="{6042F4F6-FA99-7AA1-45FB-73CE25FBA5A8}"/>
          </ac:spMkLst>
        </pc:spChg>
        <pc:spChg chg="add mod">
          <ac:chgData name="Khobo, IL, Dr [ilkhobo@sun.ac.za]" userId="b519a442-dcea-4a28-9c45-7e29f1df5837" providerId="ADAL" clId="{8BC8A5CF-2DB3-45E9-BF57-F2ED810C291E}" dt="2026-09-20T17:23:49.683" v="5176" actId="1076"/>
          <ac:spMkLst>
            <pc:docMk/>
            <pc:sldMk cId="2196142297" sldId="606"/>
            <ac:spMk id="4" creationId="{F52B95F6-F954-CC58-36E1-37B02D254226}"/>
          </ac:spMkLst>
        </pc:spChg>
        <pc:spChg chg="mod">
          <ac:chgData name="Khobo, IL, Dr [ilkhobo@sun.ac.za]" userId="b519a442-dcea-4a28-9c45-7e29f1df5837" providerId="ADAL" clId="{8BC8A5CF-2DB3-45E9-BF57-F2ED810C291E}" dt="2026-09-20T15:10:28.032" v="4881" actId="1076"/>
          <ac:spMkLst>
            <pc:docMk/>
            <pc:sldMk cId="2196142297" sldId="606"/>
            <ac:spMk id="53" creationId="{6BB03B94-FF65-5E40-948C-42CF2F77D0D2}"/>
          </ac:spMkLst>
        </pc:spChg>
        <pc:spChg chg="mod">
          <ac:chgData name="Khobo, IL, Dr [ilkhobo@sun.ac.za]" userId="b519a442-dcea-4a28-9c45-7e29f1df5837" providerId="ADAL" clId="{8BC8A5CF-2DB3-45E9-BF57-F2ED810C291E}" dt="2026-09-20T18:25:40.873" v="5316" actId="20577"/>
          <ac:spMkLst>
            <pc:docMk/>
            <pc:sldMk cId="2196142297" sldId="606"/>
            <ac:spMk id="89" creationId="{20FEA11B-7236-0161-892B-837713AEE1D9}"/>
          </ac:spMkLst>
        </pc:spChg>
        <pc:spChg chg="mod">
          <ac:chgData name="Khobo, IL, Dr [ilkhobo@sun.ac.za]" userId="b519a442-dcea-4a28-9c45-7e29f1df5837" providerId="ADAL" clId="{8BC8A5CF-2DB3-45E9-BF57-F2ED810C291E}" dt="2026-09-20T18:25:54.731" v="5319" actId="207"/>
          <ac:spMkLst>
            <pc:docMk/>
            <pc:sldMk cId="2196142297" sldId="606"/>
            <ac:spMk id="93" creationId="{C2CF3BF6-5B0A-1C4A-10EE-A2FB7924AF0B}"/>
          </ac:spMkLst>
        </pc:spChg>
        <pc:cxnChg chg="mod">
          <ac:chgData name="Khobo, IL, Dr [ilkhobo@sun.ac.za]" userId="b519a442-dcea-4a28-9c45-7e29f1df5837" providerId="ADAL" clId="{8BC8A5CF-2DB3-45E9-BF57-F2ED810C291E}" dt="2026-09-20T15:10:28.032" v="4881" actId="1076"/>
          <ac:cxnSpMkLst>
            <pc:docMk/>
            <pc:sldMk cId="2196142297" sldId="606"/>
            <ac:cxnSpMk id="59" creationId="{A1D50C5F-84FE-151B-5B19-8ECE7747BB92}"/>
          </ac:cxnSpMkLst>
        </pc:cxnChg>
      </pc:sldChg>
      <pc:sldChg chg="addSp delSp modSp add del mod">
        <pc:chgData name="Khobo, IL, Dr [ilkhobo@sun.ac.za]" userId="b519a442-dcea-4a28-9c45-7e29f1df5837" providerId="ADAL" clId="{8BC8A5CF-2DB3-45E9-BF57-F2ED810C291E}" dt="2026-09-20T13:33:24.288" v="3950" actId="47"/>
        <pc:sldMkLst>
          <pc:docMk/>
          <pc:sldMk cId="2768339207" sldId="607"/>
        </pc:sldMkLst>
      </pc:sldChg>
      <pc:sldChg chg="addSp delSp modSp add mod modAnim">
        <pc:chgData name="Khobo, IL, Dr [ilkhobo@sun.ac.za]" userId="b519a442-dcea-4a28-9c45-7e29f1df5837" providerId="ADAL" clId="{8BC8A5CF-2DB3-45E9-BF57-F2ED810C291E}" dt="2026-09-20T18:26:23.456" v="5324" actId="20577"/>
        <pc:sldMkLst>
          <pc:docMk/>
          <pc:sldMk cId="3807138036" sldId="607"/>
        </pc:sldMkLst>
        <pc:spChg chg="del">
          <ac:chgData name="Khobo, IL, Dr [ilkhobo@sun.ac.za]" userId="b519a442-dcea-4a28-9c45-7e29f1df5837" providerId="ADAL" clId="{8BC8A5CF-2DB3-45E9-BF57-F2ED810C291E}" dt="2026-09-20T15:19:53.179" v="4883" actId="478"/>
          <ac:spMkLst>
            <pc:docMk/>
            <pc:sldMk cId="3807138036" sldId="607"/>
            <ac:spMk id="3" creationId="{F4098FB6-F96B-943C-042D-B92EA18599B7}"/>
          </ac:spMkLst>
        </pc:spChg>
        <pc:spChg chg="mod">
          <ac:chgData name="Khobo, IL, Dr [ilkhobo@sun.ac.za]" userId="b519a442-dcea-4a28-9c45-7e29f1df5837" providerId="ADAL" clId="{8BC8A5CF-2DB3-45E9-BF57-F2ED810C291E}" dt="2026-09-20T15:25:57.694" v="4928" actId="113"/>
          <ac:spMkLst>
            <pc:docMk/>
            <pc:sldMk cId="3807138036" sldId="607"/>
            <ac:spMk id="15" creationId="{9D267E9E-5718-8C1F-7399-9E57C725713C}"/>
          </ac:spMkLst>
        </pc:spChg>
        <pc:spChg chg="add mod ord">
          <ac:chgData name="Khobo, IL, Dr [ilkhobo@sun.ac.za]" userId="b519a442-dcea-4a28-9c45-7e29f1df5837" providerId="ADAL" clId="{8BC8A5CF-2DB3-45E9-BF57-F2ED810C291E}" dt="2026-09-20T17:29:11.378" v="5236" actId="14100"/>
          <ac:spMkLst>
            <pc:docMk/>
            <pc:sldMk cId="3807138036" sldId="607"/>
            <ac:spMk id="43" creationId="{2FD1DBF0-58DA-E543-8B19-436ABD0C77B0}"/>
          </ac:spMkLst>
        </pc:spChg>
        <pc:spChg chg="mod">
          <ac:chgData name="Khobo, IL, Dr [ilkhobo@sun.ac.za]" userId="b519a442-dcea-4a28-9c45-7e29f1df5837" providerId="ADAL" clId="{8BC8A5CF-2DB3-45E9-BF57-F2ED810C291E}" dt="2026-09-20T17:36:33.647" v="5295" actId="207"/>
          <ac:spMkLst>
            <pc:docMk/>
            <pc:sldMk cId="3807138036" sldId="607"/>
            <ac:spMk id="53" creationId="{DCB249D2-A226-A3D7-5927-6D3BD1DED00C}"/>
          </ac:spMkLst>
        </pc:spChg>
        <pc:spChg chg="add del mod ord">
          <ac:chgData name="Khobo, IL, Dr [ilkhobo@sun.ac.za]" userId="b519a442-dcea-4a28-9c45-7e29f1df5837" providerId="ADAL" clId="{8BC8A5CF-2DB3-45E9-BF57-F2ED810C291E}" dt="2026-09-20T17:31:56.865" v="5246" actId="478"/>
          <ac:spMkLst>
            <pc:docMk/>
            <pc:sldMk cId="3807138036" sldId="607"/>
            <ac:spMk id="55" creationId="{8F1E6C9D-2240-6A2A-2371-9B1564E48510}"/>
          </ac:spMkLst>
        </pc:spChg>
        <pc:spChg chg="add del mod ord">
          <ac:chgData name="Khobo, IL, Dr [ilkhobo@sun.ac.za]" userId="b519a442-dcea-4a28-9c45-7e29f1df5837" providerId="ADAL" clId="{8BC8A5CF-2DB3-45E9-BF57-F2ED810C291E}" dt="2026-09-20T17:31:56.865" v="5246" actId="478"/>
          <ac:spMkLst>
            <pc:docMk/>
            <pc:sldMk cId="3807138036" sldId="607"/>
            <ac:spMk id="61" creationId="{14787C5D-8CA4-CE94-4590-FBA25ED2B1F7}"/>
          </ac:spMkLst>
        </pc:spChg>
        <pc:spChg chg="add del mod ord">
          <ac:chgData name="Khobo, IL, Dr [ilkhobo@sun.ac.za]" userId="b519a442-dcea-4a28-9c45-7e29f1df5837" providerId="ADAL" clId="{8BC8A5CF-2DB3-45E9-BF57-F2ED810C291E}" dt="2026-09-20T17:31:56.865" v="5246" actId="478"/>
          <ac:spMkLst>
            <pc:docMk/>
            <pc:sldMk cId="3807138036" sldId="607"/>
            <ac:spMk id="63" creationId="{191507A2-5817-53AB-8E41-54947650C82E}"/>
          </ac:spMkLst>
        </pc:spChg>
        <pc:spChg chg="add del mod ord">
          <ac:chgData name="Khobo, IL, Dr [ilkhobo@sun.ac.za]" userId="b519a442-dcea-4a28-9c45-7e29f1df5837" providerId="ADAL" clId="{8BC8A5CF-2DB3-45E9-BF57-F2ED810C291E}" dt="2026-09-20T17:31:56.865" v="5246" actId="478"/>
          <ac:spMkLst>
            <pc:docMk/>
            <pc:sldMk cId="3807138036" sldId="607"/>
            <ac:spMk id="65" creationId="{3F5F7400-12E4-A359-0DA4-2C688ED2AC9E}"/>
          </ac:spMkLst>
        </pc:spChg>
        <pc:spChg chg="add del mod ord">
          <ac:chgData name="Khobo, IL, Dr [ilkhobo@sun.ac.za]" userId="b519a442-dcea-4a28-9c45-7e29f1df5837" providerId="ADAL" clId="{8BC8A5CF-2DB3-45E9-BF57-F2ED810C291E}" dt="2026-09-20T17:31:56.865" v="5246" actId="478"/>
          <ac:spMkLst>
            <pc:docMk/>
            <pc:sldMk cId="3807138036" sldId="607"/>
            <ac:spMk id="67" creationId="{E4ECF66E-E87F-439F-4AA7-60FFDF1B1BF5}"/>
          </ac:spMkLst>
        </pc:spChg>
        <pc:spChg chg="add del mod ord">
          <ac:chgData name="Khobo, IL, Dr [ilkhobo@sun.ac.za]" userId="b519a442-dcea-4a28-9c45-7e29f1df5837" providerId="ADAL" clId="{8BC8A5CF-2DB3-45E9-BF57-F2ED810C291E}" dt="2026-09-20T17:31:56.865" v="5246" actId="478"/>
          <ac:spMkLst>
            <pc:docMk/>
            <pc:sldMk cId="3807138036" sldId="607"/>
            <ac:spMk id="70" creationId="{ED06E4B2-2594-B643-0BC0-AA297F8EF5FF}"/>
          </ac:spMkLst>
        </pc:spChg>
        <pc:spChg chg="add del mod ord">
          <ac:chgData name="Khobo, IL, Dr [ilkhobo@sun.ac.za]" userId="b519a442-dcea-4a28-9c45-7e29f1df5837" providerId="ADAL" clId="{8BC8A5CF-2DB3-45E9-BF57-F2ED810C291E}" dt="2026-09-20T17:31:56.865" v="5246" actId="478"/>
          <ac:spMkLst>
            <pc:docMk/>
            <pc:sldMk cId="3807138036" sldId="607"/>
            <ac:spMk id="74" creationId="{C059B254-2DA8-5803-48A3-1D2E823F464E}"/>
          </ac:spMkLst>
        </pc:spChg>
        <pc:spChg chg="add del mod ord">
          <ac:chgData name="Khobo, IL, Dr [ilkhobo@sun.ac.za]" userId="b519a442-dcea-4a28-9c45-7e29f1df5837" providerId="ADAL" clId="{8BC8A5CF-2DB3-45E9-BF57-F2ED810C291E}" dt="2026-09-20T17:31:56.865" v="5246" actId="478"/>
          <ac:spMkLst>
            <pc:docMk/>
            <pc:sldMk cId="3807138036" sldId="607"/>
            <ac:spMk id="78" creationId="{127A18BE-EC32-ED7C-2A01-4B837AD70887}"/>
          </ac:spMkLst>
        </pc:spChg>
        <pc:spChg chg="add del mod ord">
          <ac:chgData name="Khobo, IL, Dr [ilkhobo@sun.ac.za]" userId="b519a442-dcea-4a28-9c45-7e29f1df5837" providerId="ADAL" clId="{8BC8A5CF-2DB3-45E9-BF57-F2ED810C291E}" dt="2026-09-20T17:31:56.865" v="5246" actId="478"/>
          <ac:spMkLst>
            <pc:docMk/>
            <pc:sldMk cId="3807138036" sldId="607"/>
            <ac:spMk id="82" creationId="{FF579C6D-E50A-876E-9713-B131FE96D007}"/>
          </ac:spMkLst>
        </pc:spChg>
        <pc:spChg chg="add del mod ord">
          <ac:chgData name="Khobo, IL, Dr [ilkhobo@sun.ac.za]" userId="b519a442-dcea-4a28-9c45-7e29f1df5837" providerId="ADAL" clId="{8BC8A5CF-2DB3-45E9-BF57-F2ED810C291E}" dt="2026-09-20T17:31:58.909" v="5247" actId="478"/>
          <ac:spMkLst>
            <pc:docMk/>
            <pc:sldMk cId="3807138036" sldId="607"/>
            <ac:spMk id="86" creationId="{6F97217C-EAC1-4DCC-CB26-F4355775231C}"/>
          </ac:spMkLst>
        </pc:spChg>
        <pc:spChg chg="add mod">
          <ac:chgData name="Khobo, IL, Dr [ilkhobo@sun.ac.za]" userId="b519a442-dcea-4a28-9c45-7e29f1df5837" providerId="ADAL" clId="{8BC8A5CF-2DB3-45E9-BF57-F2ED810C291E}" dt="2026-09-20T17:34:50.002" v="5293" actId="207"/>
          <ac:spMkLst>
            <pc:docMk/>
            <pc:sldMk cId="3807138036" sldId="607"/>
            <ac:spMk id="88" creationId="{753754F5-55C3-2CB3-D681-261FEECF5A5A}"/>
          </ac:spMkLst>
        </pc:spChg>
        <pc:spChg chg="mod">
          <ac:chgData name="Khobo, IL, Dr [ilkhobo@sun.ac.za]" userId="b519a442-dcea-4a28-9c45-7e29f1df5837" providerId="ADAL" clId="{8BC8A5CF-2DB3-45E9-BF57-F2ED810C291E}" dt="2026-09-20T18:26:23.456" v="5324" actId="20577"/>
          <ac:spMkLst>
            <pc:docMk/>
            <pc:sldMk cId="3807138036" sldId="607"/>
            <ac:spMk id="89" creationId="{857D27B1-C18A-15D7-F32F-8BEEB3FBAE76}"/>
          </ac:spMkLst>
        </pc:spChg>
        <pc:spChg chg="mod">
          <ac:chgData name="Khobo, IL, Dr [ilkhobo@sun.ac.za]" userId="b519a442-dcea-4a28-9c45-7e29f1df5837" providerId="ADAL" clId="{8BC8A5CF-2DB3-45E9-BF57-F2ED810C291E}" dt="2026-09-20T15:25:53.381" v="4926" actId="113"/>
          <ac:spMkLst>
            <pc:docMk/>
            <pc:sldMk cId="3807138036" sldId="607"/>
            <ac:spMk id="91" creationId="{7AAE5622-ADCB-CDF2-8F3E-B1C509AAF03C}"/>
          </ac:spMkLst>
        </pc:spChg>
        <pc:spChg chg="add del mod">
          <ac:chgData name="Khobo, IL, Dr [ilkhobo@sun.ac.za]" userId="b519a442-dcea-4a28-9c45-7e29f1df5837" providerId="ADAL" clId="{8BC8A5CF-2DB3-45E9-BF57-F2ED810C291E}" dt="2026-09-20T17:32:55.981" v="5258" actId="22"/>
          <ac:spMkLst>
            <pc:docMk/>
            <pc:sldMk cId="3807138036" sldId="607"/>
            <ac:spMk id="92" creationId="{4F6D1F5D-995F-FB71-EF92-B206FC90BF4D}"/>
          </ac:spMkLst>
        </pc:spChg>
        <pc:spChg chg="mod">
          <ac:chgData name="Khobo, IL, Dr [ilkhobo@sun.ac.za]" userId="b519a442-dcea-4a28-9c45-7e29f1df5837" providerId="ADAL" clId="{8BC8A5CF-2DB3-45E9-BF57-F2ED810C291E}" dt="2026-09-20T15:26:04.675" v="4932" actId="113"/>
          <ac:spMkLst>
            <pc:docMk/>
            <pc:sldMk cId="3807138036" sldId="607"/>
            <ac:spMk id="93" creationId="{1929D1DE-A710-A73D-71C4-22D414D46678}"/>
          </ac:spMkLst>
        </pc:spChg>
        <pc:spChg chg="add mod">
          <ac:chgData name="Khobo, IL, Dr [ilkhobo@sun.ac.za]" userId="b519a442-dcea-4a28-9c45-7e29f1df5837" providerId="ADAL" clId="{8BC8A5CF-2DB3-45E9-BF57-F2ED810C291E}" dt="2026-09-20T17:34:50.002" v="5293" actId="207"/>
          <ac:spMkLst>
            <pc:docMk/>
            <pc:sldMk cId="3807138036" sldId="607"/>
            <ac:spMk id="95" creationId="{B23FD60C-ED3F-8A96-0AC1-5245DBDD5010}"/>
          </ac:spMkLst>
        </pc:spChg>
        <pc:spChg chg="add mod">
          <ac:chgData name="Khobo, IL, Dr [ilkhobo@sun.ac.za]" userId="b519a442-dcea-4a28-9c45-7e29f1df5837" providerId="ADAL" clId="{8BC8A5CF-2DB3-45E9-BF57-F2ED810C291E}" dt="2026-09-20T17:34:50.002" v="5293" actId="207"/>
          <ac:spMkLst>
            <pc:docMk/>
            <pc:sldMk cId="3807138036" sldId="607"/>
            <ac:spMk id="97" creationId="{A94F04B6-C0BF-9F04-E92D-F27DA9754EFA}"/>
          </ac:spMkLst>
        </pc:spChg>
        <pc:spChg chg="add mod">
          <ac:chgData name="Khobo, IL, Dr [ilkhobo@sun.ac.za]" userId="b519a442-dcea-4a28-9c45-7e29f1df5837" providerId="ADAL" clId="{8BC8A5CF-2DB3-45E9-BF57-F2ED810C291E}" dt="2026-09-20T17:34:50.002" v="5293" actId="207"/>
          <ac:spMkLst>
            <pc:docMk/>
            <pc:sldMk cId="3807138036" sldId="607"/>
            <ac:spMk id="99" creationId="{B85404E9-8E96-6DB6-E93F-9EDA6CCFEC60}"/>
          </ac:spMkLst>
        </pc:spChg>
        <pc:spChg chg="add mod">
          <ac:chgData name="Khobo, IL, Dr [ilkhobo@sun.ac.za]" userId="b519a442-dcea-4a28-9c45-7e29f1df5837" providerId="ADAL" clId="{8BC8A5CF-2DB3-45E9-BF57-F2ED810C291E}" dt="2026-09-20T17:34:50.002" v="5293" actId="207"/>
          <ac:spMkLst>
            <pc:docMk/>
            <pc:sldMk cId="3807138036" sldId="607"/>
            <ac:spMk id="101" creationId="{62514194-D393-2255-B2E2-D60383759C43}"/>
          </ac:spMkLst>
        </pc:spChg>
        <pc:spChg chg="add mod">
          <ac:chgData name="Khobo, IL, Dr [ilkhobo@sun.ac.za]" userId="b519a442-dcea-4a28-9c45-7e29f1df5837" providerId="ADAL" clId="{8BC8A5CF-2DB3-45E9-BF57-F2ED810C291E}" dt="2026-09-20T17:34:50.002" v="5293" actId="207"/>
          <ac:spMkLst>
            <pc:docMk/>
            <pc:sldMk cId="3807138036" sldId="607"/>
            <ac:spMk id="103" creationId="{3BC5A5B7-2D88-EF25-3E0D-26CAC2B123A0}"/>
          </ac:spMkLst>
        </pc:spChg>
        <pc:spChg chg="add mod">
          <ac:chgData name="Khobo, IL, Dr [ilkhobo@sun.ac.za]" userId="b519a442-dcea-4a28-9c45-7e29f1df5837" providerId="ADAL" clId="{8BC8A5CF-2DB3-45E9-BF57-F2ED810C291E}" dt="2026-09-20T17:34:50.002" v="5293" actId="207"/>
          <ac:spMkLst>
            <pc:docMk/>
            <pc:sldMk cId="3807138036" sldId="607"/>
            <ac:spMk id="105" creationId="{166C841D-FDAD-24BD-1450-9C5F9EAB424D}"/>
          </ac:spMkLst>
        </pc:spChg>
        <pc:spChg chg="add mod">
          <ac:chgData name="Khobo, IL, Dr [ilkhobo@sun.ac.za]" userId="b519a442-dcea-4a28-9c45-7e29f1df5837" providerId="ADAL" clId="{8BC8A5CF-2DB3-45E9-BF57-F2ED810C291E}" dt="2026-09-20T17:34:50.002" v="5293" actId="207"/>
          <ac:spMkLst>
            <pc:docMk/>
            <pc:sldMk cId="3807138036" sldId="607"/>
            <ac:spMk id="107" creationId="{C3D75C95-8B95-ED14-ED22-706D43DCD957}"/>
          </ac:spMkLst>
        </pc:spChg>
        <pc:spChg chg="add mod">
          <ac:chgData name="Khobo, IL, Dr [ilkhobo@sun.ac.za]" userId="b519a442-dcea-4a28-9c45-7e29f1df5837" providerId="ADAL" clId="{8BC8A5CF-2DB3-45E9-BF57-F2ED810C291E}" dt="2026-09-20T17:34:50.002" v="5293" actId="207"/>
          <ac:spMkLst>
            <pc:docMk/>
            <pc:sldMk cId="3807138036" sldId="607"/>
            <ac:spMk id="109" creationId="{97E908CE-7D3B-B869-A4D5-7B9C0A6410C0}"/>
          </ac:spMkLst>
        </pc:spChg>
        <pc:spChg chg="add mod">
          <ac:chgData name="Khobo, IL, Dr [ilkhobo@sun.ac.za]" userId="b519a442-dcea-4a28-9c45-7e29f1df5837" providerId="ADAL" clId="{8BC8A5CF-2DB3-45E9-BF57-F2ED810C291E}" dt="2026-09-20T17:34:50.002" v="5293" actId="207"/>
          <ac:spMkLst>
            <pc:docMk/>
            <pc:sldMk cId="3807138036" sldId="607"/>
            <ac:spMk id="111" creationId="{6CA18B10-ADF0-4608-5C84-54638062A1C0}"/>
          </ac:spMkLst>
        </pc:spChg>
        <pc:grpChg chg="add mod ord">
          <ac:chgData name="Khobo, IL, Dr [ilkhobo@sun.ac.za]" userId="b519a442-dcea-4a28-9c45-7e29f1df5837" providerId="ADAL" clId="{8BC8A5CF-2DB3-45E9-BF57-F2ED810C291E}" dt="2026-09-20T17:31:18.225" v="5244" actId="167"/>
          <ac:grpSpMkLst>
            <pc:docMk/>
            <pc:sldMk cId="3807138036" sldId="607"/>
            <ac:grpSpMk id="47" creationId="{07820763-484B-2D51-09F3-64238CCC4808}"/>
          </ac:grpSpMkLst>
        </pc:grpChg>
        <pc:picChg chg="add del mod">
          <ac:chgData name="Khobo, IL, Dr [ilkhobo@sun.ac.za]" userId="b519a442-dcea-4a28-9c45-7e29f1df5837" providerId="ADAL" clId="{8BC8A5CF-2DB3-45E9-BF57-F2ED810C291E}" dt="2026-09-20T15:24:12.527" v="4897" actId="478"/>
          <ac:picMkLst>
            <pc:docMk/>
            <pc:sldMk cId="3807138036" sldId="607"/>
            <ac:picMk id="4" creationId="{D685D0BC-339A-C972-7800-43DE80200480}"/>
          </ac:picMkLst>
        </pc:picChg>
        <pc:picChg chg="add mod">
          <ac:chgData name="Khobo, IL, Dr [ilkhobo@sun.ac.za]" userId="b519a442-dcea-4a28-9c45-7e29f1df5837" providerId="ADAL" clId="{8BC8A5CF-2DB3-45E9-BF57-F2ED810C291E}" dt="2026-09-20T15:20:28.389" v="4889" actId="1076"/>
          <ac:picMkLst>
            <pc:docMk/>
            <pc:sldMk cId="3807138036" sldId="607"/>
            <ac:picMk id="8" creationId="{8D90EB23-CA4B-9A90-F81E-D8F63BE8F719}"/>
          </ac:picMkLst>
        </pc:picChg>
        <pc:picChg chg="add mod modCrop">
          <ac:chgData name="Khobo, IL, Dr [ilkhobo@sun.ac.za]" userId="b519a442-dcea-4a28-9c45-7e29f1df5837" providerId="ADAL" clId="{8BC8A5CF-2DB3-45E9-BF57-F2ED810C291E}" dt="2026-09-20T15:24:35.745" v="4903" actId="732"/>
          <ac:picMkLst>
            <pc:docMk/>
            <pc:sldMk cId="3807138036" sldId="607"/>
            <ac:picMk id="39" creationId="{84DB96DF-3F87-0EBB-EA60-5C09EA94B95B}"/>
          </ac:picMkLst>
        </pc:picChg>
        <pc:cxnChg chg="mod">
          <ac:chgData name="Khobo, IL, Dr [ilkhobo@sun.ac.za]" userId="b519a442-dcea-4a28-9c45-7e29f1df5837" providerId="ADAL" clId="{8BC8A5CF-2DB3-45E9-BF57-F2ED810C291E}" dt="2026-09-20T15:20:41.527" v="4890" actId="1076"/>
          <ac:cxnSpMkLst>
            <pc:docMk/>
            <pc:sldMk cId="3807138036" sldId="607"/>
            <ac:cxnSpMk id="59" creationId="{8788FC4C-FE8C-9058-5C8B-76C702F49FF8}"/>
          </ac:cxnSpMkLst>
        </pc:cxnChg>
      </pc:sldChg>
      <pc:sldChg chg="delSp add del mod delAnim">
        <pc:chgData name="Khobo, IL, Dr [ilkhobo@sun.ac.za]" userId="b519a442-dcea-4a28-9c45-7e29f1df5837" providerId="ADAL" clId="{8BC8A5CF-2DB3-45E9-BF57-F2ED810C291E}" dt="2026-09-20T16:41:18.351" v="4948" actId="47"/>
        <pc:sldMkLst>
          <pc:docMk/>
          <pc:sldMk cId="255632399" sldId="608"/>
        </pc:sldMkLst>
        <pc:spChg chg="del">
          <ac:chgData name="Khobo, IL, Dr [ilkhobo@sun.ac.za]" userId="b519a442-dcea-4a28-9c45-7e29f1df5837" providerId="ADAL" clId="{8BC8A5CF-2DB3-45E9-BF57-F2ED810C291E}" dt="2026-09-20T16:23:31.055" v="4946" actId="478"/>
          <ac:spMkLst>
            <pc:docMk/>
            <pc:sldMk cId="255632399" sldId="608"/>
            <ac:spMk id="7" creationId="{B305AAA9-928D-30FA-8084-236AA6F5E9D5}"/>
          </ac:spMkLst>
        </pc:spChg>
        <pc:spChg chg="del">
          <ac:chgData name="Khobo, IL, Dr [ilkhobo@sun.ac.za]" userId="b519a442-dcea-4a28-9c45-7e29f1df5837" providerId="ADAL" clId="{8BC8A5CF-2DB3-45E9-BF57-F2ED810C291E}" dt="2026-09-20T16:23:34.315" v="4947" actId="478"/>
          <ac:spMkLst>
            <pc:docMk/>
            <pc:sldMk cId="255632399" sldId="608"/>
            <ac:spMk id="10" creationId="{3FE214EF-114A-8820-0B12-67F56B22DFFE}"/>
          </ac:spMkLst>
        </pc:spChg>
        <pc:spChg chg="del">
          <ac:chgData name="Khobo, IL, Dr [ilkhobo@sun.ac.za]" userId="b519a442-dcea-4a28-9c45-7e29f1df5837" providerId="ADAL" clId="{8BC8A5CF-2DB3-45E9-BF57-F2ED810C291E}" dt="2026-09-20T16:23:31.055" v="4946" actId="478"/>
          <ac:spMkLst>
            <pc:docMk/>
            <pc:sldMk cId="255632399" sldId="608"/>
            <ac:spMk id="11" creationId="{3A2D6FD1-BAF2-DD8A-EC6B-B2DEB167186E}"/>
          </ac:spMkLst>
        </pc:spChg>
        <pc:spChg chg="del">
          <ac:chgData name="Khobo, IL, Dr [ilkhobo@sun.ac.za]" userId="b519a442-dcea-4a28-9c45-7e29f1df5837" providerId="ADAL" clId="{8BC8A5CF-2DB3-45E9-BF57-F2ED810C291E}" dt="2026-09-20T16:23:34.315" v="4947" actId="478"/>
          <ac:spMkLst>
            <pc:docMk/>
            <pc:sldMk cId="255632399" sldId="608"/>
            <ac:spMk id="13" creationId="{C447098D-11C3-A2F6-F238-ACE87B08B60C}"/>
          </ac:spMkLst>
        </pc:spChg>
        <pc:spChg chg="del">
          <ac:chgData name="Khobo, IL, Dr [ilkhobo@sun.ac.za]" userId="b519a442-dcea-4a28-9c45-7e29f1df5837" providerId="ADAL" clId="{8BC8A5CF-2DB3-45E9-BF57-F2ED810C291E}" dt="2026-09-20T16:23:31.055" v="4946" actId="478"/>
          <ac:spMkLst>
            <pc:docMk/>
            <pc:sldMk cId="255632399" sldId="608"/>
            <ac:spMk id="14" creationId="{3E015187-6CB3-992E-542D-367159BD1837}"/>
          </ac:spMkLst>
        </pc:spChg>
        <pc:spChg chg="del">
          <ac:chgData name="Khobo, IL, Dr [ilkhobo@sun.ac.za]" userId="b519a442-dcea-4a28-9c45-7e29f1df5837" providerId="ADAL" clId="{8BC8A5CF-2DB3-45E9-BF57-F2ED810C291E}" dt="2026-09-20T16:23:22.966" v="4945" actId="478"/>
          <ac:spMkLst>
            <pc:docMk/>
            <pc:sldMk cId="255632399" sldId="608"/>
            <ac:spMk id="15" creationId="{DCED403E-E0B3-AD07-FA4F-9C5845BDC104}"/>
          </ac:spMkLst>
        </pc:spChg>
        <pc:spChg chg="del">
          <ac:chgData name="Khobo, IL, Dr [ilkhobo@sun.ac.za]" userId="b519a442-dcea-4a28-9c45-7e29f1df5837" providerId="ADAL" clId="{8BC8A5CF-2DB3-45E9-BF57-F2ED810C291E}" dt="2026-09-20T16:23:31.055" v="4946" actId="478"/>
          <ac:spMkLst>
            <pc:docMk/>
            <pc:sldMk cId="255632399" sldId="608"/>
            <ac:spMk id="16" creationId="{DC94E411-C6B3-874D-7BB0-B685EC8FC968}"/>
          </ac:spMkLst>
        </pc:spChg>
        <pc:spChg chg="del">
          <ac:chgData name="Khobo, IL, Dr [ilkhobo@sun.ac.za]" userId="b519a442-dcea-4a28-9c45-7e29f1df5837" providerId="ADAL" clId="{8BC8A5CF-2DB3-45E9-BF57-F2ED810C291E}" dt="2026-09-20T16:23:34.315" v="4947" actId="478"/>
          <ac:spMkLst>
            <pc:docMk/>
            <pc:sldMk cId="255632399" sldId="608"/>
            <ac:spMk id="20" creationId="{A2E162AD-F2D3-556E-1924-278BD0D4CCEA}"/>
          </ac:spMkLst>
        </pc:spChg>
        <pc:spChg chg="del">
          <ac:chgData name="Khobo, IL, Dr [ilkhobo@sun.ac.za]" userId="b519a442-dcea-4a28-9c45-7e29f1df5837" providerId="ADAL" clId="{8BC8A5CF-2DB3-45E9-BF57-F2ED810C291E}" dt="2026-09-20T16:23:34.315" v="4947" actId="478"/>
          <ac:spMkLst>
            <pc:docMk/>
            <pc:sldMk cId="255632399" sldId="608"/>
            <ac:spMk id="45" creationId="{0DB5F4D4-ED30-E6F3-30C3-15638DF28B69}"/>
          </ac:spMkLst>
        </pc:spChg>
        <pc:spChg chg="del">
          <ac:chgData name="Khobo, IL, Dr [ilkhobo@sun.ac.za]" userId="b519a442-dcea-4a28-9c45-7e29f1df5837" providerId="ADAL" clId="{8BC8A5CF-2DB3-45E9-BF57-F2ED810C291E}" dt="2026-09-20T16:23:34.315" v="4947" actId="478"/>
          <ac:spMkLst>
            <pc:docMk/>
            <pc:sldMk cId="255632399" sldId="608"/>
            <ac:spMk id="46" creationId="{A2BC4574-8161-4ABF-A662-AAC66253EBD1}"/>
          </ac:spMkLst>
        </pc:spChg>
        <pc:spChg chg="del">
          <ac:chgData name="Khobo, IL, Dr [ilkhobo@sun.ac.za]" userId="b519a442-dcea-4a28-9c45-7e29f1df5837" providerId="ADAL" clId="{8BC8A5CF-2DB3-45E9-BF57-F2ED810C291E}" dt="2026-09-20T16:23:34.315" v="4947" actId="478"/>
          <ac:spMkLst>
            <pc:docMk/>
            <pc:sldMk cId="255632399" sldId="608"/>
            <ac:spMk id="48" creationId="{1CA62492-3EF4-218E-14A0-C882F419B0C4}"/>
          </ac:spMkLst>
        </pc:spChg>
        <pc:spChg chg="del">
          <ac:chgData name="Khobo, IL, Dr [ilkhobo@sun.ac.za]" userId="b519a442-dcea-4a28-9c45-7e29f1df5837" providerId="ADAL" clId="{8BC8A5CF-2DB3-45E9-BF57-F2ED810C291E}" dt="2026-09-20T16:23:34.315" v="4947" actId="478"/>
          <ac:spMkLst>
            <pc:docMk/>
            <pc:sldMk cId="255632399" sldId="608"/>
            <ac:spMk id="49" creationId="{0130C6F2-4DAF-29B6-89AE-3C8C13208B9A}"/>
          </ac:spMkLst>
        </pc:spChg>
        <pc:spChg chg="del">
          <ac:chgData name="Khobo, IL, Dr [ilkhobo@sun.ac.za]" userId="b519a442-dcea-4a28-9c45-7e29f1df5837" providerId="ADAL" clId="{8BC8A5CF-2DB3-45E9-BF57-F2ED810C291E}" dt="2026-09-20T16:23:34.315" v="4947" actId="478"/>
          <ac:spMkLst>
            <pc:docMk/>
            <pc:sldMk cId="255632399" sldId="608"/>
            <ac:spMk id="58" creationId="{C3C4E0C8-F968-9A36-A216-EE890821D59B}"/>
          </ac:spMkLst>
        </pc:spChg>
        <pc:spChg chg="del">
          <ac:chgData name="Khobo, IL, Dr [ilkhobo@sun.ac.za]" userId="b519a442-dcea-4a28-9c45-7e29f1df5837" providerId="ADAL" clId="{8BC8A5CF-2DB3-45E9-BF57-F2ED810C291E}" dt="2026-09-20T16:23:34.315" v="4947" actId="478"/>
          <ac:spMkLst>
            <pc:docMk/>
            <pc:sldMk cId="255632399" sldId="608"/>
            <ac:spMk id="75" creationId="{65E25A22-301D-A39E-BB1A-85F23C8E7671}"/>
          </ac:spMkLst>
        </pc:spChg>
        <pc:spChg chg="del">
          <ac:chgData name="Khobo, IL, Dr [ilkhobo@sun.ac.za]" userId="b519a442-dcea-4a28-9c45-7e29f1df5837" providerId="ADAL" clId="{8BC8A5CF-2DB3-45E9-BF57-F2ED810C291E}" dt="2026-09-20T16:23:34.315" v="4947" actId="478"/>
          <ac:spMkLst>
            <pc:docMk/>
            <pc:sldMk cId="255632399" sldId="608"/>
            <ac:spMk id="79" creationId="{6F5EEBF0-4A03-0246-4507-1F5DD03569CE}"/>
          </ac:spMkLst>
        </pc:spChg>
        <pc:spChg chg="del">
          <ac:chgData name="Khobo, IL, Dr [ilkhobo@sun.ac.za]" userId="b519a442-dcea-4a28-9c45-7e29f1df5837" providerId="ADAL" clId="{8BC8A5CF-2DB3-45E9-BF57-F2ED810C291E}" dt="2026-09-20T16:23:31.055" v="4946" actId="478"/>
          <ac:spMkLst>
            <pc:docMk/>
            <pc:sldMk cId="255632399" sldId="608"/>
            <ac:spMk id="87" creationId="{BA516329-7C1D-43C9-98CB-D31D7EB3AC9B}"/>
          </ac:spMkLst>
        </pc:spChg>
        <pc:spChg chg="del">
          <ac:chgData name="Khobo, IL, Dr [ilkhobo@sun.ac.za]" userId="b519a442-dcea-4a28-9c45-7e29f1df5837" providerId="ADAL" clId="{8BC8A5CF-2DB3-45E9-BF57-F2ED810C291E}" dt="2026-09-20T16:23:22.966" v="4945" actId="478"/>
          <ac:spMkLst>
            <pc:docMk/>
            <pc:sldMk cId="255632399" sldId="608"/>
            <ac:spMk id="89" creationId="{AEDA9F5E-96D1-67CA-A805-23AB3305D366}"/>
          </ac:spMkLst>
        </pc:spChg>
        <pc:spChg chg="del">
          <ac:chgData name="Khobo, IL, Dr [ilkhobo@sun.ac.za]" userId="b519a442-dcea-4a28-9c45-7e29f1df5837" providerId="ADAL" clId="{8BC8A5CF-2DB3-45E9-BF57-F2ED810C291E}" dt="2026-09-20T16:23:22.966" v="4945" actId="478"/>
          <ac:spMkLst>
            <pc:docMk/>
            <pc:sldMk cId="255632399" sldId="608"/>
            <ac:spMk id="91" creationId="{3100E5DE-430B-2234-343E-6967060B0E86}"/>
          </ac:spMkLst>
        </pc:spChg>
        <pc:spChg chg="del">
          <ac:chgData name="Khobo, IL, Dr [ilkhobo@sun.ac.za]" userId="b519a442-dcea-4a28-9c45-7e29f1df5837" providerId="ADAL" clId="{8BC8A5CF-2DB3-45E9-BF57-F2ED810C291E}" dt="2026-09-20T16:23:22.966" v="4945" actId="478"/>
          <ac:spMkLst>
            <pc:docMk/>
            <pc:sldMk cId="255632399" sldId="608"/>
            <ac:spMk id="93" creationId="{A25535AC-B80F-1167-FA82-1AE3D7E8BCAE}"/>
          </ac:spMkLst>
        </pc:spChg>
        <pc:grpChg chg="del">
          <ac:chgData name="Khobo, IL, Dr [ilkhobo@sun.ac.za]" userId="b519a442-dcea-4a28-9c45-7e29f1df5837" providerId="ADAL" clId="{8BC8A5CF-2DB3-45E9-BF57-F2ED810C291E}" dt="2026-09-20T16:23:31.055" v="4946" actId="478"/>
          <ac:grpSpMkLst>
            <pc:docMk/>
            <pc:sldMk cId="255632399" sldId="608"/>
            <ac:grpSpMk id="47" creationId="{7241F457-5476-DA8D-5323-CCA9E706D94C}"/>
          </ac:grpSpMkLst>
        </pc:grpChg>
        <pc:picChg chg="del">
          <ac:chgData name="Khobo, IL, Dr [ilkhobo@sun.ac.za]" userId="b519a442-dcea-4a28-9c45-7e29f1df5837" providerId="ADAL" clId="{8BC8A5CF-2DB3-45E9-BF57-F2ED810C291E}" dt="2026-09-20T16:23:22.966" v="4945" actId="478"/>
          <ac:picMkLst>
            <pc:docMk/>
            <pc:sldMk cId="255632399" sldId="608"/>
            <ac:picMk id="8" creationId="{60248B82-CA1B-B7FB-5EF7-2A3ABB415F52}"/>
          </ac:picMkLst>
        </pc:picChg>
        <pc:picChg chg="del">
          <ac:chgData name="Khobo, IL, Dr [ilkhobo@sun.ac.za]" userId="b519a442-dcea-4a28-9c45-7e29f1df5837" providerId="ADAL" clId="{8BC8A5CF-2DB3-45E9-BF57-F2ED810C291E}" dt="2026-09-20T16:23:31.055" v="4946" actId="478"/>
          <ac:picMkLst>
            <pc:docMk/>
            <pc:sldMk cId="255632399" sldId="608"/>
            <ac:picMk id="9" creationId="{764D2534-9714-4481-D033-0ADCD202DBAE}"/>
          </ac:picMkLst>
        </pc:picChg>
        <pc:picChg chg="del">
          <ac:chgData name="Khobo, IL, Dr [ilkhobo@sun.ac.za]" userId="b519a442-dcea-4a28-9c45-7e29f1df5837" providerId="ADAL" clId="{8BC8A5CF-2DB3-45E9-BF57-F2ED810C291E}" dt="2026-09-20T16:23:22.966" v="4945" actId="478"/>
          <ac:picMkLst>
            <pc:docMk/>
            <pc:sldMk cId="255632399" sldId="608"/>
            <ac:picMk id="39" creationId="{EC6CB1B1-E2D3-3846-B144-9F02E8F6BE08}"/>
          </ac:picMkLst>
        </pc:picChg>
      </pc:sldChg>
      <pc:sldChg chg="addSp delSp modSp add del mod">
        <pc:chgData name="Khobo, IL, Dr [ilkhobo@sun.ac.za]" userId="b519a442-dcea-4a28-9c45-7e29f1df5837" providerId="ADAL" clId="{8BC8A5CF-2DB3-45E9-BF57-F2ED810C291E}" dt="2026-09-20T13:33:24.288" v="3950" actId="47"/>
        <pc:sldMkLst>
          <pc:docMk/>
          <pc:sldMk cId="2304259686" sldId="608"/>
        </pc:sldMkLst>
      </pc:sldChg>
      <pc:sldChg chg="addSp delSp modSp add mod addAnim delAnim modAnim">
        <pc:chgData name="Khobo, IL, Dr [ilkhobo@sun.ac.za]" userId="b519a442-dcea-4a28-9c45-7e29f1df5837" providerId="ADAL" clId="{8BC8A5CF-2DB3-45E9-BF57-F2ED810C291E}" dt="2026-09-21T07:33:20.893" v="6191" actId="20577"/>
        <pc:sldMkLst>
          <pc:docMk/>
          <pc:sldMk cId="4021653421" sldId="608"/>
        </pc:sldMkLst>
        <pc:spChg chg="mod">
          <ac:chgData name="Khobo, IL, Dr [ilkhobo@sun.ac.za]" userId="b519a442-dcea-4a28-9c45-7e29f1df5837" providerId="ADAL" clId="{8BC8A5CF-2DB3-45E9-BF57-F2ED810C291E}" dt="2026-09-20T17:00:00.651" v="5024" actId="20577"/>
          <ac:spMkLst>
            <pc:docMk/>
            <pc:sldMk cId="4021653421" sldId="608"/>
            <ac:spMk id="5" creationId="{F5F7CE70-6B73-553C-C495-81E145494EEB}"/>
          </ac:spMkLst>
        </pc:spChg>
        <pc:spChg chg="del">
          <ac:chgData name="Khobo, IL, Dr [ilkhobo@sun.ac.za]" userId="b519a442-dcea-4a28-9c45-7e29f1df5837" providerId="ADAL" clId="{8BC8A5CF-2DB3-45E9-BF57-F2ED810C291E}" dt="2026-09-20T17:00:08.338" v="5025" actId="478"/>
          <ac:spMkLst>
            <pc:docMk/>
            <pc:sldMk cId="4021653421" sldId="608"/>
            <ac:spMk id="7" creationId="{3EF8A1BE-C0D5-6D80-66F4-55EC6FF39BB4}"/>
          </ac:spMkLst>
        </pc:spChg>
        <pc:spChg chg="del">
          <ac:chgData name="Khobo, IL, Dr [ilkhobo@sun.ac.za]" userId="b519a442-dcea-4a28-9c45-7e29f1df5837" providerId="ADAL" clId="{8BC8A5CF-2DB3-45E9-BF57-F2ED810C291E}" dt="2026-09-20T17:00:11.071" v="5026" actId="478"/>
          <ac:spMkLst>
            <pc:docMk/>
            <pc:sldMk cId="4021653421" sldId="608"/>
            <ac:spMk id="10" creationId="{9EA0B286-E75D-9E1D-09AA-D2CAEB9B8482}"/>
          </ac:spMkLst>
        </pc:spChg>
        <pc:spChg chg="add mod">
          <ac:chgData name="Khobo, IL, Dr [ilkhobo@sun.ac.za]" userId="b519a442-dcea-4a28-9c45-7e29f1df5837" providerId="ADAL" clId="{8BC8A5CF-2DB3-45E9-BF57-F2ED810C291E}" dt="2026-09-20T17:14:52.905" v="5130" actId="2085"/>
          <ac:spMkLst>
            <pc:docMk/>
            <pc:sldMk cId="4021653421" sldId="608"/>
            <ac:spMk id="12" creationId="{4BAEDADC-F3D1-20EC-BF9B-7D3D423EBD66}"/>
          </ac:spMkLst>
        </pc:spChg>
        <pc:spChg chg="del">
          <ac:chgData name="Khobo, IL, Dr [ilkhobo@sun.ac.za]" userId="b519a442-dcea-4a28-9c45-7e29f1df5837" providerId="ADAL" clId="{8BC8A5CF-2DB3-45E9-BF57-F2ED810C291E}" dt="2026-09-20T17:00:17.891" v="5027" actId="478"/>
          <ac:spMkLst>
            <pc:docMk/>
            <pc:sldMk cId="4021653421" sldId="608"/>
            <ac:spMk id="13" creationId="{365C1A6C-D6CE-5478-5BE8-62428FC03209}"/>
          </ac:spMkLst>
        </pc:spChg>
        <pc:spChg chg="mod">
          <ac:chgData name="Khobo, IL, Dr [ilkhobo@sun.ac.za]" userId="b519a442-dcea-4a28-9c45-7e29f1df5837" providerId="ADAL" clId="{8BC8A5CF-2DB3-45E9-BF57-F2ED810C291E}" dt="2026-09-20T16:45:42.615" v="4991" actId="20577"/>
          <ac:spMkLst>
            <pc:docMk/>
            <pc:sldMk cId="4021653421" sldId="608"/>
            <ac:spMk id="15" creationId="{58C58A58-F9BC-9814-1B38-9D22136345C2}"/>
          </ac:spMkLst>
        </pc:spChg>
        <pc:spChg chg="mod">
          <ac:chgData name="Khobo, IL, Dr [ilkhobo@sun.ac.za]" userId="b519a442-dcea-4a28-9c45-7e29f1df5837" providerId="ADAL" clId="{8BC8A5CF-2DB3-45E9-BF57-F2ED810C291E}" dt="2026-09-20T17:00:25.669" v="5034" actId="20577"/>
          <ac:spMkLst>
            <pc:docMk/>
            <pc:sldMk cId="4021653421" sldId="608"/>
            <ac:spMk id="18" creationId="{FD60CDD5-1533-8DC7-3DA4-EC02F81C2497}"/>
          </ac:spMkLst>
        </pc:spChg>
        <pc:spChg chg="add mod">
          <ac:chgData name="Khobo, IL, Dr [ilkhobo@sun.ac.za]" userId="b519a442-dcea-4a28-9c45-7e29f1df5837" providerId="ADAL" clId="{8BC8A5CF-2DB3-45E9-BF57-F2ED810C291E}" dt="2026-09-20T17:14:58.363" v="5131" actId="2085"/>
          <ac:spMkLst>
            <pc:docMk/>
            <pc:sldMk cId="4021653421" sldId="608"/>
            <ac:spMk id="19" creationId="{9AB11C8D-4C8B-8AF3-0FEE-D731642485A5}"/>
          </ac:spMkLst>
        </pc:spChg>
        <pc:spChg chg="del">
          <ac:chgData name="Khobo, IL, Dr [ilkhobo@sun.ac.za]" userId="b519a442-dcea-4a28-9c45-7e29f1df5837" providerId="ADAL" clId="{8BC8A5CF-2DB3-45E9-BF57-F2ED810C291E}" dt="2026-09-20T17:00:30.593" v="5035" actId="478"/>
          <ac:spMkLst>
            <pc:docMk/>
            <pc:sldMk cId="4021653421" sldId="608"/>
            <ac:spMk id="20" creationId="{CE5B166B-63DA-DAC3-6565-2B6CC76B8B3E}"/>
          </ac:spMkLst>
        </pc:spChg>
        <pc:spChg chg="mod">
          <ac:chgData name="Khobo, IL, Dr [ilkhobo@sun.ac.za]" userId="b519a442-dcea-4a28-9c45-7e29f1df5837" providerId="ADAL" clId="{8BC8A5CF-2DB3-45E9-BF57-F2ED810C291E}" dt="2026-09-20T17:01:14.973" v="5053" actId="20577"/>
          <ac:spMkLst>
            <pc:docMk/>
            <pc:sldMk cId="4021653421" sldId="608"/>
            <ac:spMk id="21" creationId="{13D14492-E414-3007-8F41-7BA242D0E53F}"/>
          </ac:spMkLst>
        </pc:spChg>
        <pc:spChg chg="del">
          <ac:chgData name="Khobo, IL, Dr [ilkhobo@sun.ac.za]" userId="b519a442-dcea-4a28-9c45-7e29f1df5837" providerId="ADAL" clId="{8BC8A5CF-2DB3-45E9-BF57-F2ED810C291E}" dt="2026-09-20T17:00:41.322" v="5037" actId="478"/>
          <ac:spMkLst>
            <pc:docMk/>
            <pc:sldMk cId="4021653421" sldId="608"/>
            <ac:spMk id="23" creationId="{4D4EDC43-C6C3-389F-F3E8-373BE0248B31}"/>
          </ac:spMkLst>
        </pc:spChg>
        <pc:spChg chg="add mod">
          <ac:chgData name="Khobo, IL, Dr [ilkhobo@sun.ac.za]" userId="b519a442-dcea-4a28-9c45-7e29f1df5837" providerId="ADAL" clId="{8BC8A5CF-2DB3-45E9-BF57-F2ED810C291E}" dt="2026-09-20T17:15:01.143" v="5132" actId="2085"/>
          <ac:spMkLst>
            <pc:docMk/>
            <pc:sldMk cId="4021653421" sldId="608"/>
            <ac:spMk id="25" creationId="{E1EAA0D1-8637-699C-C125-CA0B3E50DB84}"/>
          </ac:spMkLst>
        </pc:spChg>
        <pc:spChg chg="mod">
          <ac:chgData name="Khobo, IL, Dr [ilkhobo@sun.ac.za]" userId="b519a442-dcea-4a28-9c45-7e29f1df5837" providerId="ADAL" clId="{8BC8A5CF-2DB3-45E9-BF57-F2ED810C291E}" dt="2026-09-20T17:01:18.343" v="5055" actId="20577"/>
          <ac:spMkLst>
            <pc:docMk/>
            <pc:sldMk cId="4021653421" sldId="608"/>
            <ac:spMk id="32" creationId="{016E1E6C-C636-A5FD-CE9E-DE58348CB1A2}"/>
          </ac:spMkLst>
        </pc:spChg>
        <pc:spChg chg="del">
          <ac:chgData name="Khobo, IL, Dr [ilkhobo@sun.ac.za]" userId="b519a442-dcea-4a28-9c45-7e29f1df5837" providerId="ADAL" clId="{8BC8A5CF-2DB3-45E9-BF57-F2ED810C291E}" dt="2026-09-20T17:12:37.283" v="5129" actId="478"/>
          <ac:spMkLst>
            <pc:docMk/>
            <pc:sldMk cId="4021653421" sldId="608"/>
            <ac:spMk id="33" creationId="{02A09733-8C08-F60E-3421-0B685C0B4D50}"/>
          </ac:spMkLst>
        </pc:spChg>
        <pc:spChg chg="mod">
          <ac:chgData name="Khobo, IL, Dr [ilkhobo@sun.ac.za]" userId="b519a442-dcea-4a28-9c45-7e29f1df5837" providerId="ADAL" clId="{8BC8A5CF-2DB3-45E9-BF57-F2ED810C291E}" dt="2026-09-21T07:33:20.893" v="6191" actId="20577"/>
          <ac:spMkLst>
            <pc:docMk/>
            <pc:sldMk cId="4021653421" sldId="608"/>
            <ac:spMk id="36" creationId="{DB55E7CA-444F-C0B8-2F8A-40EF5CA4DB8A}"/>
          </ac:spMkLst>
        </pc:spChg>
        <pc:spChg chg="del">
          <ac:chgData name="Khobo, IL, Dr [ilkhobo@sun.ac.za]" userId="b519a442-dcea-4a28-9c45-7e29f1df5837" providerId="ADAL" clId="{8BC8A5CF-2DB3-45E9-BF57-F2ED810C291E}" dt="2026-09-20T17:00:44.481" v="5038" actId="478"/>
          <ac:spMkLst>
            <pc:docMk/>
            <pc:sldMk cId="4021653421" sldId="608"/>
            <ac:spMk id="38" creationId="{1FD26534-D4CF-2171-1F6B-CB46176A4AC9}"/>
          </ac:spMkLst>
        </pc:spChg>
        <pc:spChg chg="mod">
          <ac:chgData name="Khobo, IL, Dr [ilkhobo@sun.ac.za]" userId="b519a442-dcea-4a28-9c45-7e29f1df5837" providerId="ADAL" clId="{8BC8A5CF-2DB3-45E9-BF57-F2ED810C291E}" dt="2026-09-20T17:01:16.642" v="5054" actId="20577"/>
          <ac:spMkLst>
            <pc:docMk/>
            <pc:sldMk cId="4021653421" sldId="608"/>
            <ac:spMk id="40" creationId="{AB6A71CD-93EE-1398-021A-2539DD477611}"/>
          </ac:spMkLst>
        </pc:spChg>
        <pc:spChg chg="mod">
          <ac:chgData name="Khobo, IL, Dr [ilkhobo@sun.ac.za]" userId="b519a442-dcea-4a28-9c45-7e29f1df5837" providerId="ADAL" clId="{8BC8A5CF-2DB3-45E9-BF57-F2ED810C291E}" dt="2026-09-20T17:03:00.151" v="5079" actId="20577"/>
          <ac:spMkLst>
            <pc:docMk/>
            <pc:sldMk cId="4021653421" sldId="608"/>
            <ac:spMk id="41" creationId="{9C8FDDB2-F14C-9FBE-2D32-16317C43E432}"/>
          </ac:spMkLst>
        </pc:spChg>
        <pc:spChg chg="add del mod topLvl">
          <ac:chgData name="Khobo, IL, Dr [ilkhobo@sun.ac.za]" userId="b519a442-dcea-4a28-9c45-7e29f1df5837" providerId="ADAL" clId="{8BC8A5CF-2DB3-45E9-BF57-F2ED810C291E}" dt="2026-09-20T17:04:49.976" v="5101" actId="20577"/>
          <ac:spMkLst>
            <pc:docMk/>
            <pc:sldMk cId="4021653421" sldId="608"/>
            <ac:spMk id="43" creationId="{ABF83239-C1E8-B41C-C9C1-828FD9DAC491}"/>
          </ac:spMkLst>
        </pc:spChg>
        <pc:spChg chg="mod">
          <ac:chgData name="Khobo, IL, Dr [ilkhobo@sun.ac.za]" userId="b519a442-dcea-4a28-9c45-7e29f1df5837" providerId="ADAL" clId="{8BC8A5CF-2DB3-45E9-BF57-F2ED810C291E}" dt="2026-09-20T17:01:05.789" v="5049" actId="20577"/>
          <ac:spMkLst>
            <pc:docMk/>
            <pc:sldMk cId="4021653421" sldId="608"/>
            <ac:spMk id="44" creationId="{AAC43ED8-131D-8362-956D-E2E3AF21E5C2}"/>
          </ac:spMkLst>
        </pc:spChg>
        <pc:spChg chg="del">
          <ac:chgData name="Khobo, IL, Dr [ilkhobo@sun.ac.za]" userId="b519a442-dcea-4a28-9c45-7e29f1df5837" providerId="ADAL" clId="{8BC8A5CF-2DB3-45E9-BF57-F2ED810C291E}" dt="2026-09-20T17:00:48.331" v="5039" actId="478"/>
          <ac:spMkLst>
            <pc:docMk/>
            <pc:sldMk cId="4021653421" sldId="608"/>
            <ac:spMk id="45" creationId="{C1841776-4C35-0764-9E2F-1427D40949B9}"/>
          </ac:spMkLst>
        </pc:spChg>
        <pc:spChg chg="mod">
          <ac:chgData name="Khobo, IL, Dr [ilkhobo@sun.ac.za]" userId="b519a442-dcea-4a28-9c45-7e29f1df5837" providerId="ADAL" clId="{8BC8A5CF-2DB3-45E9-BF57-F2ED810C291E}" dt="2026-09-20T17:00:55.617" v="5044" actId="20577"/>
          <ac:spMkLst>
            <pc:docMk/>
            <pc:sldMk cId="4021653421" sldId="608"/>
            <ac:spMk id="46" creationId="{E3094595-FB9B-EBBB-AF4D-9ECC1723CE0F}"/>
          </ac:spMkLst>
        </pc:spChg>
        <pc:spChg chg="mod">
          <ac:chgData name="Khobo, IL, Dr [ilkhobo@sun.ac.za]" userId="b519a442-dcea-4a28-9c45-7e29f1df5837" providerId="ADAL" clId="{8BC8A5CF-2DB3-45E9-BF57-F2ED810C291E}" dt="2026-09-20T17:00:57.173" v="5045" actId="20577"/>
          <ac:spMkLst>
            <pc:docMk/>
            <pc:sldMk cId="4021653421" sldId="608"/>
            <ac:spMk id="48" creationId="{484C682D-F767-FD1C-27C8-4F2A0879D44F}"/>
          </ac:spMkLst>
        </pc:spChg>
        <pc:spChg chg="del">
          <ac:chgData name="Khobo, IL, Dr [ilkhobo@sun.ac.za]" userId="b519a442-dcea-4a28-9c45-7e29f1df5837" providerId="ADAL" clId="{8BC8A5CF-2DB3-45E9-BF57-F2ED810C291E}" dt="2026-09-20T17:00:50.472" v="5040" actId="478"/>
          <ac:spMkLst>
            <pc:docMk/>
            <pc:sldMk cId="4021653421" sldId="608"/>
            <ac:spMk id="49" creationId="{0B24EC18-5C6B-FFC4-2FAB-FB9DBD0AC33F}"/>
          </ac:spMkLst>
        </pc:spChg>
        <pc:spChg chg="mod">
          <ac:chgData name="Khobo, IL, Dr [ilkhobo@sun.ac.za]" userId="b519a442-dcea-4a28-9c45-7e29f1df5837" providerId="ADAL" clId="{8BC8A5CF-2DB3-45E9-BF57-F2ED810C291E}" dt="2026-09-20T17:00:58.920" v="5046" actId="20577"/>
          <ac:spMkLst>
            <pc:docMk/>
            <pc:sldMk cId="4021653421" sldId="608"/>
            <ac:spMk id="50" creationId="{1C7B1914-C5AC-C3B5-BC5A-A905A0F9AAB4}"/>
          </ac:spMkLst>
        </pc:spChg>
        <pc:spChg chg="mod">
          <ac:chgData name="Khobo, IL, Dr [ilkhobo@sun.ac.za]" userId="b519a442-dcea-4a28-9c45-7e29f1df5837" providerId="ADAL" clId="{8BC8A5CF-2DB3-45E9-BF57-F2ED810C291E}" dt="2026-09-20T17:01:01.432" v="5047" actId="20577"/>
          <ac:spMkLst>
            <pc:docMk/>
            <pc:sldMk cId="4021653421" sldId="608"/>
            <ac:spMk id="52" creationId="{6EF38FB0-EE90-7F67-D9C6-463F1BD09AC9}"/>
          </ac:spMkLst>
        </pc:spChg>
        <pc:spChg chg="topLvl">
          <ac:chgData name="Khobo, IL, Dr [ilkhobo@sun.ac.za]" userId="b519a442-dcea-4a28-9c45-7e29f1df5837" providerId="ADAL" clId="{8BC8A5CF-2DB3-45E9-BF57-F2ED810C291E}" dt="2026-09-20T17:03:18.994" v="5080" actId="478"/>
          <ac:spMkLst>
            <pc:docMk/>
            <pc:sldMk cId="4021653421" sldId="608"/>
            <ac:spMk id="53" creationId="{BFDD3B14-93BC-436B-5D3C-416987E5278F}"/>
          </ac:spMkLst>
        </pc:spChg>
        <pc:spChg chg="mod">
          <ac:chgData name="Khobo, IL, Dr [ilkhobo@sun.ac.za]" userId="b519a442-dcea-4a28-9c45-7e29f1df5837" providerId="ADAL" clId="{8BC8A5CF-2DB3-45E9-BF57-F2ED810C291E}" dt="2026-09-20T17:01:08.788" v="5050" actId="20577"/>
          <ac:spMkLst>
            <pc:docMk/>
            <pc:sldMk cId="4021653421" sldId="608"/>
            <ac:spMk id="54" creationId="{08B94B68-6698-0958-98A4-C6CA3EF61DC4}"/>
          </ac:spMkLst>
        </pc:spChg>
        <pc:spChg chg="add mod">
          <ac:chgData name="Khobo, IL, Dr [ilkhobo@sun.ac.za]" userId="b519a442-dcea-4a28-9c45-7e29f1df5837" providerId="ADAL" clId="{8BC8A5CF-2DB3-45E9-BF57-F2ED810C291E}" dt="2026-09-20T17:03:37.217" v="5084" actId="1076"/>
          <ac:spMkLst>
            <pc:docMk/>
            <pc:sldMk cId="4021653421" sldId="608"/>
            <ac:spMk id="55" creationId="{4CEC3586-C846-AD7E-9DC0-6A214CD26E28}"/>
          </ac:spMkLst>
        </pc:spChg>
        <pc:spChg chg="mod">
          <ac:chgData name="Khobo, IL, Dr [ilkhobo@sun.ac.za]" userId="b519a442-dcea-4a28-9c45-7e29f1df5837" providerId="ADAL" clId="{8BC8A5CF-2DB3-45E9-BF57-F2ED810C291E}" dt="2026-09-20T17:01:10.964" v="5051" actId="20577"/>
          <ac:spMkLst>
            <pc:docMk/>
            <pc:sldMk cId="4021653421" sldId="608"/>
            <ac:spMk id="56" creationId="{920128F4-2869-1FE6-D85E-53FD12274C2F}"/>
          </ac:spMkLst>
        </pc:spChg>
        <pc:spChg chg="mod">
          <ac:chgData name="Khobo, IL, Dr [ilkhobo@sun.ac.za]" userId="b519a442-dcea-4a28-9c45-7e29f1df5837" providerId="ADAL" clId="{8BC8A5CF-2DB3-45E9-BF57-F2ED810C291E}" dt="2026-09-20T17:01:12.696" v="5052" actId="20577"/>
          <ac:spMkLst>
            <pc:docMk/>
            <pc:sldMk cId="4021653421" sldId="608"/>
            <ac:spMk id="58" creationId="{46E65EB9-C845-A3FE-24F9-95A6D0C230EE}"/>
          </ac:spMkLst>
        </pc:spChg>
        <pc:spChg chg="mod">
          <ac:chgData name="Khobo, IL, Dr [ilkhobo@sun.ac.za]" userId="b519a442-dcea-4a28-9c45-7e29f1df5837" providerId="ADAL" clId="{8BC8A5CF-2DB3-45E9-BF57-F2ED810C291E}" dt="2026-09-20T17:01:20.514" v="5056" actId="20577"/>
          <ac:spMkLst>
            <pc:docMk/>
            <pc:sldMk cId="4021653421" sldId="608"/>
            <ac:spMk id="60" creationId="{5D9A7797-BCF1-FD51-A715-ECAB3CC2724E}"/>
          </ac:spMkLst>
        </pc:spChg>
        <pc:spChg chg="mod">
          <ac:chgData name="Khobo, IL, Dr [ilkhobo@sun.ac.za]" userId="b519a442-dcea-4a28-9c45-7e29f1df5837" providerId="ADAL" clId="{8BC8A5CF-2DB3-45E9-BF57-F2ED810C291E}" dt="2026-09-20T17:03:51.814" v="5088"/>
          <ac:spMkLst>
            <pc:docMk/>
            <pc:sldMk cId="4021653421" sldId="608"/>
            <ac:spMk id="61" creationId="{4A6D5385-F682-35A0-37CD-1A6576BCF85B}"/>
          </ac:spMkLst>
        </pc:spChg>
        <pc:spChg chg="mod">
          <ac:chgData name="Khobo, IL, Dr [ilkhobo@sun.ac.za]" userId="b519a442-dcea-4a28-9c45-7e29f1df5837" providerId="ADAL" clId="{8BC8A5CF-2DB3-45E9-BF57-F2ED810C291E}" dt="2026-09-20T17:03:51.814" v="5088"/>
          <ac:spMkLst>
            <pc:docMk/>
            <pc:sldMk cId="4021653421" sldId="608"/>
            <ac:spMk id="62" creationId="{579B1789-A680-B20C-8059-E08D41A9913B}"/>
          </ac:spMkLst>
        </pc:spChg>
        <pc:spChg chg="mod">
          <ac:chgData name="Khobo, IL, Dr [ilkhobo@sun.ac.za]" userId="b519a442-dcea-4a28-9c45-7e29f1df5837" providerId="ADAL" clId="{8BC8A5CF-2DB3-45E9-BF57-F2ED810C291E}" dt="2026-09-20T17:04:00.493" v="5091"/>
          <ac:spMkLst>
            <pc:docMk/>
            <pc:sldMk cId="4021653421" sldId="608"/>
            <ac:spMk id="65" creationId="{496F0F8E-DDD3-6BC7-794B-209A6EAF7790}"/>
          </ac:spMkLst>
        </pc:spChg>
        <pc:spChg chg="mod">
          <ac:chgData name="Khobo, IL, Dr [ilkhobo@sun.ac.za]" userId="b519a442-dcea-4a28-9c45-7e29f1df5837" providerId="ADAL" clId="{8BC8A5CF-2DB3-45E9-BF57-F2ED810C291E}" dt="2026-09-20T17:04:44.859" v="5097" actId="20577"/>
          <ac:spMkLst>
            <pc:docMk/>
            <pc:sldMk cId="4021653421" sldId="608"/>
            <ac:spMk id="66" creationId="{13BE594E-9FA8-3788-4736-726549192278}"/>
          </ac:spMkLst>
        </pc:spChg>
        <pc:spChg chg="mod">
          <ac:chgData name="Khobo, IL, Dr [ilkhobo@sun.ac.za]" userId="b519a442-dcea-4a28-9c45-7e29f1df5837" providerId="ADAL" clId="{8BC8A5CF-2DB3-45E9-BF57-F2ED810C291E}" dt="2026-09-20T17:01:27.162" v="5060" actId="5793"/>
          <ac:spMkLst>
            <pc:docMk/>
            <pc:sldMk cId="4021653421" sldId="608"/>
            <ac:spMk id="69" creationId="{C1728DD1-5976-C066-115C-61AED11A8FB5}"/>
          </ac:spMkLst>
        </pc:spChg>
        <pc:spChg chg="mod">
          <ac:chgData name="Khobo, IL, Dr [ilkhobo@sun.ac.za]" userId="b519a442-dcea-4a28-9c45-7e29f1df5837" providerId="ADAL" clId="{8BC8A5CF-2DB3-45E9-BF57-F2ED810C291E}" dt="2026-09-20T17:04:06.975" v="5093"/>
          <ac:spMkLst>
            <pc:docMk/>
            <pc:sldMk cId="4021653421" sldId="608"/>
            <ac:spMk id="70" creationId="{AE5DF6F0-0D66-CFEF-9EAD-AD64951A11E0}"/>
          </ac:spMkLst>
        </pc:spChg>
        <pc:spChg chg="mod">
          <ac:chgData name="Khobo, IL, Dr [ilkhobo@sun.ac.za]" userId="b519a442-dcea-4a28-9c45-7e29f1df5837" providerId="ADAL" clId="{8BC8A5CF-2DB3-45E9-BF57-F2ED810C291E}" dt="2026-09-20T17:04:46.966" v="5099" actId="20577"/>
          <ac:spMkLst>
            <pc:docMk/>
            <pc:sldMk cId="4021653421" sldId="608"/>
            <ac:spMk id="72" creationId="{7ACCDEE1-386D-F14A-E45A-6114EBD4B09B}"/>
          </ac:spMkLst>
        </pc:spChg>
        <pc:spChg chg="mod">
          <ac:chgData name="Khobo, IL, Dr [ilkhobo@sun.ac.za]" userId="b519a442-dcea-4a28-9c45-7e29f1df5837" providerId="ADAL" clId="{8BC8A5CF-2DB3-45E9-BF57-F2ED810C291E}" dt="2026-09-20T18:26:34.914" v="5325" actId="20577"/>
          <ac:spMkLst>
            <pc:docMk/>
            <pc:sldMk cId="4021653421" sldId="608"/>
            <ac:spMk id="89" creationId="{2DCB15DA-1DDF-57B7-E947-AE211E7E5F81}"/>
          </ac:spMkLst>
        </pc:spChg>
        <pc:spChg chg="del">
          <ac:chgData name="Khobo, IL, Dr [ilkhobo@sun.ac.za]" userId="b519a442-dcea-4a28-9c45-7e29f1df5837" providerId="ADAL" clId="{8BC8A5CF-2DB3-45E9-BF57-F2ED810C291E}" dt="2026-09-20T16:45:53.878" v="4992" actId="478"/>
          <ac:spMkLst>
            <pc:docMk/>
            <pc:sldMk cId="4021653421" sldId="608"/>
            <ac:spMk id="91" creationId="{47FF8385-5CE0-DDAB-9F8F-AAA5303579E4}"/>
          </ac:spMkLst>
        </pc:spChg>
        <pc:spChg chg="mod">
          <ac:chgData name="Khobo, IL, Dr [ilkhobo@sun.ac.za]" userId="b519a442-dcea-4a28-9c45-7e29f1df5837" providerId="ADAL" clId="{8BC8A5CF-2DB3-45E9-BF57-F2ED810C291E}" dt="2026-09-20T16:46:18.302" v="5006" actId="1076"/>
          <ac:spMkLst>
            <pc:docMk/>
            <pc:sldMk cId="4021653421" sldId="608"/>
            <ac:spMk id="93" creationId="{5BE0D8B1-D319-5C44-B1E8-7EACBAF4715C}"/>
          </ac:spMkLst>
        </pc:spChg>
        <pc:grpChg chg="add del">
          <ac:chgData name="Khobo, IL, Dr [ilkhobo@sun.ac.za]" userId="b519a442-dcea-4a28-9c45-7e29f1df5837" providerId="ADAL" clId="{8BC8A5CF-2DB3-45E9-BF57-F2ED810C291E}" dt="2026-09-20T17:03:39.017" v="5086" actId="478"/>
          <ac:grpSpMkLst>
            <pc:docMk/>
            <pc:sldMk cId="4021653421" sldId="608"/>
            <ac:grpSpMk id="47" creationId="{4027D1BD-7112-0C33-8A01-55A96FE14318}"/>
          </ac:grpSpMkLst>
        </pc:grpChg>
        <pc:grpChg chg="add mod">
          <ac:chgData name="Khobo, IL, Dr [ilkhobo@sun.ac.za]" userId="b519a442-dcea-4a28-9c45-7e29f1df5837" providerId="ADAL" clId="{8BC8A5CF-2DB3-45E9-BF57-F2ED810C291E}" dt="2026-09-20T17:03:55.647" v="5090" actId="1076"/>
          <ac:grpSpMkLst>
            <pc:docMk/>
            <pc:sldMk cId="4021653421" sldId="608"/>
            <ac:grpSpMk id="57" creationId="{EE305131-9FA3-8FF6-E92E-EF5B15D6FD33}"/>
          </ac:grpSpMkLst>
        </pc:grpChg>
        <pc:grpChg chg="add del mod">
          <ac:chgData name="Khobo, IL, Dr [ilkhobo@sun.ac.za]" userId="b519a442-dcea-4a28-9c45-7e29f1df5837" providerId="ADAL" clId="{8BC8A5CF-2DB3-45E9-BF57-F2ED810C291E}" dt="2026-09-20T17:05:40.596" v="5105" actId="478"/>
          <ac:grpSpMkLst>
            <pc:docMk/>
            <pc:sldMk cId="4021653421" sldId="608"/>
            <ac:grpSpMk id="64" creationId="{9876FA54-9A46-1BB1-5154-431340EEEF57}"/>
          </ac:grpSpMkLst>
        </pc:grpChg>
        <pc:grpChg chg="add del mod">
          <ac:chgData name="Khobo, IL, Dr [ilkhobo@sun.ac.za]" userId="b519a442-dcea-4a28-9c45-7e29f1df5837" providerId="ADAL" clId="{8BC8A5CF-2DB3-45E9-BF57-F2ED810C291E}" dt="2026-09-20T17:05:45.428" v="5107" actId="478"/>
          <ac:grpSpMkLst>
            <pc:docMk/>
            <pc:sldMk cId="4021653421" sldId="608"/>
            <ac:grpSpMk id="68" creationId="{F2FAAA63-FEB9-6239-381D-005195D163C5}"/>
          </ac:grpSpMkLst>
        </pc:grpChg>
        <pc:picChg chg="add del mod">
          <ac:chgData name="Khobo, IL, Dr [ilkhobo@sun.ac.za]" userId="b519a442-dcea-4a28-9c45-7e29f1df5837" providerId="ADAL" clId="{8BC8A5CF-2DB3-45E9-BF57-F2ED810C291E}" dt="2026-09-20T17:05:32.636" v="5103" actId="478"/>
          <ac:picMkLst>
            <pc:docMk/>
            <pc:sldMk cId="4021653421" sldId="608"/>
            <ac:picMk id="3" creationId="{EA5BC593-91E7-6B91-B392-449BACAB0DB7}"/>
          </ac:picMkLst>
        </pc:picChg>
        <pc:picChg chg="add del mod">
          <ac:chgData name="Khobo, IL, Dr [ilkhobo@sun.ac.za]" userId="b519a442-dcea-4a28-9c45-7e29f1df5837" providerId="ADAL" clId="{8BC8A5CF-2DB3-45E9-BF57-F2ED810C291E}" dt="2026-09-20T17:05:36.079" v="5104" actId="478"/>
          <ac:picMkLst>
            <pc:docMk/>
            <pc:sldMk cId="4021653421" sldId="608"/>
            <ac:picMk id="6" creationId="{7BB4AC8F-69A4-FC1A-F2ED-27155E731394}"/>
          </ac:picMkLst>
        </pc:picChg>
        <pc:picChg chg="del">
          <ac:chgData name="Khobo, IL, Dr [ilkhobo@sun.ac.za]" userId="b519a442-dcea-4a28-9c45-7e29f1df5837" providerId="ADAL" clId="{8BC8A5CF-2DB3-45E9-BF57-F2ED810C291E}" dt="2026-09-20T16:58:57.586" v="5013" actId="478"/>
          <ac:picMkLst>
            <pc:docMk/>
            <pc:sldMk cId="4021653421" sldId="608"/>
            <ac:picMk id="8" creationId="{EA724B17-FDF8-7748-541C-956A248B6AD2}"/>
          </ac:picMkLst>
        </pc:picChg>
        <pc:picChg chg="del">
          <ac:chgData name="Khobo, IL, Dr [ilkhobo@sun.ac.za]" userId="b519a442-dcea-4a28-9c45-7e29f1df5837" providerId="ADAL" clId="{8BC8A5CF-2DB3-45E9-BF57-F2ED810C291E}" dt="2026-09-20T16:58:44.784" v="5007" actId="478"/>
          <ac:picMkLst>
            <pc:docMk/>
            <pc:sldMk cId="4021653421" sldId="608"/>
            <ac:picMk id="39" creationId="{423E0061-CE5E-5FDD-BAA3-6155B62682AB}"/>
          </ac:picMkLst>
        </pc:picChg>
        <pc:cxnChg chg="add mod">
          <ac:chgData name="Khobo, IL, Dr [ilkhobo@sun.ac.za]" userId="b519a442-dcea-4a28-9c45-7e29f1df5837" providerId="ADAL" clId="{8BC8A5CF-2DB3-45E9-BF57-F2ED810C291E}" dt="2026-09-20T17:03:37.217" v="5084" actId="1076"/>
          <ac:cxnSpMkLst>
            <pc:docMk/>
            <pc:sldMk cId="4021653421" sldId="608"/>
            <ac:cxnSpMk id="51" creationId="{C732C4B7-4249-83B4-C411-3F070A675EF6}"/>
          </ac:cxnSpMkLst>
        </pc:cxnChg>
        <pc:cxnChg chg="add del mod">
          <ac:chgData name="Khobo, IL, Dr [ilkhobo@sun.ac.za]" userId="b519a442-dcea-4a28-9c45-7e29f1df5837" providerId="ADAL" clId="{8BC8A5CF-2DB3-45E9-BF57-F2ED810C291E}" dt="2026-09-20T17:05:42.462" v="5106" actId="478"/>
          <ac:cxnSpMkLst>
            <pc:docMk/>
            <pc:sldMk cId="4021653421" sldId="608"/>
            <ac:cxnSpMk id="63" creationId="{E4BDAE7C-3312-8FA1-227C-A4B3DD4D841F}"/>
          </ac:cxnSpMkLst>
        </pc:cxnChg>
        <pc:cxnChg chg="add del mod">
          <ac:chgData name="Khobo, IL, Dr [ilkhobo@sun.ac.za]" userId="b519a442-dcea-4a28-9c45-7e29f1df5837" providerId="ADAL" clId="{8BC8A5CF-2DB3-45E9-BF57-F2ED810C291E}" dt="2026-09-20T17:05:47.548" v="5108" actId="478"/>
          <ac:cxnSpMkLst>
            <pc:docMk/>
            <pc:sldMk cId="4021653421" sldId="608"/>
            <ac:cxnSpMk id="67" creationId="{7DEA67E3-FC85-1A2B-75DB-22CEEA48B8C1}"/>
          </ac:cxnSpMkLst>
        </pc:cxnChg>
      </pc:sldChg>
      <pc:sldChg chg="modSp add mod modTransition">
        <pc:chgData name="Khobo, IL, Dr [ilkhobo@sun.ac.za]" userId="b519a442-dcea-4a28-9c45-7e29f1df5837" providerId="ADAL" clId="{8BC8A5CF-2DB3-45E9-BF57-F2ED810C291E}" dt="2026-09-20T20:09:15.802" v="6107"/>
        <pc:sldMkLst>
          <pc:docMk/>
          <pc:sldMk cId="3905564" sldId="609"/>
        </pc:sldMkLst>
        <pc:spChg chg="mod">
          <ac:chgData name="Khobo, IL, Dr [ilkhobo@sun.ac.za]" userId="b519a442-dcea-4a28-9c45-7e29f1df5837" providerId="ADAL" clId="{8BC8A5CF-2DB3-45E9-BF57-F2ED810C291E}" dt="2026-09-20T17:15:09.234" v="5133" actId="2085"/>
          <ac:spMkLst>
            <pc:docMk/>
            <pc:sldMk cId="3905564" sldId="609"/>
            <ac:spMk id="12" creationId="{319D2662-DF9D-1FAE-38D3-0A248A55F339}"/>
          </ac:spMkLst>
        </pc:spChg>
        <pc:spChg chg="mod">
          <ac:chgData name="Khobo, IL, Dr [ilkhobo@sun.ac.za]" userId="b519a442-dcea-4a28-9c45-7e29f1df5837" providerId="ADAL" clId="{8BC8A5CF-2DB3-45E9-BF57-F2ED810C291E}" dt="2026-09-20T17:15:12.928" v="5134" actId="2085"/>
          <ac:spMkLst>
            <pc:docMk/>
            <pc:sldMk cId="3905564" sldId="609"/>
            <ac:spMk id="19" creationId="{D49DAD99-2EBE-54EB-96B2-313ABFE7E528}"/>
          </ac:spMkLst>
        </pc:spChg>
        <pc:spChg chg="mod">
          <ac:chgData name="Khobo, IL, Dr [ilkhobo@sun.ac.za]" userId="b519a442-dcea-4a28-9c45-7e29f1df5837" providerId="ADAL" clId="{8BC8A5CF-2DB3-45E9-BF57-F2ED810C291E}" dt="2026-09-20T17:15:16.517" v="5135" actId="2085"/>
          <ac:spMkLst>
            <pc:docMk/>
            <pc:sldMk cId="3905564" sldId="609"/>
            <ac:spMk id="25" creationId="{89F4D367-B1FB-A809-C2B1-AADEAAE0DB71}"/>
          </ac:spMkLst>
        </pc:spChg>
        <pc:spChg chg="mod">
          <ac:chgData name="Khobo, IL, Dr [ilkhobo@sun.ac.za]" userId="b519a442-dcea-4a28-9c45-7e29f1df5837" providerId="ADAL" clId="{8BC8A5CF-2DB3-45E9-BF57-F2ED810C291E}" dt="2026-09-20T18:26:50.531" v="5327" actId="20577"/>
          <ac:spMkLst>
            <pc:docMk/>
            <pc:sldMk cId="3905564" sldId="609"/>
            <ac:spMk id="89" creationId="{AEBD9680-74C0-D545-AC4B-B34876A4A8E5}"/>
          </ac:spMkLst>
        </pc:spChg>
      </pc:sldChg>
      <pc:sldChg chg="addSp delSp modSp add del mod">
        <pc:chgData name="Khobo, IL, Dr [ilkhobo@sun.ac.za]" userId="b519a442-dcea-4a28-9c45-7e29f1df5837" providerId="ADAL" clId="{8BC8A5CF-2DB3-45E9-BF57-F2ED810C291E}" dt="2026-09-20T13:33:24.288" v="3950" actId="47"/>
        <pc:sldMkLst>
          <pc:docMk/>
          <pc:sldMk cId="506110610" sldId="609"/>
        </pc:sldMkLst>
      </pc:sldChg>
      <pc:sldChg chg="addSp modSp add mod modTransition">
        <pc:chgData name="Khobo, IL, Dr [ilkhobo@sun.ac.za]" userId="b519a442-dcea-4a28-9c45-7e29f1df5837" providerId="ADAL" clId="{8BC8A5CF-2DB3-45E9-BF57-F2ED810C291E}" dt="2026-09-20T20:09:24.936" v="6108"/>
        <pc:sldMkLst>
          <pc:docMk/>
          <pc:sldMk cId="3193528614" sldId="610"/>
        </pc:sldMkLst>
        <pc:spChg chg="add mod">
          <ac:chgData name="Khobo, IL, Dr [ilkhobo@sun.ac.za]" userId="b519a442-dcea-4a28-9c45-7e29f1df5837" providerId="ADAL" clId="{8BC8A5CF-2DB3-45E9-BF57-F2ED810C291E}" dt="2026-09-20T17:22:30.589" v="5170" actId="1076"/>
          <ac:spMkLst>
            <pc:docMk/>
            <pc:sldMk cId="3193528614" sldId="610"/>
            <ac:spMk id="3" creationId="{F316512A-2A6B-4653-C808-A08AA17F9998}"/>
          </ac:spMkLst>
        </pc:spChg>
        <pc:spChg chg="mod">
          <ac:chgData name="Khobo, IL, Dr [ilkhobo@sun.ac.za]" userId="b519a442-dcea-4a28-9c45-7e29f1df5837" providerId="ADAL" clId="{8BC8A5CF-2DB3-45E9-BF57-F2ED810C291E}" dt="2026-09-20T17:22:40.416" v="5171"/>
          <ac:spMkLst>
            <pc:docMk/>
            <pc:sldMk cId="3193528614" sldId="610"/>
            <ac:spMk id="7" creationId="{DB622046-38B9-AEA9-DC96-45824FC548FC}"/>
          </ac:spMkLst>
        </pc:spChg>
        <pc:spChg chg="mod">
          <ac:chgData name="Khobo, IL, Dr [ilkhobo@sun.ac.za]" userId="b519a442-dcea-4a28-9c45-7e29f1df5837" providerId="ADAL" clId="{8BC8A5CF-2DB3-45E9-BF57-F2ED810C291E}" dt="2026-09-20T17:22:40.416" v="5171"/>
          <ac:spMkLst>
            <pc:docMk/>
            <pc:sldMk cId="3193528614" sldId="610"/>
            <ac:spMk id="8" creationId="{AB3228EC-5BC1-9440-DBBC-86D06E352BDC}"/>
          </ac:spMkLst>
        </pc:spChg>
        <pc:spChg chg="add mod">
          <ac:chgData name="Khobo, IL, Dr [ilkhobo@sun.ac.za]" userId="b519a442-dcea-4a28-9c45-7e29f1df5837" providerId="ADAL" clId="{8BC8A5CF-2DB3-45E9-BF57-F2ED810C291E}" dt="2026-09-20T17:44:56.622" v="5302" actId="1076"/>
          <ac:spMkLst>
            <pc:docMk/>
            <pc:sldMk cId="3193528614" sldId="610"/>
            <ac:spMk id="13" creationId="{BA6D94C9-FE4A-A7C3-EC13-A972DE3AA51F}"/>
          </ac:spMkLst>
        </pc:spChg>
        <pc:spChg chg="mod">
          <ac:chgData name="Khobo, IL, Dr [ilkhobo@sun.ac.za]" userId="b519a442-dcea-4a28-9c45-7e29f1df5837" providerId="ADAL" clId="{8BC8A5CF-2DB3-45E9-BF57-F2ED810C291E}" dt="2026-09-20T18:26:43.317" v="5326" actId="20577"/>
          <ac:spMkLst>
            <pc:docMk/>
            <pc:sldMk cId="3193528614" sldId="610"/>
            <ac:spMk id="89" creationId="{49B13235-0A12-1085-20F9-CE57A16796FE}"/>
          </ac:spMkLst>
        </pc:spChg>
        <pc:grpChg chg="add mod">
          <ac:chgData name="Khobo, IL, Dr [ilkhobo@sun.ac.za]" userId="b519a442-dcea-4a28-9c45-7e29f1df5837" providerId="ADAL" clId="{8BC8A5CF-2DB3-45E9-BF57-F2ED810C291E}" dt="2026-09-20T17:22:48.025" v="5172" actId="1076"/>
          <ac:grpSpMkLst>
            <pc:docMk/>
            <pc:sldMk cId="3193528614" sldId="610"/>
            <ac:grpSpMk id="6" creationId="{23E572E4-5A81-6720-33DA-0572A08341E8}"/>
          </ac:grpSpMkLst>
        </pc:grpChg>
        <pc:cxnChg chg="add mod">
          <ac:chgData name="Khobo, IL, Dr [ilkhobo@sun.ac.za]" userId="b519a442-dcea-4a28-9c45-7e29f1df5837" providerId="ADAL" clId="{8BC8A5CF-2DB3-45E9-BF57-F2ED810C291E}" dt="2026-09-20T17:22:48.025" v="5172" actId="1076"/>
          <ac:cxnSpMkLst>
            <pc:docMk/>
            <pc:sldMk cId="3193528614" sldId="610"/>
            <ac:cxnSpMk id="4" creationId="{4DD07426-E669-EDEE-6E42-CA78CD7369E1}"/>
          </ac:cxnSpMkLst>
        </pc:cxnChg>
      </pc:sldChg>
      <pc:sldChg chg="addSp delSp modSp add mod modAnim">
        <pc:chgData name="Khobo, IL, Dr [ilkhobo@sun.ac.za]" userId="b519a442-dcea-4a28-9c45-7e29f1df5837" providerId="ADAL" clId="{8BC8A5CF-2DB3-45E9-BF57-F2ED810C291E}" dt="2026-09-20T18:54:33.669" v="5733" actId="1076"/>
        <pc:sldMkLst>
          <pc:docMk/>
          <pc:sldMk cId="2521381635" sldId="611"/>
        </pc:sldMkLst>
        <pc:spChg chg="add mod">
          <ac:chgData name="Khobo, IL, Dr [ilkhobo@sun.ac.za]" userId="b519a442-dcea-4a28-9c45-7e29f1df5837" providerId="ADAL" clId="{8BC8A5CF-2DB3-45E9-BF57-F2ED810C291E}" dt="2026-09-20T18:27:45.807" v="5340" actId="20577"/>
          <ac:spMkLst>
            <pc:docMk/>
            <pc:sldMk cId="2521381635" sldId="611"/>
            <ac:spMk id="8" creationId="{A12DF0F5-48A5-D9BD-9676-1A9E581EF573}"/>
          </ac:spMkLst>
        </pc:spChg>
        <pc:spChg chg="add mod">
          <ac:chgData name="Khobo, IL, Dr [ilkhobo@sun.ac.za]" userId="b519a442-dcea-4a28-9c45-7e29f1df5837" providerId="ADAL" clId="{8BC8A5CF-2DB3-45E9-BF57-F2ED810C291E}" dt="2026-09-20T18:54:04.959" v="5730" actId="113"/>
          <ac:spMkLst>
            <pc:docMk/>
            <pc:sldMk cId="2521381635" sldId="611"/>
            <ac:spMk id="13" creationId="{6F7A77BF-7730-D3B1-F770-5FC271A81ECA}"/>
          </ac:spMkLst>
        </pc:spChg>
        <pc:spChg chg="add del">
          <ac:chgData name="Khobo, IL, Dr [ilkhobo@sun.ac.za]" userId="b519a442-dcea-4a28-9c45-7e29f1df5837" providerId="ADAL" clId="{8BC8A5CF-2DB3-45E9-BF57-F2ED810C291E}" dt="2026-09-20T18:36:13.427" v="5386" actId="478"/>
          <ac:spMkLst>
            <pc:docMk/>
            <pc:sldMk cId="2521381635" sldId="611"/>
            <ac:spMk id="20" creationId="{7B98E2FE-5A9E-7D37-B23E-8EA20DE20029}"/>
          </ac:spMkLst>
        </pc:spChg>
        <pc:spChg chg="add mod">
          <ac:chgData name="Khobo, IL, Dr [ilkhobo@sun.ac.za]" userId="b519a442-dcea-4a28-9c45-7e29f1df5837" providerId="ADAL" clId="{8BC8A5CF-2DB3-45E9-BF57-F2ED810C291E}" dt="2026-09-20T18:54:28.870" v="5732" actId="1076"/>
          <ac:spMkLst>
            <pc:docMk/>
            <pc:sldMk cId="2521381635" sldId="611"/>
            <ac:spMk id="23" creationId="{D19CB904-9735-212A-6950-6E0638BF2B55}"/>
          </ac:spMkLst>
        </pc:spChg>
        <pc:spChg chg="add mod">
          <ac:chgData name="Khobo, IL, Dr [ilkhobo@sun.ac.za]" userId="b519a442-dcea-4a28-9c45-7e29f1df5837" providerId="ADAL" clId="{8BC8A5CF-2DB3-45E9-BF57-F2ED810C291E}" dt="2026-09-20T18:54:28.870" v="5732" actId="1076"/>
          <ac:spMkLst>
            <pc:docMk/>
            <pc:sldMk cId="2521381635" sldId="611"/>
            <ac:spMk id="39" creationId="{B9EF6EF5-FEEC-082C-64B2-7D3627AA0DDC}"/>
          </ac:spMkLst>
        </pc:spChg>
        <pc:spChg chg="add mod">
          <ac:chgData name="Khobo, IL, Dr [ilkhobo@sun.ac.za]" userId="b519a442-dcea-4a28-9c45-7e29f1df5837" providerId="ADAL" clId="{8BC8A5CF-2DB3-45E9-BF57-F2ED810C291E}" dt="2026-09-20T18:54:33.669" v="5733" actId="1076"/>
          <ac:spMkLst>
            <pc:docMk/>
            <pc:sldMk cId="2521381635" sldId="611"/>
            <ac:spMk id="49" creationId="{4E2D3BA4-45C3-EDE3-6983-D1D562377DD7}"/>
          </ac:spMkLst>
        </pc:spChg>
        <pc:spChg chg="mod">
          <ac:chgData name="Khobo, IL, Dr [ilkhobo@sun.ac.za]" userId="b519a442-dcea-4a28-9c45-7e29f1df5837" providerId="ADAL" clId="{8BC8A5CF-2DB3-45E9-BF57-F2ED810C291E}" dt="2026-09-20T18:37:05.385" v="5388" actId="20577"/>
          <ac:spMkLst>
            <pc:docMk/>
            <pc:sldMk cId="2521381635" sldId="611"/>
            <ac:spMk id="53" creationId="{8837A5F4-9B46-6946-AB93-C4BDB19A9C7D}"/>
          </ac:spMkLst>
        </pc:spChg>
        <pc:spChg chg="mod">
          <ac:chgData name="Khobo, IL, Dr [ilkhobo@sun.ac.za]" userId="b519a442-dcea-4a28-9c45-7e29f1df5837" providerId="ADAL" clId="{8BC8A5CF-2DB3-45E9-BF57-F2ED810C291E}" dt="2026-09-20T18:37:12.737" v="5395" actId="20577"/>
          <ac:spMkLst>
            <pc:docMk/>
            <pc:sldMk cId="2521381635" sldId="611"/>
            <ac:spMk id="70" creationId="{31585DA8-C794-19F5-C93F-0CBBEAF3A5C0}"/>
          </ac:spMkLst>
        </pc:spChg>
        <pc:spChg chg="mod">
          <ac:chgData name="Khobo, IL, Dr [ilkhobo@sun.ac.za]" userId="b519a442-dcea-4a28-9c45-7e29f1df5837" providerId="ADAL" clId="{8BC8A5CF-2DB3-45E9-BF57-F2ED810C291E}" dt="2026-09-20T18:37:10.039" v="5394" actId="20577"/>
          <ac:spMkLst>
            <pc:docMk/>
            <pc:sldMk cId="2521381635" sldId="611"/>
            <ac:spMk id="72" creationId="{6EAF6A1A-5E03-6203-3324-B21497DCFDC7}"/>
          </ac:spMkLst>
        </pc:spChg>
        <pc:spChg chg="del mod">
          <ac:chgData name="Khobo, IL, Dr [ilkhobo@sun.ac.za]" userId="b519a442-dcea-4a28-9c45-7e29f1df5837" providerId="ADAL" clId="{8BC8A5CF-2DB3-45E9-BF57-F2ED810C291E}" dt="2026-09-20T18:27:01.724" v="5329" actId="478"/>
          <ac:spMkLst>
            <pc:docMk/>
            <pc:sldMk cId="2521381635" sldId="611"/>
            <ac:spMk id="89" creationId="{4FBD05FE-E3B3-4AA5-B391-48516C0D6498}"/>
          </ac:spMkLst>
        </pc:spChg>
        <pc:spChg chg="mod">
          <ac:chgData name="Khobo, IL, Dr [ilkhobo@sun.ac.za]" userId="b519a442-dcea-4a28-9c45-7e29f1df5837" providerId="ADAL" clId="{8BC8A5CF-2DB3-45E9-BF57-F2ED810C291E}" dt="2026-09-20T18:27:35.527" v="5337" actId="20577"/>
          <ac:spMkLst>
            <pc:docMk/>
            <pc:sldMk cId="2521381635" sldId="611"/>
            <ac:spMk id="93" creationId="{D8CB385B-9E17-C406-D307-06496BEDE825}"/>
          </ac:spMkLst>
        </pc:spChg>
        <pc:grpChg chg="del">
          <ac:chgData name="Khobo, IL, Dr [ilkhobo@sun.ac.za]" userId="b519a442-dcea-4a28-9c45-7e29f1df5837" providerId="ADAL" clId="{8BC8A5CF-2DB3-45E9-BF57-F2ED810C291E}" dt="2026-09-20T18:37:02.391" v="5387" actId="478"/>
          <ac:grpSpMkLst>
            <pc:docMk/>
            <pc:sldMk cId="2521381635" sldId="611"/>
            <ac:grpSpMk id="64" creationId="{5C96D5B3-F712-FC53-D699-FA1978C250FB}"/>
          </ac:grpSpMkLst>
        </pc:grpChg>
        <pc:grpChg chg="mod">
          <ac:chgData name="Khobo, IL, Dr [ilkhobo@sun.ac.za]" userId="b519a442-dcea-4a28-9c45-7e29f1df5837" providerId="ADAL" clId="{8BC8A5CF-2DB3-45E9-BF57-F2ED810C291E}" dt="2026-09-20T18:37:17.819" v="5396" actId="1076"/>
          <ac:grpSpMkLst>
            <pc:docMk/>
            <pc:sldMk cId="2521381635" sldId="611"/>
            <ac:grpSpMk id="68" creationId="{49845D09-B331-0968-A3A8-9E4699A120B6}"/>
          </ac:grpSpMkLst>
        </pc:grpChg>
        <pc:picChg chg="del">
          <ac:chgData name="Khobo, IL, Dr [ilkhobo@sun.ac.za]" userId="b519a442-dcea-4a28-9c45-7e29f1df5837" providerId="ADAL" clId="{8BC8A5CF-2DB3-45E9-BF57-F2ED810C291E}" dt="2026-09-20T18:24:07.501" v="5304" actId="478"/>
          <ac:picMkLst>
            <pc:docMk/>
            <pc:sldMk cId="2521381635" sldId="611"/>
            <ac:picMk id="3" creationId="{66321E8C-0FD8-41DB-4388-DC6071CA2E64}"/>
          </ac:picMkLst>
        </pc:picChg>
        <pc:picChg chg="add del mod">
          <ac:chgData name="Khobo, IL, Dr [ilkhobo@sun.ac.za]" userId="b519a442-dcea-4a28-9c45-7e29f1df5837" providerId="ADAL" clId="{8BC8A5CF-2DB3-45E9-BF57-F2ED810C291E}" dt="2026-09-20T18:28:39.847" v="5384" actId="478"/>
          <ac:picMkLst>
            <pc:docMk/>
            <pc:sldMk cId="2521381635" sldId="611"/>
            <ac:picMk id="4" creationId="{88314163-2963-AA85-4ACB-5F1FCDB98299}"/>
          </ac:picMkLst>
        </pc:picChg>
        <pc:picChg chg="del">
          <ac:chgData name="Khobo, IL, Dr [ilkhobo@sun.ac.za]" userId="b519a442-dcea-4a28-9c45-7e29f1df5837" providerId="ADAL" clId="{8BC8A5CF-2DB3-45E9-BF57-F2ED810C291E}" dt="2026-09-20T18:24:09.708" v="5305" actId="478"/>
          <ac:picMkLst>
            <pc:docMk/>
            <pc:sldMk cId="2521381635" sldId="611"/>
            <ac:picMk id="6" creationId="{5FB0928B-5971-4063-D8CB-2D819402BFE3}"/>
          </ac:picMkLst>
        </pc:picChg>
        <pc:cxnChg chg="del">
          <ac:chgData name="Khobo, IL, Dr [ilkhobo@sun.ac.za]" userId="b519a442-dcea-4a28-9c45-7e29f1df5837" providerId="ADAL" clId="{8BC8A5CF-2DB3-45E9-BF57-F2ED810C291E}" dt="2026-09-20T18:37:20.789" v="5397" actId="478"/>
          <ac:cxnSpMkLst>
            <pc:docMk/>
            <pc:sldMk cId="2521381635" sldId="611"/>
            <ac:cxnSpMk id="63" creationId="{28E06B0C-8283-166C-9D00-A40560CAED86}"/>
          </ac:cxnSpMkLst>
        </pc:cxnChg>
      </pc:sldChg>
      <pc:sldChg chg="addSp delSp modSp add mod delAnim">
        <pc:chgData name="Khobo, IL, Dr [ilkhobo@sun.ac.za]" userId="b519a442-dcea-4a28-9c45-7e29f1df5837" providerId="ADAL" clId="{8BC8A5CF-2DB3-45E9-BF57-F2ED810C291E}" dt="2026-09-20T19:04:19.995" v="5764" actId="732"/>
        <pc:sldMkLst>
          <pc:docMk/>
          <pc:sldMk cId="219093695" sldId="612"/>
        </pc:sldMkLst>
        <pc:spChg chg="del">
          <ac:chgData name="Khobo, IL, Dr [ilkhobo@sun.ac.za]" userId="b519a442-dcea-4a28-9c45-7e29f1df5837" providerId="ADAL" clId="{8BC8A5CF-2DB3-45E9-BF57-F2ED810C291E}" dt="2026-09-20T18:58:47.721" v="5735" actId="478"/>
          <ac:spMkLst>
            <pc:docMk/>
            <pc:sldMk cId="219093695" sldId="612"/>
            <ac:spMk id="8" creationId="{9E1219B0-07B9-5D1B-298D-223AB4B65DDB}"/>
          </ac:spMkLst>
        </pc:spChg>
        <pc:spChg chg="del">
          <ac:chgData name="Khobo, IL, Dr [ilkhobo@sun.ac.za]" userId="b519a442-dcea-4a28-9c45-7e29f1df5837" providerId="ADAL" clId="{8BC8A5CF-2DB3-45E9-BF57-F2ED810C291E}" dt="2026-09-20T18:58:47.721" v="5735" actId="478"/>
          <ac:spMkLst>
            <pc:docMk/>
            <pc:sldMk cId="219093695" sldId="612"/>
            <ac:spMk id="13" creationId="{319ACCAB-9AAA-7C18-8C7F-D0990515F206}"/>
          </ac:spMkLst>
        </pc:spChg>
        <pc:spChg chg="del">
          <ac:chgData name="Khobo, IL, Dr [ilkhobo@sun.ac.za]" userId="b519a442-dcea-4a28-9c45-7e29f1df5837" providerId="ADAL" clId="{8BC8A5CF-2DB3-45E9-BF57-F2ED810C291E}" dt="2026-09-20T18:58:47.721" v="5735" actId="478"/>
          <ac:spMkLst>
            <pc:docMk/>
            <pc:sldMk cId="219093695" sldId="612"/>
            <ac:spMk id="15" creationId="{3DC475C1-9A53-C667-6BE6-98810FCF6602}"/>
          </ac:spMkLst>
        </pc:spChg>
        <pc:spChg chg="del">
          <ac:chgData name="Khobo, IL, Dr [ilkhobo@sun.ac.za]" userId="b519a442-dcea-4a28-9c45-7e29f1df5837" providerId="ADAL" clId="{8BC8A5CF-2DB3-45E9-BF57-F2ED810C291E}" dt="2026-09-20T18:59:11.953" v="5738" actId="478"/>
          <ac:spMkLst>
            <pc:docMk/>
            <pc:sldMk cId="219093695" sldId="612"/>
            <ac:spMk id="16" creationId="{6A38AEA2-CA1E-CFAB-C2E2-62D51E2736EA}"/>
          </ac:spMkLst>
        </pc:spChg>
        <pc:spChg chg="del">
          <ac:chgData name="Khobo, IL, Dr [ilkhobo@sun.ac.za]" userId="b519a442-dcea-4a28-9c45-7e29f1df5837" providerId="ADAL" clId="{8BC8A5CF-2DB3-45E9-BF57-F2ED810C291E}" dt="2026-09-20T18:59:11.953" v="5738" actId="478"/>
          <ac:spMkLst>
            <pc:docMk/>
            <pc:sldMk cId="219093695" sldId="612"/>
            <ac:spMk id="18" creationId="{9F8B2D68-18D2-6F63-10FB-5A942A072114}"/>
          </ac:spMkLst>
        </pc:spChg>
        <pc:spChg chg="del">
          <ac:chgData name="Khobo, IL, Dr [ilkhobo@sun.ac.za]" userId="b519a442-dcea-4a28-9c45-7e29f1df5837" providerId="ADAL" clId="{8BC8A5CF-2DB3-45E9-BF57-F2ED810C291E}" dt="2026-09-20T18:58:47.721" v="5735" actId="478"/>
          <ac:spMkLst>
            <pc:docMk/>
            <pc:sldMk cId="219093695" sldId="612"/>
            <ac:spMk id="23" creationId="{90E0004F-938D-79E7-DC34-85B6A1E503A3}"/>
          </ac:spMkLst>
        </pc:spChg>
        <pc:spChg chg="del">
          <ac:chgData name="Khobo, IL, Dr [ilkhobo@sun.ac.za]" userId="b519a442-dcea-4a28-9c45-7e29f1df5837" providerId="ADAL" clId="{8BC8A5CF-2DB3-45E9-BF57-F2ED810C291E}" dt="2026-09-20T18:59:11.953" v="5738" actId="478"/>
          <ac:spMkLst>
            <pc:docMk/>
            <pc:sldMk cId="219093695" sldId="612"/>
            <ac:spMk id="25" creationId="{BE702CA2-C23E-AE9F-18A3-DB4FF513137D}"/>
          </ac:spMkLst>
        </pc:spChg>
        <pc:spChg chg="del">
          <ac:chgData name="Khobo, IL, Dr [ilkhobo@sun.ac.za]" userId="b519a442-dcea-4a28-9c45-7e29f1df5837" providerId="ADAL" clId="{8BC8A5CF-2DB3-45E9-BF57-F2ED810C291E}" dt="2026-09-20T18:59:11.953" v="5738" actId="478"/>
          <ac:spMkLst>
            <pc:docMk/>
            <pc:sldMk cId="219093695" sldId="612"/>
            <ac:spMk id="26" creationId="{AA9493BE-0B72-C194-F9B4-7F6EE47725A3}"/>
          </ac:spMkLst>
        </pc:spChg>
        <pc:spChg chg="del">
          <ac:chgData name="Khobo, IL, Dr [ilkhobo@sun.ac.za]" userId="b519a442-dcea-4a28-9c45-7e29f1df5837" providerId="ADAL" clId="{8BC8A5CF-2DB3-45E9-BF57-F2ED810C291E}" dt="2026-09-20T18:59:11.953" v="5738" actId="478"/>
          <ac:spMkLst>
            <pc:docMk/>
            <pc:sldMk cId="219093695" sldId="612"/>
            <ac:spMk id="32" creationId="{5E488D96-A6A8-BA9D-B590-8738D0D15CE8}"/>
          </ac:spMkLst>
        </pc:spChg>
        <pc:spChg chg="del">
          <ac:chgData name="Khobo, IL, Dr [ilkhobo@sun.ac.za]" userId="b519a442-dcea-4a28-9c45-7e29f1df5837" providerId="ADAL" clId="{8BC8A5CF-2DB3-45E9-BF57-F2ED810C291E}" dt="2026-09-20T18:58:54.338" v="5736" actId="478"/>
          <ac:spMkLst>
            <pc:docMk/>
            <pc:sldMk cId="219093695" sldId="612"/>
            <ac:spMk id="39" creationId="{81DA976D-36B9-FB34-EF0D-0D32AF10A386}"/>
          </ac:spMkLst>
        </pc:spChg>
        <pc:spChg chg="del">
          <ac:chgData name="Khobo, IL, Dr [ilkhobo@sun.ac.za]" userId="b519a442-dcea-4a28-9c45-7e29f1df5837" providerId="ADAL" clId="{8BC8A5CF-2DB3-45E9-BF57-F2ED810C291E}" dt="2026-09-20T18:58:47.721" v="5735" actId="478"/>
          <ac:spMkLst>
            <pc:docMk/>
            <pc:sldMk cId="219093695" sldId="612"/>
            <ac:spMk id="42" creationId="{FFEB6518-7DD2-4672-DE31-4828E055C4EF}"/>
          </ac:spMkLst>
        </pc:spChg>
        <pc:spChg chg="del">
          <ac:chgData name="Khobo, IL, Dr [ilkhobo@sun.ac.za]" userId="b519a442-dcea-4a28-9c45-7e29f1df5837" providerId="ADAL" clId="{8BC8A5CF-2DB3-45E9-BF57-F2ED810C291E}" dt="2026-09-20T18:58:47.721" v="5735" actId="478"/>
          <ac:spMkLst>
            <pc:docMk/>
            <pc:sldMk cId="219093695" sldId="612"/>
            <ac:spMk id="49" creationId="{45AACF47-1E1A-8CCE-EB22-846B5A5E5AEF}"/>
          </ac:spMkLst>
        </pc:spChg>
        <pc:spChg chg="del">
          <ac:chgData name="Khobo, IL, Dr [ilkhobo@sun.ac.za]" userId="b519a442-dcea-4a28-9c45-7e29f1df5837" providerId="ADAL" clId="{8BC8A5CF-2DB3-45E9-BF57-F2ED810C291E}" dt="2026-09-20T18:59:11.953" v="5738" actId="478"/>
          <ac:spMkLst>
            <pc:docMk/>
            <pc:sldMk cId="219093695" sldId="612"/>
            <ac:spMk id="52" creationId="{159E0DF3-9DE2-F173-BFB9-B7F958BC5549}"/>
          </ac:spMkLst>
        </pc:spChg>
        <pc:spChg chg="del">
          <ac:chgData name="Khobo, IL, Dr [ilkhobo@sun.ac.za]" userId="b519a442-dcea-4a28-9c45-7e29f1df5837" providerId="ADAL" clId="{8BC8A5CF-2DB3-45E9-BF57-F2ED810C291E}" dt="2026-09-20T18:59:11.953" v="5738" actId="478"/>
          <ac:spMkLst>
            <pc:docMk/>
            <pc:sldMk cId="219093695" sldId="612"/>
            <ac:spMk id="56" creationId="{27F89FE3-AC4A-62B0-B489-153CB0AE9870}"/>
          </ac:spMkLst>
        </pc:spChg>
        <pc:spChg chg="del">
          <ac:chgData name="Khobo, IL, Dr [ilkhobo@sun.ac.za]" userId="b519a442-dcea-4a28-9c45-7e29f1df5837" providerId="ADAL" clId="{8BC8A5CF-2DB3-45E9-BF57-F2ED810C291E}" dt="2026-09-20T18:59:11.953" v="5738" actId="478"/>
          <ac:spMkLst>
            <pc:docMk/>
            <pc:sldMk cId="219093695" sldId="612"/>
            <ac:spMk id="58" creationId="{D98628E2-2202-69DB-BEC6-68416910FF8F}"/>
          </ac:spMkLst>
        </pc:spChg>
        <pc:spChg chg="del">
          <ac:chgData name="Khobo, IL, Dr [ilkhobo@sun.ac.za]" userId="b519a442-dcea-4a28-9c45-7e29f1df5837" providerId="ADAL" clId="{8BC8A5CF-2DB3-45E9-BF57-F2ED810C291E}" dt="2026-09-20T18:59:11.953" v="5738" actId="478"/>
          <ac:spMkLst>
            <pc:docMk/>
            <pc:sldMk cId="219093695" sldId="612"/>
            <ac:spMk id="69" creationId="{EA589B1B-063B-0914-4080-C7972BAB3491}"/>
          </ac:spMkLst>
        </pc:spChg>
        <pc:spChg chg="del">
          <ac:chgData name="Khobo, IL, Dr [ilkhobo@sun.ac.za]" userId="b519a442-dcea-4a28-9c45-7e29f1df5837" providerId="ADAL" clId="{8BC8A5CF-2DB3-45E9-BF57-F2ED810C291E}" dt="2026-09-20T18:59:11.953" v="5738" actId="478"/>
          <ac:spMkLst>
            <pc:docMk/>
            <pc:sldMk cId="219093695" sldId="612"/>
            <ac:spMk id="83" creationId="{59626C83-54BD-3E41-BB5D-799D98E767DD}"/>
          </ac:spMkLst>
        </pc:spChg>
        <pc:spChg chg="del">
          <ac:chgData name="Khobo, IL, Dr [ilkhobo@sun.ac.za]" userId="b519a442-dcea-4a28-9c45-7e29f1df5837" providerId="ADAL" clId="{8BC8A5CF-2DB3-45E9-BF57-F2ED810C291E}" dt="2026-09-20T18:58:47.721" v="5735" actId="478"/>
          <ac:spMkLst>
            <pc:docMk/>
            <pc:sldMk cId="219093695" sldId="612"/>
            <ac:spMk id="93" creationId="{6332B558-B3B5-E2FE-56CF-0C2812FE996B}"/>
          </ac:spMkLst>
        </pc:spChg>
        <pc:grpChg chg="del">
          <ac:chgData name="Khobo, IL, Dr [ilkhobo@sun.ac.za]" userId="b519a442-dcea-4a28-9c45-7e29f1df5837" providerId="ADAL" clId="{8BC8A5CF-2DB3-45E9-BF57-F2ED810C291E}" dt="2026-09-20T18:59:18.882" v="5739" actId="478"/>
          <ac:grpSpMkLst>
            <pc:docMk/>
            <pc:sldMk cId="219093695" sldId="612"/>
            <ac:grpSpMk id="47" creationId="{01A720B1-98BF-1D8C-8089-1CE91C1DDD7E}"/>
          </ac:grpSpMkLst>
        </pc:grpChg>
        <pc:grpChg chg="del">
          <ac:chgData name="Khobo, IL, Dr [ilkhobo@sun.ac.za]" userId="b519a442-dcea-4a28-9c45-7e29f1df5837" providerId="ADAL" clId="{8BC8A5CF-2DB3-45E9-BF57-F2ED810C291E}" dt="2026-09-20T18:59:18.882" v="5739" actId="478"/>
          <ac:grpSpMkLst>
            <pc:docMk/>
            <pc:sldMk cId="219093695" sldId="612"/>
            <ac:grpSpMk id="68" creationId="{5F8F2C4B-CC14-1887-F32F-6538392B76A3}"/>
          </ac:grpSpMkLst>
        </pc:grpChg>
        <pc:picChg chg="add">
          <ac:chgData name="Khobo, IL, Dr [ilkhobo@sun.ac.za]" userId="b519a442-dcea-4a28-9c45-7e29f1df5837" providerId="ADAL" clId="{8BC8A5CF-2DB3-45E9-BF57-F2ED810C291E}" dt="2026-09-20T18:58:55.179" v="5737" actId="22"/>
          <ac:picMkLst>
            <pc:docMk/>
            <pc:sldMk cId="219093695" sldId="612"/>
            <ac:picMk id="3" creationId="{2821EA43-84AA-E2DF-993B-E1C84A167848}"/>
          </ac:picMkLst>
        </pc:picChg>
        <pc:picChg chg="add mod modCrop">
          <ac:chgData name="Khobo, IL, Dr [ilkhobo@sun.ac.za]" userId="b519a442-dcea-4a28-9c45-7e29f1df5837" providerId="ADAL" clId="{8BC8A5CF-2DB3-45E9-BF57-F2ED810C291E}" dt="2026-09-20T19:04:19.995" v="5764" actId="732"/>
          <ac:picMkLst>
            <pc:docMk/>
            <pc:sldMk cId="219093695" sldId="612"/>
            <ac:picMk id="6" creationId="{C758F625-370A-5AED-30FF-061FF59D40BD}"/>
          </ac:picMkLst>
        </pc:picChg>
        <pc:picChg chg="add del mod">
          <ac:chgData name="Khobo, IL, Dr [ilkhobo@sun.ac.za]" userId="b519a442-dcea-4a28-9c45-7e29f1df5837" providerId="ADAL" clId="{8BC8A5CF-2DB3-45E9-BF57-F2ED810C291E}" dt="2026-09-20T19:04:19.505" v="5763" actId="22"/>
          <ac:picMkLst>
            <pc:docMk/>
            <pc:sldMk cId="219093695" sldId="612"/>
            <ac:picMk id="10" creationId="{DE9A4416-E1B9-C382-88E6-343D3F1C788B}"/>
          </ac:picMkLst>
        </pc:picChg>
      </pc:sldChg>
      <pc:sldChg chg="addSp delSp modSp add mod">
        <pc:chgData name="Khobo, IL, Dr [ilkhobo@sun.ac.za]" userId="b519a442-dcea-4a28-9c45-7e29f1df5837" providerId="ADAL" clId="{8BC8A5CF-2DB3-45E9-BF57-F2ED810C291E}" dt="2026-09-20T19:32:39.959" v="5804" actId="1076"/>
        <pc:sldMkLst>
          <pc:docMk/>
          <pc:sldMk cId="2047015902" sldId="613"/>
        </pc:sldMkLst>
        <pc:graphicFrameChg chg="add mod modGraphic">
          <ac:chgData name="Khobo, IL, Dr [ilkhobo@sun.ac.za]" userId="b519a442-dcea-4a28-9c45-7e29f1df5837" providerId="ADAL" clId="{8BC8A5CF-2DB3-45E9-BF57-F2ED810C291E}" dt="2026-09-20T19:32:39.959" v="5804" actId="1076"/>
          <ac:graphicFrameMkLst>
            <pc:docMk/>
            <pc:sldMk cId="2047015902" sldId="613"/>
            <ac:graphicFrameMk id="8" creationId="{9114DBDD-D26D-83E1-10D6-983ABC7B2879}"/>
          </ac:graphicFrameMkLst>
        </pc:graphicFrameChg>
        <pc:picChg chg="add del mod">
          <ac:chgData name="Khobo, IL, Dr [ilkhobo@sun.ac.za]" userId="b519a442-dcea-4a28-9c45-7e29f1df5837" providerId="ADAL" clId="{8BC8A5CF-2DB3-45E9-BF57-F2ED810C291E}" dt="2026-09-20T19:04:58.076" v="5778" actId="22"/>
          <ac:picMkLst>
            <pc:docMk/>
            <pc:sldMk cId="2047015902" sldId="613"/>
            <ac:picMk id="3" creationId="{7FB64175-7BF3-59C1-8545-1DD019E3C04F}"/>
          </ac:picMkLst>
        </pc:picChg>
        <pc:picChg chg="add mod">
          <ac:chgData name="Khobo, IL, Dr [ilkhobo@sun.ac.za]" userId="b519a442-dcea-4a28-9c45-7e29f1df5837" providerId="ADAL" clId="{8BC8A5CF-2DB3-45E9-BF57-F2ED810C291E}" dt="2026-09-20T19:05:22.637" v="5786" actId="1076"/>
          <ac:picMkLst>
            <pc:docMk/>
            <pc:sldMk cId="2047015902" sldId="613"/>
            <ac:picMk id="5" creationId="{6200467D-AC0C-9564-49E0-E01EAA76DBF3}"/>
          </ac:picMkLst>
        </pc:picChg>
        <pc:picChg chg="add del mod">
          <ac:chgData name="Khobo, IL, Dr [ilkhobo@sun.ac.za]" userId="b519a442-dcea-4a28-9c45-7e29f1df5837" providerId="ADAL" clId="{8BC8A5CF-2DB3-45E9-BF57-F2ED810C291E}" dt="2026-09-20T19:05:19.323" v="5785" actId="1076"/>
          <ac:picMkLst>
            <pc:docMk/>
            <pc:sldMk cId="2047015902" sldId="613"/>
            <ac:picMk id="6" creationId="{FE900269-6DC4-2325-37A3-03153C928FDA}"/>
          </ac:picMkLst>
        </pc:picChg>
      </pc:sldChg>
      <pc:sldChg chg="addSp delSp modSp new mod">
        <pc:chgData name="Khobo, IL, Dr [ilkhobo@sun.ac.za]" userId="b519a442-dcea-4a28-9c45-7e29f1df5837" providerId="ADAL" clId="{8BC8A5CF-2DB3-45E9-BF57-F2ED810C291E}" dt="2026-09-20T19:32:13.028" v="5795" actId="14100"/>
        <pc:sldMkLst>
          <pc:docMk/>
          <pc:sldMk cId="3451398195" sldId="614"/>
        </pc:sldMkLst>
        <pc:spChg chg="del">
          <ac:chgData name="Khobo, IL, Dr [ilkhobo@sun.ac.za]" userId="b519a442-dcea-4a28-9c45-7e29f1df5837" providerId="ADAL" clId="{8BC8A5CF-2DB3-45E9-BF57-F2ED810C291E}" dt="2026-09-20T19:08:12.493" v="5788" actId="478"/>
          <ac:spMkLst>
            <pc:docMk/>
            <pc:sldMk cId="3451398195" sldId="614"/>
            <ac:spMk id="2" creationId="{198955DD-9BC3-76F2-89BE-EB01D0521EC4}"/>
          </ac:spMkLst>
        </pc:spChg>
        <pc:spChg chg="del">
          <ac:chgData name="Khobo, IL, Dr [ilkhobo@sun.ac.za]" userId="b519a442-dcea-4a28-9c45-7e29f1df5837" providerId="ADAL" clId="{8BC8A5CF-2DB3-45E9-BF57-F2ED810C291E}" dt="2026-09-20T19:08:12.493" v="5788" actId="478"/>
          <ac:spMkLst>
            <pc:docMk/>
            <pc:sldMk cId="3451398195" sldId="614"/>
            <ac:spMk id="3" creationId="{6F0800E8-37E5-9B48-0424-6D1BF9220701}"/>
          </ac:spMkLst>
        </pc:spChg>
        <pc:picChg chg="add mod">
          <ac:chgData name="Khobo, IL, Dr [ilkhobo@sun.ac.za]" userId="b519a442-dcea-4a28-9c45-7e29f1df5837" providerId="ADAL" clId="{8BC8A5CF-2DB3-45E9-BF57-F2ED810C291E}" dt="2026-09-20T19:32:13.028" v="5795" actId="14100"/>
          <ac:picMkLst>
            <pc:docMk/>
            <pc:sldMk cId="3451398195" sldId="614"/>
            <ac:picMk id="5" creationId="{649CA275-51A0-DF90-E7D6-5D25CB10CF3F}"/>
          </ac:picMkLst>
        </pc:picChg>
      </pc:sldChg>
      <pc:sldChg chg="addSp delSp modSp add mod ord modAnim">
        <pc:chgData name="Khobo, IL, Dr [ilkhobo@sun.ac.za]" userId="b519a442-dcea-4a28-9c45-7e29f1df5837" providerId="ADAL" clId="{8BC8A5CF-2DB3-45E9-BF57-F2ED810C291E}" dt="2026-09-20T20:06:02.827" v="6096"/>
        <pc:sldMkLst>
          <pc:docMk/>
          <pc:sldMk cId="2850570485" sldId="615"/>
        </pc:sldMkLst>
        <pc:spChg chg="add mod">
          <ac:chgData name="Khobo, IL, Dr [ilkhobo@sun.ac.za]" userId="b519a442-dcea-4a28-9c45-7e29f1df5837" providerId="ADAL" clId="{8BC8A5CF-2DB3-45E9-BF57-F2ED810C291E}" dt="2026-09-20T20:05:24.565" v="6094" actId="113"/>
          <ac:spMkLst>
            <pc:docMk/>
            <pc:sldMk cId="2850570485" sldId="615"/>
            <ac:spMk id="4" creationId="{311208F3-D0C2-659A-C2CD-21B5AD0B3EBF}"/>
          </ac:spMkLst>
        </pc:spChg>
        <pc:spChg chg="add mod">
          <ac:chgData name="Khobo, IL, Dr [ilkhobo@sun.ac.za]" userId="b519a442-dcea-4a28-9c45-7e29f1df5837" providerId="ADAL" clId="{8BC8A5CF-2DB3-45E9-BF57-F2ED810C291E}" dt="2026-09-20T20:00:56.671" v="5931" actId="20577"/>
          <ac:spMkLst>
            <pc:docMk/>
            <pc:sldMk cId="2850570485" sldId="615"/>
            <ac:spMk id="7" creationId="{C2B558B5-DD41-7CED-3A30-2EF3CED3DBDD}"/>
          </ac:spMkLst>
        </pc:spChg>
        <pc:spChg chg="add mod">
          <ac:chgData name="Khobo, IL, Dr [ilkhobo@sun.ac.za]" userId="b519a442-dcea-4a28-9c45-7e29f1df5837" providerId="ADAL" clId="{8BC8A5CF-2DB3-45E9-BF57-F2ED810C291E}" dt="2026-09-20T20:03:03.554" v="6052" actId="2085"/>
          <ac:spMkLst>
            <pc:docMk/>
            <pc:sldMk cId="2850570485" sldId="615"/>
            <ac:spMk id="9" creationId="{245D96E5-A4CF-86E7-CB94-20F922D3A842}"/>
          </ac:spMkLst>
        </pc:spChg>
        <pc:spChg chg="mod">
          <ac:chgData name="Khobo, IL, Dr [ilkhobo@sun.ac.za]" userId="b519a442-dcea-4a28-9c45-7e29f1df5837" providerId="ADAL" clId="{8BC8A5CF-2DB3-45E9-BF57-F2ED810C291E}" dt="2026-09-20T19:36:23.977" v="5820" actId="20577"/>
          <ac:spMkLst>
            <pc:docMk/>
            <pc:sldMk cId="2850570485" sldId="615"/>
            <ac:spMk id="36" creationId="{4E2714AC-3C6D-BC09-43D7-BA13F248B031}"/>
          </ac:spMkLst>
        </pc:spChg>
        <pc:graphicFrameChg chg="del">
          <ac:chgData name="Khobo, IL, Dr [ilkhobo@sun.ac.za]" userId="b519a442-dcea-4a28-9c45-7e29f1df5837" providerId="ADAL" clId="{8BC8A5CF-2DB3-45E9-BF57-F2ED810C291E}" dt="2026-09-20T19:36:30.198" v="5823" actId="478"/>
          <ac:graphicFrameMkLst>
            <pc:docMk/>
            <pc:sldMk cId="2850570485" sldId="615"/>
            <ac:graphicFrameMk id="8" creationId="{21B7CF52-8060-62E0-5919-372192EB5A83}"/>
          </ac:graphicFrameMkLst>
        </pc:graphicFrameChg>
        <pc:picChg chg="add mod">
          <ac:chgData name="Khobo, IL, Dr [ilkhobo@sun.ac.za]" userId="b519a442-dcea-4a28-9c45-7e29f1df5837" providerId="ADAL" clId="{8BC8A5CF-2DB3-45E9-BF57-F2ED810C291E}" dt="2026-09-20T19:56:51.341" v="5829" actId="1076"/>
          <ac:picMkLst>
            <pc:docMk/>
            <pc:sldMk cId="2850570485" sldId="615"/>
            <ac:picMk id="3" creationId="{3E98BC6E-1EED-4C26-7FB0-838BEB825597}"/>
          </ac:picMkLst>
        </pc:picChg>
        <pc:picChg chg="del">
          <ac:chgData name="Khobo, IL, Dr [ilkhobo@sun.ac.za]" userId="b519a442-dcea-4a28-9c45-7e29f1df5837" providerId="ADAL" clId="{8BC8A5CF-2DB3-45E9-BF57-F2ED810C291E}" dt="2026-09-20T19:36:28.081" v="5822" actId="478"/>
          <ac:picMkLst>
            <pc:docMk/>
            <pc:sldMk cId="2850570485" sldId="615"/>
            <ac:picMk id="5" creationId="{FD5FA73D-9F8C-D446-FD08-253B8294DC8F}"/>
          </ac:picMkLst>
        </pc:picChg>
        <pc:picChg chg="del">
          <ac:chgData name="Khobo, IL, Dr [ilkhobo@sun.ac.za]" userId="b519a442-dcea-4a28-9c45-7e29f1df5837" providerId="ADAL" clId="{8BC8A5CF-2DB3-45E9-BF57-F2ED810C291E}" dt="2026-09-20T19:36:26.643" v="5821" actId="478"/>
          <ac:picMkLst>
            <pc:docMk/>
            <pc:sldMk cId="2850570485" sldId="615"/>
            <ac:picMk id="6" creationId="{0F4AAECD-C54F-E4A2-F53C-7B12600F17CC}"/>
          </ac:picMkLst>
        </pc:picChg>
      </pc:sldChg>
      <pc:sldChg chg="modSp add mod modTransition modAnim">
        <pc:chgData name="Khobo, IL, Dr [ilkhobo@sun.ac.za]" userId="b519a442-dcea-4a28-9c45-7e29f1df5837" providerId="ADAL" clId="{8BC8A5CF-2DB3-45E9-BF57-F2ED810C291E}" dt="2026-09-20T20:06:07.042" v="6097"/>
        <pc:sldMkLst>
          <pc:docMk/>
          <pc:sldMk cId="3612002677" sldId="616"/>
        </pc:sldMkLst>
        <pc:spChg chg="mod">
          <ac:chgData name="Khobo, IL, Dr [ilkhobo@sun.ac.za]" userId="b519a442-dcea-4a28-9c45-7e29f1df5837" providerId="ADAL" clId="{8BC8A5CF-2DB3-45E9-BF57-F2ED810C291E}" dt="2026-09-20T20:04:55.259" v="6093" actId="20577"/>
          <ac:spMkLst>
            <pc:docMk/>
            <pc:sldMk cId="3612002677" sldId="616"/>
            <ac:spMk id="4" creationId="{0CBA0AD7-260E-A4AD-F274-4DD72DB6181B}"/>
          </ac:spMkLst>
        </pc:spChg>
        <pc:spChg chg="mod">
          <ac:chgData name="Khobo, IL, Dr [ilkhobo@sun.ac.za]" userId="b519a442-dcea-4a28-9c45-7e29f1df5837" providerId="ADAL" clId="{8BC8A5CF-2DB3-45E9-BF57-F2ED810C291E}" dt="2026-09-20T20:03:26.017" v="6054" actId="1076"/>
          <ac:spMkLst>
            <pc:docMk/>
            <pc:sldMk cId="3612002677" sldId="616"/>
            <ac:spMk id="9" creationId="{02A25FBE-947E-B0DB-1E84-21CE835A7140}"/>
          </ac:spMkLst>
        </pc:spChg>
      </pc:sldChg>
      <pc:sldChg chg="modSp add mod modTransition modAnim">
        <pc:chgData name="Khobo, IL, Dr [ilkhobo@sun.ac.za]" userId="b519a442-dcea-4a28-9c45-7e29f1df5837" providerId="ADAL" clId="{8BC8A5CF-2DB3-45E9-BF57-F2ED810C291E}" dt="2026-09-20T20:06:11.771" v="6098"/>
        <pc:sldMkLst>
          <pc:docMk/>
          <pc:sldMk cId="2368332913" sldId="617"/>
        </pc:sldMkLst>
        <pc:spChg chg="mod">
          <ac:chgData name="Khobo, IL, Dr [ilkhobo@sun.ac.za]" userId="b519a442-dcea-4a28-9c45-7e29f1df5837" providerId="ADAL" clId="{8BC8A5CF-2DB3-45E9-BF57-F2ED810C291E}" dt="2026-09-20T20:04:48.872" v="6085" actId="5793"/>
          <ac:spMkLst>
            <pc:docMk/>
            <pc:sldMk cId="2368332913" sldId="617"/>
            <ac:spMk id="4" creationId="{0DFA8D50-F9A0-5EE2-4E6C-2B0FE5A2F0E7}"/>
          </ac:spMkLst>
        </pc:spChg>
        <pc:spChg chg="mod">
          <ac:chgData name="Khobo, IL, Dr [ilkhobo@sun.ac.za]" userId="b519a442-dcea-4a28-9c45-7e29f1df5837" providerId="ADAL" clId="{8BC8A5CF-2DB3-45E9-BF57-F2ED810C291E}" dt="2026-09-20T20:04:38.111" v="6078" actId="1076"/>
          <ac:spMkLst>
            <pc:docMk/>
            <pc:sldMk cId="2368332913" sldId="617"/>
            <ac:spMk id="9" creationId="{1F37ABF5-082B-3B2B-5B73-2CE95EB33D77}"/>
          </ac:spMkLst>
        </pc:spChg>
      </pc:sldChg>
      <pc:sldChg chg="addSp delSp modSp add mod modTransition">
        <pc:chgData name="Khobo, IL, Dr [ilkhobo@sun.ac.za]" userId="b519a442-dcea-4a28-9c45-7e29f1df5837" providerId="ADAL" clId="{8BC8A5CF-2DB3-45E9-BF57-F2ED810C291E}" dt="2026-09-20T20:41:53.359" v="6177"/>
        <pc:sldMkLst>
          <pc:docMk/>
          <pc:sldMk cId="3848428165" sldId="618"/>
        </pc:sldMkLst>
        <pc:spChg chg="del">
          <ac:chgData name="Khobo, IL, Dr [ilkhobo@sun.ac.za]" userId="b519a442-dcea-4a28-9c45-7e29f1df5837" providerId="ADAL" clId="{8BC8A5CF-2DB3-45E9-BF57-F2ED810C291E}" dt="2026-09-20T20:28:34.864" v="6139" actId="478"/>
          <ac:spMkLst>
            <pc:docMk/>
            <pc:sldMk cId="3848428165" sldId="618"/>
            <ac:spMk id="4" creationId="{69D846ED-20FD-4B34-510C-1D0EA8DCD7E0}"/>
          </ac:spMkLst>
        </pc:spChg>
        <pc:spChg chg="del">
          <ac:chgData name="Khobo, IL, Dr [ilkhobo@sun.ac.za]" userId="b519a442-dcea-4a28-9c45-7e29f1df5837" providerId="ADAL" clId="{8BC8A5CF-2DB3-45E9-BF57-F2ED810C291E}" dt="2026-09-20T20:28:34.864" v="6139" actId="478"/>
          <ac:spMkLst>
            <pc:docMk/>
            <pc:sldMk cId="3848428165" sldId="618"/>
            <ac:spMk id="7" creationId="{FE08AF7B-2211-7325-3B21-48679C54D425}"/>
          </ac:spMkLst>
        </pc:spChg>
        <pc:spChg chg="del">
          <ac:chgData name="Khobo, IL, Dr [ilkhobo@sun.ac.za]" userId="b519a442-dcea-4a28-9c45-7e29f1df5837" providerId="ADAL" clId="{8BC8A5CF-2DB3-45E9-BF57-F2ED810C291E}" dt="2026-09-20T20:28:34.864" v="6139" actId="478"/>
          <ac:spMkLst>
            <pc:docMk/>
            <pc:sldMk cId="3848428165" sldId="618"/>
            <ac:spMk id="9" creationId="{ED3A60DA-4E63-3000-A791-5EE32FF74B15}"/>
          </ac:spMkLst>
        </pc:spChg>
        <pc:spChg chg="mod">
          <ac:chgData name="Khobo, IL, Dr [ilkhobo@sun.ac.za]" userId="b519a442-dcea-4a28-9c45-7e29f1df5837" providerId="ADAL" clId="{8BC8A5CF-2DB3-45E9-BF57-F2ED810C291E}" dt="2026-09-20T20:28:26.269" v="6138" actId="20577"/>
          <ac:spMkLst>
            <pc:docMk/>
            <pc:sldMk cId="3848428165" sldId="618"/>
            <ac:spMk id="36" creationId="{6D878D33-21D9-156C-F5FE-FA23A8414AAD}"/>
          </ac:spMkLst>
        </pc:spChg>
        <pc:picChg chg="del">
          <ac:chgData name="Khobo, IL, Dr [ilkhobo@sun.ac.za]" userId="b519a442-dcea-4a28-9c45-7e29f1df5837" providerId="ADAL" clId="{8BC8A5CF-2DB3-45E9-BF57-F2ED810C291E}" dt="2026-09-20T20:28:34.864" v="6139" actId="478"/>
          <ac:picMkLst>
            <pc:docMk/>
            <pc:sldMk cId="3848428165" sldId="618"/>
            <ac:picMk id="3" creationId="{D5253354-AA5A-994A-B2E9-5F8754A9FD85}"/>
          </ac:picMkLst>
        </pc:picChg>
        <pc:picChg chg="add mod">
          <ac:chgData name="Khobo, IL, Dr [ilkhobo@sun.ac.za]" userId="b519a442-dcea-4a28-9c45-7e29f1df5837" providerId="ADAL" clId="{8BC8A5CF-2DB3-45E9-BF57-F2ED810C291E}" dt="2026-09-20T20:29:26.817" v="6147" actId="1076"/>
          <ac:picMkLst>
            <pc:docMk/>
            <pc:sldMk cId="3848428165" sldId="618"/>
            <ac:picMk id="5" creationId="{454D0E34-5FEF-ADAA-8E60-EC8F58AF9737}"/>
          </ac:picMkLst>
        </pc:picChg>
      </pc:sldChg>
      <pc:sldChg chg="addSp delSp modSp add mod modTransition">
        <pc:chgData name="Khobo, IL, Dr [ilkhobo@sun.ac.za]" userId="b519a442-dcea-4a28-9c45-7e29f1df5837" providerId="ADAL" clId="{8BC8A5CF-2DB3-45E9-BF57-F2ED810C291E}" dt="2026-09-20T20:42:26.890" v="6181"/>
        <pc:sldMkLst>
          <pc:docMk/>
          <pc:sldMk cId="2085661136" sldId="619"/>
        </pc:sldMkLst>
        <pc:picChg chg="add mod">
          <ac:chgData name="Khobo, IL, Dr [ilkhobo@sun.ac.za]" userId="b519a442-dcea-4a28-9c45-7e29f1df5837" providerId="ADAL" clId="{8BC8A5CF-2DB3-45E9-BF57-F2ED810C291E}" dt="2026-09-20T20:40:22.599" v="6169" actId="14100"/>
          <ac:picMkLst>
            <pc:docMk/>
            <pc:sldMk cId="2085661136" sldId="619"/>
            <ac:picMk id="3" creationId="{854F5CFD-F0BE-29A4-7186-A92FC98DE748}"/>
          </ac:picMkLst>
        </pc:picChg>
        <pc:picChg chg="del">
          <ac:chgData name="Khobo, IL, Dr [ilkhobo@sun.ac.za]" userId="b519a442-dcea-4a28-9c45-7e29f1df5837" providerId="ADAL" clId="{8BC8A5CF-2DB3-45E9-BF57-F2ED810C291E}" dt="2026-09-20T20:29:55.347" v="6149" actId="478"/>
          <ac:picMkLst>
            <pc:docMk/>
            <pc:sldMk cId="2085661136" sldId="619"/>
            <ac:picMk id="5" creationId="{EA573A3A-EF8A-B5C1-EACD-95C735C10073}"/>
          </ac:picMkLst>
        </pc:picChg>
        <pc:picChg chg="add mod">
          <ac:chgData name="Khobo, IL, Dr [ilkhobo@sun.ac.za]" userId="b519a442-dcea-4a28-9c45-7e29f1df5837" providerId="ADAL" clId="{8BC8A5CF-2DB3-45E9-BF57-F2ED810C291E}" dt="2026-09-20T20:40:29.768" v="6171" actId="1076"/>
          <ac:picMkLst>
            <pc:docMk/>
            <pc:sldMk cId="2085661136" sldId="619"/>
            <ac:picMk id="6" creationId="{3C3394D3-B035-25F6-2F71-38E4785D7F64}"/>
          </ac:picMkLst>
        </pc:picChg>
        <pc:picChg chg="add mod">
          <ac:chgData name="Khobo, IL, Dr [ilkhobo@sun.ac.za]" userId="b519a442-dcea-4a28-9c45-7e29f1df5837" providerId="ADAL" clId="{8BC8A5CF-2DB3-45E9-BF57-F2ED810C291E}" dt="2026-09-20T20:41:03.247" v="6176" actId="1076"/>
          <ac:picMkLst>
            <pc:docMk/>
            <pc:sldMk cId="2085661136" sldId="619"/>
            <ac:picMk id="10" creationId="{E3FAD17E-F874-0D8A-2F0B-D3640460DD56}"/>
          </ac:picMkLst>
        </pc:picChg>
        <pc:cxnChg chg="add mod">
          <ac:chgData name="Khobo, IL, Dr [ilkhobo@sun.ac.za]" userId="b519a442-dcea-4a28-9c45-7e29f1df5837" providerId="ADAL" clId="{8BC8A5CF-2DB3-45E9-BF57-F2ED810C291E}" dt="2026-09-20T20:40:03.509" v="6165" actId="13822"/>
          <ac:cxnSpMkLst>
            <pc:docMk/>
            <pc:sldMk cId="2085661136" sldId="619"/>
            <ac:cxnSpMk id="8" creationId="{3B1C11A6-880D-BFFD-3FE8-BCBACF74B811}"/>
          </ac:cxnSpMkLst>
        </pc:cxnChg>
      </pc:sldChg>
    </pc:docChg>
  </pc:docChgLst>
  <pc:docChgLst>
    <pc:chgData name="Khobo, IL, Dr [ilkhobo@sun.ac.za]" userId="b519a442-dcea-4a28-9c45-7e29f1df5837" providerId="ADAL" clId="{D25D1C45-A404-4E0F-8657-49BD4E4887CA}"/>
    <pc:docChg chg="undo redo custSel addSld delSld modSld">
      <pc:chgData name="Khobo, IL, Dr [ilkhobo@sun.ac.za]" userId="b519a442-dcea-4a28-9c45-7e29f1df5837" providerId="ADAL" clId="{D25D1C45-A404-4E0F-8657-49BD4E4887CA}" dt="2026-09-21T08:09:42.156" v="2592" actId="20577"/>
      <pc:docMkLst>
        <pc:docMk/>
      </pc:docMkLst>
      <pc:sldChg chg="modSp mod modNotesTx">
        <pc:chgData name="Khobo, IL, Dr [ilkhobo@sun.ac.za]" userId="b519a442-dcea-4a28-9c45-7e29f1df5837" providerId="ADAL" clId="{D25D1C45-A404-4E0F-8657-49BD4E4887CA}" dt="2026-09-16T07:26:03.737" v="2393" actId="113"/>
        <pc:sldMkLst>
          <pc:docMk/>
          <pc:sldMk cId="2601401026" sldId="597"/>
        </pc:sldMkLst>
        <pc:spChg chg="mod">
          <ac:chgData name="Khobo, IL, Dr [ilkhobo@sun.ac.za]" userId="b519a442-dcea-4a28-9c45-7e29f1df5837" providerId="ADAL" clId="{D25D1C45-A404-4E0F-8657-49BD4E4887CA}" dt="2026-09-16T07:26:03.737" v="2393" actId="113"/>
          <ac:spMkLst>
            <pc:docMk/>
            <pc:sldMk cId="2601401026" sldId="597"/>
            <ac:spMk id="17" creationId="{7EC74C40-289A-CA47-2A9E-CB243EF9FF06}"/>
          </ac:spMkLst>
        </pc:spChg>
        <pc:spChg chg="mod">
          <ac:chgData name="Khobo, IL, Dr [ilkhobo@sun.ac.za]" userId="b519a442-dcea-4a28-9c45-7e29f1df5837" providerId="ADAL" clId="{D25D1C45-A404-4E0F-8657-49BD4E4887CA}" dt="2026-09-16T07:24:59.140" v="2266" actId="20577"/>
          <ac:spMkLst>
            <pc:docMk/>
            <pc:sldMk cId="2601401026" sldId="597"/>
            <ac:spMk id="34" creationId="{593DD671-6E7B-06CE-9A2D-78AB0133EE61}"/>
          </ac:spMkLst>
        </pc:spChg>
      </pc:sldChg>
      <pc:sldChg chg="delSp modSp add mod">
        <pc:chgData name="Khobo, IL, Dr [ilkhobo@sun.ac.za]" userId="b519a442-dcea-4a28-9c45-7e29f1df5837" providerId="ADAL" clId="{D25D1C45-A404-4E0F-8657-49BD4E4887CA}" dt="2026-09-16T07:28:10.569" v="2473" actId="207"/>
        <pc:sldMkLst>
          <pc:docMk/>
          <pc:sldMk cId="3688302285" sldId="598"/>
        </pc:sldMkLst>
        <pc:spChg chg="mod">
          <ac:chgData name="Khobo, IL, Dr [ilkhobo@sun.ac.za]" userId="b519a442-dcea-4a28-9c45-7e29f1df5837" providerId="ADAL" clId="{D25D1C45-A404-4E0F-8657-49BD4E4887CA}" dt="2026-09-16T07:28:10.569" v="2473" actId="207"/>
          <ac:spMkLst>
            <pc:docMk/>
            <pc:sldMk cId="3688302285" sldId="598"/>
            <ac:spMk id="36" creationId="{594B83FC-F6AE-70F5-3BB1-5654CFB91FF5}"/>
          </ac:spMkLst>
        </pc:spChg>
      </pc:sldChg>
      <pc:sldChg chg="modSp mod">
        <pc:chgData name="Khobo, IL, Dr [ilkhobo@sun.ac.za]" userId="b519a442-dcea-4a28-9c45-7e29f1df5837" providerId="ADAL" clId="{D25D1C45-A404-4E0F-8657-49BD4E4887CA}" dt="2026-09-21T06:22:56.380" v="2476" actId="208"/>
        <pc:sldMkLst>
          <pc:docMk/>
          <pc:sldMk cId="1850283270" sldId="599"/>
        </pc:sldMkLst>
        <pc:spChg chg="mod">
          <ac:chgData name="Khobo, IL, Dr [ilkhobo@sun.ac.za]" userId="b519a442-dcea-4a28-9c45-7e29f1df5837" providerId="ADAL" clId="{D25D1C45-A404-4E0F-8657-49BD4E4887CA}" dt="2026-09-21T06:22:56.380" v="2476" actId="208"/>
          <ac:spMkLst>
            <pc:docMk/>
            <pc:sldMk cId="1850283270" sldId="599"/>
            <ac:spMk id="4" creationId="{98D8A289-BCF4-A033-129A-A097B2E64842}"/>
          </ac:spMkLst>
        </pc:spChg>
        <pc:spChg chg="mod">
          <ac:chgData name="Khobo, IL, Dr [ilkhobo@sun.ac.za]" userId="b519a442-dcea-4a28-9c45-7e29f1df5837" providerId="ADAL" clId="{D25D1C45-A404-4E0F-8657-49BD4E4887CA}" dt="2026-09-21T06:22:56.380" v="2476" actId="208"/>
          <ac:spMkLst>
            <pc:docMk/>
            <pc:sldMk cId="1850283270" sldId="599"/>
            <ac:spMk id="6" creationId="{EB5E0AAE-7067-6BD0-676E-348B59F34B44}"/>
          </ac:spMkLst>
        </pc:spChg>
      </pc:sldChg>
      <pc:sldChg chg="modSp mod">
        <pc:chgData name="Khobo, IL, Dr [ilkhobo@sun.ac.za]" userId="b519a442-dcea-4a28-9c45-7e29f1df5837" providerId="ADAL" clId="{D25D1C45-A404-4E0F-8657-49BD4E4887CA}" dt="2026-09-21T06:23:09.897" v="2478" actId="208"/>
        <pc:sldMkLst>
          <pc:docMk/>
          <pc:sldMk cId="4090810304" sldId="600"/>
        </pc:sldMkLst>
        <pc:spChg chg="mod">
          <ac:chgData name="Khobo, IL, Dr [ilkhobo@sun.ac.za]" userId="b519a442-dcea-4a28-9c45-7e29f1df5837" providerId="ADAL" clId="{D25D1C45-A404-4E0F-8657-49BD4E4887CA}" dt="2026-09-21T06:23:05.376" v="2477" actId="208"/>
          <ac:spMkLst>
            <pc:docMk/>
            <pc:sldMk cId="4090810304" sldId="600"/>
            <ac:spMk id="4" creationId="{5FE359DA-8FC2-94F8-58D9-E5C47991235E}"/>
          </ac:spMkLst>
        </pc:spChg>
        <pc:spChg chg="mod">
          <ac:chgData name="Khobo, IL, Dr [ilkhobo@sun.ac.za]" userId="b519a442-dcea-4a28-9c45-7e29f1df5837" providerId="ADAL" clId="{D25D1C45-A404-4E0F-8657-49BD4E4887CA}" dt="2026-09-21T06:23:09.897" v="2478" actId="208"/>
          <ac:spMkLst>
            <pc:docMk/>
            <pc:sldMk cId="4090810304" sldId="600"/>
            <ac:spMk id="5" creationId="{94B4F7C5-E36A-D954-12CC-50A4DF3C1B16}"/>
          </ac:spMkLst>
        </pc:spChg>
        <pc:spChg chg="mod">
          <ac:chgData name="Khobo, IL, Dr [ilkhobo@sun.ac.za]" userId="b519a442-dcea-4a28-9c45-7e29f1df5837" providerId="ADAL" clId="{D25D1C45-A404-4E0F-8657-49BD4E4887CA}" dt="2026-09-21T06:23:05.376" v="2477" actId="208"/>
          <ac:spMkLst>
            <pc:docMk/>
            <pc:sldMk cId="4090810304" sldId="600"/>
            <ac:spMk id="6" creationId="{3A0130A7-6CBC-099C-0056-803F55826EA5}"/>
          </ac:spMkLst>
        </pc:spChg>
        <pc:spChg chg="mod">
          <ac:chgData name="Khobo, IL, Dr [ilkhobo@sun.ac.za]" userId="b519a442-dcea-4a28-9c45-7e29f1df5837" providerId="ADAL" clId="{D25D1C45-A404-4E0F-8657-49BD4E4887CA}" dt="2026-09-21T06:23:09.897" v="2478" actId="208"/>
          <ac:spMkLst>
            <pc:docMk/>
            <pc:sldMk cId="4090810304" sldId="600"/>
            <ac:spMk id="8" creationId="{01787A8A-B016-EE0B-ED00-978DD820644D}"/>
          </ac:spMkLst>
        </pc:spChg>
      </pc:sldChg>
      <pc:sldChg chg="modSp mod">
        <pc:chgData name="Khobo, IL, Dr [ilkhobo@sun.ac.za]" userId="b519a442-dcea-4a28-9c45-7e29f1df5837" providerId="ADAL" clId="{D25D1C45-A404-4E0F-8657-49BD4E4887CA}" dt="2026-09-21T06:23:24.641" v="2479" actId="208"/>
        <pc:sldMkLst>
          <pc:docMk/>
          <pc:sldMk cId="2114296965" sldId="601"/>
        </pc:sldMkLst>
        <pc:spChg chg="mod">
          <ac:chgData name="Khobo, IL, Dr [ilkhobo@sun.ac.za]" userId="b519a442-dcea-4a28-9c45-7e29f1df5837" providerId="ADAL" clId="{D25D1C45-A404-4E0F-8657-49BD4E4887CA}" dt="2026-09-21T06:23:24.641" v="2479" actId="208"/>
          <ac:spMkLst>
            <pc:docMk/>
            <pc:sldMk cId="2114296965" sldId="601"/>
            <ac:spMk id="4" creationId="{C18A2105-8731-B60F-DEF9-74B2C10C582C}"/>
          </ac:spMkLst>
        </pc:spChg>
        <pc:spChg chg="mod">
          <ac:chgData name="Khobo, IL, Dr [ilkhobo@sun.ac.za]" userId="b519a442-dcea-4a28-9c45-7e29f1df5837" providerId="ADAL" clId="{D25D1C45-A404-4E0F-8657-49BD4E4887CA}" dt="2026-09-21T06:23:24.641" v="2479" actId="208"/>
          <ac:spMkLst>
            <pc:docMk/>
            <pc:sldMk cId="2114296965" sldId="601"/>
            <ac:spMk id="5" creationId="{A88C7B8C-22CB-FC76-BEAE-57634530A937}"/>
          </ac:spMkLst>
        </pc:spChg>
        <pc:spChg chg="mod">
          <ac:chgData name="Khobo, IL, Dr [ilkhobo@sun.ac.za]" userId="b519a442-dcea-4a28-9c45-7e29f1df5837" providerId="ADAL" clId="{D25D1C45-A404-4E0F-8657-49BD4E4887CA}" dt="2026-09-21T06:23:24.641" v="2479" actId="208"/>
          <ac:spMkLst>
            <pc:docMk/>
            <pc:sldMk cId="2114296965" sldId="601"/>
            <ac:spMk id="6" creationId="{052B8AA2-30C6-D5F8-8F17-3AF91A3E275A}"/>
          </ac:spMkLst>
        </pc:spChg>
        <pc:spChg chg="mod">
          <ac:chgData name="Khobo, IL, Dr [ilkhobo@sun.ac.za]" userId="b519a442-dcea-4a28-9c45-7e29f1df5837" providerId="ADAL" clId="{D25D1C45-A404-4E0F-8657-49BD4E4887CA}" dt="2026-09-21T06:23:24.641" v="2479" actId="208"/>
          <ac:spMkLst>
            <pc:docMk/>
            <pc:sldMk cId="2114296965" sldId="601"/>
            <ac:spMk id="8" creationId="{7A3B43B6-4E08-EB67-60A6-591A70E35057}"/>
          </ac:spMkLst>
        </pc:spChg>
        <pc:spChg chg="mod">
          <ac:chgData name="Khobo, IL, Dr [ilkhobo@sun.ac.za]" userId="b519a442-dcea-4a28-9c45-7e29f1df5837" providerId="ADAL" clId="{D25D1C45-A404-4E0F-8657-49BD4E4887CA}" dt="2026-09-21T06:23:24.641" v="2479" actId="208"/>
          <ac:spMkLst>
            <pc:docMk/>
            <pc:sldMk cId="2114296965" sldId="601"/>
            <ac:spMk id="10" creationId="{037554F1-2E18-73C5-392C-EF33B2E0DA66}"/>
          </ac:spMkLst>
        </pc:spChg>
        <pc:spChg chg="mod">
          <ac:chgData name="Khobo, IL, Dr [ilkhobo@sun.ac.za]" userId="b519a442-dcea-4a28-9c45-7e29f1df5837" providerId="ADAL" clId="{D25D1C45-A404-4E0F-8657-49BD4E4887CA}" dt="2026-09-21T06:23:24.641" v="2479" actId="208"/>
          <ac:spMkLst>
            <pc:docMk/>
            <pc:sldMk cId="2114296965" sldId="601"/>
            <ac:spMk id="12" creationId="{E293CA63-38EF-8130-06AC-6C32450AD397}"/>
          </ac:spMkLst>
        </pc:spChg>
      </pc:sldChg>
      <pc:sldChg chg="modSp mod">
        <pc:chgData name="Khobo, IL, Dr [ilkhobo@sun.ac.za]" userId="b519a442-dcea-4a28-9c45-7e29f1df5837" providerId="ADAL" clId="{D25D1C45-A404-4E0F-8657-49BD4E4887CA}" dt="2026-09-21T06:23:39.893" v="2480" actId="208"/>
        <pc:sldMkLst>
          <pc:docMk/>
          <pc:sldMk cId="1877822711" sldId="602"/>
        </pc:sldMkLst>
        <pc:spChg chg="mod">
          <ac:chgData name="Khobo, IL, Dr [ilkhobo@sun.ac.za]" userId="b519a442-dcea-4a28-9c45-7e29f1df5837" providerId="ADAL" clId="{D25D1C45-A404-4E0F-8657-49BD4E4887CA}" dt="2026-09-21T06:23:39.893" v="2480" actId="208"/>
          <ac:spMkLst>
            <pc:docMk/>
            <pc:sldMk cId="1877822711" sldId="602"/>
            <ac:spMk id="4" creationId="{DFC6170E-29A2-7FF2-8B2F-306E8C926E93}"/>
          </ac:spMkLst>
        </pc:spChg>
        <pc:spChg chg="mod">
          <ac:chgData name="Khobo, IL, Dr [ilkhobo@sun.ac.za]" userId="b519a442-dcea-4a28-9c45-7e29f1df5837" providerId="ADAL" clId="{D25D1C45-A404-4E0F-8657-49BD4E4887CA}" dt="2026-09-21T06:23:39.893" v="2480" actId="208"/>
          <ac:spMkLst>
            <pc:docMk/>
            <pc:sldMk cId="1877822711" sldId="602"/>
            <ac:spMk id="5" creationId="{64194F1C-9FF9-608E-16AE-CA073362398F}"/>
          </ac:spMkLst>
        </pc:spChg>
        <pc:spChg chg="mod">
          <ac:chgData name="Khobo, IL, Dr [ilkhobo@sun.ac.za]" userId="b519a442-dcea-4a28-9c45-7e29f1df5837" providerId="ADAL" clId="{D25D1C45-A404-4E0F-8657-49BD4E4887CA}" dt="2026-09-21T06:23:39.893" v="2480" actId="208"/>
          <ac:spMkLst>
            <pc:docMk/>
            <pc:sldMk cId="1877822711" sldId="602"/>
            <ac:spMk id="6" creationId="{3945AE2D-3152-6F91-2759-3AA918EB79A1}"/>
          </ac:spMkLst>
        </pc:spChg>
        <pc:spChg chg="mod">
          <ac:chgData name="Khobo, IL, Dr [ilkhobo@sun.ac.za]" userId="b519a442-dcea-4a28-9c45-7e29f1df5837" providerId="ADAL" clId="{D25D1C45-A404-4E0F-8657-49BD4E4887CA}" dt="2026-09-21T06:23:39.893" v="2480" actId="208"/>
          <ac:spMkLst>
            <pc:docMk/>
            <pc:sldMk cId="1877822711" sldId="602"/>
            <ac:spMk id="8" creationId="{A585EED7-B1F5-B9F6-56E8-61C59214AE4F}"/>
          </ac:spMkLst>
        </pc:spChg>
        <pc:spChg chg="mod">
          <ac:chgData name="Khobo, IL, Dr [ilkhobo@sun.ac.za]" userId="b519a442-dcea-4a28-9c45-7e29f1df5837" providerId="ADAL" clId="{D25D1C45-A404-4E0F-8657-49BD4E4887CA}" dt="2026-09-21T06:23:39.893" v="2480" actId="208"/>
          <ac:spMkLst>
            <pc:docMk/>
            <pc:sldMk cId="1877822711" sldId="602"/>
            <ac:spMk id="10" creationId="{3B0D983B-F966-385B-CE95-009ECB0EDD92}"/>
          </ac:spMkLst>
        </pc:spChg>
        <pc:spChg chg="mod">
          <ac:chgData name="Khobo, IL, Dr [ilkhobo@sun.ac.za]" userId="b519a442-dcea-4a28-9c45-7e29f1df5837" providerId="ADAL" clId="{D25D1C45-A404-4E0F-8657-49BD4E4887CA}" dt="2026-09-21T06:23:39.893" v="2480" actId="208"/>
          <ac:spMkLst>
            <pc:docMk/>
            <pc:sldMk cId="1877822711" sldId="602"/>
            <ac:spMk id="12" creationId="{B7042F65-562F-7B5B-1B62-3FABA1274B3F}"/>
          </ac:spMkLst>
        </pc:spChg>
      </pc:sldChg>
      <pc:sldChg chg="modSp mod">
        <pc:chgData name="Khobo, IL, Dr [ilkhobo@sun.ac.za]" userId="b519a442-dcea-4a28-9c45-7e29f1df5837" providerId="ADAL" clId="{D25D1C45-A404-4E0F-8657-49BD4E4887CA}" dt="2026-09-21T06:17:18.952" v="2475" actId="20577"/>
        <pc:sldMkLst>
          <pc:docMk/>
          <pc:sldMk cId="556267981" sldId="603"/>
        </pc:sldMkLst>
        <pc:spChg chg="mod">
          <ac:chgData name="Khobo, IL, Dr [ilkhobo@sun.ac.za]" userId="b519a442-dcea-4a28-9c45-7e29f1df5837" providerId="ADAL" clId="{D25D1C45-A404-4E0F-8657-49BD4E4887CA}" dt="2026-09-21T06:17:18.952" v="2475" actId="20577"/>
          <ac:spMkLst>
            <pc:docMk/>
            <pc:sldMk cId="556267981" sldId="603"/>
            <ac:spMk id="13" creationId="{060A741B-3865-3396-0EF8-D20B88AD1CCD}"/>
          </ac:spMkLst>
        </pc:spChg>
        <pc:spChg chg="mod">
          <ac:chgData name="Khobo, IL, Dr [ilkhobo@sun.ac.za]" userId="b519a442-dcea-4a28-9c45-7e29f1df5837" providerId="ADAL" clId="{D25D1C45-A404-4E0F-8657-49BD4E4887CA}" dt="2026-09-21T06:17:16.199" v="2474" actId="20577"/>
          <ac:spMkLst>
            <pc:docMk/>
            <pc:sldMk cId="556267981" sldId="603"/>
            <ac:spMk id="15" creationId="{6FC378D7-C161-D6E5-2466-8D29365A9634}"/>
          </ac:spMkLst>
        </pc:spChg>
      </pc:sldChg>
      <pc:sldChg chg="addSp delSp modSp mod">
        <pc:chgData name="Khobo, IL, Dr [ilkhobo@sun.ac.za]" userId="b519a442-dcea-4a28-9c45-7e29f1df5837" providerId="ADAL" clId="{D25D1C45-A404-4E0F-8657-49BD4E4887CA}" dt="2026-09-21T06:38:32.616" v="2577" actId="1076"/>
        <pc:sldMkLst>
          <pc:docMk/>
          <pc:sldMk cId="395337348" sldId="604"/>
        </pc:sldMkLst>
        <pc:spChg chg="add mod">
          <ac:chgData name="Khobo, IL, Dr [ilkhobo@sun.ac.za]" userId="b519a442-dcea-4a28-9c45-7e29f1df5837" providerId="ADAL" clId="{D25D1C45-A404-4E0F-8657-49BD4E4887CA}" dt="2026-09-21T06:34:10.643" v="2511" actId="20577"/>
          <ac:spMkLst>
            <pc:docMk/>
            <pc:sldMk cId="395337348" sldId="604"/>
            <ac:spMk id="3" creationId="{67258487-C872-1C9B-4F7E-A2177E0757AE}"/>
          </ac:spMkLst>
        </pc:spChg>
        <pc:spChg chg="mod">
          <ac:chgData name="Khobo, IL, Dr [ilkhobo@sun.ac.za]" userId="b519a442-dcea-4a28-9c45-7e29f1df5837" providerId="ADAL" clId="{D25D1C45-A404-4E0F-8657-49BD4E4887CA}" dt="2026-09-21T06:34:02.754" v="2499" actId="20577"/>
          <ac:spMkLst>
            <pc:docMk/>
            <pc:sldMk cId="395337348" sldId="604"/>
            <ac:spMk id="15" creationId="{7E092F1B-B8BB-4607-F794-B9B9FDF095C5}"/>
          </ac:spMkLst>
        </pc:spChg>
        <pc:spChg chg="mod">
          <ac:chgData name="Khobo, IL, Dr [ilkhobo@sun.ac.za]" userId="b519a442-dcea-4a28-9c45-7e29f1df5837" providerId="ADAL" clId="{D25D1C45-A404-4E0F-8657-49BD4E4887CA}" dt="2026-09-21T06:34:08.093" v="2507" actId="20577"/>
          <ac:spMkLst>
            <pc:docMk/>
            <pc:sldMk cId="395337348" sldId="604"/>
            <ac:spMk id="89" creationId="{0147C294-4B31-A436-623D-B8739E592402}"/>
          </ac:spMkLst>
        </pc:spChg>
        <pc:spChg chg="mod">
          <ac:chgData name="Khobo, IL, Dr [ilkhobo@sun.ac.za]" userId="b519a442-dcea-4a28-9c45-7e29f1df5837" providerId="ADAL" clId="{D25D1C45-A404-4E0F-8657-49BD4E4887CA}" dt="2026-09-21T06:38:32.616" v="2577" actId="1076"/>
          <ac:spMkLst>
            <pc:docMk/>
            <pc:sldMk cId="395337348" sldId="604"/>
            <ac:spMk id="91" creationId="{150BB2D2-C88C-9F99-EA93-5483096D3725}"/>
          </ac:spMkLst>
        </pc:spChg>
        <pc:spChg chg="del">
          <ac:chgData name="Khobo, IL, Dr [ilkhobo@sun.ac.za]" userId="b519a442-dcea-4a28-9c45-7e29f1df5837" providerId="ADAL" clId="{D25D1C45-A404-4E0F-8657-49BD4E4887CA}" dt="2026-09-21T06:26:29.195" v="2486" actId="478"/>
          <ac:spMkLst>
            <pc:docMk/>
            <pc:sldMk cId="395337348" sldId="604"/>
            <ac:spMk id="93" creationId="{4077CB66-4C89-441C-23AF-364B3B965AD6}"/>
          </ac:spMkLst>
        </pc:spChg>
      </pc:sldChg>
      <pc:sldChg chg="addSp delSp modSp mod">
        <pc:chgData name="Khobo, IL, Dr [ilkhobo@sun.ac.za]" userId="b519a442-dcea-4a28-9c45-7e29f1df5837" providerId="ADAL" clId="{D25D1C45-A404-4E0F-8657-49BD4E4887CA}" dt="2026-09-21T06:35:34.168" v="2545" actId="1076"/>
        <pc:sldMkLst>
          <pc:docMk/>
          <pc:sldMk cId="266187088" sldId="605"/>
        </pc:sldMkLst>
        <pc:spChg chg="add mod">
          <ac:chgData name="Khobo, IL, Dr [ilkhobo@sun.ac.za]" userId="b519a442-dcea-4a28-9c45-7e29f1df5837" providerId="ADAL" clId="{D25D1C45-A404-4E0F-8657-49BD4E4887CA}" dt="2026-09-21T06:35:34.168" v="2545" actId="1076"/>
          <ac:spMkLst>
            <pc:docMk/>
            <pc:sldMk cId="266187088" sldId="605"/>
            <ac:spMk id="3" creationId="{ABA6973A-95B8-B099-3507-2B064F61D532}"/>
          </ac:spMkLst>
        </pc:spChg>
        <pc:spChg chg="mod">
          <ac:chgData name="Khobo, IL, Dr [ilkhobo@sun.ac.za]" userId="b519a442-dcea-4a28-9c45-7e29f1df5837" providerId="ADAL" clId="{D25D1C45-A404-4E0F-8657-49BD4E4887CA}" dt="2026-09-21T06:34:16.134" v="2515" actId="20577"/>
          <ac:spMkLst>
            <pc:docMk/>
            <pc:sldMk cId="266187088" sldId="605"/>
            <ac:spMk id="15" creationId="{058657CA-BC7E-A908-BF01-1EF0937A38D5}"/>
          </ac:spMkLst>
        </pc:spChg>
        <pc:spChg chg="mod">
          <ac:chgData name="Khobo, IL, Dr [ilkhobo@sun.ac.za]" userId="b519a442-dcea-4a28-9c45-7e29f1df5837" providerId="ADAL" clId="{D25D1C45-A404-4E0F-8657-49BD4E4887CA}" dt="2026-09-21T06:34:21.307" v="2523" actId="20577"/>
          <ac:spMkLst>
            <pc:docMk/>
            <pc:sldMk cId="266187088" sldId="605"/>
            <ac:spMk id="89" creationId="{5F8C21DE-179C-E1FC-7354-F2EFB616AB58}"/>
          </ac:spMkLst>
        </pc:spChg>
        <pc:spChg chg="del">
          <ac:chgData name="Khobo, IL, Dr [ilkhobo@sun.ac.za]" userId="b519a442-dcea-4a28-9c45-7e29f1df5837" providerId="ADAL" clId="{D25D1C45-A404-4E0F-8657-49BD4E4887CA}" dt="2026-09-21T06:25:31.615" v="2484" actId="478"/>
          <ac:spMkLst>
            <pc:docMk/>
            <pc:sldMk cId="266187088" sldId="605"/>
            <ac:spMk id="91" creationId="{CF4DE226-16B0-B2ED-555E-8D7F2DDE3816}"/>
          </ac:spMkLst>
        </pc:spChg>
        <pc:spChg chg="mod">
          <ac:chgData name="Khobo, IL, Dr [ilkhobo@sun.ac.za]" userId="b519a442-dcea-4a28-9c45-7e29f1df5837" providerId="ADAL" clId="{D25D1C45-A404-4E0F-8657-49BD4E4887CA}" dt="2026-09-21T06:34:24.265" v="2527" actId="20577"/>
          <ac:spMkLst>
            <pc:docMk/>
            <pc:sldMk cId="266187088" sldId="605"/>
            <ac:spMk id="93" creationId="{E58C6BF7-5EAB-4E05-8F3D-9D88A743FA23}"/>
          </ac:spMkLst>
        </pc:spChg>
      </pc:sldChg>
      <pc:sldChg chg="addSp delSp modSp mod">
        <pc:chgData name="Khobo, IL, Dr [ilkhobo@sun.ac.za]" userId="b519a442-dcea-4a28-9c45-7e29f1df5837" providerId="ADAL" clId="{D25D1C45-A404-4E0F-8657-49BD4E4887CA}" dt="2026-09-21T06:37:02.163" v="2576" actId="113"/>
        <pc:sldMkLst>
          <pc:docMk/>
          <pc:sldMk cId="2196142297" sldId="606"/>
        </pc:sldMkLst>
        <pc:spChg chg="mod">
          <ac:chgData name="Khobo, IL, Dr [ilkhobo@sun.ac.za]" userId="b519a442-dcea-4a28-9c45-7e29f1df5837" providerId="ADAL" clId="{D25D1C45-A404-4E0F-8657-49BD4E4887CA}" dt="2026-09-21T06:36:49.179" v="2565" actId="113"/>
          <ac:spMkLst>
            <pc:docMk/>
            <pc:sldMk cId="2196142297" sldId="606"/>
            <ac:spMk id="3" creationId="{6042F4F6-FA99-7AA1-45FB-73CE25FBA5A8}"/>
          </ac:spMkLst>
        </pc:spChg>
        <pc:spChg chg="mod">
          <ac:chgData name="Khobo, IL, Dr [ilkhobo@sun.ac.za]" userId="b519a442-dcea-4a28-9c45-7e29f1df5837" providerId="ADAL" clId="{D25D1C45-A404-4E0F-8657-49BD4E4887CA}" dt="2026-09-21T06:36:48.396" v="2564" actId="113"/>
          <ac:spMkLst>
            <pc:docMk/>
            <pc:sldMk cId="2196142297" sldId="606"/>
            <ac:spMk id="5" creationId="{76E8F060-6A38-182D-E35C-BD3F45D594BB}"/>
          </ac:spMkLst>
        </pc:spChg>
        <pc:spChg chg="add del mod">
          <ac:chgData name="Khobo, IL, Dr [ilkhobo@sun.ac.za]" userId="b519a442-dcea-4a28-9c45-7e29f1df5837" providerId="ADAL" clId="{D25D1C45-A404-4E0F-8657-49BD4E4887CA}" dt="2026-09-21T06:37:01.346" v="2575" actId="22"/>
          <ac:spMkLst>
            <pc:docMk/>
            <pc:sldMk cId="2196142297" sldId="606"/>
            <ac:spMk id="6" creationId="{23B56E51-83D0-ABD4-809C-00B6C0A923EE}"/>
          </ac:spMkLst>
        </pc:spChg>
        <pc:spChg chg="mod">
          <ac:chgData name="Khobo, IL, Dr [ilkhobo@sun.ac.za]" userId="b519a442-dcea-4a28-9c45-7e29f1df5837" providerId="ADAL" clId="{D25D1C45-A404-4E0F-8657-49BD4E4887CA}" dt="2026-09-21T06:36:48.396" v="2564" actId="113"/>
          <ac:spMkLst>
            <pc:docMk/>
            <pc:sldMk cId="2196142297" sldId="606"/>
            <ac:spMk id="7" creationId="{FF181149-A7F4-6E32-4CCA-E46EC5625028}"/>
          </ac:spMkLst>
        </pc:spChg>
        <pc:spChg chg="mod">
          <ac:chgData name="Khobo, IL, Dr [ilkhobo@sun.ac.za]" userId="b519a442-dcea-4a28-9c45-7e29f1df5837" providerId="ADAL" clId="{D25D1C45-A404-4E0F-8657-49BD4E4887CA}" dt="2026-09-21T06:36:48.396" v="2564" actId="113"/>
          <ac:spMkLst>
            <pc:docMk/>
            <pc:sldMk cId="2196142297" sldId="606"/>
            <ac:spMk id="10" creationId="{284E5D02-6504-C969-75FC-33702F8ECBFD}"/>
          </ac:spMkLst>
        </pc:spChg>
        <pc:spChg chg="mod">
          <ac:chgData name="Khobo, IL, Dr [ilkhobo@sun.ac.za]" userId="b519a442-dcea-4a28-9c45-7e29f1df5837" providerId="ADAL" clId="{D25D1C45-A404-4E0F-8657-49BD4E4887CA}" dt="2026-09-21T06:36:48.396" v="2564" actId="113"/>
          <ac:spMkLst>
            <pc:docMk/>
            <pc:sldMk cId="2196142297" sldId="606"/>
            <ac:spMk id="13" creationId="{A0DBD8C9-2F3B-ECE2-4F20-85967D747A5F}"/>
          </ac:spMkLst>
        </pc:spChg>
        <pc:spChg chg="mod">
          <ac:chgData name="Khobo, IL, Dr [ilkhobo@sun.ac.za]" userId="b519a442-dcea-4a28-9c45-7e29f1df5837" providerId="ADAL" clId="{D25D1C45-A404-4E0F-8657-49BD4E4887CA}" dt="2026-09-21T06:37:02.163" v="2576" actId="113"/>
          <ac:spMkLst>
            <pc:docMk/>
            <pc:sldMk cId="2196142297" sldId="606"/>
            <ac:spMk id="15" creationId="{AD96D593-E85A-B842-8848-196B76D46423}"/>
          </ac:spMkLst>
        </pc:spChg>
        <pc:spChg chg="mod">
          <ac:chgData name="Khobo, IL, Dr [ilkhobo@sun.ac.za]" userId="b519a442-dcea-4a28-9c45-7e29f1df5837" providerId="ADAL" clId="{D25D1C45-A404-4E0F-8657-49BD4E4887CA}" dt="2026-09-21T06:36:48.396" v="2564" actId="113"/>
          <ac:spMkLst>
            <pc:docMk/>
            <pc:sldMk cId="2196142297" sldId="606"/>
            <ac:spMk id="18" creationId="{8DA00ED8-195A-C8E0-7DB1-DC5B1D08F27A}"/>
          </ac:spMkLst>
        </pc:spChg>
        <pc:spChg chg="mod">
          <ac:chgData name="Khobo, IL, Dr [ilkhobo@sun.ac.za]" userId="b519a442-dcea-4a28-9c45-7e29f1df5837" providerId="ADAL" clId="{D25D1C45-A404-4E0F-8657-49BD4E4887CA}" dt="2026-09-21T06:36:48.396" v="2564" actId="113"/>
          <ac:spMkLst>
            <pc:docMk/>
            <pc:sldMk cId="2196142297" sldId="606"/>
            <ac:spMk id="20" creationId="{2969D6FC-DC37-FE45-AC6D-7495E5C31937}"/>
          </ac:spMkLst>
        </pc:spChg>
        <pc:spChg chg="mod">
          <ac:chgData name="Khobo, IL, Dr [ilkhobo@sun.ac.za]" userId="b519a442-dcea-4a28-9c45-7e29f1df5837" providerId="ADAL" clId="{D25D1C45-A404-4E0F-8657-49BD4E4887CA}" dt="2026-09-21T06:36:26.268" v="2558" actId="1076"/>
          <ac:spMkLst>
            <pc:docMk/>
            <pc:sldMk cId="2196142297" sldId="606"/>
            <ac:spMk id="23" creationId="{77F46B75-9B10-0DC7-4997-5374016BB199}"/>
          </ac:spMkLst>
        </pc:spChg>
        <pc:spChg chg="mod">
          <ac:chgData name="Khobo, IL, Dr [ilkhobo@sun.ac.za]" userId="b519a442-dcea-4a28-9c45-7e29f1df5837" providerId="ADAL" clId="{D25D1C45-A404-4E0F-8657-49BD4E4887CA}" dt="2026-09-21T06:36:48.396" v="2564" actId="113"/>
          <ac:spMkLst>
            <pc:docMk/>
            <pc:sldMk cId="2196142297" sldId="606"/>
            <ac:spMk id="38" creationId="{7D2ABEDD-A354-F33B-280B-AB977A98E01E}"/>
          </ac:spMkLst>
        </pc:spChg>
        <pc:spChg chg="mod">
          <ac:chgData name="Khobo, IL, Dr [ilkhobo@sun.ac.za]" userId="b519a442-dcea-4a28-9c45-7e29f1df5837" providerId="ADAL" clId="{D25D1C45-A404-4E0F-8657-49BD4E4887CA}" dt="2026-09-21T06:36:48.396" v="2564" actId="113"/>
          <ac:spMkLst>
            <pc:docMk/>
            <pc:sldMk cId="2196142297" sldId="606"/>
            <ac:spMk id="41" creationId="{2BA81173-1894-1A84-1B01-EE8FEA3BF93D}"/>
          </ac:spMkLst>
        </pc:spChg>
        <pc:spChg chg="mod">
          <ac:chgData name="Khobo, IL, Dr [ilkhobo@sun.ac.za]" userId="b519a442-dcea-4a28-9c45-7e29f1df5837" providerId="ADAL" clId="{D25D1C45-A404-4E0F-8657-49BD4E4887CA}" dt="2026-09-21T06:36:48.396" v="2564" actId="113"/>
          <ac:spMkLst>
            <pc:docMk/>
            <pc:sldMk cId="2196142297" sldId="606"/>
            <ac:spMk id="45" creationId="{CC17C159-817A-FA8C-56AB-9B14D209F566}"/>
          </ac:spMkLst>
        </pc:spChg>
        <pc:spChg chg="mod">
          <ac:chgData name="Khobo, IL, Dr [ilkhobo@sun.ac.za]" userId="b519a442-dcea-4a28-9c45-7e29f1df5837" providerId="ADAL" clId="{D25D1C45-A404-4E0F-8657-49BD4E4887CA}" dt="2026-09-21T06:36:48.396" v="2564" actId="113"/>
          <ac:spMkLst>
            <pc:docMk/>
            <pc:sldMk cId="2196142297" sldId="606"/>
            <ac:spMk id="49" creationId="{EB7E1A2F-9242-3075-0B06-817048711C1A}"/>
          </ac:spMkLst>
        </pc:spChg>
        <pc:spChg chg="mod">
          <ac:chgData name="Khobo, IL, Dr [ilkhobo@sun.ac.za]" userId="b519a442-dcea-4a28-9c45-7e29f1df5837" providerId="ADAL" clId="{D25D1C45-A404-4E0F-8657-49BD4E4887CA}" dt="2026-09-21T06:36:46.538" v="2562" actId="113"/>
          <ac:spMkLst>
            <pc:docMk/>
            <pc:sldMk cId="2196142297" sldId="606"/>
            <ac:spMk id="53" creationId="{6BB03B94-FF65-5E40-948C-42CF2F77D0D2}"/>
          </ac:spMkLst>
        </pc:spChg>
        <pc:spChg chg="mod">
          <ac:chgData name="Khobo, IL, Dr [ilkhobo@sun.ac.za]" userId="b519a442-dcea-4a28-9c45-7e29f1df5837" providerId="ADAL" clId="{D25D1C45-A404-4E0F-8657-49BD4E4887CA}" dt="2026-09-21T06:36:50.128" v="2567" actId="113"/>
          <ac:spMkLst>
            <pc:docMk/>
            <pc:sldMk cId="2196142297" sldId="606"/>
            <ac:spMk id="89" creationId="{20FEA11B-7236-0161-892B-837713AEE1D9}"/>
          </ac:spMkLst>
        </pc:spChg>
        <pc:spChg chg="del mod">
          <ac:chgData name="Khobo, IL, Dr [ilkhobo@sun.ac.za]" userId="b519a442-dcea-4a28-9c45-7e29f1df5837" providerId="ADAL" clId="{D25D1C45-A404-4E0F-8657-49BD4E4887CA}" dt="2026-09-21T06:35:43.104" v="2546" actId="478"/>
          <ac:spMkLst>
            <pc:docMk/>
            <pc:sldMk cId="2196142297" sldId="606"/>
            <ac:spMk id="91" creationId="{B537C052-D63B-74EC-1C36-D3B64D6AC90E}"/>
          </ac:spMkLst>
        </pc:spChg>
        <pc:spChg chg="mod">
          <ac:chgData name="Khobo, IL, Dr [ilkhobo@sun.ac.za]" userId="b519a442-dcea-4a28-9c45-7e29f1df5837" providerId="ADAL" clId="{D25D1C45-A404-4E0F-8657-49BD4E4887CA}" dt="2026-09-21T06:36:50.128" v="2567" actId="113"/>
          <ac:spMkLst>
            <pc:docMk/>
            <pc:sldMk cId="2196142297" sldId="606"/>
            <ac:spMk id="93" creationId="{C2CF3BF6-5B0A-1C4A-10EE-A2FB7924AF0B}"/>
          </ac:spMkLst>
        </pc:spChg>
      </pc:sldChg>
      <pc:sldChg chg="modSp mod">
        <pc:chgData name="Khobo, IL, Dr [ilkhobo@sun.ac.za]" userId="b519a442-dcea-4a28-9c45-7e29f1df5837" providerId="ADAL" clId="{D25D1C45-A404-4E0F-8657-49BD4E4887CA}" dt="2026-09-21T06:34:49.596" v="2543" actId="20577"/>
        <pc:sldMkLst>
          <pc:docMk/>
          <pc:sldMk cId="3807138036" sldId="607"/>
        </pc:sldMkLst>
        <pc:spChg chg="mod">
          <ac:chgData name="Khobo, IL, Dr [ilkhobo@sun.ac.za]" userId="b519a442-dcea-4a28-9c45-7e29f1df5837" providerId="ADAL" clId="{D25D1C45-A404-4E0F-8657-49BD4E4887CA}" dt="2026-09-21T06:34:46.859" v="2539" actId="20577"/>
          <ac:spMkLst>
            <pc:docMk/>
            <pc:sldMk cId="3807138036" sldId="607"/>
            <ac:spMk id="89" creationId="{857D27B1-C18A-15D7-F32F-8BEEB3FBAE76}"/>
          </ac:spMkLst>
        </pc:spChg>
        <pc:spChg chg="mod">
          <ac:chgData name="Khobo, IL, Dr [ilkhobo@sun.ac.za]" userId="b519a442-dcea-4a28-9c45-7e29f1df5837" providerId="ADAL" clId="{D25D1C45-A404-4E0F-8657-49BD4E4887CA}" dt="2026-09-21T06:34:49.596" v="2543" actId="20577"/>
          <ac:spMkLst>
            <pc:docMk/>
            <pc:sldMk cId="3807138036" sldId="607"/>
            <ac:spMk id="93" creationId="{1929D1DE-A710-A73D-71C4-22D414D46678}"/>
          </ac:spMkLst>
        </pc:spChg>
      </pc:sldChg>
      <pc:sldChg chg="modSp mod">
        <pc:chgData name="Khobo, IL, Dr [ilkhobo@sun.ac.za]" userId="b519a442-dcea-4a28-9c45-7e29f1df5837" providerId="ADAL" clId="{D25D1C45-A404-4E0F-8657-49BD4E4887CA}" dt="2026-09-21T08:09:42.156" v="2592" actId="20577"/>
        <pc:sldMkLst>
          <pc:docMk/>
          <pc:sldMk cId="2368332913" sldId="617"/>
        </pc:sldMkLst>
        <pc:spChg chg="mod">
          <ac:chgData name="Khobo, IL, Dr [ilkhobo@sun.ac.za]" userId="b519a442-dcea-4a28-9c45-7e29f1df5837" providerId="ADAL" clId="{D25D1C45-A404-4E0F-8657-49BD4E4887CA}" dt="2026-09-21T08:09:42.156" v="2592" actId="20577"/>
          <ac:spMkLst>
            <pc:docMk/>
            <pc:sldMk cId="2368332913" sldId="617"/>
            <ac:spMk id="4" creationId="{0DFA8D50-F9A0-5EE2-4E6C-2B0FE5A2F0E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4F8E5-B141-4125-AE90-AB7E5CBBF318}" type="datetimeFigureOut">
              <a:rPr lang="en-ZA" smtClean="0"/>
              <a:t>2026/09/21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D4BACC-9E44-4D5F-A407-4AC8A14A1A3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11211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FD383-9F30-7F88-BD61-47F2BFE22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7B729-C356-F1ED-4A68-5F571B6BE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6E9E0-55EF-83D2-E7BC-B83616923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9AB1F-4700-36D7-8D2E-F4808B0E4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985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C6787-673D-AA27-50D1-FFEAB17CB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904973-10D8-7798-A0DF-43FF6E49D2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F3CBAA-9FB1-633F-CE5A-F2F3531DF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345E4-1D71-C8CA-198F-691CDAC7C5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8889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8D80E-F9D7-232E-36C5-B5EA38CDF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ED9866-CCCC-172A-B715-B47DEA924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573840-089F-E69C-E4D6-31108219E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47E61-3AF6-67D7-D687-05212FD15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006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FCEF1-28CC-955A-511B-5F6E38798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1554CB-6241-9F33-EEF6-7A634E1FD9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218615-A29D-D70B-48DC-079529FC9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BC096-388C-81AC-7ED5-372E7C743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2351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D35C8-2C14-551C-3DF9-D56F372B7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65C5E8-72F8-199A-7972-E99AE10A42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115EEB-F71E-7A1F-3D73-5A13E02B6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6A929-6DFB-C004-49B9-6A174730A9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0923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D7376-3B51-0E82-1CF4-6B6D6A626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956D48-BEDF-67F7-E858-3A11BA59E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B6F14E-3191-A7CA-E09A-C232F4599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878B3-AD27-F463-688D-99DCD488BF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3500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69047-6DDF-0712-B254-DA7BFA440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F7FC1F-B899-B1C9-0254-838CD30356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0ADE66-3629-A7CB-58AE-36E31F9FE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A8471-342C-9EAC-0EA0-35EE871A74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09394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822DF-F3DE-647F-2C02-C5EE4A94E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4ADA95-035D-04A5-1565-F9504A05E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7A2598-2F7A-A910-F54E-AAE5400D00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0C190-0479-173D-70CC-E3C4C08A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52214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4149B-284D-EDEC-D7B9-2F3AF643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6D2BB6-8303-1554-827C-407A7C70D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2B68B6-B96C-02F5-1A53-52770EE345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BF709-A075-C6CD-B9E2-E952F48F3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39990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F0E0A-845C-74BF-7C96-7A488693A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A33C5E-C445-6708-FA04-4AFEE201D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4016F5-8417-5AC0-681C-CCF314B6C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E54C4-9E7C-EBB3-C45B-BC846B0B91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12057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E43AF-96B2-2CBF-680D-C6B63A347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948887-F1D0-EE6E-6429-D45D93E80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3F2C79-5F25-37D6-64B7-ED3A8B322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C9607-3667-091F-1B23-4C89B85FFF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54076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E7E9D-5582-F66C-AE1A-E5ED14564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EFE6B1-75FB-DE95-CF1E-1F94717106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5052E9-29D1-6F09-E06A-ECA7B600B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C4E83-CFC5-B7E4-6F18-93727999DB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31308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4EB52-5089-A0AA-F4A2-C12B5D895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B62CEB-06D5-3A78-CFE8-6A77F2C764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5D1DAB-AA8C-5099-0384-4BD757891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75AB8-0913-931A-955C-08E351B40D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962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4A264-0E37-59AF-B5EE-79C46F577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570DCC-25CD-B2A3-E243-E872D1290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DB1EED-4875-9B5F-E487-A439DC17DE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02758-47AF-6EA7-C870-295A833706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712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1F5C4-A230-CF63-8F52-3ABC6E02E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83BC45-E270-3734-CEA9-198F8487C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38F2D3-A0A3-73B3-AA2F-F2E4E6E33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FDBB5-6E41-364E-FB7C-7077DCB9E9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96021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7DB82-2C34-FF5B-AA84-C377DC6D6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5B7A74-8387-FCD3-970E-9ADC47D33A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96A44C-BEF5-82C1-95B0-63F4A8AE8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C176A-C351-E842-3107-4B16614F7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33688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2A425-AFEB-2325-896F-461D3E79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BC7866-5643-4AE7-F95C-FE319B50D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4DBD2B-84B3-34C4-2EEF-6B24F49AD0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18842-1A62-49B6-5933-4CAAFE571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45652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BEF30-EEAC-CC18-B99F-989F6049A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902DD4-C234-7C6E-3316-BC5AC6B9D5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83278A-506C-0DDF-5693-CFC475993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2B5F8-FEF5-F1A5-C0E3-415E5830C6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97162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C1582-4326-57C4-893D-F5B0E2762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77BC41-3BE1-5BD6-D8F1-6D4C57D0E5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149EF7-F008-7BAB-6D13-F256C6A0A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32817-793F-0CE2-C3A3-1D6FA0584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37811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746DB-85BA-3149-99E2-ECF4218EE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4634C-8582-C4B5-B2FA-468AE7C59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3A97E5-07A3-8118-004F-CBD716E75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21035-15A4-3713-6E1E-C9E3C5F076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6838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7EA3E-4836-5A54-E589-7E24F167E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DB228C-B94E-6996-5567-95719D626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A8A698-E024-9F73-2008-9AA66B5FAB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A8710-14EE-EDE1-7034-EAB1F3529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3843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EC8E4-7669-84AC-77AE-CFCF3C411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2FD27A-832B-DF22-BD10-95F5DA561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F8053B-E7C9-EE34-B964-0A894F2C0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F4321-7098-4333-6DDB-643020A304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8036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CCF25-1556-466E-864B-A3C07847E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7426E-2BE7-1883-9660-3581ADAE0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C9FEC-FAC9-0518-2A1C-E2EB48660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9E6A5-FDDD-53A9-3038-937E45940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285B7-3B0C-9FA6-B7F5-5A461BB54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732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540D9-C6CB-2719-8934-6B0114567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5C497-C0D5-1152-D24E-35CD89CB3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2283D-6827-3224-BC6A-899C99B9B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EC184-718B-DF52-F070-95D42A727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FFF9D-4A4F-264A-2FFE-D4307E666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44002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D4C11-491D-0E57-7CCE-41165E8BA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9D483-A042-128F-D3B7-E8C14E00E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D57B0-F5E6-58C9-CA4D-6872DB62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6BF4A-F8B6-8B61-91B0-EB042AEB7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98B23-E53B-A5A8-6B2D-F2A26ECE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01765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FA65-E34C-9606-E1B7-63258C955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E39D4-4B5B-3C82-39F5-EDE849A3A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75FF4-621C-9E0E-57BB-6949EACEF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D9EB6-5CCD-15CE-8137-300A28FD5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DBD1E-1AE4-B3D7-5A79-752D06B70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B3833-B89B-EC2B-94A9-59B64A1A6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72274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544B8-36C8-0A93-4FFA-AB7E201D5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1B294-8CCE-2035-6577-2154E852C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39742-7175-1597-B067-66BF0362E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26E28A-39A1-D1AA-1169-BA9A9F764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291F6-3067-CBE3-27F0-70A9D4A4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FE68EA-B0EE-B285-E9FB-C1A95C56B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2026/09/21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1F9E5-C35E-CC2F-16E7-12BBC912F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D05B2-B2C3-8729-4DA8-81FE8BD7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37402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0390-E35D-1322-BF0E-545E9C0C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9A727-219A-CDA4-A0E3-88E592B9E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2026/09/21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37D0CD-7FBD-6DEB-7CBF-CD1C43756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F934C-C7E1-5738-4872-2F317D65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341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7D8D04-C266-AB3A-F877-5A1AAB9A6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2026/09/21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AE0A76-5CEC-8CAE-CD48-0FD64CFC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9582D-403E-A828-C4E6-08D8C3F9B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0506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9E1B-96FE-02AF-207E-7C0924C21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784E2-8218-99F8-2483-E5C608622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4DFA9-EE10-1A6E-748E-B66AE2F8A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2A653-1997-95E5-A7FA-E5240EB8A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F7CAA-BA83-8786-7016-E655CA66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DAEA5-50F2-F37C-4F99-75A30DAC1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09440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CF57E-ED87-0DEE-EB59-8BEE35949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4DAFC-04FB-F01B-9FF1-7A5FCC4FF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0F361-E8C4-456F-DACA-AB422B651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B1B53-7080-A3CE-DAD5-F6D8E373E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5F7F7-AA20-E76C-EA29-F89E2F1C1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6AFB5-91BC-C8C0-A5E3-339EB3A5D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766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7BA6-5167-5A15-0F5B-10A1AD9B0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7D7E56-63E1-98BE-EEF3-7A64C48B4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5A0C1-EFEE-E432-DD54-7A73B2916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42985-481D-2551-40AF-C4AD8E74B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8EE37-3C0D-4ACA-1B4B-F74FF3F4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57309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459BF8-4887-7102-ED14-A5E5A228F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B6688-8957-8A74-2CA2-5FE1FF28F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28AC5-1562-C603-1FD6-BBECEA2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17385-48A1-0DD6-0E9D-F70D3E5EE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7B9B3-5DAA-A964-0A3D-5112F8F0C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5321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CCF25-1556-466E-864B-A3C07847E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7426E-2BE7-1883-9660-3581ADAE0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C9FEC-FAC9-0518-2A1C-E2EB48660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9E6A5-FDDD-53A9-3038-937E45940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285B7-3B0C-9FA6-B7F5-5A461BB54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7325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540D9-C6CB-2719-8934-6B0114567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5C497-C0D5-1152-D24E-35CD89CB3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2283D-6827-3224-BC6A-899C99B9B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EC184-718B-DF52-F070-95D42A727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FFF9D-4A4F-264A-2FFE-D4307E666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440024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D4C11-491D-0E57-7CCE-41165E8BA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9D483-A042-128F-D3B7-E8C14E00E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D57B0-F5E6-58C9-CA4D-6872DB62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6BF4A-F8B6-8B61-91B0-EB042AEB7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98B23-E53B-A5A8-6B2D-F2A26ECE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017657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FA65-E34C-9606-E1B7-63258C955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E39D4-4B5B-3C82-39F5-EDE849A3A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75FF4-621C-9E0E-57BB-6949EACEF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D9EB6-5CCD-15CE-8137-300A28FD5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DBD1E-1AE4-B3D7-5A79-752D06B70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B3833-B89B-EC2B-94A9-59B64A1A6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7227434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544B8-36C8-0A93-4FFA-AB7E201D5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1B294-8CCE-2035-6577-2154E852C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39742-7175-1597-B067-66BF0362E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26E28A-39A1-D1AA-1169-BA9A9F764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291F6-3067-CBE3-27F0-70A9D4A4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FE68EA-B0EE-B285-E9FB-C1A95C56B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2026/09/21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1F9E5-C35E-CC2F-16E7-12BBC912F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D05B2-B2C3-8729-4DA8-81FE8BD7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3740202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0390-E35D-1322-BF0E-545E9C0C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9A727-219A-CDA4-A0E3-88E592B9E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2026/09/21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37D0CD-7FBD-6DEB-7CBF-CD1C43756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F934C-C7E1-5738-4872-2F317D65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341995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7D8D04-C266-AB3A-F877-5A1AAB9A6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2026/09/21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AE0A76-5CEC-8CAE-CD48-0FD64CFC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9582D-403E-A828-C4E6-08D8C3F9B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050672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9E1B-96FE-02AF-207E-7C0924C21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784E2-8218-99F8-2483-E5C608622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4DFA9-EE10-1A6E-748E-B66AE2F8A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2A653-1997-95E5-A7FA-E5240EB8A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F7CAA-BA83-8786-7016-E655CA66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DAEA5-50F2-F37C-4F99-75A30DAC1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09440597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CF57E-ED87-0DEE-EB59-8BEE35949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4DAFC-04FB-F01B-9FF1-7A5FCC4FF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0F361-E8C4-456F-DACA-AB422B651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B1B53-7080-A3CE-DAD5-F6D8E373E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5F7F7-AA20-E76C-EA29-F89E2F1C1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6AFB5-91BC-C8C0-A5E3-339EB3A5D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766669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7BA6-5167-5A15-0F5B-10A1AD9B0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7D7E56-63E1-98BE-EEF3-7A64C48B4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5A0C1-EFEE-E432-DD54-7A73B2916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42985-481D-2551-40AF-C4AD8E74B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8EE37-3C0D-4ACA-1B4B-F74FF3F4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5730977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459BF8-4887-7102-ED14-A5E5A228F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B6688-8957-8A74-2CA2-5FE1FF28F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28AC5-1562-C603-1FD6-BBECEA2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2026/09/21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17385-48A1-0DD6-0E9D-F70D3E5EE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7B9B3-5DAA-A964-0A3D-5112F8F0C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5321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70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0FE460-70E4-9C9D-EBA5-CDDC2C318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588BF-3A1D-615F-321D-DE3E54CDF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B3DD7-E6D9-ADAC-2CB6-2B60A2C8E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883AC-2ECA-4D97-B466-56E37F2202F1}" type="datetimeFigureOut">
              <a:rPr lang="en-ZA" smtClean="0"/>
              <a:t>2026/09/21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5C6D6-F4F6-C773-B807-0710444E9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C1813-D1E4-4495-4962-08C7FE738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0717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0FE460-70E4-9C9D-EBA5-CDDC2C318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588BF-3A1D-615F-321D-DE3E54CDF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B3DD7-E6D9-ADAC-2CB6-2B60A2C8E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883AC-2ECA-4D97-B466-56E37F2202F1}" type="datetimeFigureOut">
              <a:rPr lang="en-ZA" smtClean="0"/>
              <a:t>2026/09/21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5C6D6-F4F6-C773-B807-0710444E9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C1813-D1E4-4495-4962-08C7FE738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0717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lkhobo@sun.ac.z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.jpeg"/><Relationship Id="rId7" Type="http://schemas.openxmlformats.org/officeDocument/2006/relationships/slide" Target="slide180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B5248-0A11-1014-9595-284654579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EC74C40-289A-CA47-2A9E-CB243EF9FF06}"/>
              </a:ext>
            </a:extLst>
          </p:cNvPr>
          <p:cNvSpPr txBox="1"/>
          <p:nvPr/>
        </p:nvSpPr>
        <p:spPr>
          <a:xfrm>
            <a:off x="322513" y="1882740"/>
            <a:ext cx="11332779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8800" dirty="0">
                <a:solidFill>
                  <a:prstClr val="black"/>
                </a:solidFill>
                <a:latin typeface="LM Roman 12" panose="00000500000000000000" pitchFamily="50" charset="0"/>
              </a:rPr>
              <a:t>7</a:t>
            </a:r>
            <a:r>
              <a:rPr kumimoji="0" lang="en-ZA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. Pointers IV</a:t>
            </a:r>
            <a:endParaRPr kumimoji="0" lang="en-ZA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Lecture 19| Pointer expression and arithmetic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LM Roman 12" panose="00000500000000000000" pitchFamily="50" charset="0"/>
              </a:rPr>
              <a:t>	    Relationship between pointers and arrays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LM Roman 12" panose="00000500000000000000" pitchFamily="50" charset="0"/>
              </a:rPr>
              <a:t>	    </a:t>
            </a:r>
            <a:r>
              <a:rPr lang="en-US" dirty="0">
                <a:latin typeface="LM Roman 12" panose="00000500000000000000" pitchFamily="50" charset="0"/>
              </a:rPr>
              <a:t>Dynamic memory allocation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	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9DE2B1-C8C5-DEBE-B93A-8AC9B1EB7547}"/>
              </a:ext>
            </a:extLst>
          </p:cNvPr>
          <p:cNvSpPr txBox="1"/>
          <p:nvPr/>
        </p:nvSpPr>
        <p:spPr>
          <a:xfrm>
            <a:off x="406459" y="480836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Isaac Khobo, PhD (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  <a:hlinkClick r:id="rId3"/>
              </a:rPr>
              <a:t>ilkhobo@sun.ac.za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)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3594C48-601C-D5CE-431C-D921186F132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B5681A8-2EBE-6A64-9DDA-1BE624E59B7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1078CB2-B273-986D-CD04-FAC5C419FB3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7D41F6-C4F6-42E9-1E60-17867AA4F1C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DB167F92-740E-6BA7-27A0-DB69BBAD4A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93DD671-6E7B-06CE-9A2D-78AB0133EE6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F6909DB-321F-0D3E-C4DE-934341ACBEE7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PROGRAMMING IN C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0076924-44A7-AFA3-D2D3-FEB8DE4DD9A9}"/>
              </a:ext>
            </a:extLst>
          </p:cNvPr>
          <p:cNvSpPr txBox="1"/>
          <p:nvPr/>
        </p:nvSpPr>
        <p:spPr>
          <a:xfrm>
            <a:off x="8564849" y="6488628"/>
            <a:ext cx="2336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Chapters 7: Pointers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3F0134-2454-5477-8946-7D018BDF2F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4586" y="3145383"/>
            <a:ext cx="5334214" cy="335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40102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182F4-AC6A-4CF4-11E8-64DB8FCDE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F08CC20C-A58A-2A41-F8B5-C31756B52C0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D8B8748-CD02-069B-8061-A88C37CEB1A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7D0E86A-B960-63E0-9D82-648925999F3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A8D66C8-FCC4-03EA-663B-24955746CA21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5A53AEC8-24F1-CE59-93D8-3C986F7E22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B37A2C4-E861-F4FC-F47C-2646C689927A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BAD9A38-0B3F-5EDC-C2F4-19495AAE6E01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Pointer expressions 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44B1E3B-5782-071C-FB55-836F420702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4118" y="6273760"/>
            <a:ext cx="8779001" cy="19813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0A741B-3865-3396-0EF8-D20B88AD1CCD}"/>
              </a:ext>
            </a:extLst>
          </p:cNvPr>
          <p:cNvSpPr txBox="1"/>
          <p:nvPr/>
        </p:nvSpPr>
        <p:spPr>
          <a:xfrm>
            <a:off x="3338434" y="1293277"/>
            <a:ext cx="352994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int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*</a:t>
            </a:r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 = </a:t>
            </a:r>
            <a:r>
              <a:rPr lang="en-ZA" sz="2100" b="1" dirty="0" err="1">
                <a:latin typeface="LM Roman 12" panose="00000500000000000000" pitchFamily="50" charset="0"/>
              </a:rPr>
              <a:t>myArray</a:t>
            </a:r>
            <a:r>
              <a:rPr lang="en-ZA" sz="2100" b="1" dirty="0">
                <a:latin typeface="LM Roman 12" panose="00000500000000000000" pitchFamily="50" charset="0"/>
              </a:rPr>
              <a:t>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C378D7-C161-D6E5-2466-8D29365A9634}"/>
              </a:ext>
            </a:extLst>
          </p:cNvPr>
          <p:cNvSpPr txBox="1"/>
          <p:nvPr/>
        </p:nvSpPr>
        <p:spPr>
          <a:xfrm>
            <a:off x="3338434" y="914400"/>
            <a:ext cx="388349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int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</a:t>
            </a:r>
            <a:r>
              <a:rPr lang="en-ZA" sz="2100" b="1" dirty="0" err="1">
                <a:latin typeface="LM Roman 12" panose="00000500000000000000" pitchFamily="50" charset="0"/>
              </a:rPr>
              <a:t>myArray</a:t>
            </a:r>
            <a:r>
              <a:rPr lang="en-ZA" sz="2100" b="1" dirty="0">
                <a:latin typeface="LM Roman 12" panose="00000500000000000000" pitchFamily="50" charset="0"/>
              </a:rPr>
              <a:t>[] = {21,1,2,12,0};</a:t>
            </a:r>
          </a:p>
        </p:txBody>
      </p:sp>
    </p:spTree>
    <p:extLst>
      <p:ext uri="{BB962C8B-B14F-4D97-AF65-F5344CB8AC3E}">
        <p14:creationId xmlns:p14="http://schemas.microsoft.com/office/powerpoint/2010/main" val="55626798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70488-EE15-0855-5450-02FD11BB8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0BC71DB-BA82-6AFC-7A0D-F750616ED3F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5E64296-0CBC-F582-9D2D-F8C8E0387F2E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51959A9-174D-D507-040A-E6F39E8FC86C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3CA5972-0F79-0FA0-45E2-2A4746D597D7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0DA88355-C673-F71D-EE87-E1535EB1EC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23D78C3-4B9A-B032-C912-BA0C6818141A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E6672F6-5003-7641-817D-03B05E4BDA33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Pointer expressions 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A1A6C79-6F19-F00F-BAD8-810556F84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3262" y="5943600"/>
            <a:ext cx="8779001" cy="19813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EF6DAF4-E98B-ED39-AF22-9AB6703BBCB5}"/>
              </a:ext>
            </a:extLst>
          </p:cNvPr>
          <p:cNvSpPr txBox="1"/>
          <p:nvPr/>
        </p:nvSpPr>
        <p:spPr>
          <a:xfrm>
            <a:off x="3338434" y="1293277"/>
            <a:ext cx="344979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int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*</a:t>
            </a:r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 = </a:t>
            </a:r>
            <a:r>
              <a:rPr lang="en-ZA" sz="2100" b="1" dirty="0" err="1">
                <a:latin typeface="LM Roman 12" panose="00000500000000000000" pitchFamily="50" charset="0"/>
              </a:rPr>
              <a:t>myArray</a:t>
            </a:r>
            <a:endParaRPr lang="en-ZA" sz="2100" b="1" dirty="0">
              <a:latin typeface="LM Roman 12" panose="00000500000000000000" pitchFamily="50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58CA8D-D545-4D8F-BDFD-D583DBBEEFE3}"/>
              </a:ext>
            </a:extLst>
          </p:cNvPr>
          <p:cNvSpPr txBox="1"/>
          <p:nvPr/>
        </p:nvSpPr>
        <p:spPr>
          <a:xfrm>
            <a:off x="3338434" y="914400"/>
            <a:ext cx="380334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int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</a:t>
            </a:r>
            <a:r>
              <a:rPr lang="en-ZA" sz="2100" b="1" dirty="0" err="1">
                <a:latin typeface="LM Roman 12" panose="00000500000000000000" pitchFamily="50" charset="0"/>
              </a:rPr>
              <a:t>myArray</a:t>
            </a:r>
            <a:r>
              <a:rPr lang="en-ZA" sz="2100" b="1" dirty="0">
                <a:latin typeface="LM Roman 12" panose="00000500000000000000" pitchFamily="50" charset="0"/>
              </a:rPr>
              <a:t>[] = {21,1,2,12,0}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D8A289-BCF4-A033-129A-A097B2E64842}"/>
              </a:ext>
            </a:extLst>
          </p:cNvPr>
          <p:cNvSpPr txBox="1"/>
          <p:nvPr/>
        </p:nvSpPr>
        <p:spPr>
          <a:xfrm>
            <a:off x="3841354" y="1707622"/>
            <a:ext cx="1963102" cy="415498"/>
          </a:xfrm>
          <a:prstGeom prst="rect">
            <a:avLst/>
          </a:prstGeom>
          <a:solidFill>
            <a:srgbClr val="00B0F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 ++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5E0AAE-7067-6BD0-676E-348B59F34B44}"/>
              </a:ext>
            </a:extLst>
          </p:cNvPr>
          <p:cNvSpPr txBox="1"/>
          <p:nvPr/>
        </p:nvSpPr>
        <p:spPr>
          <a:xfrm>
            <a:off x="3841354" y="2123120"/>
            <a:ext cx="1725857" cy="415498"/>
          </a:xfrm>
          <a:prstGeom prst="rect">
            <a:avLst/>
          </a:prstGeom>
          <a:solidFill>
            <a:srgbClr val="00B0F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 --</a:t>
            </a:r>
          </a:p>
        </p:txBody>
      </p:sp>
    </p:spTree>
    <p:extLst>
      <p:ext uri="{BB962C8B-B14F-4D97-AF65-F5344CB8AC3E}">
        <p14:creationId xmlns:p14="http://schemas.microsoft.com/office/powerpoint/2010/main" val="1850283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36342-85D8-DBC5-4241-3C506A53B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B68B0E1B-A114-769E-3E1E-9A939C0F211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3FC1E73-A9EE-56F8-81FE-8FA6C08B99E3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7521EA7-0ADF-2613-C48D-90696E2CBB1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A301951-F76B-155C-F77A-815E1C13EA27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D09CA753-0870-F84B-1824-56992E948B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5974C10-291C-5791-2A7B-208074D41ABD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433D510-FB6B-B9FB-3CFF-0ABF5844E190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Pointer expressions 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59804FE-50BC-7903-D197-9737E4BC4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5830" y="5697419"/>
            <a:ext cx="8779001" cy="19813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6C83B22-0695-105F-C152-97464FD644C3}"/>
              </a:ext>
            </a:extLst>
          </p:cNvPr>
          <p:cNvSpPr txBox="1"/>
          <p:nvPr/>
        </p:nvSpPr>
        <p:spPr>
          <a:xfrm>
            <a:off x="3338434" y="1293277"/>
            <a:ext cx="352994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int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*</a:t>
            </a:r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 = </a:t>
            </a:r>
            <a:r>
              <a:rPr lang="en-ZA" sz="2100" b="1" dirty="0" err="1">
                <a:latin typeface="LM Roman 12" panose="00000500000000000000" pitchFamily="50" charset="0"/>
              </a:rPr>
              <a:t>myArray</a:t>
            </a:r>
            <a:r>
              <a:rPr lang="en-ZA" sz="2100" b="1" dirty="0">
                <a:latin typeface="LM Roman 12" panose="00000500000000000000" pitchFamily="50" charset="0"/>
              </a:rPr>
              <a:t>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5D0D9D-AFA0-FA26-D6E6-44347846B285}"/>
              </a:ext>
            </a:extLst>
          </p:cNvPr>
          <p:cNvSpPr txBox="1"/>
          <p:nvPr/>
        </p:nvSpPr>
        <p:spPr>
          <a:xfrm>
            <a:off x="3338434" y="914400"/>
            <a:ext cx="388349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int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</a:t>
            </a:r>
            <a:r>
              <a:rPr lang="en-ZA" sz="2100" b="1" dirty="0" err="1">
                <a:latin typeface="LM Roman 12" panose="00000500000000000000" pitchFamily="50" charset="0"/>
              </a:rPr>
              <a:t>myArray</a:t>
            </a:r>
            <a:r>
              <a:rPr lang="en-ZA" sz="2100" b="1" dirty="0">
                <a:latin typeface="LM Roman 12" panose="00000500000000000000" pitchFamily="50" charset="0"/>
              </a:rPr>
              <a:t>[] = {21,1,2,12,0};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E359DA-8FC2-94F8-58D9-E5C47991235E}"/>
              </a:ext>
            </a:extLst>
          </p:cNvPr>
          <p:cNvSpPr txBox="1"/>
          <p:nvPr/>
        </p:nvSpPr>
        <p:spPr>
          <a:xfrm>
            <a:off x="3841354" y="1707622"/>
            <a:ext cx="2043252" cy="415498"/>
          </a:xfrm>
          <a:prstGeom prst="rect">
            <a:avLst/>
          </a:prstGeom>
          <a:solidFill>
            <a:srgbClr val="00B0F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 ++;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0130A7-6CBC-099C-0056-803F55826EA5}"/>
              </a:ext>
            </a:extLst>
          </p:cNvPr>
          <p:cNvSpPr txBox="1"/>
          <p:nvPr/>
        </p:nvSpPr>
        <p:spPr>
          <a:xfrm>
            <a:off x="3841354" y="2123120"/>
            <a:ext cx="1806007" cy="415498"/>
          </a:xfrm>
          <a:prstGeom prst="rect">
            <a:avLst/>
          </a:prstGeom>
          <a:solidFill>
            <a:srgbClr val="00B0F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 --;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B4F7C5-E36A-D954-12CC-50A4DF3C1B16}"/>
              </a:ext>
            </a:extLst>
          </p:cNvPr>
          <p:cNvSpPr txBox="1"/>
          <p:nvPr/>
        </p:nvSpPr>
        <p:spPr>
          <a:xfrm>
            <a:off x="3841354" y="2500844"/>
            <a:ext cx="2182713" cy="415498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 +=2;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787A8A-B016-EE0B-ED00-978DD820644D}"/>
              </a:ext>
            </a:extLst>
          </p:cNvPr>
          <p:cNvSpPr txBox="1"/>
          <p:nvPr/>
        </p:nvSpPr>
        <p:spPr>
          <a:xfrm>
            <a:off x="3841354" y="2916342"/>
            <a:ext cx="2108975" cy="415498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 –=2;</a:t>
            </a:r>
          </a:p>
        </p:txBody>
      </p:sp>
    </p:spTree>
    <p:extLst>
      <p:ext uri="{BB962C8B-B14F-4D97-AF65-F5344CB8AC3E}">
        <p14:creationId xmlns:p14="http://schemas.microsoft.com/office/powerpoint/2010/main" val="4090810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FB9FC-4280-57F5-0016-B3753A8C5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BC6294ED-16D3-ADF0-3C4F-D68935109299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C4B144C-31D9-8CD7-EDDE-EB8D5A1655CB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2500C40-735C-794C-6DCB-158C07726CE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9C60545-B871-913C-4692-CFD4CFC37DEF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43232AC9-0F5A-5C68-B250-E201E15C03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1DD7CC5-6FCD-7D6F-9AF3-1F545B347312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4E1863E-DA87-CEAD-46DC-74627E8BD0D8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Pointer expressions 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CEB8750-24A0-6918-12B2-210CE951F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6686" y="5270654"/>
            <a:ext cx="8779001" cy="19813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2809756-A492-FD38-B7A9-BFF8262425C6}"/>
              </a:ext>
            </a:extLst>
          </p:cNvPr>
          <p:cNvSpPr txBox="1"/>
          <p:nvPr/>
        </p:nvSpPr>
        <p:spPr>
          <a:xfrm>
            <a:off x="3338434" y="1293277"/>
            <a:ext cx="352994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int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*</a:t>
            </a:r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 = </a:t>
            </a:r>
            <a:r>
              <a:rPr lang="en-ZA" sz="2100" b="1" dirty="0" err="1">
                <a:latin typeface="LM Roman 12" panose="00000500000000000000" pitchFamily="50" charset="0"/>
              </a:rPr>
              <a:t>myArray</a:t>
            </a:r>
            <a:r>
              <a:rPr lang="en-ZA" sz="2100" b="1" dirty="0">
                <a:latin typeface="LM Roman 12" panose="00000500000000000000" pitchFamily="50" charset="0"/>
              </a:rPr>
              <a:t>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65540F-2F50-0FD5-4427-0C65560D041C}"/>
              </a:ext>
            </a:extLst>
          </p:cNvPr>
          <p:cNvSpPr txBox="1"/>
          <p:nvPr/>
        </p:nvSpPr>
        <p:spPr>
          <a:xfrm>
            <a:off x="3338434" y="914400"/>
            <a:ext cx="388349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int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</a:t>
            </a:r>
            <a:r>
              <a:rPr lang="en-ZA" sz="2100" b="1" dirty="0" err="1">
                <a:latin typeface="LM Roman 12" panose="00000500000000000000" pitchFamily="50" charset="0"/>
              </a:rPr>
              <a:t>myArray</a:t>
            </a:r>
            <a:r>
              <a:rPr lang="en-ZA" sz="2100" b="1" dirty="0">
                <a:latin typeface="LM Roman 12" panose="00000500000000000000" pitchFamily="50" charset="0"/>
              </a:rPr>
              <a:t>[] = {21,1,2,12,0};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8A2105-8731-B60F-DEF9-74B2C10C582C}"/>
              </a:ext>
            </a:extLst>
          </p:cNvPr>
          <p:cNvSpPr txBox="1"/>
          <p:nvPr/>
        </p:nvSpPr>
        <p:spPr>
          <a:xfrm>
            <a:off x="3841354" y="1707622"/>
            <a:ext cx="2043252" cy="415498"/>
          </a:xfrm>
          <a:prstGeom prst="rect">
            <a:avLst/>
          </a:prstGeom>
          <a:solidFill>
            <a:srgbClr val="00B0F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 ++;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2B8AA2-30C6-D5F8-8F17-3AF91A3E275A}"/>
              </a:ext>
            </a:extLst>
          </p:cNvPr>
          <p:cNvSpPr txBox="1"/>
          <p:nvPr/>
        </p:nvSpPr>
        <p:spPr>
          <a:xfrm>
            <a:off x="3841354" y="2123120"/>
            <a:ext cx="1806007" cy="415498"/>
          </a:xfrm>
          <a:prstGeom prst="rect">
            <a:avLst/>
          </a:prstGeom>
          <a:solidFill>
            <a:srgbClr val="00B0F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 --;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8C7B8C-22CB-FC76-BEAE-57634530A937}"/>
              </a:ext>
            </a:extLst>
          </p:cNvPr>
          <p:cNvSpPr txBox="1"/>
          <p:nvPr/>
        </p:nvSpPr>
        <p:spPr>
          <a:xfrm>
            <a:off x="3841354" y="2500844"/>
            <a:ext cx="2182713" cy="415498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 +=2;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3B43B6-4E08-EB67-60A6-591A70E35057}"/>
              </a:ext>
            </a:extLst>
          </p:cNvPr>
          <p:cNvSpPr txBox="1"/>
          <p:nvPr/>
        </p:nvSpPr>
        <p:spPr>
          <a:xfrm>
            <a:off x="3841354" y="2916342"/>
            <a:ext cx="2108975" cy="415498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 –=2;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7554F1-2E18-73C5-392C-EF33B2E0DA66}"/>
              </a:ext>
            </a:extLst>
          </p:cNvPr>
          <p:cNvSpPr txBox="1"/>
          <p:nvPr/>
        </p:nvSpPr>
        <p:spPr>
          <a:xfrm>
            <a:off x="3827161" y="3306486"/>
            <a:ext cx="3321550" cy="4154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ZA" sz="2100" b="1" dirty="0">
                <a:latin typeface="LM Roman 12" panose="00000500000000000000" pitchFamily="50" charset="0"/>
              </a:rPr>
              <a:t>myPointer2 = </a:t>
            </a:r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93CA63-38EF-8130-06AC-6C32450AD397}"/>
              </a:ext>
            </a:extLst>
          </p:cNvPr>
          <p:cNvSpPr txBox="1"/>
          <p:nvPr/>
        </p:nvSpPr>
        <p:spPr>
          <a:xfrm>
            <a:off x="3825828" y="3684210"/>
            <a:ext cx="4967065" cy="4154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ZA" sz="2100" b="1" dirty="0">
                <a:latin typeface="LM Roman 12" panose="00000500000000000000" pitchFamily="50" charset="0"/>
              </a:rPr>
              <a:t>myPointer3 = myPointer2 - </a:t>
            </a:r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114296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04F78-FEA1-DB21-6AA2-0ACA06C41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E6C85D9C-E96C-76A8-7B3A-1E74016E994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A461811-C4AB-8C4D-EA8F-C69263AB6790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D162F38-ACB7-AE60-9742-6A0FC6850710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0A06A54-B069-AE68-0ECE-D5DDA2FD7F3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994F19EA-8CCF-8E8E-4516-13A5C2D9B4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C39CAE5-1D60-BC7B-C2CC-DF6B8DE2AE66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1D04E84-029B-A6DD-C3A6-3CB3B993EC79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Pointer expressions 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C18969F-E660-EED9-F2C1-8BBFD1E25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5830" y="4159692"/>
            <a:ext cx="8779001" cy="19813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D608F54-C2D6-9D6B-F9FC-6C41890A5DA6}"/>
              </a:ext>
            </a:extLst>
          </p:cNvPr>
          <p:cNvSpPr txBox="1"/>
          <p:nvPr/>
        </p:nvSpPr>
        <p:spPr>
          <a:xfrm>
            <a:off x="3338434" y="1293277"/>
            <a:ext cx="352994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int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*</a:t>
            </a:r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 = </a:t>
            </a:r>
            <a:r>
              <a:rPr lang="en-ZA" sz="2100" b="1" dirty="0" err="1">
                <a:latin typeface="LM Roman 12" panose="00000500000000000000" pitchFamily="50" charset="0"/>
              </a:rPr>
              <a:t>myArray</a:t>
            </a:r>
            <a:r>
              <a:rPr lang="en-ZA" sz="2100" b="1" dirty="0">
                <a:latin typeface="LM Roman 12" panose="00000500000000000000" pitchFamily="50" charset="0"/>
              </a:rPr>
              <a:t>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5EB548-4CC5-1F88-D0A5-FC678777EFAC}"/>
              </a:ext>
            </a:extLst>
          </p:cNvPr>
          <p:cNvSpPr txBox="1"/>
          <p:nvPr/>
        </p:nvSpPr>
        <p:spPr>
          <a:xfrm>
            <a:off x="3338434" y="914400"/>
            <a:ext cx="388349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int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</a:t>
            </a:r>
            <a:r>
              <a:rPr lang="en-ZA" sz="2100" b="1" dirty="0" err="1">
                <a:latin typeface="LM Roman 12" panose="00000500000000000000" pitchFamily="50" charset="0"/>
              </a:rPr>
              <a:t>myArray</a:t>
            </a:r>
            <a:r>
              <a:rPr lang="en-ZA" sz="2100" b="1" dirty="0">
                <a:latin typeface="LM Roman 12" panose="00000500000000000000" pitchFamily="50" charset="0"/>
              </a:rPr>
              <a:t>[] = {21,1,2,12,0};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C6170E-29A2-7FF2-8B2F-306E8C926E93}"/>
              </a:ext>
            </a:extLst>
          </p:cNvPr>
          <p:cNvSpPr txBox="1"/>
          <p:nvPr/>
        </p:nvSpPr>
        <p:spPr>
          <a:xfrm>
            <a:off x="3841354" y="1707622"/>
            <a:ext cx="2043252" cy="415498"/>
          </a:xfrm>
          <a:prstGeom prst="rect">
            <a:avLst/>
          </a:prstGeom>
          <a:solidFill>
            <a:srgbClr val="00B0F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 ++;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45AE2D-3152-6F91-2759-3AA918EB79A1}"/>
              </a:ext>
            </a:extLst>
          </p:cNvPr>
          <p:cNvSpPr txBox="1"/>
          <p:nvPr/>
        </p:nvSpPr>
        <p:spPr>
          <a:xfrm>
            <a:off x="3841354" y="2123120"/>
            <a:ext cx="1806007" cy="415498"/>
          </a:xfrm>
          <a:prstGeom prst="rect">
            <a:avLst/>
          </a:prstGeom>
          <a:solidFill>
            <a:srgbClr val="00B0F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 --;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194F1C-9FF9-608E-16AE-CA073362398F}"/>
              </a:ext>
            </a:extLst>
          </p:cNvPr>
          <p:cNvSpPr txBox="1"/>
          <p:nvPr/>
        </p:nvSpPr>
        <p:spPr>
          <a:xfrm>
            <a:off x="3841354" y="2500844"/>
            <a:ext cx="2182713" cy="415498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 +=2;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85EED7-B1F5-B9F6-56E8-61C59214AE4F}"/>
              </a:ext>
            </a:extLst>
          </p:cNvPr>
          <p:cNvSpPr txBox="1"/>
          <p:nvPr/>
        </p:nvSpPr>
        <p:spPr>
          <a:xfrm>
            <a:off x="3841354" y="2916342"/>
            <a:ext cx="2108975" cy="415498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 –=2;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0D983B-F966-385B-CE95-009ECB0EDD92}"/>
              </a:ext>
            </a:extLst>
          </p:cNvPr>
          <p:cNvSpPr txBox="1"/>
          <p:nvPr/>
        </p:nvSpPr>
        <p:spPr>
          <a:xfrm>
            <a:off x="3827161" y="3306486"/>
            <a:ext cx="3321550" cy="4154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ZA" sz="2100" b="1" dirty="0">
                <a:latin typeface="LM Roman 12" panose="00000500000000000000" pitchFamily="50" charset="0"/>
              </a:rPr>
              <a:t>myPointer2 = </a:t>
            </a:r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042F65-562F-7B5B-1B62-3FABA1274B3F}"/>
              </a:ext>
            </a:extLst>
          </p:cNvPr>
          <p:cNvSpPr txBox="1"/>
          <p:nvPr/>
        </p:nvSpPr>
        <p:spPr>
          <a:xfrm>
            <a:off x="3825828" y="3684210"/>
            <a:ext cx="4967065" cy="4154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ZA" sz="2100" b="1" dirty="0">
                <a:latin typeface="LM Roman 12" panose="00000500000000000000" pitchFamily="50" charset="0"/>
              </a:rPr>
              <a:t>myPointer3 = myPointer2 - </a:t>
            </a:r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877822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B8F65-7F0C-16B9-318F-C9E02FEB6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61B3011E-58AB-8DDD-486F-45222A3C6CF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7F33488-81B0-B7BC-BF2D-9B884A6CE3F3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FC5E1D9-B7F5-DADB-CDDD-74599D09A0F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4E7D842-DF3A-4534-D381-19E74A273A1E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BE557CAB-9C81-4E35-7A1D-74AC31428A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455DA52-40FF-DEBB-C98B-733E6590C8CD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94B83FC-F6AE-70F5-3BB1-5654CFB91FF5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Important recap for the lecture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5AE38570-83F1-1943-6155-9886F4406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17112"/>
              </p:ext>
            </p:extLst>
          </p:nvPr>
        </p:nvGraphicFramePr>
        <p:xfrm>
          <a:off x="1840453" y="2196346"/>
          <a:ext cx="8128000" cy="296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81553726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669509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ZA" dirty="0" err="1">
                          <a:latin typeface="LM Roman 12" panose="00000500000000000000" pitchFamily="50" charset="0"/>
                        </a:rPr>
                        <a:t>Sizeof</a:t>
                      </a:r>
                      <a:endParaRPr lang="en-ZA" dirty="0">
                        <a:latin typeface="LM Roman 12" panose="00000500000000000000" pitchFamily="50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>
                          <a:latin typeface="LM Roman 12" panose="00000500000000000000" pitchFamily="50" charset="0"/>
                        </a:rPr>
                        <a:t>Size (bytes) 64bit machine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426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>
                          <a:latin typeface="LM Roman 12" panose="00000500000000000000" pitchFamily="50" charset="0"/>
                        </a:rPr>
                        <a:t>Integer (</a:t>
                      </a:r>
                      <a:r>
                        <a:rPr lang="en-ZA" dirty="0">
                          <a:solidFill>
                            <a:srgbClr val="0070C0"/>
                          </a:solidFill>
                          <a:latin typeface="LM Roman 12" panose="00000500000000000000" pitchFamily="50" charset="0"/>
                        </a:rPr>
                        <a:t>int</a:t>
                      </a:r>
                      <a:r>
                        <a:rPr lang="en-ZA" dirty="0">
                          <a:latin typeface="LM Roman 12" panose="00000500000000000000" pitchFamily="50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>
                          <a:latin typeface="LM Roman 12" panose="00000500000000000000" pitchFamily="50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78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>
                          <a:latin typeface="LM Roman 12" panose="00000500000000000000" pitchFamily="50" charset="0"/>
                        </a:rPr>
                        <a:t>Character (</a:t>
                      </a:r>
                      <a:r>
                        <a:rPr lang="en-ZA" dirty="0">
                          <a:solidFill>
                            <a:srgbClr val="0070C0"/>
                          </a:solidFill>
                          <a:latin typeface="LM Roman 12" panose="00000500000000000000" pitchFamily="50" charset="0"/>
                        </a:rPr>
                        <a:t>char</a:t>
                      </a:r>
                      <a:r>
                        <a:rPr lang="en-ZA" dirty="0">
                          <a:latin typeface="LM Roman 12" panose="00000500000000000000" pitchFamily="50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>
                          <a:latin typeface="LM Roman 12" panose="00000500000000000000" pitchFamily="50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212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>
                          <a:latin typeface="LM Roman 12" panose="00000500000000000000" pitchFamily="50" charset="0"/>
                        </a:rPr>
                        <a:t>Short integer (</a:t>
                      </a:r>
                      <a:r>
                        <a:rPr lang="en-ZA" dirty="0">
                          <a:solidFill>
                            <a:srgbClr val="0070C0"/>
                          </a:solidFill>
                          <a:latin typeface="LM Roman 12" panose="00000500000000000000" pitchFamily="50" charset="0"/>
                        </a:rPr>
                        <a:t>short</a:t>
                      </a:r>
                      <a:r>
                        <a:rPr lang="en-ZA" dirty="0">
                          <a:latin typeface="LM Roman 12" panose="00000500000000000000" pitchFamily="50" charset="0"/>
                        </a:rPr>
                        <a:t>/ </a:t>
                      </a:r>
                      <a:r>
                        <a:rPr lang="en-ZA" dirty="0">
                          <a:solidFill>
                            <a:srgbClr val="0070C0"/>
                          </a:solidFill>
                          <a:latin typeface="LM Roman 12" panose="00000500000000000000" pitchFamily="50" charset="0"/>
                        </a:rPr>
                        <a:t>short int</a:t>
                      </a:r>
                      <a:r>
                        <a:rPr lang="en-ZA" dirty="0">
                          <a:latin typeface="LM Roman 12" panose="00000500000000000000" pitchFamily="50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>
                          <a:latin typeface="LM Roman 12" panose="00000500000000000000" pitchFamily="50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638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>
                          <a:latin typeface="LM Roman 12" panose="00000500000000000000" pitchFamily="50" charset="0"/>
                        </a:rPr>
                        <a:t>Long integer (</a:t>
                      </a:r>
                      <a:r>
                        <a:rPr lang="en-ZA" dirty="0">
                          <a:solidFill>
                            <a:srgbClr val="0070C0"/>
                          </a:solidFill>
                          <a:latin typeface="LM Roman 12" panose="00000500000000000000" pitchFamily="50" charset="0"/>
                        </a:rPr>
                        <a:t>long</a:t>
                      </a:r>
                      <a:r>
                        <a:rPr lang="en-ZA" dirty="0">
                          <a:latin typeface="LM Roman 12" panose="00000500000000000000" pitchFamily="50" charset="0"/>
                        </a:rPr>
                        <a:t>/ </a:t>
                      </a:r>
                      <a:r>
                        <a:rPr lang="en-ZA" dirty="0">
                          <a:solidFill>
                            <a:srgbClr val="0070C0"/>
                          </a:solidFill>
                          <a:latin typeface="LM Roman 12" panose="00000500000000000000" pitchFamily="50" charset="0"/>
                        </a:rPr>
                        <a:t>long int</a:t>
                      </a:r>
                      <a:r>
                        <a:rPr lang="en-ZA" dirty="0">
                          <a:latin typeface="LM Roman 12" panose="00000500000000000000" pitchFamily="50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>
                          <a:latin typeface="LM Roman 12" panose="00000500000000000000" pitchFamily="50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432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>
                          <a:latin typeface="LM Roman 12" panose="00000500000000000000" pitchFamily="50" charset="0"/>
                        </a:rPr>
                        <a:t>Floating point number (</a:t>
                      </a:r>
                      <a:r>
                        <a:rPr lang="en-ZA" dirty="0">
                          <a:solidFill>
                            <a:srgbClr val="0070C0"/>
                          </a:solidFill>
                          <a:latin typeface="LM Roman 12" panose="00000500000000000000" pitchFamily="50" charset="0"/>
                        </a:rPr>
                        <a:t>float</a:t>
                      </a:r>
                      <a:r>
                        <a:rPr lang="en-ZA" dirty="0">
                          <a:latin typeface="LM Roman 12" panose="00000500000000000000" pitchFamily="50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>
                          <a:latin typeface="LM Roman 12" panose="00000500000000000000" pitchFamily="50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856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>
                          <a:latin typeface="LM Roman 12" panose="00000500000000000000" pitchFamily="50" charset="0"/>
                        </a:rPr>
                        <a:t>Double floating point number (</a:t>
                      </a:r>
                      <a:r>
                        <a:rPr lang="en-ZA" dirty="0">
                          <a:solidFill>
                            <a:srgbClr val="0070C0"/>
                          </a:solidFill>
                          <a:latin typeface="LM Roman 12" panose="00000500000000000000" pitchFamily="50" charset="0"/>
                        </a:rPr>
                        <a:t>double</a:t>
                      </a:r>
                      <a:r>
                        <a:rPr lang="en-ZA" dirty="0">
                          <a:latin typeface="LM Roman 12" panose="00000500000000000000" pitchFamily="50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>
                          <a:latin typeface="LM Roman 12" panose="00000500000000000000" pitchFamily="50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753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>
                          <a:latin typeface="LM Roman 12" panose="00000500000000000000" pitchFamily="50" charset="0"/>
                        </a:rPr>
                        <a:t>Pointer (*)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>
                          <a:latin typeface="LM Roman 12" panose="00000500000000000000" pitchFamily="50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370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830228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AC059-856D-7CEC-3DAA-C81AA5BE2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701666BE-04AC-DC92-1A7D-3A04B8ECE48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4CE1668-3B37-A8E8-BB4B-E7A59C858CC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7183FB0-2875-70D4-3C56-A14FFBB32820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16332FC-C0AC-61F8-1692-D4A3737766EF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6EA2A9FD-46D1-7953-EEEF-045EC36D65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CB2E31C-9DB8-9CB1-0433-E3748B780A2D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32DB3BB-14BA-3546-521D-08ABB24AF270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Pointer expressions 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E092F1B-B8BB-4607-F794-B9B9FDF095C5}"/>
              </a:ext>
            </a:extLst>
          </p:cNvPr>
          <p:cNvSpPr txBox="1"/>
          <p:nvPr/>
        </p:nvSpPr>
        <p:spPr>
          <a:xfrm>
            <a:off x="210906" y="1306887"/>
            <a:ext cx="438286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char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</a:t>
            </a:r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[] = “programming”;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FAE1CE-D28B-A966-DD4D-982E1A45FC50}"/>
              </a:ext>
            </a:extLst>
          </p:cNvPr>
          <p:cNvSpPr/>
          <p:nvPr/>
        </p:nvSpPr>
        <p:spPr>
          <a:xfrm>
            <a:off x="6184279" y="1516375"/>
            <a:ext cx="1422514" cy="470362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 dirty="0">
                <a:latin typeface="LM Roman 12" panose="00000500000000000000" pitchFamily="50" charset="0"/>
              </a:rPr>
              <a:t>name</a:t>
            </a:r>
            <a:endParaRPr lang="en-ZA" dirty="0">
              <a:latin typeface="LM Roman 12" panose="00000500000000000000" pitchFamily="50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C6EF92-AF59-0CDC-C5E6-6FEA577FCE89}"/>
              </a:ext>
            </a:extLst>
          </p:cNvPr>
          <p:cNvSpPr/>
          <p:nvPr/>
        </p:nvSpPr>
        <p:spPr>
          <a:xfrm>
            <a:off x="7716746" y="1516375"/>
            <a:ext cx="1422514" cy="470362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>
                <a:latin typeface="LM Roman 12" panose="00000500000000000000" pitchFamily="50" charset="0"/>
              </a:rPr>
              <a:t>value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39D8DA-CFAD-4AF3-3EFC-40B01BD2EED5}"/>
              </a:ext>
            </a:extLst>
          </p:cNvPr>
          <p:cNvSpPr/>
          <p:nvPr/>
        </p:nvSpPr>
        <p:spPr>
          <a:xfrm>
            <a:off x="9249213" y="1516375"/>
            <a:ext cx="1422514" cy="470362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>
                <a:latin typeface="LM Roman 12" panose="00000500000000000000" pitchFamily="50" charset="0"/>
              </a:rPr>
              <a:t>address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FB6058-48EC-C5F0-B1AA-CE4BEAC00698}"/>
              </a:ext>
            </a:extLst>
          </p:cNvPr>
          <p:cNvSpPr/>
          <p:nvPr/>
        </p:nvSpPr>
        <p:spPr>
          <a:xfrm>
            <a:off x="7716746" y="515255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871135-B146-A45C-462A-243F63CE4A4A}"/>
              </a:ext>
            </a:extLst>
          </p:cNvPr>
          <p:cNvSpPr txBox="1"/>
          <p:nvPr/>
        </p:nvSpPr>
        <p:spPr>
          <a:xfrm>
            <a:off x="9638106" y="2038732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….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B54C4F-EBBF-B9EF-D853-DB0CF1FC12C9}"/>
              </a:ext>
            </a:extLst>
          </p:cNvPr>
          <p:cNvSpPr txBox="1"/>
          <p:nvPr/>
        </p:nvSpPr>
        <p:spPr>
          <a:xfrm>
            <a:off x="9638106" y="2367788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3C5FED-888A-B0A7-EEAF-777B41922E0C}"/>
              </a:ext>
            </a:extLst>
          </p:cNvPr>
          <p:cNvSpPr txBox="1"/>
          <p:nvPr/>
        </p:nvSpPr>
        <p:spPr>
          <a:xfrm>
            <a:off x="9638106" y="2690947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474982-2CFD-45AC-87F1-F03CA25C9CC0}"/>
              </a:ext>
            </a:extLst>
          </p:cNvPr>
          <p:cNvSpPr txBox="1"/>
          <p:nvPr/>
        </p:nvSpPr>
        <p:spPr>
          <a:xfrm>
            <a:off x="9638106" y="613461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…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E0DE69A-4CD6-A0F6-1F13-1E853465AE21}"/>
              </a:ext>
            </a:extLst>
          </p:cNvPr>
          <p:cNvSpPr/>
          <p:nvPr/>
        </p:nvSpPr>
        <p:spPr>
          <a:xfrm>
            <a:off x="7716746" y="5829247"/>
            <a:ext cx="1422514" cy="26764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D25FEF-6632-E059-A6B1-7F52D477A56B}"/>
              </a:ext>
            </a:extLst>
          </p:cNvPr>
          <p:cNvSpPr txBox="1"/>
          <p:nvPr/>
        </p:nvSpPr>
        <p:spPr>
          <a:xfrm>
            <a:off x="9637258" y="6458026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0xFF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D0A2D3-1C4F-3E35-06FF-AC48F7CFF2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738" y="1108611"/>
            <a:ext cx="2514818" cy="304826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81A147DF-70D9-CEDB-F0B7-22D4CF70A10C}"/>
              </a:ext>
            </a:extLst>
          </p:cNvPr>
          <p:cNvSpPr/>
          <p:nvPr/>
        </p:nvSpPr>
        <p:spPr>
          <a:xfrm>
            <a:off x="7716746" y="549090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F1762B8-38F0-0D5D-110A-484B872A397E}"/>
              </a:ext>
            </a:extLst>
          </p:cNvPr>
          <p:cNvSpPr/>
          <p:nvPr/>
        </p:nvSpPr>
        <p:spPr>
          <a:xfrm>
            <a:off x="7716746" y="210745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….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A91734B-23E6-1D1F-ACCC-4AC66FFA23E4}"/>
              </a:ext>
            </a:extLst>
          </p:cNvPr>
          <p:cNvSpPr/>
          <p:nvPr/>
        </p:nvSpPr>
        <p:spPr>
          <a:xfrm>
            <a:off x="7716746" y="244579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B37F1F9-BEDF-4929-05B8-1FACE57FD2F1}"/>
              </a:ext>
            </a:extLst>
          </p:cNvPr>
          <p:cNvSpPr/>
          <p:nvPr/>
        </p:nvSpPr>
        <p:spPr>
          <a:xfrm>
            <a:off x="7716746" y="278414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55007FD-90AF-3FE6-DAAB-677C76A39752}"/>
              </a:ext>
            </a:extLst>
          </p:cNvPr>
          <p:cNvSpPr/>
          <p:nvPr/>
        </p:nvSpPr>
        <p:spPr>
          <a:xfrm>
            <a:off x="7716746" y="312248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8613948-0C12-4402-FD3B-7668924134CF}"/>
              </a:ext>
            </a:extLst>
          </p:cNvPr>
          <p:cNvSpPr/>
          <p:nvPr/>
        </p:nvSpPr>
        <p:spPr>
          <a:xfrm>
            <a:off x="7716746" y="346083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292A433-B4CF-C5ED-2B3D-8E62B2850A29}"/>
              </a:ext>
            </a:extLst>
          </p:cNvPr>
          <p:cNvSpPr/>
          <p:nvPr/>
        </p:nvSpPr>
        <p:spPr>
          <a:xfrm>
            <a:off x="7716746" y="379917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E173FDE-E3A5-EF67-A823-CA857742382A}"/>
              </a:ext>
            </a:extLst>
          </p:cNvPr>
          <p:cNvSpPr/>
          <p:nvPr/>
        </p:nvSpPr>
        <p:spPr>
          <a:xfrm>
            <a:off x="7716746" y="413752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FF99BC3-991F-9814-C2A2-F3A38ADEC51E}"/>
              </a:ext>
            </a:extLst>
          </p:cNvPr>
          <p:cNvSpPr/>
          <p:nvPr/>
        </p:nvSpPr>
        <p:spPr>
          <a:xfrm>
            <a:off x="7716746" y="447586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58E4C4C-5C4C-D844-BC16-BBF2AD2076C3}"/>
              </a:ext>
            </a:extLst>
          </p:cNvPr>
          <p:cNvSpPr/>
          <p:nvPr/>
        </p:nvSpPr>
        <p:spPr>
          <a:xfrm>
            <a:off x="7716746" y="481421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8FBFEA2-050E-3DED-965A-F90140CEF25F}"/>
              </a:ext>
            </a:extLst>
          </p:cNvPr>
          <p:cNvSpPr/>
          <p:nvPr/>
        </p:nvSpPr>
        <p:spPr>
          <a:xfrm>
            <a:off x="7716746" y="6167593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…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3E0496E-C6EA-41D3-4D2C-80E985D6EE96}"/>
              </a:ext>
            </a:extLst>
          </p:cNvPr>
          <p:cNvSpPr/>
          <p:nvPr/>
        </p:nvSpPr>
        <p:spPr>
          <a:xfrm>
            <a:off x="7716746" y="6505944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DBA4C92-1EF9-A910-3558-7FA200E67C5C}"/>
              </a:ext>
            </a:extLst>
          </p:cNvPr>
          <p:cNvSpPr txBox="1"/>
          <p:nvPr/>
        </p:nvSpPr>
        <p:spPr>
          <a:xfrm>
            <a:off x="9638106" y="3045271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A66DDDB-19EF-F594-591C-F3663A7A917D}"/>
              </a:ext>
            </a:extLst>
          </p:cNvPr>
          <p:cNvSpPr txBox="1"/>
          <p:nvPr/>
        </p:nvSpPr>
        <p:spPr>
          <a:xfrm>
            <a:off x="9638106" y="3374327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4209785-7100-DCAC-5B9F-9B4E3827637B}"/>
              </a:ext>
            </a:extLst>
          </p:cNvPr>
          <p:cNvSpPr txBox="1"/>
          <p:nvPr/>
        </p:nvSpPr>
        <p:spPr>
          <a:xfrm>
            <a:off x="9638106" y="3697486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066F244-0172-DF16-BAA0-B19AB6BABE32}"/>
              </a:ext>
            </a:extLst>
          </p:cNvPr>
          <p:cNvSpPr txBox="1"/>
          <p:nvPr/>
        </p:nvSpPr>
        <p:spPr>
          <a:xfrm>
            <a:off x="9638106" y="4067120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6F68597-74E2-7BBF-ED5B-4FB8D23153FA}"/>
              </a:ext>
            </a:extLst>
          </p:cNvPr>
          <p:cNvSpPr txBox="1"/>
          <p:nvPr/>
        </p:nvSpPr>
        <p:spPr>
          <a:xfrm>
            <a:off x="9638106" y="4396176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54FF309-5BD7-8CC8-7104-26DE6B0F202A}"/>
              </a:ext>
            </a:extLst>
          </p:cNvPr>
          <p:cNvSpPr txBox="1"/>
          <p:nvPr/>
        </p:nvSpPr>
        <p:spPr>
          <a:xfrm>
            <a:off x="9638106" y="4719335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034018A-1C60-27B6-87EF-CA96589D1E15}"/>
              </a:ext>
            </a:extLst>
          </p:cNvPr>
          <p:cNvSpPr txBox="1"/>
          <p:nvPr/>
        </p:nvSpPr>
        <p:spPr>
          <a:xfrm>
            <a:off x="9637258" y="5081853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8F78A47-916A-899F-04AD-22CEA0A03B5D}"/>
              </a:ext>
            </a:extLst>
          </p:cNvPr>
          <p:cNvSpPr txBox="1"/>
          <p:nvPr/>
        </p:nvSpPr>
        <p:spPr>
          <a:xfrm>
            <a:off x="9637258" y="5410909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7D426A2-2960-66FC-E309-E177076EBA7B}"/>
              </a:ext>
            </a:extLst>
          </p:cNvPr>
          <p:cNvSpPr txBox="1"/>
          <p:nvPr/>
        </p:nvSpPr>
        <p:spPr>
          <a:xfrm>
            <a:off x="9638106" y="5780241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0x3010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147C294-4B31-A436-623D-B8739E592402}"/>
              </a:ext>
            </a:extLst>
          </p:cNvPr>
          <p:cNvSpPr txBox="1"/>
          <p:nvPr/>
        </p:nvSpPr>
        <p:spPr>
          <a:xfrm>
            <a:off x="169388" y="2286072"/>
            <a:ext cx="374878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char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*</a:t>
            </a:r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 = </a:t>
            </a:r>
            <a:r>
              <a:rPr lang="en-ZA" sz="2100" b="1" dirty="0" err="1">
                <a:latin typeface="LM Roman 12" panose="00000500000000000000" pitchFamily="50" charset="0"/>
              </a:rPr>
              <a:t>myString</a:t>
            </a:r>
            <a:r>
              <a:rPr lang="en-ZA" sz="2100" b="1" dirty="0">
                <a:latin typeface="LM Roman 12" panose="00000500000000000000" pitchFamily="50" charset="0"/>
              </a:rPr>
              <a:t>;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50BB2D2-C88C-9F99-EA93-5483096D3725}"/>
              </a:ext>
            </a:extLst>
          </p:cNvPr>
          <p:cNvSpPr txBox="1"/>
          <p:nvPr/>
        </p:nvSpPr>
        <p:spPr>
          <a:xfrm>
            <a:off x="0" y="1602505"/>
            <a:ext cx="634494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(char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</a:t>
            </a:r>
            <a:r>
              <a:rPr lang="en-ZA" sz="2100" dirty="0" err="1">
                <a:latin typeface="LM Roman 12" panose="00000500000000000000" pitchFamily="50" charset="0"/>
              </a:rPr>
              <a:t>my</a:t>
            </a:r>
            <a:r>
              <a:rPr lang="en-ZA" sz="2100" b="1" dirty="0" err="1">
                <a:latin typeface="LM Roman 12" panose="00000500000000000000" pitchFamily="50" charset="0"/>
              </a:rPr>
              <a:t>String</a:t>
            </a:r>
            <a:r>
              <a:rPr lang="en-ZA" sz="2100" b="1" dirty="0">
                <a:latin typeface="LM Roman 12" panose="00000500000000000000" pitchFamily="50" charset="0"/>
              </a:rPr>
              <a:t>[12] = {‘p’, ‘r’, ‘o’, ‘g’,…, ‘g’, ‘\0’};)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258487-C872-1C9B-4F7E-A2177E0757AE}"/>
              </a:ext>
            </a:extLst>
          </p:cNvPr>
          <p:cNvSpPr txBox="1"/>
          <p:nvPr/>
        </p:nvSpPr>
        <p:spPr>
          <a:xfrm>
            <a:off x="169387" y="2704440"/>
            <a:ext cx="448295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b="1" dirty="0">
                <a:latin typeface="LM Roman 12" panose="00000500000000000000" pitchFamily="50" charset="0"/>
              </a:rPr>
              <a:t>(</a:t>
            </a:r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char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*</a:t>
            </a:r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 = &amp;</a:t>
            </a:r>
            <a:r>
              <a:rPr lang="en-ZA" sz="2100" b="1" dirty="0" err="1">
                <a:latin typeface="LM Roman 12" panose="00000500000000000000" pitchFamily="50" charset="0"/>
              </a:rPr>
              <a:t>myString</a:t>
            </a:r>
            <a:r>
              <a:rPr lang="en-ZA" sz="2100" b="1" dirty="0">
                <a:latin typeface="LM Roman 12" panose="00000500000000000000" pitchFamily="50" charset="0"/>
              </a:rPr>
              <a:t>[0];)</a:t>
            </a:r>
          </a:p>
        </p:txBody>
      </p:sp>
    </p:spTree>
    <p:extLst>
      <p:ext uri="{BB962C8B-B14F-4D97-AF65-F5344CB8AC3E}">
        <p14:creationId xmlns:p14="http://schemas.microsoft.com/office/powerpoint/2010/main" val="39533734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1FA04-4656-0077-E1CD-B0FC776FB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FC32406E-A9D3-79A7-B740-4DF13C3D151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432B1C2-A98B-199A-AC64-4981B11D0A9C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9B4B773-8020-537C-83EC-0515FDFFE763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F8E53BF-B283-BE38-2B69-D5449ED9185F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903194EB-0097-14DB-CA44-1D4EAA320B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8660400-4312-690D-1051-523F7BCD6D25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C409DEF-1FA2-115B-1F0C-4A6DF483A3AB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Pointer expressions 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58657CA-BC7E-A908-BF01-1EF0937A38D5}"/>
              </a:ext>
            </a:extLst>
          </p:cNvPr>
          <p:cNvSpPr txBox="1"/>
          <p:nvPr/>
        </p:nvSpPr>
        <p:spPr>
          <a:xfrm>
            <a:off x="210906" y="1306887"/>
            <a:ext cx="438286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char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</a:t>
            </a:r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[] = “programming”;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0E2108-E13D-7851-4DA5-85B666D84397}"/>
              </a:ext>
            </a:extLst>
          </p:cNvPr>
          <p:cNvSpPr/>
          <p:nvPr/>
        </p:nvSpPr>
        <p:spPr>
          <a:xfrm>
            <a:off x="6184279" y="1516375"/>
            <a:ext cx="1422514" cy="470362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 dirty="0">
                <a:latin typeface="LM Roman 12" panose="00000500000000000000" pitchFamily="50" charset="0"/>
              </a:rPr>
              <a:t>name</a:t>
            </a:r>
            <a:endParaRPr lang="en-ZA" dirty="0">
              <a:latin typeface="LM Roman 12" panose="00000500000000000000" pitchFamily="50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728B11-9F5F-7DC2-79D2-E69663D409A8}"/>
              </a:ext>
            </a:extLst>
          </p:cNvPr>
          <p:cNvSpPr/>
          <p:nvPr/>
        </p:nvSpPr>
        <p:spPr>
          <a:xfrm>
            <a:off x="7716746" y="1516375"/>
            <a:ext cx="1422514" cy="470362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>
                <a:latin typeface="LM Roman 12" panose="00000500000000000000" pitchFamily="50" charset="0"/>
              </a:rPr>
              <a:t>value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E5EB7C-2C28-DE32-2D1B-3E80B7138E75}"/>
              </a:ext>
            </a:extLst>
          </p:cNvPr>
          <p:cNvSpPr/>
          <p:nvPr/>
        </p:nvSpPr>
        <p:spPr>
          <a:xfrm>
            <a:off x="9249213" y="1516375"/>
            <a:ext cx="1422514" cy="470362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>
                <a:latin typeface="LM Roman 12" panose="00000500000000000000" pitchFamily="50" charset="0"/>
              </a:rPr>
              <a:t>address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5195E1-94E9-48B0-E7C4-AF3CC453C5DC}"/>
              </a:ext>
            </a:extLst>
          </p:cNvPr>
          <p:cNvSpPr/>
          <p:nvPr/>
        </p:nvSpPr>
        <p:spPr>
          <a:xfrm>
            <a:off x="7716746" y="515255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 err="1"/>
              <a:t>i</a:t>
            </a:r>
            <a:endParaRPr lang="en-ZA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1434D5-C589-9907-4935-BBA132E60996}"/>
              </a:ext>
            </a:extLst>
          </p:cNvPr>
          <p:cNvSpPr txBox="1"/>
          <p:nvPr/>
        </p:nvSpPr>
        <p:spPr>
          <a:xfrm>
            <a:off x="9638106" y="2038732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….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223238-00A2-7FA1-B606-6FF62CB35319}"/>
              </a:ext>
            </a:extLst>
          </p:cNvPr>
          <p:cNvSpPr txBox="1"/>
          <p:nvPr/>
        </p:nvSpPr>
        <p:spPr>
          <a:xfrm>
            <a:off x="9638106" y="2367788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6AF651-9771-B0BD-902A-D1189F9D8674}"/>
              </a:ext>
            </a:extLst>
          </p:cNvPr>
          <p:cNvSpPr txBox="1"/>
          <p:nvPr/>
        </p:nvSpPr>
        <p:spPr>
          <a:xfrm>
            <a:off x="9638106" y="2690947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9C44A8-C65C-3EF1-4AD1-D2CE2A05FAD9}"/>
              </a:ext>
            </a:extLst>
          </p:cNvPr>
          <p:cNvSpPr txBox="1"/>
          <p:nvPr/>
        </p:nvSpPr>
        <p:spPr>
          <a:xfrm>
            <a:off x="9638106" y="613461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…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C53702-6B6A-E1E4-5C41-3A2B9546485E}"/>
              </a:ext>
            </a:extLst>
          </p:cNvPr>
          <p:cNvSpPr/>
          <p:nvPr/>
        </p:nvSpPr>
        <p:spPr>
          <a:xfrm>
            <a:off x="7716746" y="5829247"/>
            <a:ext cx="1422514" cy="26764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851CE2-8055-C360-4C3F-3176213CBD1E}"/>
              </a:ext>
            </a:extLst>
          </p:cNvPr>
          <p:cNvSpPr txBox="1"/>
          <p:nvPr/>
        </p:nvSpPr>
        <p:spPr>
          <a:xfrm>
            <a:off x="9637258" y="6458026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0xFF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596DEF-996C-C141-2349-59864281A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738" y="1108611"/>
            <a:ext cx="2514818" cy="304826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C4F6FEA7-8AFA-DF53-5B72-E76F6B9C003C}"/>
              </a:ext>
            </a:extLst>
          </p:cNvPr>
          <p:cNvSpPr/>
          <p:nvPr/>
        </p:nvSpPr>
        <p:spPr>
          <a:xfrm>
            <a:off x="7716746" y="549090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E082085-E25D-0665-8C38-413D472F7307}"/>
              </a:ext>
            </a:extLst>
          </p:cNvPr>
          <p:cNvSpPr/>
          <p:nvPr/>
        </p:nvSpPr>
        <p:spPr>
          <a:xfrm>
            <a:off x="7716746" y="210745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….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1BBEA0E-1519-4A92-B3B3-1BCB757BC62F}"/>
              </a:ext>
            </a:extLst>
          </p:cNvPr>
          <p:cNvSpPr/>
          <p:nvPr/>
        </p:nvSpPr>
        <p:spPr>
          <a:xfrm>
            <a:off x="7716746" y="244579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p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C113335-DEBF-B7E2-FA94-C9AEABC6F068}"/>
              </a:ext>
            </a:extLst>
          </p:cNvPr>
          <p:cNvSpPr/>
          <p:nvPr/>
        </p:nvSpPr>
        <p:spPr>
          <a:xfrm>
            <a:off x="7716746" y="278414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A47253A-963D-463E-3748-AF0D8BD00E3D}"/>
              </a:ext>
            </a:extLst>
          </p:cNvPr>
          <p:cNvSpPr/>
          <p:nvPr/>
        </p:nvSpPr>
        <p:spPr>
          <a:xfrm>
            <a:off x="7716746" y="312248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o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98177C6-37F5-753A-4B7E-9DD7D90F73F3}"/>
              </a:ext>
            </a:extLst>
          </p:cNvPr>
          <p:cNvSpPr/>
          <p:nvPr/>
        </p:nvSpPr>
        <p:spPr>
          <a:xfrm>
            <a:off x="7716746" y="346083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g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219503A-488C-742D-E837-9B346AE5946E}"/>
              </a:ext>
            </a:extLst>
          </p:cNvPr>
          <p:cNvSpPr/>
          <p:nvPr/>
        </p:nvSpPr>
        <p:spPr>
          <a:xfrm>
            <a:off x="7716746" y="379917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F5004F7-83A3-1092-316B-647E068E8AB6}"/>
              </a:ext>
            </a:extLst>
          </p:cNvPr>
          <p:cNvSpPr/>
          <p:nvPr/>
        </p:nvSpPr>
        <p:spPr>
          <a:xfrm>
            <a:off x="7716746" y="413752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a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803B0D0-D256-C132-D292-C2D2511FDD8D}"/>
              </a:ext>
            </a:extLst>
          </p:cNvPr>
          <p:cNvSpPr/>
          <p:nvPr/>
        </p:nvSpPr>
        <p:spPr>
          <a:xfrm>
            <a:off x="7716746" y="447586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m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284722E-CE47-2CAB-3994-3CD2D07E6EA0}"/>
              </a:ext>
            </a:extLst>
          </p:cNvPr>
          <p:cNvSpPr/>
          <p:nvPr/>
        </p:nvSpPr>
        <p:spPr>
          <a:xfrm>
            <a:off x="7716746" y="481421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m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CCEDB0F-321A-DAF5-AA7D-E9A9627235E9}"/>
              </a:ext>
            </a:extLst>
          </p:cNvPr>
          <p:cNvSpPr/>
          <p:nvPr/>
        </p:nvSpPr>
        <p:spPr>
          <a:xfrm>
            <a:off x="7716746" y="6167593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…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A6621FA-049A-67D8-A810-6A0950EAD79A}"/>
              </a:ext>
            </a:extLst>
          </p:cNvPr>
          <p:cNvSpPr/>
          <p:nvPr/>
        </p:nvSpPr>
        <p:spPr>
          <a:xfrm>
            <a:off x="7716746" y="6505944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CDFD8AD-9542-1AC2-66D0-93E34F852541}"/>
              </a:ext>
            </a:extLst>
          </p:cNvPr>
          <p:cNvSpPr txBox="1"/>
          <p:nvPr/>
        </p:nvSpPr>
        <p:spPr>
          <a:xfrm>
            <a:off x="9638106" y="3045271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A67FD75-0521-45CA-9293-E3328856C50D}"/>
              </a:ext>
            </a:extLst>
          </p:cNvPr>
          <p:cNvSpPr txBox="1"/>
          <p:nvPr/>
        </p:nvSpPr>
        <p:spPr>
          <a:xfrm>
            <a:off x="9638106" y="3374327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3812FE4-E4FA-2712-EB4B-9BB0F47835E7}"/>
              </a:ext>
            </a:extLst>
          </p:cNvPr>
          <p:cNvSpPr txBox="1"/>
          <p:nvPr/>
        </p:nvSpPr>
        <p:spPr>
          <a:xfrm>
            <a:off x="9638106" y="3697486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325F3E5-82CD-27F6-AE58-39EFEFDD4B92}"/>
              </a:ext>
            </a:extLst>
          </p:cNvPr>
          <p:cNvSpPr txBox="1"/>
          <p:nvPr/>
        </p:nvSpPr>
        <p:spPr>
          <a:xfrm>
            <a:off x="9638106" y="4067120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815A713-428E-CFA8-5DF9-0A13AF6130E2}"/>
              </a:ext>
            </a:extLst>
          </p:cNvPr>
          <p:cNvSpPr txBox="1"/>
          <p:nvPr/>
        </p:nvSpPr>
        <p:spPr>
          <a:xfrm>
            <a:off x="9638106" y="4396176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49BE5D0-AD2B-2171-3189-8B9A61C69F57}"/>
              </a:ext>
            </a:extLst>
          </p:cNvPr>
          <p:cNvSpPr txBox="1"/>
          <p:nvPr/>
        </p:nvSpPr>
        <p:spPr>
          <a:xfrm>
            <a:off x="9638106" y="4719335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0D2458E-C22B-EE45-2E80-192358098C8D}"/>
              </a:ext>
            </a:extLst>
          </p:cNvPr>
          <p:cNvSpPr txBox="1"/>
          <p:nvPr/>
        </p:nvSpPr>
        <p:spPr>
          <a:xfrm>
            <a:off x="9637258" y="5081853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859A4FB-DD59-C6A6-F3F2-040ED468EF32}"/>
              </a:ext>
            </a:extLst>
          </p:cNvPr>
          <p:cNvSpPr txBox="1"/>
          <p:nvPr/>
        </p:nvSpPr>
        <p:spPr>
          <a:xfrm>
            <a:off x="9637258" y="5410909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2397509-F566-7088-7C55-844012C12504}"/>
              </a:ext>
            </a:extLst>
          </p:cNvPr>
          <p:cNvSpPr txBox="1"/>
          <p:nvPr/>
        </p:nvSpPr>
        <p:spPr>
          <a:xfrm>
            <a:off x="9638106" y="5780241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0x3010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F8C21DE-179C-E1FC-7354-F2EFB616AB58}"/>
              </a:ext>
            </a:extLst>
          </p:cNvPr>
          <p:cNvSpPr txBox="1"/>
          <p:nvPr/>
        </p:nvSpPr>
        <p:spPr>
          <a:xfrm>
            <a:off x="169388" y="2286072"/>
            <a:ext cx="374878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char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*</a:t>
            </a:r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 = </a:t>
            </a:r>
            <a:r>
              <a:rPr lang="en-ZA" sz="2100" b="1" dirty="0" err="1">
                <a:latin typeface="LM Roman 12" panose="00000500000000000000" pitchFamily="50" charset="0"/>
              </a:rPr>
              <a:t>myString</a:t>
            </a:r>
            <a:r>
              <a:rPr lang="en-ZA" sz="2100" b="1" dirty="0">
                <a:latin typeface="LM Roman 12" panose="00000500000000000000" pitchFamily="50" charset="0"/>
              </a:rPr>
              <a:t>;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58C6BF7-5EAB-4E05-8F3D-9D88A743FA23}"/>
              </a:ext>
            </a:extLst>
          </p:cNvPr>
          <p:cNvSpPr txBox="1"/>
          <p:nvPr/>
        </p:nvSpPr>
        <p:spPr>
          <a:xfrm>
            <a:off x="169387" y="2704440"/>
            <a:ext cx="448295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b="1" dirty="0">
                <a:latin typeface="LM Roman 12" panose="00000500000000000000" pitchFamily="50" charset="0"/>
              </a:rPr>
              <a:t>(</a:t>
            </a:r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char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*</a:t>
            </a:r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 = &amp;</a:t>
            </a:r>
            <a:r>
              <a:rPr lang="en-ZA" sz="2100" b="1" dirty="0" err="1">
                <a:latin typeface="LM Roman 12" panose="00000500000000000000" pitchFamily="50" charset="0"/>
              </a:rPr>
              <a:t>myString</a:t>
            </a:r>
            <a:r>
              <a:rPr lang="en-ZA" sz="2100" b="1" dirty="0">
                <a:latin typeface="LM Roman 12" panose="00000500000000000000" pitchFamily="50" charset="0"/>
              </a:rPr>
              <a:t>[0];)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CCEAE4-74C6-FA93-3AB0-689FBF12CF9D}"/>
              </a:ext>
            </a:extLst>
          </p:cNvPr>
          <p:cNvSpPr txBox="1"/>
          <p:nvPr/>
        </p:nvSpPr>
        <p:spPr>
          <a:xfrm>
            <a:off x="6184279" y="2359981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[0] </a:t>
            </a:r>
            <a:endParaRPr lang="en-Z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5A6578-C9CB-FB24-2096-32322E43C8B6}"/>
              </a:ext>
            </a:extLst>
          </p:cNvPr>
          <p:cNvSpPr txBox="1"/>
          <p:nvPr/>
        </p:nvSpPr>
        <p:spPr>
          <a:xfrm>
            <a:off x="6184279" y="2721201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[1] </a:t>
            </a:r>
            <a:endParaRPr lang="en-Z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4EA7D1-3F7E-9F9E-89D4-DF12152A0D3D}"/>
              </a:ext>
            </a:extLst>
          </p:cNvPr>
          <p:cNvSpPr txBox="1"/>
          <p:nvPr/>
        </p:nvSpPr>
        <p:spPr>
          <a:xfrm>
            <a:off x="6184279" y="3022188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[2] </a:t>
            </a:r>
            <a:endParaRPr lang="en-Z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A4F9DE-4DE1-BDF0-05F2-09B349C5C685}"/>
              </a:ext>
            </a:extLst>
          </p:cNvPr>
          <p:cNvSpPr txBox="1"/>
          <p:nvPr/>
        </p:nvSpPr>
        <p:spPr>
          <a:xfrm>
            <a:off x="6194406" y="3372106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[3] </a:t>
            </a:r>
            <a:endParaRPr lang="en-ZA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B955B9-47EA-EE37-8ADB-8571ECA35F83}"/>
              </a:ext>
            </a:extLst>
          </p:cNvPr>
          <p:cNvSpPr txBox="1"/>
          <p:nvPr/>
        </p:nvSpPr>
        <p:spPr>
          <a:xfrm>
            <a:off x="6204533" y="3728473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[4] </a:t>
            </a:r>
            <a:endParaRPr lang="en-ZA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795A28-EC0D-CEF2-C024-4E6617289117}"/>
              </a:ext>
            </a:extLst>
          </p:cNvPr>
          <p:cNvSpPr txBox="1"/>
          <p:nvPr/>
        </p:nvSpPr>
        <p:spPr>
          <a:xfrm>
            <a:off x="6214660" y="4057878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[5] </a:t>
            </a:r>
            <a:endParaRPr lang="en-ZA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D317F7-2F4E-694E-C7B2-FA47B205AC0C}"/>
              </a:ext>
            </a:extLst>
          </p:cNvPr>
          <p:cNvSpPr txBox="1"/>
          <p:nvPr/>
        </p:nvSpPr>
        <p:spPr>
          <a:xfrm>
            <a:off x="6214660" y="4373093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[6] </a:t>
            </a:r>
            <a:endParaRPr lang="en-ZA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50BFC9D-C6D8-76A9-274D-366FDA092927}"/>
              </a:ext>
            </a:extLst>
          </p:cNvPr>
          <p:cNvSpPr txBox="1"/>
          <p:nvPr/>
        </p:nvSpPr>
        <p:spPr>
          <a:xfrm>
            <a:off x="6214660" y="4717742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[7] 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88A8FA-8CA4-BF58-EE46-2D9524EA67F0}"/>
              </a:ext>
            </a:extLst>
          </p:cNvPr>
          <p:cNvSpPr txBox="1"/>
          <p:nvPr/>
        </p:nvSpPr>
        <p:spPr>
          <a:xfrm>
            <a:off x="6214660" y="5063769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[8] 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C05878B-7920-9EE5-6E03-71C1D85CA210}"/>
              </a:ext>
            </a:extLst>
          </p:cNvPr>
          <p:cNvSpPr txBox="1"/>
          <p:nvPr/>
        </p:nvSpPr>
        <p:spPr>
          <a:xfrm>
            <a:off x="6214660" y="5389450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[9] </a:t>
            </a:r>
            <a:endParaRPr lang="en-ZA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DA4A13C-DF97-7564-9079-634303641F4D}"/>
              </a:ext>
            </a:extLst>
          </p:cNvPr>
          <p:cNvSpPr txBox="1"/>
          <p:nvPr/>
        </p:nvSpPr>
        <p:spPr>
          <a:xfrm>
            <a:off x="6107310" y="5758543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[10] </a:t>
            </a:r>
            <a:endParaRPr lang="en-ZA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E9CAD0F-39DF-DDEA-5CA8-FA8F7CEBBA21}"/>
              </a:ext>
            </a:extLst>
          </p:cNvPr>
          <p:cNvSpPr txBox="1"/>
          <p:nvPr/>
        </p:nvSpPr>
        <p:spPr>
          <a:xfrm>
            <a:off x="10671727" y="2204768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 </a:t>
            </a:r>
            <a:endParaRPr lang="en-ZA" dirty="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565A434-2C13-E914-C2E0-A7F645BCAFCC}"/>
              </a:ext>
            </a:extLst>
          </p:cNvPr>
          <p:cNvCxnSpPr/>
          <p:nvPr/>
        </p:nvCxnSpPr>
        <p:spPr>
          <a:xfrm flipH="1">
            <a:off x="10442448" y="2583211"/>
            <a:ext cx="6126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BA6973A-95B8-B099-3507-2B064F61D532}"/>
              </a:ext>
            </a:extLst>
          </p:cNvPr>
          <p:cNvSpPr txBox="1"/>
          <p:nvPr/>
        </p:nvSpPr>
        <p:spPr>
          <a:xfrm>
            <a:off x="-59473" y="1617574"/>
            <a:ext cx="634494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(char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</a:t>
            </a:r>
            <a:r>
              <a:rPr lang="en-ZA" sz="2100" dirty="0" err="1">
                <a:latin typeface="LM Roman 12" panose="00000500000000000000" pitchFamily="50" charset="0"/>
              </a:rPr>
              <a:t>my</a:t>
            </a:r>
            <a:r>
              <a:rPr lang="en-ZA" sz="2100" b="1" dirty="0" err="1">
                <a:latin typeface="LM Roman 12" panose="00000500000000000000" pitchFamily="50" charset="0"/>
              </a:rPr>
              <a:t>String</a:t>
            </a:r>
            <a:r>
              <a:rPr lang="en-ZA" sz="2100" b="1" dirty="0">
                <a:latin typeface="LM Roman 12" panose="00000500000000000000" pitchFamily="50" charset="0"/>
              </a:rPr>
              <a:t>[12] = {‘p’, ‘r’, ‘o’, ‘g’,…, ‘g’, ‘\0’};)</a:t>
            </a:r>
          </a:p>
        </p:txBody>
      </p:sp>
    </p:spTree>
    <p:extLst>
      <p:ext uri="{BB962C8B-B14F-4D97-AF65-F5344CB8AC3E}">
        <p14:creationId xmlns:p14="http://schemas.microsoft.com/office/powerpoint/2010/main" val="266187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66322-F5A4-DA2C-326C-E767AFC65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E7FDE20-3B00-F3FB-3E28-1B626F2AD4C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15416F8-E2C7-8560-7834-EED8DDF08DAB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22A6C7B-1CB0-DB99-15AA-4561CF9D448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D2DDF21-3F3F-9A1E-9946-F8434BA17481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ABE57FC0-6F8F-B6B4-528C-5278F6F5A6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A76653F-BBAC-3F90-3F3D-D15534C735E6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18FCE34-FB4C-F0D3-2FDD-21AA9145EF1D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Pointer expressions 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D96D593-E85A-B842-8848-196B76D46423}"/>
              </a:ext>
            </a:extLst>
          </p:cNvPr>
          <p:cNvSpPr txBox="1"/>
          <p:nvPr/>
        </p:nvSpPr>
        <p:spPr>
          <a:xfrm>
            <a:off x="210906" y="1306887"/>
            <a:ext cx="444378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b="1" dirty="0">
                <a:solidFill>
                  <a:srgbClr val="0070C0"/>
                </a:solidFill>
                <a:latin typeface="LM Roman 12" panose="00000500000000000000" pitchFamily="50" charset="0"/>
              </a:rPr>
              <a:t>char</a:t>
            </a:r>
            <a:r>
              <a:rPr lang="en-ZA" sz="2100" b="1" dirty="0">
                <a:solidFill>
                  <a:srgbClr val="FF0000"/>
                </a:solidFill>
                <a:latin typeface="LM Roman 12" panose="00000500000000000000" pitchFamily="50" charset="0"/>
              </a:rPr>
              <a:t> </a:t>
            </a:r>
            <a:r>
              <a:rPr lang="en-ZA" sz="2100" b="1" dirty="0" err="1">
                <a:latin typeface="LM Roman 12" panose="00000500000000000000" pitchFamily="50" charset="0"/>
              </a:rPr>
              <a:t>myString</a:t>
            </a:r>
            <a:r>
              <a:rPr lang="en-ZA" sz="2100" b="1" dirty="0">
                <a:latin typeface="LM Roman 12" panose="00000500000000000000" pitchFamily="50" charset="0"/>
              </a:rPr>
              <a:t>[] = “programming”;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D320D5-513F-0CF9-10BD-46C59B329ACB}"/>
              </a:ext>
            </a:extLst>
          </p:cNvPr>
          <p:cNvSpPr/>
          <p:nvPr/>
        </p:nvSpPr>
        <p:spPr>
          <a:xfrm>
            <a:off x="6184279" y="1516375"/>
            <a:ext cx="1422514" cy="470362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 dirty="0">
                <a:latin typeface="LM Roman 12" panose="00000500000000000000" pitchFamily="50" charset="0"/>
              </a:rPr>
              <a:t>name</a:t>
            </a:r>
            <a:endParaRPr lang="en-ZA" dirty="0">
              <a:latin typeface="LM Roman 12" panose="00000500000000000000" pitchFamily="50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997A31-20F1-8C7C-03E5-25F1AAA8FBF1}"/>
              </a:ext>
            </a:extLst>
          </p:cNvPr>
          <p:cNvSpPr/>
          <p:nvPr/>
        </p:nvSpPr>
        <p:spPr>
          <a:xfrm>
            <a:off x="7716746" y="1516375"/>
            <a:ext cx="1422514" cy="470362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>
                <a:latin typeface="LM Roman 12" panose="00000500000000000000" pitchFamily="50" charset="0"/>
              </a:rPr>
              <a:t>value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6BA52D-0B63-8C7E-894F-6B08341D57AB}"/>
              </a:ext>
            </a:extLst>
          </p:cNvPr>
          <p:cNvSpPr/>
          <p:nvPr/>
        </p:nvSpPr>
        <p:spPr>
          <a:xfrm>
            <a:off x="9249213" y="1516375"/>
            <a:ext cx="1422514" cy="470362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>
                <a:latin typeface="LM Roman 12" panose="00000500000000000000" pitchFamily="50" charset="0"/>
              </a:rPr>
              <a:t>address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EE5502-D69E-C949-7BC7-F417CA8996CB}"/>
              </a:ext>
            </a:extLst>
          </p:cNvPr>
          <p:cNvSpPr/>
          <p:nvPr/>
        </p:nvSpPr>
        <p:spPr>
          <a:xfrm>
            <a:off x="7716746" y="515255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 err="1"/>
              <a:t>i</a:t>
            </a:r>
            <a:endParaRPr lang="en-ZA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8A8085-A5E3-2068-E758-9C23D306AC98}"/>
              </a:ext>
            </a:extLst>
          </p:cNvPr>
          <p:cNvSpPr txBox="1"/>
          <p:nvPr/>
        </p:nvSpPr>
        <p:spPr>
          <a:xfrm>
            <a:off x="9638106" y="2038732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….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A1CE0C-54F9-DDD0-D6BB-45AFD70C22C7}"/>
              </a:ext>
            </a:extLst>
          </p:cNvPr>
          <p:cNvSpPr txBox="1"/>
          <p:nvPr/>
        </p:nvSpPr>
        <p:spPr>
          <a:xfrm>
            <a:off x="9638106" y="2367788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2B924D-B759-B9FC-F368-55A1B4575A9A}"/>
              </a:ext>
            </a:extLst>
          </p:cNvPr>
          <p:cNvSpPr txBox="1"/>
          <p:nvPr/>
        </p:nvSpPr>
        <p:spPr>
          <a:xfrm>
            <a:off x="9638106" y="2690947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098C62-D067-224D-DCC0-802DDFE10EC3}"/>
              </a:ext>
            </a:extLst>
          </p:cNvPr>
          <p:cNvSpPr txBox="1"/>
          <p:nvPr/>
        </p:nvSpPr>
        <p:spPr>
          <a:xfrm>
            <a:off x="9638106" y="613461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…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CA2E247-FBE6-F088-5014-D123ABEEB59B}"/>
              </a:ext>
            </a:extLst>
          </p:cNvPr>
          <p:cNvSpPr/>
          <p:nvPr/>
        </p:nvSpPr>
        <p:spPr>
          <a:xfrm>
            <a:off x="7716746" y="5829247"/>
            <a:ext cx="1422514" cy="26764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8CA089-61EC-BE59-8EA7-B8CCDBB785E6}"/>
              </a:ext>
            </a:extLst>
          </p:cNvPr>
          <p:cNvSpPr txBox="1"/>
          <p:nvPr/>
        </p:nvSpPr>
        <p:spPr>
          <a:xfrm>
            <a:off x="9637258" y="6458026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0xFF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4C678C-6A1A-8AA0-FBCE-4A4389EDD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738" y="1108611"/>
            <a:ext cx="2514818" cy="304826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F70784E8-ED9C-5991-58D7-2163475990CF}"/>
              </a:ext>
            </a:extLst>
          </p:cNvPr>
          <p:cNvSpPr/>
          <p:nvPr/>
        </p:nvSpPr>
        <p:spPr>
          <a:xfrm>
            <a:off x="7716746" y="549090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F857748-D9B9-4EFC-FB99-5361AB3A71EF}"/>
              </a:ext>
            </a:extLst>
          </p:cNvPr>
          <p:cNvSpPr/>
          <p:nvPr/>
        </p:nvSpPr>
        <p:spPr>
          <a:xfrm>
            <a:off x="7716746" y="210745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….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6EA0534-1EE2-4507-B402-3BC1B867C610}"/>
              </a:ext>
            </a:extLst>
          </p:cNvPr>
          <p:cNvSpPr/>
          <p:nvPr/>
        </p:nvSpPr>
        <p:spPr>
          <a:xfrm>
            <a:off x="7716746" y="244579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p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7E55C23-4726-2792-2EB4-9B9F5628FDDF}"/>
              </a:ext>
            </a:extLst>
          </p:cNvPr>
          <p:cNvSpPr/>
          <p:nvPr/>
        </p:nvSpPr>
        <p:spPr>
          <a:xfrm>
            <a:off x="7716746" y="278414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E67E72B-EF35-3BDC-ECCF-4243E4656224}"/>
              </a:ext>
            </a:extLst>
          </p:cNvPr>
          <p:cNvSpPr/>
          <p:nvPr/>
        </p:nvSpPr>
        <p:spPr>
          <a:xfrm>
            <a:off x="7716746" y="312248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o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0DE8B04-1371-B9C5-618D-B946A7BB7DBB}"/>
              </a:ext>
            </a:extLst>
          </p:cNvPr>
          <p:cNvSpPr/>
          <p:nvPr/>
        </p:nvSpPr>
        <p:spPr>
          <a:xfrm>
            <a:off x="7716746" y="346083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g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38164E6-63AD-D40D-9A2F-EE50AA97F9E7}"/>
              </a:ext>
            </a:extLst>
          </p:cNvPr>
          <p:cNvSpPr/>
          <p:nvPr/>
        </p:nvSpPr>
        <p:spPr>
          <a:xfrm>
            <a:off x="7716746" y="379917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3D93525-01E9-A9A3-2186-148525FAB602}"/>
              </a:ext>
            </a:extLst>
          </p:cNvPr>
          <p:cNvSpPr/>
          <p:nvPr/>
        </p:nvSpPr>
        <p:spPr>
          <a:xfrm>
            <a:off x="7716746" y="413752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a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9008A1-D25C-C4A8-9409-B77EF0F33B53}"/>
              </a:ext>
            </a:extLst>
          </p:cNvPr>
          <p:cNvSpPr/>
          <p:nvPr/>
        </p:nvSpPr>
        <p:spPr>
          <a:xfrm>
            <a:off x="7716746" y="447586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m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73C00F0-AE5A-0442-50DE-0ECE578A5756}"/>
              </a:ext>
            </a:extLst>
          </p:cNvPr>
          <p:cNvSpPr/>
          <p:nvPr/>
        </p:nvSpPr>
        <p:spPr>
          <a:xfrm>
            <a:off x="7716746" y="481421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m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02F03D3-8D5E-1171-3765-2FF977894DCF}"/>
              </a:ext>
            </a:extLst>
          </p:cNvPr>
          <p:cNvSpPr/>
          <p:nvPr/>
        </p:nvSpPr>
        <p:spPr>
          <a:xfrm>
            <a:off x="7716746" y="6167593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…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9FC1A4A-5A8F-0E34-AAFF-B39D68C87522}"/>
              </a:ext>
            </a:extLst>
          </p:cNvPr>
          <p:cNvSpPr/>
          <p:nvPr/>
        </p:nvSpPr>
        <p:spPr>
          <a:xfrm>
            <a:off x="7716746" y="6505944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5884270-E52A-95E9-3E9C-621D4B80F7A8}"/>
              </a:ext>
            </a:extLst>
          </p:cNvPr>
          <p:cNvSpPr txBox="1"/>
          <p:nvPr/>
        </p:nvSpPr>
        <p:spPr>
          <a:xfrm>
            <a:off x="9638106" y="3045271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83A12C7-C40D-60A6-0B3C-EC899D94B763}"/>
              </a:ext>
            </a:extLst>
          </p:cNvPr>
          <p:cNvSpPr txBox="1"/>
          <p:nvPr/>
        </p:nvSpPr>
        <p:spPr>
          <a:xfrm>
            <a:off x="9638106" y="3374327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0754186-EBAC-EAC7-AE95-A50676D4AC39}"/>
              </a:ext>
            </a:extLst>
          </p:cNvPr>
          <p:cNvSpPr txBox="1"/>
          <p:nvPr/>
        </p:nvSpPr>
        <p:spPr>
          <a:xfrm>
            <a:off x="9638106" y="3697486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189614B-40E2-ACD5-583C-69E2D1953A30}"/>
              </a:ext>
            </a:extLst>
          </p:cNvPr>
          <p:cNvSpPr txBox="1"/>
          <p:nvPr/>
        </p:nvSpPr>
        <p:spPr>
          <a:xfrm>
            <a:off x="9638106" y="4067120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5C1A608-C6EC-AD32-3EB5-8FE273B0A34F}"/>
              </a:ext>
            </a:extLst>
          </p:cNvPr>
          <p:cNvSpPr txBox="1"/>
          <p:nvPr/>
        </p:nvSpPr>
        <p:spPr>
          <a:xfrm>
            <a:off x="9638106" y="4396176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747B521-490F-BC7A-691C-19D4A5A37184}"/>
              </a:ext>
            </a:extLst>
          </p:cNvPr>
          <p:cNvSpPr txBox="1"/>
          <p:nvPr/>
        </p:nvSpPr>
        <p:spPr>
          <a:xfrm>
            <a:off x="9638106" y="4719335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721309A-EBBF-5853-C142-53085CC23A2F}"/>
              </a:ext>
            </a:extLst>
          </p:cNvPr>
          <p:cNvSpPr txBox="1"/>
          <p:nvPr/>
        </p:nvSpPr>
        <p:spPr>
          <a:xfrm>
            <a:off x="9637258" y="5081853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562087B-8F07-92E7-8AAC-B2D5A61D3DA3}"/>
              </a:ext>
            </a:extLst>
          </p:cNvPr>
          <p:cNvSpPr txBox="1"/>
          <p:nvPr/>
        </p:nvSpPr>
        <p:spPr>
          <a:xfrm>
            <a:off x="9637258" y="5410909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EAA78CA-EB34-3849-C334-D932019F968B}"/>
              </a:ext>
            </a:extLst>
          </p:cNvPr>
          <p:cNvSpPr txBox="1"/>
          <p:nvPr/>
        </p:nvSpPr>
        <p:spPr>
          <a:xfrm>
            <a:off x="9638106" y="5780241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0x3010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0FEA11B-7236-0161-892B-837713AEE1D9}"/>
              </a:ext>
            </a:extLst>
          </p:cNvPr>
          <p:cNvSpPr txBox="1"/>
          <p:nvPr/>
        </p:nvSpPr>
        <p:spPr>
          <a:xfrm>
            <a:off x="169388" y="2286072"/>
            <a:ext cx="374878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char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*</a:t>
            </a:r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 = </a:t>
            </a:r>
            <a:r>
              <a:rPr lang="en-ZA" sz="2100" b="1" dirty="0" err="1">
                <a:latin typeface="LM Roman 12" panose="00000500000000000000" pitchFamily="50" charset="0"/>
              </a:rPr>
              <a:t>myString</a:t>
            </a:r>
            <a:r>
              <a:rPr lang="en-ZA" sz="2100" b="1" dirty="0">
                <a:latin typeface="LM Roman 12" panose="00000500000000000000" pitchFamily="50" charset="0"/>
              </a:rPr>
              <a:t>;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2CF3BF6-5B0A-1C4A-10EE-A2FB7924AF0B}"/>
              </a:ext>
            </a:extLst>
          </p:cNvPr>
          <p:cNvSpPr txBox="1"/>
          <p:nvPr/>
        </p:nvSpPr>
        <p:spPr>
          <a:xfrm>
            <a:off x="169387" y="2704440"/>
            <a:ext cx="447494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latin typeface="LM Roman 12" panose="00000500000000000000" pitchFamily="50" charset="0"/>
              </a:rPr>
              <a:t>(</a:t>
            </a:r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char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*</a:t>
            </a:r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 = &amp;</a:t>
            </a:r>
            <a:r>
              <a:rPr lang="en-ZA" sz="2100" b="1" dirty="0" err="1">
                <a:latin typeface="LM Roman 12" panose="00000500000000000000" pitchFamily="50" charset="0"/>
              </a:rPr>
              <a:t>myString</a:t>
            </a:r>
            <a:r>
              <a:rPr lang="en-ZA" sz="2100" b="1" dirty="0">
                <a:latin typeface="LM Roman 12" panose="00000500000000000000" pitchFamily="50" charset="0"/>
              </a:rPr>
              <a:t>[0];)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E8F060-6A38-182D-E35C-BD3F45D594BB}"/>
              </a:ext>
            </a:extLst>
          </p:cNvPr>
          <p:cNvSpPr txBox="1"/>
          <p:nvPr/>
        </p:nvSpPr>
        <p:spPr>
          <a:xfrm>
            <a:off x="6184279" y="2359981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[0] </a:t>
            </a:r>
            <a:endParaRPr lang="en-Z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181149-A7F4-6E32-4CCA-E46EC5625028}"/>
              </a:ext>
            </a:extLst>
          </p:cNvPr>
          <p:cNvSpPr txBox="1"/>
          <p:nvPr/>
        </p:nvSpPr>
        <p:spPr>
          <a:xfrm>
            <a:off x="6184279" y="2721201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[1] </a:t>
            </a:r>
            <a:endParaRPr lang="en-Z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4E5D02-6504-C969-75FC-33702F8ECBFD}"/>
              </a:ext>
            </a:extLst>
          </p:cNvPr>
          <p:cNvSpPr txBox="1"/>
          <p:nvPr/>
        </p:nvSpPr>
        <p:spPr>
          <a:xfrm>
            <a:off x="6184279" y="3022188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[2] </a:t>
            </a:r>
            <a:endParaRPr lang="en-Z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DBD8C9-2F3B-ECE2-4F20-85967D747A5F}"/>
              </a:ext>
            </a:extLst>
          </p:cNvPr>
          <p:cNvSpPr txBox="1"/>
          <p:nvPr/>
        </p:nvSpPr>
        <p:spPr>
          <a:xfrm>
            <a:off x="6194406" y="3372106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[3] </a:t>
            </a:r>
            <a:endParaRPr lang="en-ZA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A00ED8-195A-C8E0-7DB1-DC5B1D08F27A}"/>
              </a:ext>
            </a:extLst>
          </p:cNvPr>
          <p:cNvSpPr txBox="1"/>
          <p:nvPr/>
        </p:nvSpPr>
        <p:spPr>
          <a:xfrm>
            <a:off x="6204533" y="3728473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[4] </a:t>
            </a:r>
            <a:endParaRPr lang="en-ZA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69D6FC-DC37-FE45-AC6D-7495E5C31937}"/>
              </a:ext>
            </a:extLst>
          </p:cNvPr>
          <p:cNvSpPr txBox="1"/>
          <p:nvPr/>
        </p:nvSpPr>
        <p:spPr>
          <a:xfrm>
            <a:off x="6214660" y="4057878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[5] </a:t>
            </a:r>
            <a:endParaRPr lang="en-ZA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F46B75-9B10-0DC7-4997-5374016BB199}"/>
              </a:ext>
            </a:extLst>
          </p:cNvPr>
          <p:cNvSpPr txBox="1"/>
          <p:nvPr/>
        </p:nvSpPr>
        <p:spPr>
          <a:xfrm>
            <a:off x="6214660" y="4373093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[6] </a:t>
            </a:r>
            <a:endParaRPr lang="en-ZA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D2ABEDD-A354-F33B-280B-AB977A98E01E}"/>
              </a:ext>
            </a:extLst>
          </p:cNvPr>
          <p:cNvSpPr txBox="1"/>
          <p:nvPr/>
        </p:nvSpPr>
        <p:spPr>
          <a:xfrm>
            <a:off x="6214660" y="4717742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[7] 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A81173-1894-1A84-1B01-EE8FEA3BF93D}"/>
              </a:ext>
            </a:extLst>
          </p:cNvPr>
          <p:cNvSpPr txBox="1"/>
          <p:nvPr/>
        </p:nvSpPr>
        <p:spPr>
          <a:xfrm>
            <a:off x="6214660" y="5063769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[8] 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17C159-817A-FA8C-56AB-9B14D209F566}"/>
              </a:ext>
            </a:extLst>
          </p:cNvPr>
          <p:cNvSpPr txBox="1"/>
          <p:nvPr/>
        </p:nvSpPr>
        <p:spPr>
          <a:xfrm>
            <a:off x="6214660" y="5389450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[9] </a:t>
            </a:r>
            <a:endParaRPr lang="en-ZA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B7E1A2F-9242-3075-0B06-817048711C1A}"/>
              </a:ext>
            </a:extLst>
          </p:cNvPr>
          <p:cNvSpPr txBox="1"/>
          <p:nvPr/>
        </p:nvSpPr>
        <p:spPr>
          <a:xfrm>
            <a:off x="6107310" y="5758543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[10] </a:t>
            </a:r>
            <a:endParaRPr lang="en-ZA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BB03B94-FF65-5E40-948C-42CF2F77D0D2}"/>
              </a:ext>
            </a:extLst>
          </p:cNvPr>
          <p:cNvSpPr txBox="1"/>
          <p:nvPr/>
        </p:nvSpPr>
        <p:spPr>
          <a:xfrm>
            <a:off x="10671727" y="2493821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 </a:t>
            </a:r>
            <a:endParaRPr lang="en-ZA" dirty="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1D50C5F-84FE-151B-5B19-8ECE7747BB92}"/>
              </a:ext>
            </a:extLst>
          </p:cNvPr>
          <p:cNvCxnSpPr/>
          <p:nvPr/>
        </p:nvCxnSpPr>
        <p:spPr>
          <a:xfrm flipH="1">
            <a:off x="10442448" y="2872264"/>
            <a:ext cx="6126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042F4F6-FA99-7AA1-45FB-73CE25FBA5A8}"/>
              </a:ext>
            </a:extLst>
          </p:cNvPr>
          <p:cNvSpPr txBox="1"/>
          <p:nvPr/>
        </p:nvSpPr>
        <p:spPr>
          <a:xfrm>
            <a:off x="1022840" y="3512425"/>
            <a:ext cx="61950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b="1" dirty="0" err="1">
                <a:latin typeface="LM Roman 12" panose="00000500000000000000" pitchFamily="50" charset="0"/>
              </a:rPr>
              <a:t>myPointer</a:t>
            </a:r>
            <a:r>
              <a:rPr lang="en-ZA" sz="2100" b="1" dirty="0">
                <a:latin typeface="LM Roman 12" panose="00000500000000000000" pitchFamily="50" charset="0"/>
              </a:rPr>
              <a:t>++</a:t>
            </a:r>
            <a:endParaRPr lang="en-Z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2B95F6-F954-CC58-36E1-37B02D254226}"/>
              </a:ext>
            </a:extLst>
          </p:cNvPr>
          <p:cNvSpPr txBox="1"/>
          <p:nvPr/>
        </p:nvSpPr>
        <p:spPr>
          <a:xfrm>
            <a:off x="11166579" y="278414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+1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B56E51-83D0-ABD4-809C-00B6C0A923EE}"/>
              </a:ext>
            </a:extLst>
          </p:cNvPr>
          <p:cNvSpPr txBox="1"/>
          <p:nvPr/>
        </p:nvSpPr>
        <p:spPr>
          <a:xfrm>
            <a:off x="-59473" y="1617574"/>
            <a:ext cx="634494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(char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</a:t>
            </a:r>
            <a:r>
              <a:rPr lang="en-ZA" sz="2100" dirty="0" err="1">
                <a:latin typeface="LM Roman 12" panose="00000500000000000000" pitchFamily="50" charset="0"/>
              </a:rPr>
              <a:t>my</a:t>
            </a:r>
            <a:r>
              <a:rPr lang="en-ZA" sz="2100" b="1" dirty="0" err="1">
                <a:latin typeface="LM Roman 12" panose="00000500000000000000" pitchFamily="50" charset="0"/>
              </a:rPr>
              <a:t>String</a:t>
            </a:r>
            <a:r>
              <a:rPr lang="en-ZA" sz="2100" b="1" dirty="0">
                <a:latin typeface="LM Roman 12" panose="00000500000000000000" pitchFamily="50" charset="0"/>
              </a:rPr>
              <a:t>[12] = {‘p’, ‘r’, ‘o’, ‘g’,…, ‘g’, ‘\0’};)</a:t>
            </a:r>
          </a:p>
        </p:txBody>
      </p:sp>
    </p:spTree>
    <p:extLst>
      <p:ext uri="{BB962C8B-B14F-4D97-AF65-F5344CB8AC3E}">
        <p14:creationId xmlns:p14="http://schemas.microsoft.com/office/powerpoint/2010/main" val="2196142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78BC7-3F68-662E-92A7-E7019A68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6CDE4882-E294-93B6-1157-0D32AAAB1667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FDB57F2-5F0D-6AD1-F972-23DF5E24CA71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3D6E7C1-6928-49CB-9DD6-6D5A3C11273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7CE9019-673C-B381-645B-934EB2762760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76A8C708-37A3-114A-2E5B-A9D3424539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318EE58-DC2A-57A1-4540-550ECA4FDB57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F265A98-6BBD-B343-398A-87782743FABE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Pointer expressions 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D267E9E-5718-8C1F-7399-9E57C725713C}"/>
              </a:ext>
            </a:extLst>
          </p:cNvPr>
          <p:cNvSpPr txBox="1"/>
          <p:nvPr/>
        </p:nvSpPr>
        <p:spPr>
          <a:xfrm>
            <a:off x="210906" y="1306887"/>
            <a:ext cx="420493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char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</a:t>
            </a:r>
            <a:r>
              <a:rPr lang="en-ZA" sz="2100" dirty="0" err="1">
                <a:latin typeface="LM Roman 12" panose="00000500000000000000" pitchFamily="50" charset="0"/>
              </a:rPr>
              <a:t>myString</a:t>
            </a:r>
            <a:r>
              <a:rPr lang="en-ZA" sz="2100" dirty="0">
                <a:latin typeface="LM Roman 12" panose="00000500000000000000" pitchFamily="50" charset="0"/>
              </a:rPr>
              <a:t>[] = “programming”;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FA51D1-E4C6-6FE4-20AB-E182769E8431}"/>
              </a:ext>
            </a:extLst>
          </p:cNvPr>
          <p:cNvSpPr/>
          <p:nvPr/>
        </p:nvSpPr>
        <p:spPr>
          <a:xfrm>
            <a:off x="6184279" y="1516375"/>
            <a:ext cx="1422514" cy="470362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 dirty="0">
                <a:latin typeface="LM Roman 12" panose="00000500000000000000" pitchFamily="50" charset="0"/>
              </a:rPr>
              <a:t>name</a:t>
            </a:r>
            <a:endParaRPr lang="en-ZA" dirty="0">
              <a:latin typeface="LM Roman 12" panose="00000500000000000000" pitchFamily="50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6E0708-AFA6-7652-11E3-4EACEC7B9301}"/>
              </a:ext>
            </a:extLst>
          </p:cNvPr>
          <p:cNvSpPr/>
          <p:nvPr/>
        </p:nvSpPr>
        <p:spPr>
          <a:xfrm>
            <a:off x="7716746" y="1516375"/>
            <a:ext cx="1422514" cy="470362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>
                <a:latin typeface="LM Roman 12" panose="00000500000000000000" pitchFamily="50" charset="0"/>
              </a:rPr>
              <a:t>value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AD5E38-3AF8-C0D6-6EBA-6FC758235ABA}"/>
              </a:ext>
            </a:extLst>
          </p:cNvPr>
          <p:cNvSpPr/>
          <p:nvPr/>
        </p:nvSpPr>
        <p:spPr>
          <a:xfrm>
            <a:off x="9249213" y="1516375"/>
            <a:ext cx="1422514" cy="470362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>
                <a:latin typeface="LM Roman 12" panose="00000500000000000000" pitchFamily="50" charset="0"/>
              </a:rPr>
              <a:t>address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6D2250-86D7-43ED-1913-BF9C44C5ABE4}"/>
              </a:ext>
            </a:extLst>
          </p:cNvPr>
          <p:cNvSpPr/>
          <p:nvPr/>
        </p:nvSpPr>
        <p:spPr>
          <a:xfrm>
            <a:off x="7716746" y="515255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 err="1"/>
              <a:t>i</a:t>
            </a:r>
            <a:endParaRPr lang="en-ZA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8C773B-871F-6C89-7C0A-0C473EEAC0CA}"/>
              </a:ext>
            </a:extLst>
          </p:cNvPr>
          <p:cNvSpPr txBox="1"/>
          <p:nvPr/>
        </p:nvSpPr>
        <p:spPr>
          <a:xfrm>
            <a:off x="9638106" y="2038732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….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92FFF1-9EB6-4531-9F9C-A10B50220ED8}"/>
              </a:ext>
            </a:extLst>
          </p:cNvPr>
          <p:cNvSpPr txBox="1"/>
          <p:nvPr/>
        </p:nvSpPr>
        <p:spPr>
          <a:xfrm>
            <a:off x="9638106" y="2367788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E9AD29-B09E-5939-6471-A083BE34FCDC}"/>
              </a:ext>
            </a:extLst>
          </p:cNvPr>
          <p:cNvSpPr txBox="1"/>
          <p:nvPr/>
        </p:nvSpPr>
        <p:spPr>
          <a:xfrm>
            <a:off x="9638106" y="2690947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DCCD41-34AB-594A-DE89-C7D84DF43016}"/>
              </a:ext>
            </a:extLst>
          </p:cNvPr>
          <p:cNvSpPr txBox="1"/>
          <p:nvPr/>
        </p:nvSpPr>
        <p:spPr>
          <a:xfrm>
            <a:off x="9638106" y="613461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…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1BED832-6194-B686-B17C-91E605F54C74}"/>
              </a:ext>
            </a:extLst>
          </p:cNvPr>
          <p:cNvSpPr/>
          <p:nvPr/>
        </p:nvSpPr>
        <p:spPr>
          <a:xfrm>
            <a:off x="7716746" y="5829247"/>
            <a:ext cx="1422514" cy="26764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83BE84-E024-CDE7-2280-3648327AD423}"/>
              </a:ext>
            </a:extLst>
          </p:cNvPr>
          <p:cNvSpPr txBox="1"/>
          <p:nvPr/>
        </p:nvSpPr>
        <p:spPr>
          <a:xfrm>
            <a:off x="9637258" y="6458026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0xFF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3FA878-4D6E-927A-14BE-EE20D1DFF1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738" y="1108611"/>
            <a:ext cx="2514818" cy="304826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790D67F3-A559-1520-7A00-36E0DEA3FA9E}"/>
              </a:ext>
            </a:extLst>
          </p:cNvPr>
          <p:cNvSpPr/>
          <p:nvPr/>
        </p:nvSpPr>
        <p:spPr>
          <a:xfrm>
            <a:off x="7716746" y="549090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A788C20-3115-CBCF-F592-1DF712FC28AC}"/>
              </a:ext>
            </a:extLst>
          </p:cNvPr>
          <p:cNvSpPr/>
          <p:nvPr/>
        </p:nvSpPr>
        <p:spPr>
          <a:xfrm>
            <a:off x="7716746" y="210745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….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0FB7349-E8D4-C396-2BB2-62D5E5114DBC}"/>
              </a:ext>
            </a:extLst>
          </p:cNvPr>
          <p:cNvSpPr/>
          <p:nvPr/>
        </p:nvSpPr>
        <p:spPr>
          <a:xfrm>
            <a:off x="7716746" y="244579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p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507DB68-8263-F532-F6CC-0E48778DE9AF}"/>
              </a:ext>
            </a:extLst>
          </p:cNvPr>
          <p:cNvSpPr/>
          <p:nvPr/>
        </p:nvSpPr>
        <p:spPr>
          <a:xfrm>
            <a:off x="7716746" y="278414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37FC2B6-9297-01AC-B113-94C3F27CEAF8}"/>
              </a:ext>
            </a:extLst>
          </p:cNvPr>
          <p:cNvSpPr/>
          <p:nvPr/>
        </p:nvSpPr>
        <p:spPr>
          <a:xfrm>
            <a:off x="7716746" y="312248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o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7847F3A-0BD0-B375-AC79-877CF7108986}"/>
              </a:ext>
            </a:extLst>
          </p:cNvPr>
          <p:cNvSpPr/>
          <p:nvPr/>
        </p:nvSpPr>
        <p:spPr>
          <a:xfrm>
            <a:off x="7716746" y="346083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g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101C970-079B-1F8F-50B0-0975EA625551}"/>
              </a:ext>
            </a:extLst>
          </p:cNvPr>
          <p:cNvSpPr/>
          <p:nvPr/>
        </p:nvSpPr>
        <p:spPr>
          <a:xfrm>
            <a:off x="7716746" y="379917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CA90039-E9B6-AFED-1717-6C0CAC76656B}"/>
              </a:ext>
            </a:extLst>
          </p:cNvPr>
          <p:cNvSpPr/>
          <p:nvPr/>
        </p:nvSpPr>
        <p:spPr>
          <a:xfrm>
            <a:off x="7716746" y="413752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a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B60C28D-4CB5-7CBD-977B-1576E827ED54}"/>
              </a:ext>
            </a:extLst>
          </p:cNvPr>
          <p:cNvSpPr/>
          <p:nvPr/>
        </p:nvSpPr>
        <p:spPr>
          <a:xfrm>
            <a:off x="7716746" y="447586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m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F8F2B21-9FEE-0DEB-13F7-AAD4181E688A}"/>
              </a:ext>
            </a:extLst>
          </p:cNvPr>
          <p:cNvSpPr/>
          <p:nvPr/>
        </p:nvSpPr>
        <p:spPr>
          <a:xfrm>
            <a:off x="7716746" y="481421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m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04BE32B-98F6-40D2-27E7-136C249AC053}"/>
              </a:ext>
            </a:extLst>
          </p:cNvPr>
          <p:cNvSpPr/>
          <p:nvPr/>
        </p:nvSpPr>
        <p:spPr>
          <a:xfrm>
            <a:off x="7716746" y="6167593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…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2B65918-B38E-B804-EBB4-56025A6FA3FB}"/>
              </a:ext>
            </a:extLst>
          </p:cNvPr>
          <p:cNvSpPr/>
          <p:nvPr/>
        </p:nvSpPr>
        <p:spPr>
          <a:xfrm>
            <a:off x="7716746" y="6505944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3524D83-D03D-51AA-3FA2-79FC0FD1B8CB}"/>
              </a:ext>
            </a:extLst>
          </p:cNvPr>
          <p:cNvSpPr txBox="1"/>
          <p:nvPr/>
        </p:nvSpPr>
        <p:spPr>
          <a:xfrm>
            <a:off x="9638106" y="3045271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E934DFD-4581-9178-C23D-DA2915F527A6}"/>
              </a:ext>
            </a:extLst>
          </p:cNvPr>
          <p:cNvSpPr txBox="1"/>
          <p:nvPr/>
        </p:nvSpPr>
        <p:spPr>
          <a:xfrm>
            <a:off x="9638106" y="3374327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0478BD5-9351-B4DA-15B1-DAA47D150DA0}"/>
              </a:ext>
            </a:extLst>
          </p:cNvPr>
          <p:cNvSpPr txBox="1"/>
          <p:nvPr/>
        </p:nvSpPr>
        <p:spPr>
          <a:xfrm>
            <a:off x="9638106" y="3697486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F536564-F3A9-C70B-CA4E-FD6B4BA9E2C5}"/>
              </a:ext>
            </a:extLst>
          </p:cNvPr>
          <p:cNvSpPr txBox="1"/>
          <p:nvPr/>
        </p:nvSpPr>
        <p:spPr>
          <a:xfrm>
            <a:off x="9638106" y="4067120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14494C5-F367-152C-9000-B7EA6FD8D471}"/>
              </a:ext>
            </a:extLst>
          </p:cNvPr>
          <p:cNvSpPr txBox="1"/>
          <p:nvPr/>
        </p:nvSpPr>
        <p:spPr>
          <a:xfrm>
            <a:off x="9638106" y="4396176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657BFFE-318F-3EDF-4E33-C1AE2058B882}"/>
              </a:ext>
            </a:extLst>
          </p:cNvPr>
          <p:cNvSpPr txBox="1"/>
          <p:nvPr/>
        </p:nvSpPr>
        <p:spPr>
          <a:xfrm>
            <a:off x="9638106" y="4719335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726BEFE-C6A8-023C-E696-4AA1A4EAE9AE}"/>
              </a:ext>
            </a:extLst>
          </p:cNvPr>
          <p:cNvSpPr txBox="1"/>
          <p:nvPr/>
        </p:nvSpPr>
        <p:spPr>
          <a:xfrm>
            <a:off x="9637258" y="5081853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1F7AC7F-01C0-F9B7-E550-C8C5277EFB4E}"/>
              </a:ext>
            </a:extLst>
          </p:cNvPr>
          <p:cNvSpPr txBox="1"/>
          <p:nvPr/>
        </p:nvSpPr>
        <p:spPr>
          <a:xfrm>
            <a:off x="9637258" y="5410909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2D7A498-8FEA-391E-BA26-A0AA2BDCCE9B}"/>
              </a:ext>
            </a:extLst>
          </p:cNvPr>
          <p:cNvSpPr txBox="1"/>
          <p:nvPr/>
        </p:nvSpPr>
        <p:spPr>
          <a:xfrm>
            <a:off x="9638106" y="5780241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0x3010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57D27B1-C18A-15D7-F32F-8BEEB3FBAE76}"/>
              </a:ext>
            </a:extLst>
          </p:cNvPr>
          <p:cNvSpPr txBox="1"/>
          <p:nvPr/>
        </p:nvSpPr>
        <p:spPr>
          <a:xfrm>
            <a:off x="178169" y="2167344"/>
            <a:ext cx="359329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char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*</a:t>
            </a:r>
            <a:r>
              <a:rPr lang="en-ZA" sz="2100" dirty="0" err="1">
                <a:latin typeface="LM Roman 12" panose="00000500000000000000" pitchFamily="50" charset="0"/>
              </a:rPr>
              <a:t>myPointer</a:t>
            </a:r>
            <a:r>
              <a:rPr lang="en-ZA" sz="2100" dirty="0">
                <a:latin typeface="LM Roman 12" panose="00000500000000000000" pitchFamily="50" charset="0"/>
              </a:rPr>
              <a:t> = </a:t>
            </a:r>
            <a:r>
              <a:rPr lang="en-ZA" sz="2100" dirty="0" err="1">
                <a:latin typeface="LM Roman 12" panose="00000500000000000000" pitchFamily="50" charset="0"/>
              </a:rPr>
              <a:t>myString</a:t>
            </a:r>
            <a:r>
              <a:rPr lang="en-ZA" sz="2100" dirty="0">
                <a:latin typeface="LM Roman 12" panose="00000500000000000000" pitchFamily="50" charset="0"/>
              </a:rPr>
              <a:t>;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AAE5622-ADCB-CDF2-8F3E-B1C509AAF03C}"/>
              </a:ext>
            </a:extLst>
          </p:cNvPr>
          <p:cNvSpPr txBox="1"/>
          <p:nvPr/>
        </p:nvSpPr>
        <p:spPr>
          <a:xfrm>
            <a:off x="-19675" y="1652225"/>
            <a:ext cx="600670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latin typeface="LM Roman 12" panose="00000500000000000000" pitchFamily="50" charset="0"/>
              </a:rPr>
              <a:t>(</a:t>
            </a:r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char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</a:t>
            </a:r>
            <a:r>
              <a:rPr lang="en-ZA" sz="2100" dirty="0" err="1">
                <a:latin typeface="LM Roman 12" panose="00000500000000000000" pitchFamily="50" charset="0"/>
              </a:rPr>
              <a:t>myString</a:t>
            </a:r>
            <a:r>
              <a:rPr lang="en-ZA" sz="2100" dirty="0">
                <a:latin typeface="LM Roman 12" panose="00000500000000000000" pitchFamily="50" charset="0"/>
              </a:rPr>
              <a:t>[12] = {‘p’, ‘r’, ‘o’, ‘g’,…, ‘g’, ‘\0’};)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929D1DE-A710-A73D-71C4-22D414D46678}"/>
              </a:ext>
            </a:extLst>
          </p:cNvPr>
          <p:cNvSpPr txBox="1"/>
          <p:nvPr/>
        </p:nvSpPr>
        <p:spPr>
          <a:xfrm>
            <a:off x="178168" y="2585712"/>
            <a:ext cx="428258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(char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*</a:t>
            </a:r>
            <a:r>
              <a:rPr lang="en-ZA" sz="2100" dirty="0" err="1">
                <a:latin typeface="LM Roman 12" panose="00000500000000000000" pitchFamily="50" charset="0"/>
              </a:rPr>
              <a:t>myPointer</a:t>
            </a:r>
            <a:r>
              <a:rPr lang="en-ZA" sz="2100" dirty="0">
                <a:latin typeface="LM Roman 12" panose="00000500000000000000" pitchFamily="50" charset="0"/>
              </a:rPr>
              <a:t> = &amp;</a:t>
            </a:r>
            <a:r>
              <a:rPr lang="en-ZA" sz="2100" dirty="0" err="1">
                <a:latin typeface="LM Roman 12" panose="00000500000000000000" pitchFamily="50" charset="0"/>
              </a:rPr>
              <a:t>myString</a:t>
            </a:r>
            <a:r>
              <a:rPr lang="en-ZA" sz="2100" dirty="0">
                <a:latin typeface="LM Roman 12" panose="00000500000000000000" pitchFamily="50" charset="0"/>
              </a:rPr>
              <a:t>[0];)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1DACE-87C0-8725-03AE-B8503B422CC9}"/>
              </a:ext>
            </a:extLst>
          </p:cNvPr>
          <p:cNvSpPr txBox="1"/>
          <p:nvPr/>
        </p:nvSpPr>
        <p:spPr>
          <a:xfrm>
            <a:off x="6184279" y="2359981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[0] </a:t>
            </a:r>
            <a:endParaRPr lang="en-Z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B400F0-70C5-8A3D-8DA8-6860C50E14B0}"/>
              </a:ext>
            </a:extLst>
          </p:cNvPr>
          <p:cNvSpPr txBox="1"/>
          <p:nvPr/>
        </p:nvSpPr>
        <p:spPr>
          <a:xfrm>
            <a:off x="6184279" y="2721201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[1] </a:t>
            </a:r>
            <a:endParaRPr lang="en-Z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061522-52B4-0F4A-70D3-50C079B98510}"/>
              </a:ext>
            </a:extLst>
          </p:cNvPr>
          <p:cNvSpPr txBox="1"/>
          <p:nvPr/>
        </p:nvSpPr>
        <p:spPr>
          <a:xfrm>
            <a:off x="6184279" y="3022188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[2] </a:t>
            </a:r>
            <a:endParaRPr lang="en-Z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6BC69D-8104-D1E6-073D-331FD1E57232}"/>
              </a:ext>
            </a:extLst>
          </p:cNvPr>
          <p:cNvSpPr txBox="1"/>
          <p:nvPr/>
        </p:nvSpPr>
        <p:spPr>
          <a:xfrm>
            <a:off x="6194406" y="3372106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[3] </a:t>
            </a:r>
            <a:endParaRPr lang="en-ZA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8E2177-9C7E-ECFD-27F5-37ED2DB1B37A}"/>
              </a:ext>
            </a:extLst>
          </p:cNvPr>
          <p:cNvSpPr txBox="1"/>
          <p:nvPr/>
        </p:nvSpPr>
        <p:spPr>
          <a:xfrm>
            <a:off x="6204533" y="3728473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[4] </a:t>
            </a:r>
            <a:endParaRPr lang="en-ZA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78CECE-E67D-549A-EEC7-EE68AA307BCD}"/>
              </a:ext>
            </a:extLst>
          </p:cNvPr>
          <p:cNvSpPr txBox="1"/>
          <p:nvPr/>
        </p:nvSpPr>
        <p:spPr>
          <a:xfrm>
            <a:off x="6214660" y="4057878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[5] </a:t>
            </a:r>
            <a:endParaRPr lang="en-ZA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197C94-29BE-9B02-AA15-5436E5AF1133}"/>
              </a:ext>
            </a:extLst>
          </p:cNvPr>
          <p:cNvSpPr txBox="1"/>
          <p:nvPr/>
        </p:nvSpPr>
        <p:spPr>
          <a:xfrm>
            <a:off x="6214660" y="4373093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[6] </a:t>
            </a:r>
            <a:endParaRPr lang="en-ZA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618A29-65C9-833A-EF33-D284936575F8}"/>
              </a:ext>
            </a:extLst>
          </p:cNvPr>
          <p:cNvSpPr txBox="1"/>
          <p:nvPr/>
        </p:nvSpPr>
        <p:spPr>
          <a:xfrm>
            <a:off x="6214660" y="4717742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[7] 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90788E-3B1B-BF53-C24F-1E43E1DEC4BE}"/>
              </a:ext>
            </a:extLst>
          </p:cNvPr>
          <p:cNvSpPr txBox="1"/>
          <p:nvPr/>
        </p:nvSpPr>
        <p:spPr>
          <a:xfrm>
            <a:off x="6214660" y="5063769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[8] 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D8D27F7-D7CB-9296-3233-4649197A4F35}"/>
              </a:ext>
            </a:extLst>
          </p:cNvPr>
          <p:cNvSpPr txBox="1"/>
          <p:nvPr/>
        </p:nvSpPr>
        <p:spPr>
          <a:xfrm>
            <a:off x="6214660" y="5389450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[9] </a:t>
            </a:r>
            <a:endParaRPr lang="en-ZA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7A4EF33-99A3-AF52-11A4-F3DB2F967E0A}"/>
              </a:ext>
            </a:extLst>
          </p:cNvPr>
          <p:cNvSpPr txBox="1"/>
          <p:nvPr/>
        </p:nvSpPr>
        <p:spPr>
          <a:xfrm>
            <a:off x="6107310" y="5758543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myS</a:t>
            </a:r>
            <a:r>
              <a:rPr lang="en-ZA" sz="2100" b="1" dirty="0" err="1">
                <a:latin typeface="LM Roman 12" panose="00000500000000000000" pitchFamily="50" charset="0"/>
              </a:rPr>
              <a:t>tring</a:t>
            </a:r>
            <a:r>
              <a:rPr lang="en-ZA" sz="2100" b="1" dirty="0">
                <a:latin typeface="LM Roman 12" panose="00000500000000000000" pitchFamily="50" charset="0"/>
              </a:rPr>
              <a:t>[10] </a:t>
            </a:r>
            <a:endParaRPr lang="en-ZA" dirty="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788FC4C-FE8C-9058-5C8B-76C702F49FF8}"/>
              </a:ext>
            </a:extLst>
          </p:cNvPr>
          <p:cNvCxnSpPr/>
          <p:nvPr/>
        </p:nvCxnSpPr>
        <p:spPr>
          <a:xfrm flipH="1">
            <a:off x="10442448" y="2573001"/>
            <a:ext cx="6126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D90EB23-CA4B-9A90-F81E-D8F63BE8F7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556" y="6255808"/>
            <a:ext cx="4778154" cy="57155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4DB96DF-3F87-0EBB-EA60-5C09EA94B95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456"/>
          <a:stretch>
            <a:fillRect/>
          </a:stretch>
        </p:blipFill>
        <p:spPr>
          <a:xfrm>
            <a:off x="532530" y="3136699"/>
            <a:ext cx="3646066" cy="3096843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07820763-484B-2D51-09F3-64238CCC4808}"/>
              </a:ext>
            </a:extLst>
          </p:cNvPr>
          <p:cNvGrpSpPr/>
          <p:nvPr/>
        </p:nvGrpSpPr>
        <p:grpSpPr>
          <a:xfrm>
            <a:off x="10612289" y="2196216"/>
            <a:ext cx="1716786" cy="693330"/>
            <a:chOff x="10671727" y="2194558"/>
            <a:chExt cx="1716786" cy="693330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CB249D2-A226-A3D7-5927-6D3BD1DED00C}"/>
                </a:ext>
              </a:extLst>
            </p:cNvPr>
            <p:cNvSpPr txBox="1"/>
            <p:nvPr/>
          </p:nvSpPr>
          <p:spPr>
            <a:xfrm>
              <a:off x="10671727" y="2194558"/>
              <a:ext cx="1716786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ZA" sz="2100" b="1" dirty="0" err="1">
                  <a:latin typeface="LM Roman 12" panose="00000500000000000000" pitchFamily="50" charset="0"/>
                </a:rPr>
                <a:t>myPointer</a:t>
              </a:r>
              <a:r>
                <a:rPr lang="en-ZA" sz="2100" b="1" dirty="0">
                  <a:latin typeface="LM Roman 12" panose="00000500000000000000" pitchFamily="50" charset="0"/>
                </a:rPr>
                <a:t> </a:t>
              </a:r>
              <a:endParaRPr lang="en-ZA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FD1DBF0-58DA-E543-8B19-436ABD0C77B0}"/>
                </a:ext>
              </a:extLst>
            </p:cNvPr>
            <p:cNvSpPr txBox="1"/>
            <p:nvPr/>
          </p:nvSpPr>
          <p:spPr>
            <a:xfrm>
              <a:off x="11131042" y="2518556"/>
              <a:ext cx="431528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endParaRPr lang="en-ZA" dirty="0"/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753754F5-55C3-2CB3-D681-261FEECF5A5A}"/>
              </a:ext>
            </a:extLst>
          </p:cNvPr>
          <p:cNvSpPr txBox="1"/>
          <p:nvPr/>
        </p:nvSpPr>
        <p:spPr>
          <a:xfrm>
            <a:off x="11047428" y="276528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+1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23FD60C-ED3F-8A96-0AC1-5245DBDD5010}"/>
              </a:ext>
            </a:extLst>
          </p:cNvPr>
          <p:cNvSpPr txBox="1"/>
          <p:nvPr/>
        </p:nvSpPr>
        <p:spPr>
          <a:xfrm>
            <a:off x="11047428" y="308260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+2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94F04B6-C0BF-9F04-E92D-F27DA9754EFA}"/>
              </a:ext>
            </a:extLst>
          </p:cNvPr>
          <p:cNvSpPr txBox="1"/>
          <p:nvPr/>
        </p:nvSpPr>
        <p:spPr>
          <a:xfrm>
            <a:off x="11047428" y="337122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+3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85404E9-8E96-6DB6-E93F-9EDA6CCFEC60}"/>
              </a:ext>
            </a:extLst>
          </p:cNvPr>
          <p:cNvSpPr txBox="1"/>
          <p:nvPr/>
        </p:nvSpPr>
        <p:spPr>
          <a:xfrm>
            <a:off x="11047428" y="368854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+4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2514194-D393-2255-B2E2-D60383759C43}"/>
              </a:ext>
            </a:extLst>
          </p:cNvPr>
          <p:cNvSpPr txBox="1"/>
          <p:nvPr/>
        </p:nvSpPr>
        <p:spPr>
          <a:xfrm>
            <a:off x="11047428" y="405577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+5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BC5A5B7-2D88-EF25-3E0D-26CAC2B123A0}"/>
              </a:ext>
            </a:extLst>
          </p:cNvPr>
          <p:cNvSpPr txBox="1"/>
          <p:nvPr/>
        </p:nvSpPr>
        <p:spPr>
          <a:xfrm>
            <a:off x="11047428" y="437309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+6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66C841D-FDAD-24BD-1450-9C5F9EAB424D}"/>
              </a:ext>
            </a:extLst>
          </p:cNvPr>
          <p:cNvSpPr txBox="1"/>
          <p:nvPr/>
        </p:nvSpPr>
        <p:spPr>
          <a:xfrm>
            <a:off x="11071604" y="470279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+7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3D75C95-8B95-ED14-ED22-706D43DCD957}"/>
              </a:ext>
            </a:extLst>
          </p:cNvPr>
          <p:cNvSpPr txBox="1"/>
          <p:nvPr/>
        </p:nvSpPr>
        <p:spPr>
          <a:xfrm>
            <a:off x="11071604" y="502011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+8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7E908CE-7D3B-B869-A4D5-7B9C0A6410C0}"/>
              </a:ext>
            </a:extLst>
          </p:cNvPr>
          <p:cNvSpPr txBox="1"/>
          <p:nvPr/>
        </p:nvSpPr>
        <p:spPr>
          <a:xfrm>
            <a:off x="11056567" y="538734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+9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CA18B10-ADF0-4608-5C84-54638062A1C0}"/>
              </a:ext>
            </a:extLst>
          </p:cNvPr>
          <p:cNvSpPr txBox="1"/>
          <p:nvPr/>
        </p:nvSpPr>
        <p:spPr>
          <a:xfrm>
            <a:off x="10953270" y="5717050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+10</a:t>
            </a:r>
          </a:p>
        </p:txBody>
      </p:sp>
    </p:spTree>
    <p:extLst>
      <p:ext uri="{BB962C8B-B14F-4D97-AF65-F5344CB8AC3E}">
        <p14:creationId xmlns:p14="http://schemas.microsoft.com/office/powerpoint/2010/main" val="38071380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1.48148E-6 L -0.00638 0.49676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6" y="2483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1.85185E-6 L -0.00326 0.46829 " pathEditMode="relative" rAng="0" ptsTypes="AA">
                                      <p:cBhvr>
                                        <p:cTn id="8" dur="5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9" y="234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8CDFC-32E6-A3ED-6843-C1D441AAA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3D4AF60F-5F0A-9926-18F4-8E73DFDFBEA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81EA535-978E-7457-3089-D1B83C7CCA46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BFA8222-4918-FCCC-06BA-1D1CD49DFA2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67DCB53-5C4D-02B7-2341-A6B0AA536D1F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71A9534C-9744-B33D-843F-E1FA04068D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5FC3BCD-6325-0AF3-504D-852824B0EC79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B55E7CA-444F-C0B8-2F8A-40EF5CA4DB8A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>
                  <a:solidFill>
                    <a:srgbClr val="FFFF00"/>
                  </a:solidFill>
                  <a:latin typeface="LM Roman 12" panose="00000500000000000000" pitchFamily="50" charset="0"/>
                </a:rPr>
                <a:t>Pointer arithmetic 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8C58A58-F9BC-9814-1B38-9D22136345C2}"/>
              </a:ext>
            </a:extLst>
          </p:cNvPr>
          <p:cNvSpPr txBox="1"/>
          <p:nvPr/>
        </p:nvSpPr>
        <p:spPr>
          <a:xfrm>
            <a:off x="210906" y="1306887"/>
            <a:ext cx="307718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int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</a:t>
            </a:r>
            <a:r>
              <a:rPr lang="en-ZA" sz="2100" dirty="0" err="1">
                <a:latin typeface="LM Roman 12" panose="00000500000000000000" pitchFamily="50" charset="0"/>
              </a:rPr>
              <a:t>myArray</a:t>
            </a:r>
            <a:r>
              <a:rPr lang="en-ZA" sz="2100" dirty="0">
                <a:latin typeface="LM Roman 12" panose="00000500000000000000" pitchFamily="50" charset="0"/>
              </a:rPr>
              <a:t>[] = {21,1,2}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215AF5-1A8F-C920-8A3A-7B4DAA509F88}"/>
              </a:ext>
            </a:extLst>
          </p:cNvPr>
          <p:cNvSpPr/>
          <p:nvPr/>
        </p:nvSpPr>
        <p:spPr>
          <a:xfrm>
            <a:off x="6184279" y="1516375"/>
            <a:ext cx="1422514" cy="470362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 dirty="0">
                <a:latin typeface="LM Roman 12" panose="00000500000000000000" pitchFamily="50" charset="0"/>
              </a:rPr>
              <a:t>name</a:t>
            </a:r>
            <a:endParaRPr lang="en-ZA" dirty="0">
              <a:latin typeface="LM Roman 12" panose="00000500000000000000" pitchFamily="50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B6CAD-2F58-64EA-4FA4-A0558734C083}"/>
              </a:ext>
            </a:extLst>
          </p:cNvPr>
          <p:cNvSpPr/>
          <p:nvPr/>
        </p:nvSpPr>
        <p:spPr>
          <a:xfrm>
            <a:off x="7716746" y="1516375"/>
            <a:ext cx="1422514" cy="470362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>
                <a:latin typeface="LM Roman 12" panose="00000500000000000000" pitchFamily="50" charset="0"/>
              </a:rPr>
              <a:t>value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0A432A-C131-94C9-CECF-EA4037D5DCFE}"/>
              </a:ext>
            </a:extLst>
          </p:cNvPr>
          <p:cNvSpPr/>
          <p:nvPr/>
        </p:nvSpPr>
        <p:spPr>
          <a:xfrm>
            <a:off x="9249213" y="1516375"/>
            <a:ext cx="1422514" cy="470362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>
                <a:latin typeface="LM Roman 12" panose="00000500000000000000" pitchFamily="50" charset="0"/>
              </a:rPr>
              <a:t>address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D14492-E414-3007-8F41-7BA242D0E53F}"/>
              </a:ext>
            </a:extLst>
          </p:cNvPr>
          <p:cNvSpPr/>
          <p:nvPr/>
        </p:nvSpPr>
        <p:spPr>
          <a:xfrm>
            <a:off x="7716746" y="515255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18AE68-0204-0B43-A598-67B3B5E395DE}"/>
              </a:ext>
            </a:extLst>
          </p:cNvPr>
          <p:cNvSpPr txBox="1"/>
          <p:nvPr/>
        </p:nvSpPr>
        <p:spPr>
          <a:xfrm>
            <a:off x="9638106" y="2038732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….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F7894A-075E-6687-3505-4A51CF523480}"/>
              </a:ext>
            </a:extLst>
          </p:cNvPr>
          <p:cNvSpPr txBox="1"/>
          <p:nvPr/>
        </p:nvSpPr>
        <p:spPr>
          <a:xfrm>
            <a:off x="9638106" y="2367788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B56F11-2981-8B24-DE6B-E41A95439A21}"/>
              </a:ext>
            </a:extLst>
          </p:cNvPr>
          <p:cNvSpPr txBox="1"/>
          <p:nvPr/>
        </p:nvSpPr>
        <p:spPr>
          <a:xfrm>
            <a:off x="9638106" y="2690947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F0B72F-D9BD-E666-B2F3-89BBF6452187}"/>
              </a:ext>
            </a:extLst>
          </p:cNvPr>
          <p:cNvSpPr txBox="1"/>
          <p:nvPr/>
        </p:nvSpPr>
        <p:spPr>
          <a:xfrm>
            <a:off x="9638106" y="613461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…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16E1E6C-C636-A5FD-CE9E-DE58348CB1A2}"/>
              </a:ext>
            </a:extLst>
          </p:cNvPr>
          <p:cNvSpPr/>
          <p:nvPr/>
        </p:nvSpPr>
        <p:spPr>
          <a:xfrm>
            <a:off x="7716746" y="5829247"/>
            <a:ext cx="1422514" cy="26764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31EE0E-B410-20F0-23DC-E64D7AEAB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738" y="1108611"/>
            <a:ext cx="2514818" cy="304826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AB6A71CD-93EE-1398-021A-2539DD477611}"/>
              </a:ext>
            </a:extLst>
          </p:cNvPr>
          <p:cNvSpPr/>
          <p:nvPr/>
        </p:nvSpPr>
        <p:spPr>
          <a:xfrm>
            <a:off x="7716746" y="549090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3D53C89-03FB-EB8E-F384-E7EB767418EB}"/>
              </a:ext>
            </a:extLst>
          </p:cNvPr>
          <p:cNvSpPr/>
          <p:nvPr/>
        </p:nvSpPr>
        <p:spPr>
          <a:xfrm>
            <a:off x="7716746" y="210745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….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AC43ED8-131D-8362-956D-E2E3AF21E5C2}"/>
              </a:ext>
            </a:extLst>
          </p:cNvPr>
          <p:cNvSpPr/>
          <p:nvPr/>
        </p:nvSpPr>
        <p:spPr>
          <a:xfrm>
            <a:off x="7716746" y="244579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3094595-FB9B-EBBB-AF4D-9ECC1723CE0F}"/>
              </a:ext>
            </a:extLst>
          </p:cNvPr>
          <p:cNvSpPr/>
          <p:nvPr/>
        </p:nvSpPr>
        <p:spPr>
          <a:xfrm>
            <a:off x="7716746" y="278414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84C682D-F767-FD1C-27C8-4F2A0879D44F}"/>
              </a:ext>
            </a:extLst>
          </p:cNvPr>
          <p:cNvSpPr/>
          <p:nvPr/>
        </p:nvSpPr>
        <p:spPr>
          <a:xfrm>
            <a:off x="7716746" y="312248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C7B1914-C5AC-C3B5-BC5A-A905A0F9AAB4}"/>
              </a:ext>
            </a:extLst>
          </p:cNvPr>
          <p:cNvSpPr/>
          <p:nvPr/>
        </p:nvSpPr>
        <p:spPr>
          <a:xfrm>
            <a:off x="7716746" y="346083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EF38FB0-EE90-7F67-D9C6-463F1BD09AC9}"/>
              </a:ext>
            </a:extLst>
          </p:cNvPr>
          <p:cNvSpPr/>
          <p:nvPr/>
        </p:nvSpPr>
        <p:spPr>
          <a:xfrm>
            <a:off x="7716746" y="379917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8B94B68-6698-0958-98A4-C6CA3EF61DC4}"/>
              </a:ext>
            </a:extLst>
          </p:cNvPr>
          <p:cNvSpPr/>
          <p:nvPr/>
        </p:nvSpPr>
        <p:spPr>
          <a:xfrm>
            <a:off x="7716746" y="413752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20128F4-2869-1FE6-D85E-53FD12274C2F}"/>
              </a:ext>
            </a:extLst>
          </p:cNvPr>
          <p:cNvSpPr/>
          <p:nvPr/>
        </p:nvSpPr>
        <p:spPr>
          <a:xfrm>
            <a:off x="7716746" y="447586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6E65EB9-C845-A3FE-24F9-95A6D0C230EE}"/>
              </a:ext>
            </a:extLst>
          </p:cNvPr>
          <p:cNvSpPr/>
          <p:nvPr/>
        </p:nvSpPr>
        <p:spPr>
          <a:xfrm>
            <a:off x="7716746" y="481421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D9A7797-BCF1-FD51-A715-ECAB3CC2724E}"/>
              </a:ext>
            </a:extLst>
          </p:cNvPr>
          <p:cNvSpPr/>
          <p:nvPr/>
        </p:nvSpPr>
        <p:spPr>
          <a:xfrm>
            <a:off x="7716746" y="6167593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1728DD1-5976-C066-115C-61AED11A8FB5}"/>
              </a:ext>
            </a:extLst>
          </p:cNvPr>
          <p:cNvSpPr/>
          <p:nvPr/>
        </p:nvSpPr>
        <p:spPr>
          <a:xfrm>
            <a:off x="7716746" y="6505944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…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9E79F11-A05A-2712-9C52-3CC0F9240658}"/>
              </a:ext>
            </a:extLst>
          </p:cNvPr>
          <p:cNvSpPr txBox="1"/>
          <p:nvPr/>
        </p:nvSpPr>
        <p:spPr>
          <a:xfrm>
            <a:off x="9638106" y="3045271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D6520AC-68D2-E417-40EC-3EBE05D305F8}"/>
              </a:ext>
            </a:extLst>
          </p:cNvPr>
          <p:cNvSpPr txBox="1"/>
          <p:nvPr/>
        </p:nvSpPr>
        <p:spPr>
          <a:xfrm>
            <a:off x="9638106" y="3374327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231CAA1-15CC-F6D9-B5B4-5395919EC623}"/>
              </a:ext>
            </a:extLst>
          </p:cNvPr>
          <p:cNvSpPr txBox="1"/>
          <p:nvPr/>
        </p:nvSpPr>
        <p:spPr>
          <a:xfrm>
            <a:off x="9638106" y="3697486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88B511D-175A-6C0D-87A6-582D4E9DF059}"/>
              </a:ext>
            </a:extLst>
          </p:cNvPr>
          <p:cNvSpPr txBox="1"/>
          <p:nvPr/>
        </p:nvSpPr>
        <p:spPr>
          <a:xfrm>
            <a:off x="9638106" y="4067120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AB8EC2B-C290-2B58-B571-B99EC8A84278}"/>
              </a:ext>
            </a:extLst>
          </p:cNvPr>
          <p:cNvSpPr txBox="1"/>
          <p:nvPr/>
        </p:nvSpPr>
        <p:spPr>
          <a:xfrm>
            <a:off x="9638106" y="4396176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1055530-B6FA-4407-0E69-2A43370486BE}"/>
              </a:ext>
            </a:extLst>
          </p:cNvPr>
          <p:cNvSpPr txBox="1"/>
          <p:nvPr/>
        </p:nvSpPr>
        <p:spPr>
          <a:xfrm>
            <a:off x="9638106" y="4719335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011D1CC-7FAD-FEE2-302B-7BC9DA54AF74}"/>
              </a:ext>
            </a:extLst>
          </p:cNvPr>
          <p:cNvSpPr txBox="1"/>
          <p:nvPr/>
        </p:nvSpPr>
        <p:spPr>
          <a:xfrm>
            <a:off x="9637258" y="5081853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F594047-BAEC-E391-8D2C-908F7126C58A}"/>
              </a:ext>
            </a:extLst>
          </p:cNvPr>
          <p:cNvSpPr txBox="1"/>
          <p:nvPr/>
        </p:nvSpPr>
        <p:spPr>
          <a:xfrm>
            <a:off x="9637258" y="5410909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E210BAE-9A0F-A4B4-CA1C-B20EB0131B96}"/>
              </a:ext>
            </a:extLst>
          </p:cNvPr>
          <p:cNvSpPr txBox="1"/>
          <p:nvPr/>
        </p:nvSpPr>
        <p:spPr>
          <a:xfrm>
            <a:off x="9638106" y="5780241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0x3010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DCB15DA-1DDF-57B7-E947-AE211E7E5F81}"/>
              </a:ext>
            </a:extLst>
          </p:cNvPr>
          <p:cNvSpPr txBox="1"/>
          <p:nvPr/>
        </p:nvSpPr>
        <p:spPr>
          <a:xfrm>
            <a:off x="210906" y="1785449"/>
            <a:ext cx="338246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int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*</a:t>
            </a:r>
            <a:r>
              <a:rPr lang="en-ZA" sz="2100" dirty="0" err="1">
                <a:latin typeface="LM Roman 12" panose="00000500000000000000" pitchFamily="50" charset="0"/>
              </a:rPr>
              <a:t>myPointer</a:t>
            </a:r>
            <a:r>
              <a:rPr lang="en-ZA" sz="2100" dirty="0">
                <a:latin typeface="LM Roman 12" panose="00000500000000000000" pitchFamily="50" charset="0"/>
              </a:rPr>
              <a:t> = </a:t>
            </a:r>
            <a:r>
              <a:rPr lang="en-ZA" sz="2100" dirty="0" err="1">
                <a:latin typeface="LM Roman 12" panose="00000500000000000000" pitchFamily="50" charset="0"/>
              </a:rPr>
              <a:t>myArray</a:t>
            </a:r>
            <a:r>
              <a:rPr lang="en-ZA" sz="2100" dirty="0">
                <a:latin typeface="LM Roman 12" panose="00000500000000000000" pitchFamily="50" charset="0"/>
              </a:rPr>
              <a:t>;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BE0D8B1-D319-5C44-B1E8-7EACBAF4715C}"/>
              </a:ext>
            </a:extLst>
          </p:cNvPr>
          <p:cNvSpPr txBox="1"/>
          <p:nvPr/>
        </p:nvSpPr>
        <p:spPr>
          <a:xfrm>
            <a:off x="170320" y="2223213"/>
            <a:ext cx="40717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(int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*</a:t>
            </a:r>
            <a:r>
              <a:rPr lang="en-ZA" sz="2100" dirty="0" err="1">
                <a:latin typeface="LM Roman 12" panose="00000500000000000000" pitchFamily="50" charset="0"/>
              </a:rPr>
              <a:t>myPointer</a:t>
            </a:r>
            <a:r>
              <a:rPr lang="en-ZA" sz="2100" dirty="0">
                <a:latin typeface="LM Roman 12" panose="00000500000000000000" pitchFamily="50" charset="0"/>
              </a:rPr>
              <a:t> = &amp;</a:t>
            </a:r>
            <a:r>
              <a:rPr lang="en-ZA" sz="2100" dirty="0" err="1">
                <a:latin typeface="LM Roman 12" panose="00000500000000000000" pitchFamily="50" charset="0"/>
              </a:rPr>
              <a:t>myArray</a:t>
            </a:r>
            <a:r>
              <a:rPr lang="en-ZA" sz="2100" dirty="0">
                <a:latin typeface="LM Roman 12" panose="00000500000000000000" pitchFamily="50" charset="0"/>
              </a:rPr>
              <a:t>[0];)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F7CE70-6B73-553C-C495-81E145494EEB}"/>
              </a:ext>
            </a:extLst>
          </p:cNvPr>
          <p:cNvSpPr txBox="1"/>
          <p:nvPr/>
        </p:nvSpPr>
        <p:spPr>
          <a:xfrm>
            <a:off x="6184279" y="2359981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myArray</a:t>
            </a:r>
            <a:r>
              <a:rPr lang="en-ZA" sz="2100" b="1" dirty="0">
                <a:latin typeface="LM Roman 12" panose="00000500000000000000" pitchFamily="50" charset="0"/>
              </a:rPr>
              <a:t>[0] </a:t>
            </a:r>
            <a:endParaRPr lang="en-ZA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60CDD5-1533-8DC7-3DA4-EC02F81C2497}"/>
              </a:ext>
            </a:extLst>
          </p:cNvPr>
          <p:cNvSpPr txBox="1"/>
          <p:nvPr/>
        </p:nvSpPr>
        <p:spPr>
          <a:xfrm>
            <a:off x="6204533" y="3728473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myArray</a:t>
            </a:r>
            <a:r>
              <a:rPr lang="en-ZA" sz="2100" b="1" dirty="0">
                <a:latin typeface="LM Roman 12" panose="00000500000000000000" pitchFamily="50" charset="0"/>
              </a:rPr>
              <a:t>[1] 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8FDDB2-F14C-9FBE-2D32-16317C43E432}"/>
              </a:ext>
            </a:extLst>
          </p:cNvPr>
          <p:cNvSpPr txBox="1"/>
          <p:nvPr/>
        </p:nvSpPr>
        <p:spPr>
          <a:xfrm>
            <a:off x="6214660" y="5063769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myArray</a:t>
            </a:r>
            <a:r>
              <a:rPr lang="en-ZA" sz="2100" b="1" dirty="0">
                <a:latin typeface="LM Roman 12" panose="00000500000000000000" pitchFamily="50" charset="0"/>
              </a:rPr>
              <a:t>[2] </a:t>
            </a:r>
            <a:endParaRPr lang="en-ZA" dirty="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EE58396-715D-9220-C5EF-443C500CA233}"/>
              </a:ext>
            </a:extLst>
          </p:cNvPr>
          <p:cNvCxnSpPr/>
          <p:nvPr/>
        </p:nvCxnSpPr>
        <p:spPr>
          <a:xfrm flipH="1">
            <a:off x="10442448" y="2573001"/>
            <a:ext cx="6126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027D1BD-7112-0C33-8A01-55A96FE14318}"/>
              </a:ext>
            </a:extLst>
          </p:cNvPr>
          <p:cNvGrpSpPr/>
          <p:nvPr/>
        </p:nvGrpSpPr>
        <p:grpSpPr>
          <a:xfrm>
            <a:off x="10671727" y="2194558"/>
            <a:ext cx="1716786" cy="703546"/>
            <a:chOff x="10671727" y="2194558"/>
            <a:chExt cx="1716786" cy="703546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FDD3B14-93BC-436B-5D3C-416987E5278F}"/>
                </a:ext>
              </a:extLst>
            </p:cNvPr>
            <p:cNvSpPr txBox="1"/>
            <p:nvPr/>
          </p:nvSpPr>
          <p:spPr>
            <a:xfrm>
              <a:off x="10671727" y="2194558"/>
              <a:ext cx="1716786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ZA" sz="2100" b="1" dirty="0" err="1">
                  <a:latin typeface="LM Roman 12" panose="00000500000000000000" pitchFamily="50" charset="0"/>
                </a:rPr>
                <a:t>myPointer</a:t>
              </a:r>
              <a:r>
                <a:rPr lang="en-ZA" sz="2100" b="1" dirty="0">
                  <a:latin typeface="LM Roman 12" panose="00000500000000000000" pitchFamily="50" charset="0"/>
                </a:rPr>
                <a:t> </a:t>
              </a:r>
              <a:endParaRPr lang="en-ZA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BF83239-C1E8-B41C-C9C1-828FD9DAC491}"/>
                </a:ext>
              </a:extLst>
            </p:cNvPr>
            <p:cNvSpPr txBox="1"/>
            <p:nvPr/>
          </p:nvSpPr>
          <p:spPr>
            <a:xfrm>
              <a:off x="10784834" y="2528772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ZA" dirty="0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4BAEDADC-F3D1-20EC-BF9B-7D3D423EBD66}"/>
              </a:ext>
            </a:extLst>
          </p:cNvPr>
          <p:cNvSpPr/>
          <p:nvPr/>
        </p:nvSpPr>
        <p:spPr>
          <a:xfrm>
            <a:off x="7901065" y="2528772"/>
            <a:ext cx="1094079" cy="11289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21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B11C8D-4C8B-8AF3-0FEE-D731642485A5}"/>
              </a:ext>
            </a:extLst>
          </p:cNvPr>
          <p:cNvSpPr/>
          <p:nvPr/>
        </p:nvSpPr>
        <p:spPr>
          <a:xfrm>
            <a:off x="7901064" y="3862170"/>
            <a:ext cx="1094079" cy="11289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EAA0D1-8637-699C-C125-CA0B3E50DB84}"/>
              </a:ext>
            </a:extLst>
          </p:cNvPr>
          <p:cNvSpPr/>
          <p:nvPr/>
        </p:nvSpPr>
        <p:spPr>
          <a:xfrm>
            <a:off x="7901064" y="5203077"/>
            <a:ext cx="1094079" cy="11289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2165342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BE3FC-9803-EDF1-66D9-28903428A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5D25BFE-D83B-8182-3C94-50A84155567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B4A1F8B-9510-363F-FFC7-2AB102E1CC1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2F2BB38-A0E2-F4BA-1F2D-B36BC5E75C0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026E100-2F2B-F9E9-9DFA-009E4E238A64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2F8359F9-E7CF-FEBD-44DE-B167D4E280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12C6F48-1078-F618-DF8C-D1AB8E66481C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95B171B-AAE4-5A04-54E6-7524B8859A62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Pointer expressions 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8E643A8-1ED7-7355-B2AF-37056C8E699B}"/>
              </a:ext>
            </a:extLst>
          </p:cNvPr>
          <p:cNvSpPr txBox="1"/>
          <p:nvPr/>
        </p:nvSpPr>
        <p:spPr>
          <a:xfrm>
            <a:off x="210906" y="1306887"/>
            <a:ext cx="307718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int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</a:t>
            </a:r>
            <a:r>
              <a:rPr lang="en-ZA" sz="2100" dirty="0" err="1">
                <a:latin typeface="LM Roman 12" panose="00000500000000000000" pitchFamily="50" charset="0"/>
              </a:rPr>
              <a:t>myArray</a:t>
            </a:r>
            <a:r>
              <a:rPr lang="en-ZA" sz="2100" dirty="0">
                <a:latin typeface="LM Roman 12" panose="00000500000000000000" pitchFamily="50" charset="0"/>
              </a:rPr>
              <a:t>[] = {21,1,2}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587E8E-64CC-FFFD-D9C5-5504254CCA2C}"/>
              </a:ext>
            </a:extLst>
          </p:cNvPr>
          <p:cNvSpPr/>
          <p:nvPr/>
        </p:nvSpPr>
        <p:spPr>
          <a:xfrm>
            <a:off x="6184279" y="1516375"/>
            <a:ext cx="1422514" cy="470362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 dirty="0">
                <a:latin typeface="LM Roman 12" panose="00000500000000000000" pitchFamily="50" charset="0"/>
              </a:rPr>
              <a:t>name</a:t>
            </a:r>
            <a:endParaRPr lang="en-ZA" dirty="0">
              <a:latin typeface="LM Roman 12" panose="00000500000000000000" pitchFamily="50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91C09C-9F5E-A035-4317-438D7223721B}"/>
              </a:ext>
            </a:extLst>
          </p:cNvPr>
          <p:cNvSpPr/>
          <p:nvPr/>
        </p:nvSpPr>
        <p:spPr>
          <a:xfrm>
            <a:off x="7716746" y="1516375"/>
            <a:ext cx="1422514" cy="470362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>
                <a:latin typeface="LM Roman 12" panose="00000500000000000000" pitchFamily="50" charset="0"/>
              </a:rPr>
              <a:t>value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8E7C70-1FF9-DA0D-2923-FC014F0E75DC}"/>
              </a:ext>
            </a:extLst>
          </p:cNvPr>
          <p:cNvSpPr/>
          <p:nvPr/>
        </p:nvSpPr>
        <p:spPr>
          <a:xfrm>
            <a:off x="9249213" y="1516375"/>
            <a:ext cx="1422514" cy="470362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>
                <a:latin typeface="LM Roman 12" panose="00000500000000000000" pitchFamily="50" charset="0"/>
              </a:rPr>
              <a:t>address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EC130A-BC94-7E4E-0332-FE62A7CB570A}"/>
              </a:ext>
            </a:extLst>
          </p:cNvPr>
          <p:cNvSpPr/>
          <p:nvPr/>
        </p:nvSpPr>
        <p:spPr>
          <a:xfrm>
            <a:off x="7716746" y="515255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2025F7-64E7-839A-DB12-353B973CE3A8}"/>
              </a:ext>
            </a:extLst>
          </p:cNvPr>
          <p:cNvSpPr txBox="1"/>
          <p:nvPr/>
        </p:nvSpPr>
        <p:spPr>
          <a:xfrm>
            <a:off x="9638106" y="2038732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….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41D890-D469-1B57-5700-C9791127DF05}"/>
              </a:ext>
            </a:extLst>
          </p:cNvPr>
          <p:cNvSpPr txBox="1"/>
          <p:nvPr/>
        </p:nvSpPr>
        <p:spPr>
          <a:xfrm>
            <a:off x="9638106" y="2367788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D91165-D6CB-1DFB-F918-84505D8FA438}"/>
              </a:ext>
            </a:extLst>
          </p:cNvPr>
          <p:cNvSpPr txBox="1"/>
          <p:nvPr/>
        </p:nvSpPr>
        <p:spPr>
          <a:xfrm>
            <a:off x="9638106" y="2690947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A01A7A8-631D-95AA-55CB-4C7A0D4E94A9}"/>
              </a:ext>
            </a:extLst>
          </p:cNvPr>
          <p:cNvSpPr txBox="1"/>
          <p:nvPr/>
        </p:nvSpPr>
        <p:spPr>
          <a:xfrm>
            <a:off x="9638106" y="613461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…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362805E-A9E6-942D-2F5D-77843B19CC51}"/>
              </a:ext>
            </a:extLst>
          </p:cNvPr>
          <p:cNvSpPr/>
          <p:nvPr/>
        </p:nvSpPr>
        <p:spPr>
          <a:xfrm>
            <a:off x="7716746" y="5829247"/>
            <a:ext cx="1422514" cy="26764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7AFFDB-8567-66BD-C1D0-24FF511B9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738" y="1108611"/>
            <a:ext cx="2514818" cy="304826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C9B101F6-748C-59B1-F63E-84D2387C25E3}"/>
              </a:ext>
            </a:extLst>
          </p:cNvPr>
          <p:cNvSpPr/>
          <p:nvPr/>
        </p:nvSpPr>
        <p:spPr>
          <a:xfrm>
            <a:off x="7716746" y="549090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D70CDA5-1AD4-BCA5-762C-4F7A28B5DF4A}"/>
              </a:ext>
            </a:extLst>
          </p:cNvPr>
          <p:cNvSpPr/>
          <p:nvPr/>
        </p:nvSpPr>
        <p:spPr>
          <a:xfrm>
            <a:off x="7716746" y="210745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….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21145EE-165A-31F6-1F1C-74BB9C01838F}"/>
              </a:ext>
            </a:extLst>
          </p:cNvPr>
          <p:cNvSpPr/>
          <p:nvPr/>
        </p:nvSpPr>
        <p:spPr>
          <a:xfrm>
            <a:off x="7716746" y="244579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B4F38FF-BC63-1FBE-D0C6-C50F9B8BDC7D}"/>
              </a:ext>
            </a:extLst>
          </p:cNvPr>
          <p:cNvSpPr/>
          <p:nvPr/>
        </p:nvSpPr>
        <p:spPr>
          <a:xfrm>
            <a:off x="7716746" y="278414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BBDCA08-956B-47C8-D2F9-2F57CC0B2754}"/>
              </a:ext>
            </a:extLst>
          </p:cNvPr>
          <p:cNvSpPr/>
          <p:nvPr/>
        </p:nvSpPr>
        <p:spPr>
          <a:xfrm>
            <a:off x="7716746" y="312248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2EB98E5-5B56-119F-D6B1-CF29827C4C5C}"/>
              </a:ext>
            </a:extLst>
          </p:cNvPr>
          <p:cNvSpPr/>
          <p:nvPr/>
        </p:nvSpPr>
        <p:spPr>
          <a:xfrm>
            <a:off x="7716746" y="346083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36BA1F2-3937-429D-93D0-808DF0D98DE0}"/>
              </a:ext>
            </a:extLst>
          </p:cNvPr>
          <p:cNvSpPr/>
          <p:nvPr/>
        </p:nvSpPr>
        <p:spPr>
          <a:xfrm>
            <a:off x="7716746" y="379917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EA5F4B1-7B34-2451-22DB-BCD78531C4BC}"/>
              </a:ext>
            </a:extLst>
          </p:cNvPr>
          <p:cNvSpPr/>
          <p:nvPr/>
        </p:nvSpPr>
        <p:spPr>
          <a:xfrm>
            <a:off x="7716746" y="413752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0B45A38-5C6B-1CF0-2490-97A0C155D8B5}"/>
              </a:ext>
            </a:extLst>
          </p:cNvPr>
          <p:cNvSpPr/>
          <p:nvPr/>
        </p:nvSpPr>
        <p:spPr>
          <a:xfrm>
            <a:off x="7716746" y="447586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37CAD11-7B38-DCC9-839C-27D14A4ED0A1}"/>
              </a:ext>
            </a:extLst>
          </p:cNvPr>
          <p:cNvSpPr/>
          <p:nvPr/>
        </p:nvSpPr>
        <p:spPr>
          <a:xfrm>
            <a:off x="7716746" y="481421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604D345-CECB-B6DF-E89E-F644AA6C0478}"/>
              </a:ext>
            </a:extLst>
          </p:cNvPr>
          <p:cNvSpPr/>
          <p:nvPr/>
        </p:nvSpPr>
        <p:spPr>
          <a:xfrm>
            <a:off x="7716746" y="6167593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AD0B8F0-9E0A-BBFC-9039-F74DDC8C2432}"/>
              </a:ext>
            </a:extLst>
          </p:cNvPr>
          <p:cNvSpPr/>
          <p:nvPr/>
        </p:nvSpPr>
        <p:spPr>
          <a:xfrm>
            <a:off x="7716746" y="6505944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…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3D0ACF6-E12A-27A7-6287-7B880119B1C2}"/>
              </a:ext>
            </a:extLst>
          </p:cNvPr>
          <p:cNvSpPr txBox="1"/>
          <p:nvPr/>
        </p:nvSpPr>
        <p:spPr>
          <a:xfrm>
            <a:off x="9638106" y="3045271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F1AA529-01E9-C1D1-B153-6959011906D6}"/>
              </a:ext>
            </a:extLst>
          </p:cNvPr>
          <p:cNvSpPr txBox="1"/>
          <p:nvPr/>
        </p:nvSpPr>
        <p:spPr>
          <a:xfrm>
            <a:off x="9638106" y="3374327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609BB57-2D28-14E7-B4FA-286BD4F6DB83}"/>
              </a:ext>
            </a:extLst>
          </p:cNvPr>
          <p:cNvSpPr txBox="1"/>
          <p:nvPr/>
        </p:nvSpPr>
        <p:spPr>
          <a:xfrm>
            <a:off x="9638106" y="3697486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16959C7-5BD7-9894-6B57-3202AEFFA5D1}"/>
              </a:ext>
            </a:extLst>
          </p:cNvPr>
          <p:cNvSpPr txBox="1"/>
          <p:nvPr/>
        </p:nvSpPr>
        <p:spPr>
          <a:xfrm>
            <a:off x="9638106" y="4067120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E47E285-F71F-92B8-6C55-4C57C34AFD18}"/>
              </a:ext>
            </a:extLst>
          </p:cNvPr>
          <p:cNvSpPr txBox="1"/>
          <p:nvPr/>
        </p:nvSpPr>
        <p:spPr>
          <a:xfrm>
            <a:off x="9638106" y="4396176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F752DB0-42E3-19E5-8BCA-BAEE755ABED6}"/>
              </a:ext>
            </a:extLst>
          </p:cNvPr>
          <p:cNvSpPr txBox="1"/>
          <p:nvPr/>
        </p:nvSpPr>
        <p:spPr>
          <a:xfrm>
            <a:off x="9638106" y="4719335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4419762-0B43-90A4-BE1D-092D6473DDF5}"/>
              </a:ext>
            </a:extLst>
          </p:cNvPr>
          <p:cNvSpPr txBox="1"/>
          <p:nvPr/>
        </p:nvSpPr>
        <p:spPr>
          <a:xfrm>
            <a:off x="9637258" y="5081853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75ADF08-15DD-A431-8AA6-8DCF72E39A72}"/>
              </a:ext>
            </a:extLst>
          </p:cNvPr>
          <p:cNvSpPr txBox="1"/>
          <p:nvPr/>
        </p:nvSpPr>
        <p:spPr>
          <a:xfrm>
            <a:off x="9637258" y="5410909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5C20381-F4D3-9F8C-DFDC-C0F7BC795078}"/>
              </a:ext>
            </a:extLst>
          </p:cNvPr>
          <p:cNvSpPr txBox="1"/>
          <p:nvPr/>
        </p:nvSpPr>
        <p:spPr>
          <a:xfrm>
            <a:off x="9638106" y="5780241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0x3010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9B13235-0A12-1085-20F9-CE57A16796FE}"/>
              </a:ext>
            </a:extLst>
          </p:cNvPr>
          <p:cNvSpPr txBox="1"/>
          <p:nvPr/>
        </p:nvSpPr>
        <p:spPr>
          <a:xfrm>
            <a:off x="210906" y="1785449"/>
            <a:ext cx="338246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int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*</a:t>
            </a:r>
            <a:r>
              <a:rPr lang="en-ZA" sz="2100" dirty="0" err="1">
                <a:latin typeface="LM Roman 12" panose="00000500000000000000" pitchFamily="50" charset="0"/>
              </a:rPr>
              <a:t>myPointer</a:t>
            </a:r>
            <a:r>
              <a:rPr lang="en-ZA" sz="2100" dirty="0">
                <a:latin typeface="LM Roman 12" panose="00000500000000000000" pitchFamily="50" charset="0"/>
              </a:rPr>
              <a:t> = </a:t>
            </a:r>
            <a:r>
              <a:rPr lang="en-ZA" sz="2100" dirty="0" err="1">
                <a:latin typeface="LM Roman 12" panose="00000500000000000000" pitchFamily="50" charset="0"/>
              </a:rPr>
              <a:t>myArray</a:t>
            </a:r>
            <a:r>
              <a:rPr lang="en-ZA" sz="2100" dirty="0">
                <a:latin typeface="LM Roman 12" panose="00000500000000000000" pitchFamily="50" charset="0"/>
              </a:rPr>
              <a:t>;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2C87ABF-3DC0-9525-3A3D-83C5E7BFDF64}"/>
              </a:ext>
            </a:extLst>
          </p:cNvPr>
          <p:cNvSpPr txBox="1"/>
          <p:nvPr/>
        </p:nvSpPr>
        <p:spPr>
          <a:xfrm>
            <a:off x="170320" y="2223213"/>
            <a:ext cx="40717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(int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*</a:t>
            </a:r>
            <a:r>
              <a:rPr lang="en-ZA" sz="2100" dirty="0" err="1">
                <a:latin typeface="LM Roman 12" panose="00000500000000000000" pitchFamily="50" charset="0"/>
              </a:rPr>
              <a:t>myPointer</a:t>
            </a:r>
            <a:r>
              <a:rPr lang="en-ZA" sz="2100" dirty="0">
                <a:latin typeface="LM Roman 12" panose="00000500000000000000" pitchFamily="50" charset="0"/>
              </a:rPr>
              <a:t> = &amp;</a:t>
            </a:r>
            <a:r>
              <a:rPr lang="en-ZA" sz="2100" dirty="0" err="1">
                <a:latin typeface="LM Roman 12" panose="00000500000000000000" pitchFamily="50" charset="0"/>
              </a:rPr>
              <a:t>myArray</a:t>
            </a:r>
            <a:r>
              <a:rPr lang="en-ZA" sz="2100" dirty="0">
                <a:latin typeface="LM Roman 12" panose="00000500000000000000" pitchFamily="50" charset="0"/>
              </a:rPr>
              <a:t>[0];)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167885-8B31-5673-7131-BF29098E80C2}"/>
              </a:ext>
            </a:extLst>
          </p:cNvPr>
          <p:cNvSpPr txBox="1"/>
          <p:nvPr/>
        </p:nvSpPr>
        <p:spPr>
          <a:xfrm>
            <a:off x="6184279" y="2359981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myArray</a:t>
            </a:r>
            <a:r>
              <a:rPr lang="en-ZA" sz="2100" b="1" dirty="0">
                <a:latin typeface="LM Roman 12" panose="00000500000000000000" pitchFamily="50" charset="0"/>
              </a:rPr>
              <a:t>[0] </a:t>
            </a:r>
            <a:endParaRPr lang="en-ZA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8E7EDC-DE12-8ADE-549E-64E3D48115B5}"/>
              </a:ext>
            </a:extLst>
          </p:cNvPr>
          <p:cNvSpPr txBox="1"/>
          <p:nvPr/>
        </p:nvSpPr>
        <p:spPr>
          <a:xfrm>
            <a:off x="6204533" y="3728473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myArray</a:t>
            </a:r>
            <a:r>
              <a:rPr lang="en-ZA" sz="2100" b="1" dirty="0">
                <a:latin typeface="LM Roman 12" panose="00000500000000000000" pitchFamily="50" charset="0"/>
              </a:rPr>
              <a:t>[1] 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309C6C7-CD77-66B1-6712-DB916EE7FA39}"/>
              </a:ext>
            </a:extLst>
          </p:cNvPr>
          <p:cNvSpPr txBox="1"/>
          <p:nvPr/>
        </p:nvSpPr>
        <p:spPr>
          <a:xfrm>
            <a:off x="6214660" y="5063769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myArray</a:t>
            </a:r>
            <a:r>
              <a:rPr lang="en-ZA" sz="2100" b="1" dirty="0">
                <a:latin typeface="LM Roman 12" panose="00000500000000000000" pitchFamily="50" charset="0"/>
              </a:rPr>
              <a:t>[2] </a:t>
            </a:r>
            <a:endParaRPr lang="en-ZA" dirty="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57EFC18-1086-CBDF-2FE7-8E1FA1153704}"/>
              </a:ext>
            </a:extLst>
          </p:cNvPr>
          <p:cNvCxnSpPr/>
          <p:nvPr/>
        </p:nvCxnSpPr>
        <p:spPr>
          <a:xfrm flipH="1">
            <a:off x="10442448" y="2573001"/>
            <a:ext cx="6126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D797FF0-2703-F215-DE0B-BF45A35518A3}"/>
              </a:ext>
            </a:extLst>
          </p:cNvPr>
          <p:cNvGrpSpPr/>
          <p:nvPr/>
        </p:nvGrpSpPr>
        <p:grpSpPr>
          <a:xfrm>
            <a:off x="10671727" y="2194558"/>
            <a:ext cx="1716786" cy="703546"/>
            <a:chOff x="10671727" y="2194558"/>
            <a:chExt cx="1716786" cy="703546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A1F4E67-848A-29A8-CC5C-0EA6B97253C9}"/>
                </a:ext>
              </a:extLst>
            </p:cNvPr>
            <p:cNvSpPr txBox="1"/>
            <p:nvPr/>
          </p:nvSpPr>
          <p:spPr>
            <a:xfrm>
              <a:off x="10671727" y="2194558"/>
              <a:ext cx="1716786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ZA" sz="2100" b="1" dirty="0" err="1">
                  <a:latin typeface="LM Roman 12" panose="00000500000000000000" pitchFamily="50" charset="0"/>
                </a:rPr>
                <a:t>myPointer</a:t>
              </a:r>
              <a:r>
                <a:rPr lang="en-ZA" sz="2100" b="1" dirty="0">
                  <a:latin typeface="LM Roman 12" panose="00000500000000000000" pitchFamily="50" charset="0"/>
                </a:rPr>
                <a:t> </a:t>
              </a:r>
              <a:endParaRPr lang="en-ZA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F6E8266-05CF-868B-EB7E-5122084D7313}"/>
                </a:ext>
              </a:extLst>
            </p:cNvPr>
            <p:cNvSpPr txBox="1"/>
            <p:nvPr/>
          </p:nvSpPr>
          <p:spPr>
            <a:xfrm>
              <a:off x="10784834" y="2528772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ZA" dirty="0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91191E46-0DD5-37CE-86B6-8D33CE0F10AA}"/>
              </a:ext>
            </a:extLst>
          </p:cNvPr>
          <p:cNvSpPr/>
          <p:nvPr/>
        </p:nvSpPr>
        <p:spPr>
          <a:xfrm>
            <a:off x="7901065" y="2528772"/>
            <a:ext cx="1094079" cy="11289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21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9A2044-18E9-0D40-D720-BF31F03A5833}"/>
              </a:ext>
            </a:extLst>
          </p:cNvPr>
          <p:cNvSpPr/>
          <p:nvPr/>
        </p:nvSpPr>
        <p:spPr>
          <a:xfrm>
            <a:off x="7901064" y="3862170"/>
            <a:ext cx="1094079" cy="11289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B2D4A33-F4BD-114E-EEE7-C8ABFDFC9E19}"/>
              </a:ext>
            </a:extLst>
          </p:cNvPr>
          <p:cNvSpPr/>
          <p:nvPr/>
        </p:nvSpPr>
        <p:spPr>
          <a:xfrm>
            <a:off x="7901064" y="5203077"/>
            <a:ext cx="1094079" cy="11289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16512A-2A6B-4653-C808-A08AA17F9998}"/>
              </a:ext>
            </a:extLst>
          </p:cNvPr>
          <p:cNvSpPr txBox="1"/>
          <p:nvPr/>
        </p:nvSpPr>
        <p:spPr>
          <a:xfrm>
            <a:off x="950041" y="3816976"/>
            <a:ext cx="187333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myPointer</a:t>
            </a:r>
            <a:r>
              <a:rPr lang="en-ZA" sz="2100" dirty="0">
                <a:latin typeface="LM Roman 12" panose="00000500000000000000" pitchFamily="50" charset="0"/>
              </a:rPr>
              <a:t> ++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DD07426-E669-EDEE-6E42-CA78CD7369E1}"/>
              </a:ext>
            </a:extLst>
          </p:cNvPr>
          <p:cNvCxnSpPr/>
          <p:nvPr/>
        </p:nvCxnSpPr>
        <p:spPr>
          <a:xfrm flipH="1">
            <a:off x="10478773" y="3891151"/>
            <a:ext cx="6126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23E572E4-5A81-6720-33DA-0572A08341E8}"/>
              </a:ext>
            </a:extLst>
          </p:cNvPr>
          <p:cNvGrpSpPr/>
          <p:nvPr/>
        </p:nvGrpSpPr>
        <p:grpSpPr>
          <a:xfrm>
            <a:off x="10708052" y="3512708"/>
            <a:ext cx="1716786" cy="703546"/>
            <a:chOff x="10671727" y="2194558"/>
            <a:chExt cx="1716786" cy="70354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B622046-38B9-AEA9-DC96-45824FC548FC}"/>
                </a:ext>
              </a:extLst>
            </p:cNvPr>
            <p:cNvSpPr txBox="1"/>
            <p:nvPr/>
          </p:nvSpPr>
          <p:spPr>
            <a:xfrm>
              <a:off x="10671727" y="2194558"/>
              <a:ext cx="1716786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ZA" sz="2100" b="1" dirty="0" err="1">
                  <a:latin typeface="LM Roman 12" panose="00000500000000000000" pitchFamily="50" charset="0"/>
                </a:rPr>
                <a:t>myPointer</a:t>
              </a:r>
              <a:r>
                <a:rPr lang="en-ZA" sz="2100" b="1" dirty="0">
                  <a:latin typeface="LM Roman 12" panose="00000500000000000000" pitchFamily="50" charset="0"/>
                </a:rPr>
                <a:t> </a:t>
              </a:r>
              <a:endParaRPr lang="en-ZA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B3228EC-5BC1-9440-DBBC-86D06E352BDC}"/>
                </a:ext>
              </a:extLst>
            </p:cNvPr>
            <p:cNvSpPr txBox="1"/>
            <p:nvPr/>
          </p:nvSpPr>
          <p:spPr>
            <a:xfrm>
              <a:off x="10784834" y="2528772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ZA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A6D94C9-FE4A-A7C3-EC13-A972DE3AA51F}"/>
              </a:ext>
            </a:extLst>
          </p:cNvPr>
          <p:cNvSpPr txBox="1"/>
          <p:nvPr/>
        </p:nvSpPr>
        <p:spPr>
          <a:xfrm>
            <a:off x="11157039" y="3800756"/>
            <a:ext cx="60109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>
                <a:latin typeface="LM Roman 12" panose="00000500000000000000" pitchFamily="50" charset="0"/>
              </a:rPr>
              <a:t>+1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93528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94879-3F5F-07E1-5197-B081CA77E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B9AB022-5C37-5B83-B50D-21E7A785504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721DE43-CA98-25B6-CEBB-CAD6899B34A9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A390FEF-CCE4-59A0-C29A-F23B664EBCD2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02EECE3-4216-6900-213B-1BB60D977ED9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D67DC511-8582-0415-1840-9C4B7BBE11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B33A03C-1555-0A15-565C-FB67DA7B5699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DF8D54A-F92B-AF4C-7541-4FBD60A05ADB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Pointer expressions 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B446869-4A62-8E4B-2B78-60629B5BDA6B}"/>
              </a:ext>
            </a:extLst>
          </p:cNvPr>
          <p:cNvSpPr txBox="1"/>
          <p:nvPr/>
        </p:nvSpPr>
        <p:spPr>
          <a:xfrm>
            <a:off x="210906" y="1306887"/>
            <a:ext cx="307718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int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</a:t>
            </a:r>
            <a:r>
              <a:rPr lang="en-ZA" sz="2100" dirty="0" err="1">
                <a:latin typeface="LM Roman 12" panose="00000500000000000000" pitchFamily="50" charset="0"/>
              </a:rPr>
              <a:t>myArray</a:t>
            </a:r>
            <a:r>
              <a:rPr lang="en-ZA" sz="2100" dirty="0">
                <a:latin typeface="LM Roman 12" panose="00000500000000000000" pitchFamily="50" charset="0"/>
              </a:rPr>
              <a:t>[] = {21,1,2}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9D16EC-3760-6B1F-2D0F-B48450389B0E}"/>
              </a:ext>
            </a:extLst>
          </p:cNvPr>
          <p:cNvSpPr/>
          <p:nvPr/>
        </p:nvSpPr>
        <p:spPr>
          <a:xfrm>
            <a:off x="6184279" y="1516375"/>
            <a:ext cx="1422514" cy="470362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 dirty="0">
                <a:latin typeface="LM Roman 12" panose="00000500000000000000" pitchFamily="50" charset="0"/>
              </a:rPr>
              <a:t>name</a:t>
            </a:r>
            <a:endParaRPr lang="en-ZA" dirty="0">
              <a:latin typeface="LM Roman 12" panose="00000500000000000000" pitchFamily="50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14FFDA-9E76-ADB7-CA1D-D6CB8596A58B}"/>
              </a:ext>
            </a:extLst>
          </p:cNvPr>
          <p:cNvSpPr/>
          <p:nvPr/>
        </p:nvSpPr>
        <p:spPr>
          <a:xfrm>
            <a:off x="7716746" y="1516375"/>
            <a:ext cx="1422514" cy="470362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>
                <a:latin typeface="LM Roman 12" panose="00000500000000000000" pitchFamily="50" charset="0"/>
              </a:rPr>
              <a:t>value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96FB3B-6252-D755-7E3E-4A9FCAF9B844}"/>
              </a:ext>
            </a:extLst>
          </p:cNvPr>
          <p:cNvSpPr/>
          <p:nvPr/>
        </p:nvSpPr>
        <p:spPr>
          <a:xfrm>
            <a:off x="9249213" y="1516375"/>
            <a:ext cx="1422514" cy="470362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>
                <a:latin typeface="LM Roman 12" panose="00000500000000000000" pitchFamily="50" charset="0"/>
              </a:rPr>
              <a:t>address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B3A295-80D4-D15C-234A-77D9C076D643}"/>
              </a:ext>
            </a:extLst>
          </p:cNvPr>
          <p:cNvSpPr/>
          <p:nvPr/>
        </p:nvSpPr>
        <p:spPr>
          <a:xfrm>
            <a:off x="7716746" y="515255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4FB67B-C27C-2AFC-402B-10405DEF9BFF}"/>
              </a:ext>
            </a:extLst>
          </p:cNvPr>
          <p:cNvSpPr txBox="1"/>
          <p:nvPr/>
        </p:nvSpPr>
        <p:spPr>
          <a:xfrm>
            <a:off x="9638106" y="2038732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….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4C6E96-87C0-D65E-9DC8-4D8F77E1C1B5}"/>
              </a:ext>
            </a:extLst>
          </p:cNvPr>
          <p:cNvSpPr txBox="1"/>
          <p:nvPr/>
        </p:nvSpPr>
        <p:spPr>
          <a:xfrm>
            <a:off x="9638106" y="2367788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C92DAB-889A-9C44-71C7-66B237840DDE}"/>
              </a:ext>
            </a:extLst>
          </p:cNvPr>
          <p:cNvSpPr txBox="1"/>
          <p:nvPr/>
        </p:nvSpPr>
        <p:spPr>
          <a:xfrm>
            <a:off x="9638106" y="2690947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982C9E-BFB2-F7AA-EBD6-78AD2882C208}"/>
              </a:ext>
            </a:extLst>
          </p:cNvPr>
          <p:cNvSpPr txBox="1"/>
          <p:nvPr/>
        </p:nvSpPr>
        <p:spPr>
          <a:xfrm>
            <a:off x="9638106" y="613461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…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A4768F1-B712-3E74-98B8-B48129C1F269}"/>
              </a:ext>
            </a:extLst>
          </p:cNvPr>
          <p:cNvSpPr/>
          <p:nvPr/>
        </p:nvSpPr>
        <p:spPr>
          <a:xfrm>
            <a:off x="7716746" y="5829247"/>
            <a:ext cx="1422514" cy="26764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2FD956-C527-0517-EE3F-8D4394F25D17}"/>
              </a:ext>
            </a:extLst>
          </p:cNvPr>
          <p:cNvSpPr txBox="1"/>
          <p:nvPr/>
        </p:nvSpPr>
        <p:spPr>
          <a:xfrm>
            <a:off x="9637258" y="6458026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0xFF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7AD8FC-AB48-7C27-7157-D90769B0C2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738" y="1108611"/>
            <a:ext cx="2514818" cy="304826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45830D27-76AF-4E0F-E3B6-9EB8002873A8}"/>
              </a:ext>
            </a:extLst>
          </p:cNvPr>
          <p:cNvSpPr/>
          <p:nvPr/>
        </p:nvSpPr>
        <p:spPr>
          <a:xfrm>
            <a:off x="7716746" y="549090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E356309-15A7-8E03-A1D3-5901F664DE29}"/>
              </a:ext>
            </a:extLst>
          </p:cNvPr>
          <p:cNvSpPr/>
          <p:nvPr/>
        </p:nvSpPr>
        <p:spPr>
          <a:xfrm>
            <a:off x="7716746" y="210745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….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B22283F-489C-611E-9C0F-42650F85D415}"/>
              </a:ext>
            </a:extLst>
          </p:cNvPr>
          <p:cNvSpPr/>
          <p:nvPr/>
        </p:nvSpPr>
        <p:spPr>
          <a:xfrm>
            <a:off x="7716746" y="244579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FCCFB83-F46D-EAAA-6F06-78C880D59F56}"/>
              </a:ext>
            </a:extLst>
          </p:cNvPr>
          <p:cNvSpPr/>
          <p:nvPr/>
        </p:nvSpPr>
        <p:spPr>
          <a:xfrm>
            <a:off x="7716746" y="278414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DE88E51-C270-88ED-8C69-2C5F136527DB}"/>
              </a:ext>
            </a:extLst>
          </p:cNvPr>
          <p:cNvSpPr/>
          <p:nvPr/>
        </p:nvSpPr>
        <p:spPr>
          <a:xfrm>
            <a:off x="7716746" y="312248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A51762B-FC1A-C5E8-48A1-7D0876450AE3}"/>
              </a:ext>
            </a:extLst>
          </p:cNvPr>
          <p:cNvSpPr/>
          <p:nvPr/>
        </p:nvSpPr>
        <p:spPr>
          <a:xfrm>
            <a:off x="7716746" y="346083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885DDAF-35A2-A7D0-60BD-509A1EEA1F5F}"/>
              </a:ext>
            </a:extLst>
          </p:cNvPr>
          <p:cNvSpPr/>
          <p:nvPr/>
        </p:nvSpPr>
        <p:spPr>
          <a:xfrm>
            <a:off x="7716746" y="379917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8EE1F9A-EE9D-E739-CE17-8D051E6BA3F5}"/>
              </a:ext>
            </a:extLst>
          </p:cNvPr>
          <p:cNvSpPr/>
          <p:nvPr/>
        </p:nvSpPr>
        <p:spPr>
          <a:xfrm>
            <a:off x="7716746" y="413752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5E5CB6E-7FE9-841B-0E09-766DF5167DC3}"/>
              </a:ext>
            </a:extLst>
          </p:cNvPr>
          <p:cNvSpPr/>
          <p:nvPr/>
        </p:nvSpPr>
        <p:spPr>
          <a:xfrm>
            <a:off x="7716746" y="447586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D116C46-B774-B278-F3B6-114EB465F90A}"/>
              </a:ext>
            </a:extLst>
          </p:cNvPr>
          <p:cNvSpPr/>
          <p:nvPr/>
        </p:nvSpPr>
        <p:spPr>
          <a:xfrm>
            <a:off x="7716746" y="481421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820C0EF-33FB-B942-B472-1B58AD2B37F0}"/>
              </a:ext>
            </a:extLst>
          </p:cNvPr>
          <p:cNvSpPr/>
          <p:nvPr/>
        </p:nvSpPr>
        <p:spPr>
          <a:xfrm>
            <a:off x="7716746" y="6167593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2A26D14-86BA-BE75-9A5F-023C73AD1C44}"/>
              </a:ext>
            </a:extLst>
          </p:cNvPr>
          <p:cNvSpPr/>
          <p:nvPr/>
        </p:nvSpPr>
        <p:spPr>
          <a:xfrm>
            <a:off x="7716746" y="6505944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…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A836C8D-7D4A-CEF7-42DA-C53007AD3868}"/>
              </a:ext>
            </a:extLst>
          </p:cNvPr>
          <p:cNvSpPr txBox="1"/>
          <p:nvPr/>
        </p:nvSpPr>
        <p:spPr>
          <a:xfrm>
            <a:off x="9638106" y="3045271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721CA0-35C8-BEA6-10E6-2DA1D48FABD7}"/>
              </a:ext>
            </a:extLst>
          </p:cNvPr>
          <p:cNvSpPr txBox="1"/>
          <p:nvPr/>
        </p:nvSpPr>
        <p:spPr>
          <a:xfrm>
            <a:off x="9638106" y="3374327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1447470-7EB0-45AF-8CFC-6AA637A649A9}"/>
              </a:ext>
            </a:extLst>
          </p:cNvPr>
          <p:cNvSpPr txBox="1"/>
          <p:nvPr/>
        </p:nvSpPr>
        <p:spPr>
          <a:xfrm>
            <a:off x="9638106" y="3697486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F5E6A2D-7AAA-5A42-213A-BE6AC7BBEE16}"/>
              </a:ext>
            </a:extLst>
          </p:cNvPr>
          <p:cNvSpPr txBox="1"/>
          <p:nvPr/>
        </p:nvSpPr>
        <p:spPr>
          <a:xfrm>
            <a:off x="9638106" y="4067120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271562A-9621-2332-6726-22E0B1A67D95}"/>
              </a:ext>
            </a:extLst>
          </p:cNvPr>
          <p:cNvSpPr txBox="1"/>
          <p:nvPr/>
        </p:nvSpPr>
        <p:spPr>
          <a:xfrm>
            <a:off x="9638106" y="4396176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8E5F8E3-3E79-0025-2156-1A6F5C8860DF}"/>
              </a:ext>
            </a:extLst>
          </p:cNvPr>
          <p:cNvSpPr txBox="1"/>
          <p:nvPr/>
        </p:nvSpPr>
        <p:spPr>
          <a:xfrm>
            <a:off x="9638106" y="4719335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A679446-E19C-FD9E-C6D8-24AEEBF2677D}"/>
              </a:ext>
            </a:extLst>
          </p:cNvPr>
          <p:cNvSpPr txBox="1"/>
          <p:nvPr/>
        </p:nvSpPr>
        <p:spPr>
          <a:xfrm>
            <a:off x="9637258" y="5081853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4DB5C21-2326-166D-774B-CAFBB8995100}"/>
              </a:ext>
            </a:extLst>
          </p:cNvPr>
          <p:cNvSpPr txBox="1"/>
          <p:nvPr/>
        </p:nvSpPr>
        <p:spPr>
          <a:xfrm>
            <a:off x="9637258" y="5410909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F3B8ED1-B927-8D8F-F727-B350904CB1B6}"/>
              </a:ext>
            </a:extLst>
          </p:cNvPr>
          <p:cNvSpPr txBox="1"/>
          <p:nvPr/>
        </p:nvSpPr>
        <p:spPr>
          <a:xfrm>
            <a:off x="9638106" y="5780241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0x3010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EBD9680-74C0-D545-AC4B-B34876A4A8E5}"/>
              </a:ext>
            </a:extLst>
          </p:cNvPr>
          <p:cNvSpPr txBox="1"/>
          <p:nvPr/>
        </p:nvSpPr>
        <p:spPr>
          <a:xfrm>
            <a:off x="210906" y="1785449"/>
            <a:ext cx="338246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int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*</a:t>
            </a:r>
            <a:r>
              <a:rPr lang="en-ZA" sz="2100" dirty="0" err="1">
                <a:latin typeface="LM Roman 12" panose="00000500000000000000" pitchFamily="50" charset="0"/>
              </a:rPr>
              <a:t>myPointer</a:t>
            </a:r>
            <a:r>
              <a:rPr lang="en-ZA" sz="2100" dirty="0">
                <a:latin typeface="LM Roman 12" panose="00000500000000000000" pitchFamily="50" charset="0"/>
              </a:rPr>
              <a:t> = </a:t>
            </a:r>
            <a:r>
              <a:rPr lang="en-ZA" sz="2100" dirty="0" err="1">
                <a:latin typeface="LM Roman 12" panose="00000500000000000000" pitchFamily="50" charset="0"/>
              </a:rPr>
              <a:t>myArray</a:t>
            </a:r>
            <a:r>
              <a:rPr lang="en-ZA" sz="2100" dirty="0">
                <a:latin typeface="LM Roman 12" panose="00000500000000000000" pitchFamily="50" charset="0"/>
              </a:rPr>
              <a:t>;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E2C3042-FD32-1946-5BE9-A1BD38494105}"/>
              </a:ext>
            </a:extLst>
          </p:cNvPr>
          <p:cNvSpPr txBox="1"/>
          <p:nvPr/>
        </p:nvSpPr>
        <p:spPr>
          <a:xfrm>
            <a:off x="170320" y="2223213"/>
            <a:ext cx="40717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(int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*</a:t>
            </a:r>
            <a:r>
              <a:rPr lang="en-ZA" sz="2100" dirty="0" err="1">
                <a:latin typeface="LM Roman 12" panose="00000500000000000000" pitchFamily="50" charset="0"/>
              </a:rPr>
              <a:t>myPointer</a:t>
            </a:r>
            <a:r>
              <a:rPr lang="en-ZA" sz="2100" dirty="0">
                <a:latin typeface="LM Roman 12" panose="00000500000000000000" pitchFamily="50" charset="0"/>
              </a:rPr>
              <a:t> = &amp;</a:t>
            </a:r>
            <a:r>
              <a:rPr lang="en-ZA" sz="2100" dirty="0" err="1">
                <a:latin typeface="LM Roman 12" panose="00000500000000000000" pitchFamily="50" charset="0"/>
              </a:rPr>
              <a:t>myArray</a:t>
            </a:r>
            <a:r>
              <a:rPr lang="en-ZA" sz="2100" dirty="0">
                <a:latin typeface="LM Roman 12" panose="00000500000000000000" pitchFamily="50" charset="0"/>
              </a:rPr>
              <a:t>[0];)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99456F-0B52-872B-016E-A4435F839F5E}"/>
              </a:ext>
            </a:extLst>
          </p:cNvPr>
          <p:cNvSpPr txBox="1"/>
          <p:nvPr/>
        </p:nvSpPr>
        <p:spPr>
          <a:xfrm>
            <a:off x="6184279" y="2359981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myArray</a:t>
            </a:r>
            <a:r>
              <a:rPr lang="en-ZA" sz="2100" b="1" dirty="0">
                <a:latin typeface="LM Roman 12" panose="00000500000000000000" pitchFamily="50" charset="0"/>
              </a:rPr>
              <a:t>[0] </a:t>
            </a:r>
            <a:endParaRPr lang="en-ZA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26F144-F682-22FD-61BE-A824DE54931F}"/>
              </a:ext>
            </a:extLst>
          </p:cNvPr>
          <p:cNvSpPr txBox="1"/>
          <p:nvPr/>
        </p:nvSpPr>
        <p:spPr>
          <a:xfrm>
            <a:off x="6204533" y="3728473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myArray</a:t>
            </a:r>
            <a:r>
              <a:rPr lang="en-ZA" sz="2100" b="1" dirty="0">
                <a:latin typeface="LM Roman 12" panose="00000500000000000000" pitchFamily="50" charset="0"/>
              </a:rPr>
              <a:t>[1] 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B582EF-4FAA-5C4F-E189-D9E0FFC5EDFE}"/>
              </a:ext>
            </a:extLst>
          </p:cNvPr>
          <p:cNvSpPr txBox="1"/>
          <p:nvPr/>
        </p:nvSpPr>
        <p:spPr>
          <a:xfrm>
            <a:off x="6214660" y="5063769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myArray</a:t>
            </a:r>
            <a:r>
              <a:rPr lang="en-ZA" sz="2100" b="1" dirty="0">
                <a:latin typeface="LM Roman 12" panose="00000500000000000000" pitchFamily="50" charset="0"/>
              </a:rPr>
              <a:t>[2] </a:t>
            </a:r>
            <a:endParaRPr lang="en-ZA" dirty="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B207FF3-CE6E-1C2D-D51A-C55851C6AB36}"/>
              </a:ext>
            </a:extLst>
          </p:cNvPr>
          <p:cNvCxnSpPr/>
          <p:nvPr/>
        </p:nvCxnSpPr>
        <p:spPr>
          <a:xfrm flipH="1">
            <a:off x="10442448" y="2573001"/>
            <a:ext cx="6126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F439329-13C7-2F4C-FA8C-B32345A487C3}"/>
              </a:ext>
            </a:extLst>
          </p:cNvPr>
          <p:cNvGrpSpPr/>
          <p:nvPr/>
        </p:nvGrpSpPr>
        <p:grpSpPr>
          <a:xfrm>
            <a:off x="10671727" y="2194558"/>
            <a:ext cx="1716786" cy="703546"/>
            <a:chOff x="10671727" y="2194558"/>
            <a:chExt cx="1716786" cy="703546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DE0D1BF-8038-15F5-9592-7B225FE2434E}"/>
                </a:ext>
              </a:extLst>
            </p:cNvPr>
            <p:cNvSpPr txBox="1"/>
            <p:nvPr/>
          </p:nvSpPr>
          <p:spPr>
            <a:xfrm>
              <a:off x="10671727" y="2194558"/>
              <a:ext cx="1716786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ZA" sz="2100" b="1" dirty="0" err="1">
                  <a:latin typeface="LM Roman 12" panose="00000500000000000000" pitchFamily="50" charset="0"/>
                </a:rPr>
                <a:t>myPointer</a:t>
              </a:r>
              <a:r>
                <a:rPr lang="en-ZA" sz="2100" b="1" dirty="0">
                  <a:latin typeface="LM Roman 12" panose="00000500000000000000" pitchFamily="50" charset="0"/>
                </a:rPr>
                <a:t> </a:t>
              </a:r>
              <a:endParaRPr lang="en-ZA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7C63C9F-6810-B998-CF2A-1EEF3A571301}"/>
                </a:ext>
              </a:extLst>
            </p:cNvPr>
            <p:cNvSpPr txBox="1"/>
            <p:nvPr/>
          </p:nvSpPr>
          <p:spPr>
            <a:xfrm>
              <a:off x="10784834" y="2528772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ZA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D4F3C9D-A3E7-51E6-69C2-A126826F6F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513" y="2775479"/>
            <a:ext cx="5285951" cy="31439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AB880E-3578-07CC-A06C-8340668496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83" y="6049669"/>
            <a:ext cx="5896977" cy="69102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19D2662-DF9D-1FAE-38D3-0A248A55F339}"/>
              </a:ext>
            </a:extLst>
          </p:cNvPr>
          <p:cNvSpPr/>
          <p:nvPr/>
        </p:nvSpPr>
        <p:spPr>
          <a:xfrm>
            <a:off x="7901065" y="2528772"/>
            <a:ext cx="1094079" cy="11289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21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9DAD99-2EBE-54EB-96B2-313ABFE7E528}"/>
              </a:ext>
            </a:extLst>
          </p:cNvPr>
          <p:cNvSpPr/>
          <p:nvPr/>
        </p:nvSpPr>
        <p:spPr>
          <a:xfrm>
            <a:off x="7901064" y="3862170"/>
            <a:ext cx="1094079" cy="11289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F4D367-B1FB-A809-C2B1-AADEAAE0DB71}"/>
              </a:ext>
            </a:extLst>
          </p:cNvPr>
          <p:cNvSpPr/>
          <p:nvPr/>
        </p:nvSpPr>
        <p:spPr>
          <a:xfrm>
            <a:off x="7901064" y="5203077"/>
            <a:ext cx="1094079" cy="11289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2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E557A3C-7AA3-FC3B-B071-2BA609ED0485}"/>
              </a:ext>
            </a:extLst>
          </p:cNvPr>
          <p:cNvCxnSpPr/>
          <p:nvPr/>
        </p:nvCxnSpPr>
        <p:spPr>
          <a:xfrm flipH="1">
            <a:off x="10462395" y="3899379"/>
            <a:ext cx="6126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FB15612-FC2C-96D7-84EE-C53944E7909F}"/>
              </a:ext>
            </a:extLst>
          </p:cNvPr>
          <p:cNvGrpSpPr/>
          <p:nvPr/>
        </p:nvGrpSpPr>
        <p:grpSpPr>
          <a:xfrm>
            <a:off x="10691674" y="3520936"/>
            <a:ext cx="1716786" cy="703546"/>
            <a:chOff x="10671727" y="2194558"/>
            <a:chExt cx="1716786" cy="703546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7770FC8-4405-D47F-93CB-63C4D5B9AC6E}"/>
                </a:ext>
              </a:extLst>
            </p:cNvPr>
            <p:cNvSpPr txBox="1"/>
            <p:nvPr/>
          </p:nvSpPr>
          <p:spPr>
            <a:xfrm>
              <a:off x="10671727" y="2194558"/>
              <a:ext cx="1716786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ZA" sz="2100" b="1" dirty="0" err="1">
                  <a:latin typeface="LM Roman 12" panose="00000500000000000000" pitchFamily="50" charset="0"/>
                </a:rPr>
                <a:t>myPointer</a:t>
              </a:r>
              <a:r>
                <a:rPr lang="en-ZA" sz="2100" b="1" dirty="0">
                  <a:latin typeface="LM Roman 12" panose="00000500000000000000" pitchFamily="50" charset="0"/>
                </a:rPr>
                <a:t> </a:t>
              </a:r>
              <a:endParaRPr lang="en-ZA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34E8F81-ADBA-6B51-C6DB-6478D074B9D4}"/>
                </a:ext>
              </a:extLst>
            </p:cNvPr>
            <p:cNvSpPr txBox="1"/>
            <p:nvPr/>
          </p:nvSpPr>
          <p:spPr>
            <a:xfrm>
              <a:off x="10784834" y="2528772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dirty="0"/>
                <a:t>+1</a:t>
              </a:r>
            </a:p>
          </p:txBody>
        </p:sp>
      </p:grp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482C830-82EA-DF94-1B5F-FB87F76D5BF8}"/>
              </a:ext>
            </a:extLst>
          </p:cNvPr>
          <p:cNvCxnSpPr/>
          <p:nvPr/>
        </p:nvCxnSpPr>
        <p:spPr>
          <a:xfrm flipH="1">
            <a:off x="10553250" y="5252427"/>
            <a:ext cx="6126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11FF82C-D6B5-EDEA-3EE8-1A6F9DFB3965}"/>
              </a:ext>
            </a:extLst>
          </p:cNvPr>
          <p:cNvGrpSpPr/>
          <p:nvPr/>
        </p:nvGrpSpPr>
        <p:grpSpPr>
          <a:xfrm>
            <a:off x="10782529" y="4873984"/>
            <a:ext cx="1716786" cy="703546"/>
            <a:chOff x="10671727" y="2194558"/>
            <a:chExt cx="1716786" cy="703546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EA42BBE-9156-F2C2-D92E-66C821CE4441}"/>
                </a:ext>
              </a:extLst>
            </p:cNvPr>
            <p:cNvSpPr txBox="1"/>
            <p:nvPr/>
          </p:nvSpPr>
          <p:spPr>
            <a:xfrm>
              <a:off x="10671727" y="2194558"/>
              <a:ext cx="1716786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ZA" sz="2100" b="1" dirty="0" err="1">
                  <a:latin typeface="LM Roman 12" panose="00000500000000000000" pitchFamily="50" charset="0"/>
                </a:rPr>
                <a:t>myPointer</a:t>
              </a:r>
              <a:r>
                <a:rPr lang="en-ZA" sz="2100" b="1" dirty="0">
                  <a:latin typeface="LM Roman 12" panose="00000500000000000000" pitchFamily="50" charset="0"/>
                </a:rPr>
                <a:t> </a:t>
              </a:r>
              <a:endParaRPr lang="en-ZA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7CC398C-3D84-89C5-1BF0-1D44523B9E37}"/>
                </a:ext>
              </a:extLst>
            </p:cNvPr>
            <p:cNvSpPr txBox="1"/>
            <p:nvPr/>
          </p:nvSpPr>
          <p:spPr>
            <a:xfrm>
              <a:off x="10784834" y="2528772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dirty="0"/>
                <a:t>+2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5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88E62-1B2F-D118-B6B4-22184A5BF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945F1F1B-D7D2-CBDA-B033-4788799476C6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1E93919-9D80-228A-FB2B-BDDCF14E6197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F8FD68C-9061-89A0-C5A1-09085896AD76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11DA5E3-22F4-2E1F-30C4-E4A334DA8949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602EFAD4-9FF8-02A5-BBD4-5562370E23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1AC2ED0-AEDE-A99F-3B02-6137BA11867B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DFEC67A-D006-B66D-A04C-4059127C59A8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Pointer expressions 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C7CE612-FD59-94E1-78E0-5BD991A563A7}"/>
              </a:ext>
            </a:extLst>
          </p:cNvPr>
          <p:cNvSpPr txBox="1"/>
          <p:nvPr/>
        </p:nvSpPr>
        <p:spPr>
          <a:xfrm>
            <a:off x="210906" y="1306887"/>
            <a:ext cx="307718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int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</a:t>
            </a:r>
            <a:r>
              <a:rPr lang="en-ZA" sz="2100" dirty="0" err="1">
                <a:latin typeface="LM Roman 12" panose="00000500000000000000" pitchFamily="50" charset="0"/>
              </a:rPr>
              <a:t>myArray</a:t>
            </a:r>
            <a:r>
              <a:rPr lang="en-ZA" sz="2100" dirty="0">
                <a:latin typeface="LM Roman 12" panose="00000500000000000000" pitchFamily="50" charset="0"/>
              </a:rPr>
              <a:t>[] = {21,1,2}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4459AA-ACB6-34A7-5309-8CB4F8C3B15C}"/>
              </a:ext>
            </a:extLst>
          </p:cNvPr>
          <p:cNvSpPr/>
          <p:nvPr/>
        </p:nvSpPr>
        <p:spPr>
          <a:xfrm>
            <a:off x="6184279" y="1516375"/>
            <a:ext cx="1422514" cy="470362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 dirty="0">
                <a:latin typeface="LM Roman 12" panose="00000500000000000000" pitchFamily="50" charset="0"/>
              </a:rPr>
              <a:t>name</a:t>
            </a:r>
            <a:endParaRPr lang="en-ZA" dirty="0">
              <a:latin typeface="LM Roman 12" panose="00000500000000000000" pitchFamily="50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26BB49-192F-70E2-1C8E-1DF06DAC1092}"/>
              </a:ext>
            </a:extLst>
          </p:cNvPr>
          <p:cNvSpPr/>
          <p:nvPr/>
        </p:nvSpPr>
        <p:spPr>
          <a:xfrm>
            <a:off x="7716746" y="1516375"/>
            <a:ext cx="1422514" cy="470362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>
                <a:latin typeface="LM Roman 12" panose="00000500000000000000" pitchFamily="50" charset="0"/>
              </a:rPr>
              <a:t>value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8C8091-EABD-3340-168D-C43DCEF5D7E5}"/>
              </a:ext>
            </a:extLst>
          </p:cNvPr>
          <p:cNvSpPr/>
          <p:nvPr/>
        </p:nvSpPr>
        <p:spPr>
          <a:xfrm>
            <a:off x="9249213" y="1516375"/>
            <a:ext cx="1422514" cy="470362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>
                <a:latin typeface="LM Roman 12" panose="00000500000000000000" pitchFamily="50" charset="0"/>
              </a:rPr>
              <a:t>address</a:t>
            </a:r>
            <a:endParaRPr lang="en-ZA">
              <a:latin typeface="LM Roman 12" panose="00000500000000000000" pitchFamily="50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5454F7-A3AD-CEF8-5435-7CC07857FA7D}"/>
              </a:ext>
            </a:extLst>
          </p:cNvPr>
          <p:cNvSpPr/>
          <p:nvPr/>
        </p:nvSpPr>
        <p:spPr>
          <a:xfrm>
            <a:off x="7716746" y="515255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E77D34-679C-4168-4F91-9F28F6432E42}"/>
              </a:ext>
            </a:extLst>
          </p:cNvPr>
          <p:cNvSpPr txBox="1"/>
          <p:nvPr/>
        </p:nvSpPr>
        <p:spPr>
          <a:xfrm>
            <a:off x="9638106" y="2038732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….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4FE54B-E715-654A-A2FC-66173D0B502D}"/>
              </a:ext>
            </a:extLst>
          </p:cNvPr>
          <p:cNvSpPr txBox="1"/>
          <p:nvPr/>
        </p:nvSpPr>
        <p:spPr>
          <a:xfrm>
            <a:off x="9638106" y="2367788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57935F-F52B-F5F4-CEFD-B4BFB3EBDFC9}"/>
              </a:ext>
            </a:extLst>
          </p:cNvPr>
          <p:cNvSpPr txBox="1"/>
          <p:nvPr/>
        </p:nvSpPr>
        <p:spPr>
          <a:xfrm>
            <a:off x="9638106" y="2690947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660EE1-03B6-E67E-39FD-849CC5FC1683}"/>
              </a:ext>
            </a:extLst>
          </p:cNvPr>
          <p:cNvSpPr txBox="1"/>
          <p:nvPr/>
        </p:nvSpPr>
        <p:spPr>
          <a:xfrm>
            <a:off x="9638106" y="613461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…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027B399-C0B9-688A-0399-4AD5CF4499A7}"/>
              </a:ext>
            </a:extLst>
          </p:cNvPr>
          <p:cNvSpPr/>
          <p:nvPr/>
        </p:nvSpPr>
        <p:spPr>
          <a:xfrm>
            <a:off x="7716746" y="5829247"/>
            <a:ext cx="1422514" cy="26764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9A1F42-95BA-D93A-3AA2-DA7E08CF4E78}"/>
              </a:ext>
            </a:extLst>
          </p:cNvPr>
          <p:cNvSpPr txBox="1"/>
          <p:nvPr/>
        </p:nvSpPr>
        <p:spPr>
          <a:xfrm>
            <a:off x="9637258" y="6458026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0xFF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64C173-7876-9FA9-302D-335460001F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738" y="1108611"/>
            <a:ext cx="2514818" cy="304826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69FF7D64-A098-EBD3-DF62-D0D91AFF140B}"/>
              </a:ext>
            </a:extLst>
          </p:cNvPr>
          <p:cNvSpPr/>
          <p:nvPr/>
        </p:nvSpPr>
        <p:spPr>
          <a:xfrm>
            <a:off x="7716746" y="549090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732E351-A893-F45D-1ED6-EE201F40AC67}"/>
              </a:ext>
            </a:extLst>
          </p:cNvPr>
          <p:cNvSpPr/>
          <p:nvPr/>
        </p:nvSpPr>
        <p:spPr>
          <a:xfrm>
            <a:off x="7716746" y="210745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….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14F54DF-2D07-C562-795E-6B2FE9A85980}"/>
              </a:ext>
            </a:extLst>
          </p:cNvPr>
          <p:cNvSpPr/>
          <p:nvPr/>
        </p:nvSpPr>
        <p:spPr>
          <a:xfrm>
            <a:off x="7716746" y="244579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3D73CEC-2040-98D1-CD79-E1C5C8C6B17C}"/>
              </a:ext>
            </a:extLst>
          </p:cNvPr>
          <p:cNvSpPr/>
          <p:nvPr/>
        </p:nvSpPr>
        <p:spPr>
          <a:xfrm>
            <a:off x="7716746" y="278414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2F3F947-77C2-5A2D-B78C-59E4D33D836B}"/>
              </a:ext>
            </a:extLst>
          </p:cNvPr>
          <p:cNvSpPr/>
          <p:nvPr/>
        </p:nvSpPr>
        <p:spPr>
          <a:xfrm>
            <a:off x="7716746" y="312248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E2488BA-ECD4-B0F1-F1B5-98CC1C0069DA}"/>
              </a:ext>
            </a:extLst>
          </p:cNvPr>
          <p:cNvSpPr/>
          <p:nvPr/>
        </p:nvSpPr>
        <p:spPr>
          <a:xfrm>
            <a:off x="7716746" y="346083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536A94B-485A-C9F2-E87E-09D969C49AAA}"/>
              </a:ext>
            </a:extLst>
          </p:cNvPr>
          <p:cNvSpPr/>
          <p:nvPr/>
        </p:nvSpPr>
        <p:spPr>
          <a:xfrm>
            <a:off x="7716746" y="379917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FCD9561-1663-5FD6-2996-13558D9C3727}"/>
              </a:ext>
            </a:extLst>
          </p:cNvPr>
          <p:cNvSpPr/>
          <p:nvPr/>
        </p:nvSpPr>
        <p:spPr>
          <a:xfrm>
            <a:off x="7716746" y="413752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7B6E7EB-F9F9-4979-014E-B57FB3FEE4FA}"/>
              </a:ext>
            </a:extLst>
          </p:cNvPr>
          <p:cNvSpPr/>
          <p:nvPr/>
        </p:nvSpPr>
        <p:spPr>
          <a:xfrm>
            <a:off x="7716746" y="4475867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D5603CA-1E18-ECCC-45BB-ACD0D0C41836}"/>
              </a:ext>
            </a:extLst>
          </p:cNvPr>
          <p:cNvSpPr/>
          <p:nvPr/>
        </p:nvSpPr>
        <p:spPr>
          <a:xfrm>
            <a:off x="7716746" y="4814212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9299A4F-0078-23FD-B615-173E039B4930}"/>
              </a:ext>
            </a:extLst>
          </p:cNvPr>
          <p:cNvSpPr/>
          <p:nvPr/>
        </p:nvSpPr>
        <p:spPr>
          <a:xfrm>
            <a:off x="7716746" y="6167593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6B0841B-04D1-829D-C021-CC90BB6B189A}"/>
              </a:ext>
            </a:extLst>
          </p:cNvPr>
          <p:cNvSpPr/>
          <p:nvPr/>
        </p:nvSpPr>
        <p:spPr>
          <a:xfrm>
            <a:off x="7716746" y="6505944"/>
            <a:ext cx="1422514" cy="2676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…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AEDE4AC-5556-A28A-8951-865507CBBDB1}"/>
              </a:ext>
            </a:extLst>
          </p:cNvPr>
          <p:cNvSpPr txBox="1"/>
          <p:nvPr/>
        </p:nvSpPr>
        <p:spPr>
          <a:xfrm>
            <a:off x="9638106" y="3045271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877FEB5-B339-858D-1DB1-4D4805D79355}"/>
              </a:ext>
            </a:extLst>
          </p:cNvPr>
          <p:cNvSpPr txBox="1"/>
          <p:nvPr/>
        </p:nvSpPr>
        <p:spPr>
          <a:xfrm>
            <a:off x="9638106" y="3374327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CB223E6-EC84-D9B1-0907-7129378E443E}"/>
              </a:ext>
            </a:extLst>
          </p:cNvPr>
          <p:cNvSpPr txBox="1"/>
          <p:nvPr/>
        </p:nvSpPr>
        <p:spPr>
          <a:xfrm>
            <a:off x="9638106" y="3697486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47C901E-97AF-F7C5-71EC-0D5E42F50806}"/>
              </a:ext>
            </a:extLst>
          </p:cNvPr>
          <p:cNvSpPr txBox="1"/>
          <p:nvPr/>
        </p:nvSpPr>
        <p:spPr>
          <a:xfrm>
            <a:off x="9638106" y="4067120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59B023F-D500-56BD-D62C-60329298168B}"/>
              </a:ext>
            </a:extLst>
          </p:cNvPr>
          <p:cNvSpPr txBox="1"/>
          <p:nvPr/>
        </p:nvSpPr>
        <p:spPr>
          <a:xfrm>
            <a:off x="9638106" y="4396176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412724D-4377-16D1-8A99-790FA1C8588C}"/>
              </a:ext>
            </a:extLst>
          </p:cNvPr>
          <p:cNvSpPr txBox="1"/>
          <p:nvPr/>
        </p:nvSpPr>
        <p:spPr>
          <a:xfrm>
            <a:off x="9638106" y="4719335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0531F57-43DE-36BB-C57C-66B0A6F079BC}"/>
              </a:ext>
            </a:extLst>
          </p:cNvPr>
          <p:cNvSpPr txBox="1"/>
          <p:nvPr/>
        </p:nvSpPr>
        <p:spPr>
          <a:xfrm>
            <a:off x="9637258" y="5081853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EB06B42-3EEA-7D14-133B-59B1B5539FAE}"/>
              </a:ext>
            </a:extLst>
          </p:cNvPr>
          <p:cNvSpPr txBox="1"/>
          <p:nvPr/>
        </p:nvSpPr>
        <p:spPr>
          <a:xfrm>
            <a:off x="9637258" y="5410909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0x3009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0D5B238-9A12-239D-EAEF-76F7D0729BF3}"/>
              </a:ext>
            </a:extLst>
          </p:cNvPr>
          <p:cNvSpPr txBox="1"/>
          <p:nvPr/>
        </p:nvSpPr>
        <p:spPr>
          <a:xfrm>
            <a:off x="9638106" y="5780241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0x3010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8CB385B-9E17-C406-D307-06496BEDE825}"/>
              </a:ext>
            </a:extLst>
          </p:cNvPr>
          <p:cNvSpPr txBox="1"/>
          <p:nvPr/>
        </p:nvSpPr>
        <p:spPr>
          <a:xfrm>
            <a:off x="121754" y="1772678"/>
            <a:ext cx="400603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int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*</a:t>
            </a:r>
            <a:r>
              <a:rPr lang="en-ZA" sz="2100" dirty="0">
                <a:latin typeface="LM Roman 12" panose="00000500000000000000" pitchFamily="50" charset="0"/>
              </a:rPr>
              <a:t>myPointer1 = &amp;</a:t>
            </a:r>
            <a:r>
              <a:rPr lang="en-ZA" sz="2100" dirty="0" err="1">
                <a:latin typeface="LM Roman 12" panose="00000500000000000000" pitchFamily="50" charset="0"/>
              </a:rPr>
              <a:t>myArray</a:t>
            </a:r>
            <a:r>
              <a:rPr lang="en-ZA" sz="2100" dirty="0">
                <a:latin typeface="LM Roman 12" panose="00000500000000000000" pitchFamily="50" charset="0"/>
              </a:rPr>
              <a:t>[0];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B37F93-D195-CBF6-CA86-51A6541D6600}"/>
              </a:ext>
            </a:extLst>
          </p:cNvPr>
          <p:cNvSpPr txBox="1"/>
          <p:nvPr/>
        </p:nvSpPr>
        <p:spPr>
          <a:xfrm>
            <a:off x="6184279" y="2359981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myArray</a:t>
            </a:r>
            <a:r>
              <a:rPr lang="en-ZA" sz="2100" b="1" dirty="0">
                <a:latin typeface="LM Roman 12" panose="00000500000000000000" pitchFamily="50" charset="0"/>
              </a:rPr>
              <a:t>[0] </a:t>
            </a:r>
            <a:endParaRPr lang="en-ZA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5F0AFE-9EEE-79A0-9631-C63EA57414B6}"/>
              </a:ext>
            </a:extLst>
          </p:cNvPr>
          <p:cNvSpPr txBox="1"/>
          <p:nvPr/>
        </p:nvSpPr>
        <p:spPr>
          <a:xfrm>
            <a:off x="6204533" y="3728473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myArray</a:t>
            </a:r>
            <a:r>
              <a:rPr lang="en-ZA" sz="2100" b="1" dirty="0">
                <a:latin typeface="LM Roman 12" panose="00000500000000000000" pitchFamily="50" charset="0"/>
              </a:rPr>
              <a:t>[1] 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2A9B99-E272-CC3F-7B87-A9D4CFEC5CF1}"/>
              </a:ext>
            </a:extLst>
          </p:cNvPr>
          <p:cNvSpPr txBox="1"/>
          <p:nvPr/>
        </p:nvSpPr>
        <p:spPr>
          <a:xfrm>
            <a:off x="6214660" y="5063769"/>
            <a:ext cx="17167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 err="1">
                <a:latin typeface="LM Roman 12" panose="00000500000000000000" pitchFamily="50" charset="0"/>
              </a:rPr>
              <a:t>myArray</a:t>
            </a:r>
            <a:r>
              <a:rPr lang="en-ZA" sz="2100" b="1" dirty="0">
                <a:latin typeface="LM Roman 12" panose="00000500000000000000" pitchFamily="50" charset="0"/>
              </a:rPr>
              <a:t>[2] </a:t>
            </a:r>
            <a:endParaRPr lang="en-ZA" dirty="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7AEFF35-B5CC-B701-D099-AEA21ABF5391}"/>
              </a:ext>
            </a:extLst>
          </p:cNvPr>
          <p:cNvCxnSpPr/>
          <p:nvPr/>
        </p:nvCxnSpPr>
        <p:spPr>
          <a:xfrm flipH="1">
            <a:off x="10442448" y="2573001"/>
            <a:ext cx="6126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EC92EB7-8735-B4EB-B21B-367AB2FE4B2E}"/>
              </a:ext>
            </a:extLst>
          </p:cNvPr>
          <p:cNvGrpSpPr/>
          <p:nvPr/>
        </p:nvGrpSpPr>
        <p:grpSpPr>
          <a:xfrm>
            <a:off x="10671727" y="2194558"/>
            <a:ext cx="1716786" cy="703546"/>
            <a:chOff x="10671727" y="2194558"/>
            <a:chExt cx="1716786" cy="703546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837A5F4-9B46-6946-AB93-C4BDB19A9C7D}"/>
                </a:ext>
              </a:extLst>
            </p:cNvPr>
            <p:cNvSpPr txBox="1"/>
            <p:nvPr/>
          </p:nvSpPr>
          <p:spPr>
            <a:xfrm>
              <a:off x="10671727" y="2194558"/>
              <a:ext cx="1716786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ZA" sz="2100" b="1" dirty="0">
                  <a:latin typeface="LM Roman 12" panose="00000500000000000000" pitchFamily="50" charset="0"/>
                </a:rPr>
                <a:t>myPointer1 </a:t>
              </a:r>
              <a:endParaRPr lang="en-ZA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404420D-43EE-463A-9B0D-6A8848FD46CF}"/>
                </a:ext>
              </a:extLst>
            </p:cNvPr>
            <p:cNvSpPr txBox="1"/>
            <p:nvPr/>
          </p:nvSpPr>
          <p:spPr>
            <a:xfrm>
              <a:off x="10784834" y="2528772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ZA" dirty="0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87ECC86E-46E4-135B-875F-FE03CA49BC9A}"/>
              </a:ext>
            </a:extLst>
          </p:cNvPr>
          <p:cNvSpPr/>
          <p:nvPr/>
        </p:nvSpPr>
        <p:spPr>
          <a:xfrm>
            <a:off x="7901065" y="2528772"/>
            <a:ext cx="1094079" cy="11289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21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31A253-E494-A4F1-2DCE-392D93F96CA7}"/>
              </a:ext>
            </a:extLst>
          </p:cNvPr>
          <p:cNvSpPr/>
          <p:nvPr/>
        </p:nvSpPr>
        <p:spPr>
          <a:xfrm>
            <a:off x="7901064" y="3862170"/>
            <a:ext cx="1094079" cy="11289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991D06-7FC5-4E3F-B8D9-C7AC9CE16E39}"/>
              </a:ext>
            </a:extLst>
          </p:cNvPr>
          <p:cNvSpPr/>
          <p:nvPr/>
        </p:nvSpPr>
        <p:spPr>
          <a:xfrm>
            <a:off x="7901064" y="5203077"/>
            <a:ext cx="1094079" cy="11289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2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BD87F17-01E9-78F7-D342-740002C5D27D}"/>
              </a:ext>
            </a:extLst>
          </p:cNvPr>
          <p:cNvCxnSpPr/>
          <p:nvPr/>
        </p:nvCxnSpPr>
        <p:spPr>
          <a:xfrm flipH="1">
            <a:off x="10553250" y="5252427"/>
            <a:ext cx="6126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9845D09-B331-0968-A3A8-9E4699A120B6}"/>
              </a:ext>
            </a:extLst>
          </p:cNvPr>
          <p:cNvGrpSpPr/>
          <p:nvPr/>
        </p:nvGrpSpPr>
        <p:grpSpPr>
          <a:xfrm>
            <a:off x="10691674" y="4873984"/>
            <a:ext cx="1716786" cy="703546"/>
            <a:chOff x="10671727" y="2194558"/>
            <a:chExt cx="1716786" cy="703546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1585DA8-C794-19F5-C93F-0CBBEAF3A5C0}"/>
                </a:ext>
              </a:extLst>
            </p:cNvPr>
            <p:cNvSpPr txBox="1"/>
            <p:nvPr/>
          </p:nvSpPr>
          <p:spPr>
            <a:xfrm>
              <a:off x="10671727" y="2194558"/>
              <a:ext cx="1716786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ZA" sz="2100" b="1" dirty="0">
                  <a:latin typeface="LM Roman 12" panose="00000500000000000000" pitchFamily="50" charset="0"/>
                </a:rPr>
                <a:t>myPointer2 </a:t>
              </a:r>
              <a:endParaRPr lang="en-ZA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EAF6A1A-5E03-6203-3324-B21497DCFDC7}"/>
                </a:ext>
              </a:extLst>
            </p:cNvPr>
            <p:cNvSpPr txBox="1"/>
            <p:nvPr/>
          </p:nvSpPr>
          <p:spPr>
            <a:xfrm>
              <a:off x="10784834" y="2528772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ZA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12DF0F5-48A5-D9BD-9676-1A9E581EF573}"/>
              </a:ext>
            </a:extLst>
          </p:cNvPr>
          <p:cNvSpPr txBox="1"/>
          <p:nvPr/>
        </p:nvSpPr>
        <p:spPr>
          <a:xfrm>
            <a:off x="98853" y="2188176"/>
            <a:ext cx="399801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100" dirty="0">
                <a:solidFill>
                  <a:srgbClr val="0070C0"/>
                </a:solidFill>
                <a:latin typeface="LM Roman 12" panose="00000500000000000000" pitchFamily="50" charset="0"/>
              </a:rPr>
              <a:t>int</a:t>
            </a:r>
            <a:r>
              <a:rPr lang="en-ZA" sz="2100" dirty="0">
                <a:solidFill>
                  <a:srgbClr val="FF0000"/>
                </a:solidFill>
                <a:latin typeface="LM Roman 12" panose="00000500000000000000" pitchFamily="50" charset="0"/>
              </a:rPr>
              <a:t> *</a:t>
            </a:r>
            <a:r>
              <a:rPr lang="en-ZA" sz="2100" dirty="0">
                <a:latin typeface="LM Roman 12" panose="00000500000000000000" pitchFamily="50" charset="0"/>
              </a:rPr>
              <a:t>myPointer2 = &amp;</a:t>
            </a:r>
            <a:r>
              <a:rPr lang="en-ZA" sz="2100" dirty="0" err="1">
                <a:latin typeface="LM Roman 12" panose="00000500000000000000" pitchFamily="50" charset="0"/>
              </a:rPr>
              <a:t>myArray</a:t>
            </a:r>
            <a:r>
              <a:rPr lang="en-ZA" sz="2100" dirty="0">
                <a:latin typeface="LM Roman 12" panose="00000500000000000000" pitchFamily="50" charset="0"/>
              </a:rPr>
              <a:t>[2];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7A77BF-7730-D3B1-F770-5FC271A81ECA}"/>
              </a:ext>
            </a:extLst>
          </p:cNvPr>
          <p:cNvSpPr txBox="1"/>
          <p:nvPr/>
        </p:nvSpPr>
        <p:spPr>
          <a:xfrm>
            <a:off x="162123" y="2714029"/>
            <a:ext cx="625194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>
                <a:latin typeface="LM Roman 12" panose="00000500000000000000" pitchFamily="50" charset="0"/>
              </a:rPr>
              <a:t>myPointer2 - myPointer1 would produce 2</a:t>
            </a:r>
          </a:p>
          <a:p>
            <a:r>
              <a:rPr lang="en-ZA" sz="2100" dirty="0">
                <a:latin typeface="LM Roman 12" panose="00000500000000000000" pitchFamily="50" charset="0"/>
              </a:rPr>
              <a:t>(i.e., the pointers are </a:t>
            </a:r>
            <a:r>
              <a:rPr lang="en-ZA" sz="2100" b="1" dirty="0">
                <a:latin typeface="LM Roman 12" panose="00000500000000000000" pitchFamily="50" charset="0"/>
              </a:rPr>
              <a:t>2 int positions </a:t>
            </a:r>
            <a:r>
              <a:rPr lang="en-ZA" sz="2100" dirty="0">
                <a:latin typeface="LM Roman 12" panose="00000500000000000000" pitchFamily="50" charset="0"/>
              </a:rPr>
              <a:t>apart)</a:t>
            </a:r>
            <a:endParaRPr lang="en-ZA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9CB904-9735-212A-6950-6E0638BF2B55}"/>
              </a:ext>
            </a:extLst>
          </p:cNvPr>
          <p:cNvSpPr/>
          <p:nvPr/>
        </p:nvSpPr>
        <p:spPr>
          <a:xfrm>
            <a:off x="240623" y="3858418"/>
            <a:ext cx="5481781" cy="29439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ZA" sz="2000" dirty="0">
                <a:solidFill>
                  <a:srgbClr val="FF0000"/>
                </a:solidFill>
                <a:latin typeface="LM Roman 12" panose="00000500000000000000" pitchFamily="50" charset="0"/>
              </a:rPr>
              <a:t>Subtraction: </a:t>
            </a:r>
            <a:r>
              <a:rPr lang="en-ZA" sz="2000" dirty="0">
                <a:solidFill>
                  <a:schemeClr val="tx1"/>
                </a:solidFill>
                <a:latin typeface="LM Roman 12" panose="00000500000000000000" pitchFamily="50" charset="0"/>
              </a:rPr>
              <a:t>number of array elements between the two pointers.</a:t>
            </a:r>
          </a:p>
          <a:p>
            <a:pPr algn="ctr"/>
            <a:r>
              <a:rPr lang="en-ZA" sz="2000" dirty="0">
                <a:solidFill>
                  <a:schemeClr val="tx1"/>
                </a:solidFill>
                <a:latin typeface="LM Roman 12" panose="00000500000000000000" pitchFamily="50" charset="0"/>
              </a:rPr>
              <a:t>NB: does not return bytes</a:t>
            </a:r>
          </a:p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ZA" sz="2000" dirty="0">
                <a:solidFill>
                  <a:srgbClr val="FF0000"/>
                </a:solidFill>
                <a:latin typeface="LM Roman 12" panose="00000500000000000000" pitchFamily="50" charset="0"/>
              </a:rPr>
              <a:t>Addition: </a:t>
            </a:r>
            <a:r>
              <a:rPr lang="en-ZA" sz="2000" dirty="0">
                <a:solidFill>
                  <a:schemeClr val="tx1"/>
                </a:solidFill>
                <a:latin typeface="LM Roman 12" panose="00000500000000000000" pitchFamily="50" charset="0"/>
              </a:rPr>
              <a:t>pointer address has no meaningful interpretation in C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9EF6EF5-FEEC-082C-64B2-7D3627AA0DDC}"/>
              </a:ext>
            </a:extLst>
          </p:cNvPr>
          <p:cNvSpPr/>
          <p:nvPr/>
        </p:nvSpPr>
        <p:spPr>
          <a:xfrm>
            <a:off x="240623" y="3914020"/>
            <a:ext cx="5481781" cy="4892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Pointer arithmetic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E2D3BA4-45C3-EDE3-6983-D1D562377DD7}"/>
              </a:ext>
            </a:extLst>
          </p:cNvPr>
          <p:cNvSpPr txBox="1"/>
          <p:nvPr/>
        </p:nvSpPr>
        <p:spPr>
          <a:xfrm>
            <a:off x="104613" y="3447807"/>
            <a:ext cx="629979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100" dirty="0">
                <a:latin typeface="LM Roman 12" panose="00000500000000000000" pitchFamily="50" charset="0"/>
              </a:rPr>
              <a:t>myPointer2 + myPointer1 would produce an error;</a:t>
            </a:r>
            <a:endParaRPr lang="en-ZA" sz="1800" dirty="0"/>
          </a:p>
        </p:txBody>
      </p:sp>
    </p:spTree>
    <p:extLst>
      <p:ext uri="{BB962C8B-B14F-4D97-AF65-F5344CB8AC3E}">
        <p14:creationId xmlns:p14="http://schemas.microsoft.com/office/powerpoint/2010/main" val="25213816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175AC-524D-E09F-6669-C7D3831A4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FF3C8E46-E33A-DC93-E3B7-39E570B89DD2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B658C32-0AFF-18C4-B63F-961C53821BE3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9193B41-BEC0-2455-9F6C-D69A52593B29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EF3416C-1E24-693A-FD3C-7BE6F9B80A8A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4A90633D-9092-D2FC-0431-475DC546C4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DF60766-A012-E73B-9B10-9B00101D97A5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2CAB0C1-BCEB-6B9C-FE43-F740E92C7361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Pointer expressions 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758F625-370A-5AED-30FF-061FF59D4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767" y="1460549"/>
            <a:ext cx="10664091" cy="403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93695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21744-4BD1-9661-EA33-3794ACC07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FB77E54B-49DD-00D9-99E6-C629D437ABE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DFD0020-6CF9-3AB9-B98B-9F0A0C306770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016CB8-8B78-449F-D451-1BB912E3C1B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E57AF3A-3F1E-6878-851A-A4249939E014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533BE8E2-DD1C-9094-0711-3BFE1D4D3F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37BD981-C159-008B-D69C-AACF4ECC98ED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EF49EC9-716E-FF88-8399-9D2B46AE1250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Pointer expressions 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E900269-6DC4-2325-37A3-03153C928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357" y="2824192"/>
            <a:ext cx="10664091" cy="40338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00467D-AC0C-9564-49E0-E01EAA76D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194" y="1313974"/>
            <a:ext cx="10770416" cy="3621331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Slide Zoom 7">
                <a:extLst>
                  <a:ext uri="{FF2B5EF4-FFF2-40B4-BE49-F238E27FC236}">
                    <a16:creationId xmlns:a16="http://schemas.microsoft.com/office/drawing/2014/main" id="{9114DBDD-D26D-83E1-10D6-983ABC7B287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8015734"/>
                  </p:ext>
                </p:extLst>
              </p:nvPr>
            </p:nvGraphicFramePr>
            <p:xfrm>
              <a:off x="9548963" y="3573891"/>
              <a:ext cx="2252810" cy="1267205"/>
            </p:xfrm>
            <a:graphic>
              <a:graphicData uri="http://schemas.microsoft.com/office/powerpoint/2016/slidezoom">
                <pslz:sldZm>
                  <pslz:sldZmObj sldId="614" cId="3451398195">
                    <pslz:zmPr id="{013EC45B-153A-4EC4-9BF3-67D095EDE50D}" transitionDur="1000" showBg="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52810" cy="1267205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Slide Zoom 7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9114DBDD-D26D-83E1-10D6-983ABC7B287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548963" y="3573891"/>
                <a:ext cx="2252810" cy="126720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7015902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9CA275-51A0-DF90-E7D6-5D25CB10C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292" y="-47859"/>
            <a:ext cx="8303876" cy="690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398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DDAA2-1118-D406-1FE3-C8A0EACCA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DB469F81-2D6A-1593-DA49-B932222DECAE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AE755A6-3D0F-076C-41A7-1DB980B9E918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2884FC1-FD25-E45D-D413-EF369FEE5B3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DAD7217-F7B5-A74A-7D56-7EF02D75207C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7DE3A197-CEC8-17D7-DE63-53DF5E3315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CA2225B-2C89-5539-9D7A-A4DD15D188EF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E2714AC-3C6D-BC09-43D7-BA13F248B031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Pointers &amp; arrays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E98BC6E-1EED-4C26-7FB0-838BEB8255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83" y="1430307"/>
            <a:ext cx="6088920" cy="538506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11208F3-D0C2-659A-C2CD-21B5AD0B3EBF}"/>
              </a:ext>
            </a:extLst>
          </p:cNvPr>
          <p:cNvSpPr/>
          <p:nvPr/>
        </p:nvSpPr>
        <p:spPr>
          <a:xfrm>
            <a:off x="6609525" y="2593144"/>
            <a:ext cx="5481781" cy="29439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b="1" dirty="0">
                <a:solidFill>
                  <a:srgbClr val="FF0000"/>
                </a:solidFill>
                <a:latin typeface="LM Roman 12" panose="00000500000000000000" pitchFamily="50" charset="0"/>
              </a:rPr>
              <a:t>Offset notation:</a:t>
            </a:r>
          </a:p>
          <a:p>
            <a:pPr algn="ctr"/>
            <a:r>
              <a:rPr lang="en-ZA" sz="2000" b="1" dirty="0">
                <a:solidFill>
                  <a:schemeClr val="tx1"/>
                </a:solidFill>
                <a:latin typeface="LM Roman 12" panose="00000500000000000000" pitchFamily="50" charset="0"/>
              </a:rPr>
              <a:t>*(</a:t>
            </a:r>
            <a:r>
              <a:rPr lang="en-ZA" sz="2000" b="1" dirty="0" err="1">
                <a:solidFill>
                  <a:schemeClr val="tx1"/>
                </a:solidFill>
                <a:latin typeface="LM Roman 12" panose="00000500000000000000" pitchFamily="50" charset="0"/>
              </a:rPr>
              <a:t>myPointer+i</a:t>
            </a:r>
            <a:r>
              <a:rPr lang="en-ZA" sz="2000" b="1" dirty="0">
                <a:solidFill>
                  <a:schemeClr val="tx1"/>
                </a:solidFill>
                <a:latin typeface="LM Roman 12" panose="00000500000000000000" pitchFamily="50" charset="0"/>
              </a:rPr>
              <a:t>)</a:t>
            </a:r>
          </a:p>
          <a:p>
            <a:pPr algn="ctr"/>
            <a:r>
              <a:rPr lang="en-ZA" sz="2000" dirty="0">
                <a:solidFill>
                  <a:schemeClr val="tx1"/>
                </a:solidFill>
                <a:latin typeface="LM Roman 12" panose="00000500000000000000" pitchFamily="50" charset="0"/>
              </a:rPr>
              <a:t>Accesses the </a:t>
            </a:r>
            <a:r>
              <a:rPr lang="en-ZA" sz="2000" dirty="0" err="1">
                <a:solidFill>
                  <a:schemeClr val="tx1"/>
                </a:solidFill>
                <a:latin typeface="LM Roman 12" panose="00000500000000000000" pitchFamily="50" charset="0"/>
              </a:rPr>
              <a:t>i-th</a:t>
            </a:r>
            <a:r>
              <a:rPr lang="en-ZA" sz="2000" dirty="0">
                <a:solidFill>
                  <a:schemeClr val="tx1"/>
                </a:solidFill>
                <a:latin typeface="LM Roman 12" panose="00000500000000000000" pitchFamily="50" charset="0"/>
              </a:rPr>
              <a:t> element of the array.</a:t>
            </a:r>
          </a:p>
          <a:p>
            <a:pPr algn="ctr"/>
            <a:r>
              <a:rPr lang="en-ZA" sz="2000" dirty="0">
                <a:solidFill>
                  <a:schemeClr val="tx1"/>
                </a:solidFill>
                <a:latin typeface="LM Roman 12" panose="00000500000000000000" pitchFamily="50" charset="0"/>
              </a:rPr>
              <a:t>i.e. </a:t>
            </a:r>
            <a:r>
              <a:rPr lang="en-ZA" sz="2000" dirty="0" err="1">
                <a:solidFill>
                  <a:schemeClr val="tx1"/>
                </a:solidFill>
                <a:latin typeface="LM Roman 12" panose="00000500000000000000" pitchFamily="50" charset="0"/>
              </a:rPr>
              <a:t>myArray</a:t>
            </a:r>
            <a:r>
              <a:rPr lang="en-ZA" sz="2000" dirty="0">
                <a:solidFill>
                  <a:schemeClr val="tx1"/>
                </a:solidFill>
                <a:latin typeface="LM Roman 12" panose="00000500000000000000" pitchFamily="50" charset="0"/>
              </a:rPr>
              <a:t>[3] = *(myPointer+3)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B558B5-DD41-7CED-3A30-2EF3CED3DBDD}"/>
              </a:ext>
            </a:extLst>
          </p:cNvPr>
          <p:cNvSpPr/>
          <p:nvPr/>
        </p:nvSpPr>
        <p:spPr>
          <a:xfrm>
            <a:off x="6609525" y="2648746"/>
            <a:ext cx="5481781" cy="4892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ACCESSING: </a:t>
            </a:r>
            <a:r>
              <a:rPr lang="en-ZA" dirty="0" err="1">
                <a:latin typeface="LM Roman 12" panose="00000500000000000000" pitchFamily="50" charset="0"/>
              </a:rPr>
              <a:t>myArray</a:t>
            </a:r>
            <a:r>
              <a:rPr lang="en-ZA" dirty="0">
                <a:latin typeface="LM Roman 12" panose="00000500000000000000" pitchFamily="50" charset="0"/>
              </a:rPr>
              <a:t>[</a:t>
            </a:r>
            <a:r>
              <a:rPr lang="en-ZA" dirty="0" err="1">
                <a:latin typeface="LM Roman 12" panose="00000500000000000000" pitchFamily="50" charset="0"/>
              </a:rPr>
              <a:t>i</a:t>
            </a:r>
            <a:r>
              <a:rPr lang="en-ZA" dirty="0">
                <a:latin typeface="LM Roman 12" panose="00000500000000000000" pitchFamily="50" charset="0"/>
              </a:rPr>
              <a:t>] 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245D96E5-A4CF-86E7-CB94-20F922D3A842}"/>
              </a:ext>
            </a:extLst>
          </p:cNvPr>
          <p:cNvSpPr/>
          <p:nvPr/>
        </p:nvSpPr>
        <p:spPr>
          <a:xfrm rot="20770963">
            <a:off x="4234502" y="4032904"/>
            <a:ext cx="2695948" cy="622005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50570485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D0AE3-F6D9-5C15-C633-6C7BC50CD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572A10B2-AC9A-984A-198F-0A111F1AA0CD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81C716B-0655-48E3-4368-8C614F89227D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5A77D18-5E8F-EA8C-3E22-4E7147122C9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F769C45-8852-3FD7-C79E-61F28E8D5876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5501E67A-B77B-C44C-43FF-03FF6024B1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2B41329-D592-0130-DC49-59DC07B7793C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71C08DC-8E57-6D33-A40D-CF405200D843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Pointers &amp; arrays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D7B8DB1-A6E4-20A2-5CE1-3610620A90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83" y="1430307"/>
            <a:ext cx="6088920" cy="538506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CBA0AD7-260E-A4AD-F274-4DD72DB6181B}"/>
              </a:ext>
            </a:extLst>
          </p:cNvPr>
          <p:cNvSpPr/>
          <p:nvPr/>
        </p:nvSpPr>
        <p:spPr>
          <a:xfrm>
            <a:off x="6609525" y="2593144"/>
            <a:ext cx="5481781" cy="29439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b="1" dirty="0">
                <a:solidFill>
                  <a:srgbClr val="FF0000"/>
                </a:solidFill>
                <a:latin typeface="LM Roman 12" panose="00000500000000000000" pitchFamily="50" charset="0"/>
              </a:rPr>
              <a:t>Pointer subscript notation:</a:t>
            </a:r>
          </a:p>
          <a:p>
            <a:pPr algn="ctr"/>
            <a:r>
              <a:rPr lang="en-ZA" sz="2000" b="1" dirty="0" err="1">
                <a:solidFill>
                  <a:schemeClr val="tx1"/>
                </a:solidFill>
                <a:latin typeface="LM Roman 12" panose="00000500000000000000" pitchFamily="50" charset="0"/>
              </a:rPr>
              <a:t>myPointer</a:t>
            </a:r>
            <a:r>
              <a:rPr lang="en-ZA" sz="2000" b="1" dirty="0">
                <a:solidFill>
                  <a:schemeClr val="tx1"/>
                </a:solidFill>
                <a:latin typeface="LM Roman 12" panose="00000500000000000000" pitchFamily="50" charset="0"/>
              </a:rPr>
              <a:t>[</a:t>
            </a:r>
            <a:r>
              <a:rPr lang="en-ZA" sz="2000" b="1" dirty="0" err="1">
                <a:solidFill>
                  <a:schemeClr val="tx1"/>
                </a:solidFill>
                <a:latin typeface="LM Roman 12" panose="00000500000000000000" pitchFamily="50" charset="0"/>
              </a:rPr>
              <a:t>i</a:t>
            </a:r>
            <a:r>
              <a:rPr lang="en-ZA" sz="2000" b="1" dirty="0">
                <a:solidFill>
                  <a:schemeClr val="tx1"/>
                </a:solidFill>
                <a:latin typeface="LM Roman 12" panose="00000500000000000000" pitchFamily="50" charset="0"/>
              </a:rPr>
              <a:t>]</a:t>
            </a:r>
          </a:p>
          <a:p>
            <a:pPr algn="ctr"/>
            <a:r>
              <a:rPr lang="en-ZA" sz="2000" dirty="0">
                <a:solidFill>
                  <a:schemeClr val="tx1"/>
                </a:solidFill>
                <a:latin typeface="LM Roman 12" panose="00000500000000000000" pitchFamily="50" charset="0"/>
              </a:rPr>
              <a:t>Accesses the </a:t>
            </a:r>
            <a:r>
              <a:rPr lang="en-ZA" sz="2000" dirty="0" err="1">
                <a:solidFill>
                  <a:schemeClr val="tx1"/>
                </a:solidFill>
                <a:latin typeface="LM Roman 12" panose="00000500000000000000" pitchFamily="50" charset="0"/>
              </a:rPr>
              <a:t>i-th</a:t>
            </a:r>
            <a:r>
              <a:rPr lang="en-ZA" sz="2000" dirty="0">
                <a:solidFill>
                  <a:schemeClr val="tx1"/>
                </a:solidFill>
                <a:latin typeface="LM Roman 12" panose="00000500000000000000" pitchFamily="50" charset="0"/>
              </a:rPr>
              <a:t> element of the array.</a:t>
            </a:r>
          </a:p>
          <a:p>
            <a:pPr algn="ctr"/>
            <a:r>
              <a:rPr lang="en-ZA" sz="2000" dirty="0">
                <a:solidFill>
                  <a:schemeClr val="tx1"/>
                </a:solidFill>
                <a:latin typeface="LM Roman 12" panose="00000500000000000000" pitchFamily="50" charset="0"/>
              </a:rPr>
              <a:t>i.e. </a:t>
            </a:r>
            <a:r>
              <a:rPr lang="en-ZA" sz="2000" dirty="0" err="1">
                <a:solidFill>
                  <a:schemeClr val="tx1"/>
                </a:solidFill>
                <a:latin typeface="LM Roman 12" panose="00000500000000000000" pitchFamily="50" charset="0"/>
              </a:rPr>
              <a:t>myArray</a:t>
            </a:r>
            <a:r>
              <a:rPr lang="en-ZA" sz="2000" dirty="0">
                <a:solidFill>
                  <a:schemeClr val="tx1"/>
                </a:solidFill>
                <a:latin typeface="LM Roman 12" panose="00000500000000000000" pitchFamily="50" charset="0"/>
              </a:rPr>
              <a:t>[3] = </a:t>
            </a:r>
            <a:r>
              <a:rPr lang="en-ZA" sz="2000" dirty="0" err="1">
                <a:solidFill>
                  <a:schemeClr val="tx1"/>
                </a:solidFill>
                <a:latin typeface="LM Roman 12" panose="00000500000000000000" pitchFamily="50" charset="0"/>
              </a:rPr>
              <a:t>myPointer</a:t>
            </a:r>
            <a:r>
              <a:rPr lang="en-ZA" sz="2000" dirty="0">
                <a:solidFill>
                  <a:schemeClr val="tx1"/>
                </a:solidFill>
                <a:latin typeface="LM Roman 12" panose="00000500000000000000" pitchFamily="50" charset="0"/>
              </a:rPr>
              <a:t>[3]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171209-7A96-6C5E-1D00-7CE6D979B710}"/>
              </a:ext>
            </a:extLst>
          </p:cNvPr>
          <p:cNvSpPr/>
          <p:nvPr/>
        </p:nvSpPr>
        <p:spPr>
          <a:xfrm>
            <a:off x="6609525" y="2648746"/>
            <a:ext cx="5481781" cy="4892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ACCESSING: </a:t>
            </a:r>
            <a:r>
              <a:rPr lang="en-ZA" dirty="0" err="1">
                <a:latin typeface="LM Roman 12" panose="00000500000000000000" pitchFamily="50" charset="0"/>
              </a:rPr>
              <a:t>myArray</a:t>
            </a:r>
            <a:r>
              <a:rPr lang="en-ZA" dirty="0">
                <a:latin typeface="LM Roman 12" panose="00000500000000000000" pitchFamily="50" charset="0"/>
              </a:rPr>
              <a:t>[</a:t>
            </a:r>
            <a:r>
              <a:rPr lang="en-ZA" dirty="0" err="1">
                <a:latin typeface="LM Roman 12" panose="00000500000000000000" pitchFamily="50" charset="0"/>
              </a:rPr>
              <a:t>i</a:t>
            </a:r>
            <a:r>
              <a:rPr lang="en-ZA" dirty="0">
                <a:latin typeface="LM Roman 12" panose="00000500000000000000" pitchFamily="50" charset="0"/>
              </a:rPr>
              <a:t>] 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02A25FBE-947E-B0DB-1E84-21CE835A7140}"/>
              </a:ext>
            </a:extLst>
          </p:cNvPr>
          <p:cNvSpPr/>
          <p:nvPr/>
        </p:nvSpPr>
        <p:spPr>
          <a:xfrm rot="20770963">
            <a:off x="4000692" y="4657713"/>
            <a:ext cx="2695948" cy="622005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12002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AA061-935A-F261-5F39-3EEC8FCEB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D0DAA83-9888-60C2-5094-BD1207DD09E6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97376B3-7415-F107-2A4B-F1F99982BD3E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D866A9A-9FE8-80EC-4698-423948B06F2A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8D3D15D-98AA-5A70-8ED6-7A8776084A6C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7E69971B-5FB5-3EA4-1A2D-E84627E370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C5A764F-4C44-4A0F-9554-65F624268338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44789C9-874E-B7D7-B180-B621ACF71B45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Pointers &amp; arrays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52AD622-5853-0526-410F-1A0D1B58F1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83" y="1430307"/>
            <a:ext cx="6088920" cy="538506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DFA8D50-F9A0-5EE2-4E6C-2B0FE5A2F0E7}"/>
              </a:ext>
            </a:extLst>
          </p:cNvPr>
          <p:cNvSpPr/>
          <p:nvPr/>
        </p:nvSpPr>
        <p:spPr>
          <a:xfrm>
            <a:off x="6609525" y="2593144"/>
            <a:ext cx="5481781" cy="29439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b="1" dirty="0">
                <a:solidFill>
                  <a:srgbClr val="FF0000"/>
                </a:solidFill>
                <a:latin typeface="LM Roman 12" panose="00000500000000000000" pitchFamily="50" charset="0"/>
              </a:rPr>
              <a:t>Array subscript notation:</a:t>
            </a:r>
          </a:p>
          <a:p>
            <a:pPr algn="ctr"/>
            <a:r>
              <a:rPr lang="en-ZA" sz="2000" b="1" dirty="0" err="1">
                <a:solidFill>
                  <a:schemeClr val="tx1"/>
                </a:solidFill>
                <a:latin typeface="LM Roman 12" panose="00000500000000000000" pitchFamily="50" charset="0"/>
              </a:rPr>
              <a:t>myPointer</a:t>
            </a:r>
            <a:r>
              <a:rPr lang="en-ZA" sz="2000" b="1" dirty="0">
                <a:solidFill>
                  <a:schemeClr val="tx1"/>
                </a:solidFill>
                <a:latin typeface="LM Roman 12" panose="00000500000000000000" pitchFamily="50" charset="0"/>
              </a:rPr>
              <a:t>[</a:t>
            </a:r>
            <a:r>
              <a:rPr lang="en-ZA" sz="2000" b="1" dirty="0" err="1">
                <a:solidFill>
                  <a:schemeClr val="tx1"/>
                </a:solidFill>
                <a:latin typeface="LM Roman 12" panose="00000500000000000000" pitchFamily="50" charset="0"/>
              </a:rPr>
              <a:t>i</a:t>
            </a:r>
            <a:r>
              <a:rPr lang="en-ZA" sz="2000" b="1" dirty="0">
                <a:solidFill>
                  <a:schemeClr val="tx1"/>
                </a:solidFill>
                <a:latin typeface="LM Roman 12" panose="00000500000000000000" pitchFamily="50" charset="0"/>
              </a:rPr>
              <a:t>]</a:t>
            </a:r>
          </a:p>
          <a:p>
            <a:pPr algn="ctr"/>
            <a:r>
              <a:rPr lang="en-ZA" sz="2000" dirty="0">
                <a:solidFill>
                  <a:schemeClr val="tx1"/>
                </a:solidFill>
                <a:latin typeface="LM Roman 12" panose="00000500000000000000" pitchFamily="50" charset="0"/>
              </a:rPr>
              <a:t>Accesses the </a:t>
            </a:r>
            <a:r>
              <a:rPr lang="en-ZA" sz="2000" dirty="0" err="1">
                <a:solidFill>
                  <a:schemeClr val="tx1"/>
                </a:solidFill>
                <a:latin typeface="LM Roman 12" panose="00000500000000000000" pitchFamily="50" charset="0"/>
              </a:rPr>
              <a:t>i-th</a:t>
            </a:r>
            <a:r>
              <a:rPr lang="en-ZA" sz="2000" dirty="0">
                <a:solidFill>
                  <a:schemeClr val="tx1"/>
                </a:solidFill>
                <a:latin typeface="LM Roman 12" panose="00000500000000000000" pitchFamily="50" charset="0"/>
              </a:rPr>
              <a:t> element of the array.</a:t>
            </a:r>
          </a:p>
          <a:p>
            <a:pPr algn="ctr"/>
            <a:r>
              <a:rPr lang="en-ZA" sz="2000" dirty="0">
                <a:solidFill>
                  <a:schemeClr val="tx1"/>
                </a:solidFill>
                <a:latin typeface="LM Roman 12" panose="00000500000000000000" pitchFamily="50" charset="0"/>
              </a:rPr>
              <a:t>i.e. </a:t>
            </a:r>
            <a:r>
              <a:rPr lang="en-ZA" sz="2000" dirty="0" err="1">
                <a:solidFill>
                  <a:schemeClr val="tx1"/>
                </a:solidFill>
                <a:latin typeface="LM Roman 12" panose="00000500000000000000" pitchFamily="50" charset="0"/>
              </a:rPr>
              <a:t>myArray</a:t>
            </a:r>
            <a:r>
              <a:rPr lang="en-ZA" sz="2000" dirty="0">
                <a:solidFill>
                  <a:schemeClr val="tx1"/>
                </a:solidFill>
                <a:latin typeface="LM Roman 12" panose="00000500000000000000" pitchFamily="50" charset="0"/>
              </a:rPr>
              <a:t>[3] </a:t>
            </a:r>
            <a:r>
              <a:rPr lang="en-ZA" sz="2000">
                <a:solidFill>
                  <a:schemeClr val="tx1"/>
                </a:solidFill>
                <a:latin typeface="LM Roman 12" panose="00000500000000000000" pitchFamily="50" charset="0"/>
              </a:rPr>
              <a:t>= *(myArray+3)</a:t>
            </a:r>
            <a:endParaRPr lang="en-ZA" sz="2000" dirty="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7D1B0C-547E-7227-683F-8714478D9CED}"/>
              </a:ext>
            </a:extLst>
          </p:cNvPr>
          <p:cNvSpPr/>
          <p:nvPr/>
        </p:nvSpPr>
        <p:spPr>
          <a:xfrm>
            <a:off x="6609525" y="2648746"/>
            <a:ext cx="5481781" cy="4892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ACCESSING: </a:t>
            </a:r>
            <a:r>
              <a:rPr lang="en-ZA" dirty="0" err="1">
                <a:latin typeface="LM Roman 12" panose="00000500000000000000" pitchFamily="50" charset="0"/>
              </a:rPr>
              <a:t>myArray</a:t>
            </a:r>
            <a:r>
              <a:rPr lang="en-ZA" dirty="0">
                <a:latin typeface="LM Roman 12" panose="00000500000000000000" pitchFamily="50" charset="0"/>
              </a:rPr>
              <a:t>[</a:t>
            </a:r>
            <a:r>
              <a:rPr lang="en-ZA" dirty="0" err="1">
                <a:latin typeface="LM Roman 12" panose="00000500000000000000" pitchFamily="50" charset="0"/>
              </a:rPr>
              <a:t>i</a:t>
            </a:r>
            <a:r>
              <a:rPr lang="en-ZA" dirty="0">
                <a:latin typeface="LM Roman 12" panose="00000500000000000000" pitchFamily="50" charset="0"/>
              </a:rPr>
              <a:t>] 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1F37ABF5-082B-3B2B-5B73-2CE95EB33D77}"/>
              </a:ext>
            </a:extLst>
          </p:cNvPr>
          <p:cNvSpPr/>
          <p:nvPr/>
        </p:nvSpPr>
        <p:spPr>
          <a:xfrm rot="20770963">
            <a:off x="4000691" y="5338824"/>
            <a:ext cx="2695948" cy="622005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68332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1B484-EBF7-1F2C-0AC9-2D5D3640C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A8366DFF-1668-1213-7294-6E64966B478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FE07A23-9360-B1CE-D1D2-2EA79BE9FC5A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AA3C218-C816-3934-D938-E9FD032E51D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A91DD9A-E515-08A0-A079-AAEA8625926C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3D4DD322-C731-A82A-A448-FC21EA3EA1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146CD2F-4F05-DD64-32AD-09E3F78D49A5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D878D33-21D9-156C-F5FE-FA23A8414AAD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Dynamic memory allocation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54D0E34-5FEF-ADAA-8E60-EC8F58AF9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791" y="1313974"/>
            <a:ext cx="10758474" cy="470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428165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A59E4-38D8-1A27-6F63-0E30F09CA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C368CD1-9BCB-0017-A766-8A7A1580535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100FA17-4212-3B5A-070D-CF7BAA5B3C9B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6DEF498-DF31-0E9C-1A6B-AB067CC96716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20A83B3-A593-C1A7-F2ED-0CD8BE293ED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07063920-E2EB-1B69-AB97-72D1C059CF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DBDE660-000E-A28C-CC59-C7A75F6144B6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8327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September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871E1F0-1D85-DC8A-FD7B-4B026C7D92B5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Dynamic memory allocation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54F5CFD-F0BE-29A4-7186-A92FC98DE7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50" y="1245642"/>
            <a:ext cx="6803261" cy="37426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3394D3-B035-25F6-2F71-38E4785D7F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7092" y="1711843"/>
            <a:ext cx="6059336" cy="327646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1C11A6-880D-BFFD-3FE8-BCBACF74B811}"/>
              </a:ext>
            </a:extLst>
          </p:cNvPr>
          <p:cNvCxnSpPr/>
          <p:nvPr/>
        </p:nvCxnSpPr>
        <p:spPr>
          <a:xfrm>
            <a:off x="6096000" y="1307940"/>
            <a:ext cx="0" cy="38541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E3FAD17E-F874-0D8A-2F0B-D3640460DD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8139" y="5322280"/>
            <a:ext cx="6372692" cy="127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661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9CA275-51A0-DF90-E7D6-5D25CB10C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292" y="-47859"/>
            <a:ext cx="8303876" cy="690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398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1397</TotalTime>
  <Words>1424</Words>
  <Application>Microsoft Office PowerPoint</Application>
  <PresentationFormat>Widescreen</PresentationFormat>
  <Paragraphs>457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Arial</vt:lpstr>
      <vt:lpstr>Bradley Hand ITC</vt:lpstr>
      <vt:lpstr>LM Roman 12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Khobo</dc:creator>
  <cp:lastModifiedBy>Isaac Khobo</cp:lastModifiedBy>
  <cp:revision>1</cp:revision>
  <dcterms:created xsi:type="dcterms:W3CDTF">2026-09-13T12:30:06Z</dcterms:created>
  <dcterms:modified xsi:type="dcterms:W3CDTF">2026-09-21T08:09:44Z</dcterms:modified>
</cp:coreProperties>
</file>