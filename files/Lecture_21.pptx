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0.xml" ContentType="application/vnd.openxmlformats-officedocument.presentationml.slide+xml"/>
  <Override PartName="/ppt/slides/slide60.xml" ContentType="application/vnd.openxmlformats-officedocument.presentationml.slide+xml"/>
  <Override PartName="/ppt/slides/slide140.xml" ContentType="application/vnd.openxmlformats-officedocument.presentationml.slide+xml"/>
  <Override PartName="/ppt/slides/slide160.xml" ContentType="application/vnd.openxmlformats-officedocument.presentationml.slide+xml"/>
  <Override PartName="/ppt/notesSlides/notesSlide40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0.xml" ContentType="application/vnd.openxmlformats-officedocument.presentationml.notesMaster+xml"/>
  <Override PartName="/ppt/slideMasters/slideMaster10.xml" ContentType="application/vnd.openxmlformats-officedocument.presentationml.slideMaster+xml"/>
  <Override PartName="/ppt/theme/theme20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0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597" r:id="rId2"/>
    <p:sldId id="605" r:id="rId3"/>
    <p:sldId id="606" r:id="rId4"/>
    <p:sldId id="609" r:id="rId5"/>
    <p:sldId id="610" r:id="rId6"/>
    <p:sldId id="611" r:id="rId7"/>
    <p:sldId id="607" r:id="rId8"/>
    <p:sldId id="612" r:id="rId9"/>
    <p:sldId id="613" r:id="rId10"/>
    <p:sldId id="614" r:id="rId11"/>
    <p:sldId id="616" r:id="rId12"/>
    <p:sldId id="619" r:id="rId13"/>
    <p:sldId id="620" r:id="rId14"/>
    <p:sldId id="625" r:id="rId15"/>
    <p:sldId id="621" r:id="rId16"/>
    <p:sldId id="624" r:id="rId17"/>
    <p:sldId id="622" r:id="rId18"/>
    <p:sldId id="62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A3B0A5-8500-49EE-B7EB-037D2A741CA7}" v="341" dt="2026-09-24T13:00:41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51" autoAdjust="0"/>
    <p:restoredTop sz="94124" autoAdjust="0"/>
  </p:normalViewPr>
  <p:slideViewPr>
    <p:cSldViewPr snapToGrid="0">
      <p:cViewPr>
        <p:scale>
          <a:sx n="83" d="100"/>
          <a:sy n="83" d="100"/>
        </p:scale>
        <p:origin x="4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09-24T13:00:41.361" v="4303"/>
      <pc:docMkLst>
        <pc:docMk/>
      </pc:docMkLst>
      <pc:sldChg chg="modSp mod">
        <pc:chgData name="Khobo, IL, Dr [ilkhobo@sun.ac.za]" userId="b519a442-dcea-4a28-9c45-7e29f1df5837" providerId="ADAL" clId="{8BC8A5CF-2DB3-45E9-BF57-F2ED810C291E}" dt="2026-09-15T10:03:33.999" v="116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09-15T10:03:33.999" v="116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09-15T10:02:31.272" v="51" actId="20577"/>
          <ac:spMkLst>
            <pc:docMk/>
            <pc:sldMk cId="2601401026" sldId="597"/>
            <ac:spMk id="34" creationId="{593DD671-6E7B-06CE-9A2D-78AB0133EE61}"/>
          </ac:spMkLst>
        </pc:spChg>
        <pc:picChg chg="mod">
          <ac:chgData name="Khobo, IL, Dr [ilkhobo@sun.ac.za]" userId="b519a442-dcea-4a28-9c45-7e29f1df5837" providerId="ADAL" clId="{8BC8A5CF-2DB3-45E9-BF57-F2ED810C291E}" dt="2026-09-15T10:02:47.697" v="56" actId="14100"/>
          <ac:picMkLst>
            <pc:docMk/>
            <pc:sldMk cId="2601401026" sldId="597"/>
            <ac:picMk id="4" creationId="{8E3F0134-2454-5477-8946-7D018BDF2F56}"/>
          </ac:picMkLst>
        </pc:picChg>
      </pc:sldChg>
      <pc:sldChg chg="modSp mod">
        <pc:chgData name="Khobo, IL, Dr [ilkhobo@sun.ac.za]" userId="b519a442-dcea-4a28-9c45-7e29f1df5837" providerId="ADAL" clId="{8BC8A5CF-2DB3-45E9-BF57-F2ED810C291E}" dt="2026-09-23T10:15:03.279" v="4300" actId="20577"/>
        <pc:sldMkLst>
          <pc:docMk/>
          <pc:sldMk cId="266187088" sldId="605"/>
        </pc:sldMkLst>
        <pc:spChg chg="mod">
          <ac:chgData name="Khobo, IL, Dr [ilkhobo@sun.ac.za]" userId="b519a442-dcea-4a28-9c45-7e29f1df5837" providerId="ADAL" clId="{8BC8A5CF-2DB3-45E9-BF57-F2ED810C291E}" dt="2026-09-23T10:15:03.279" v="4300" actId="20577"/>
          <ac:spMkLst>
            <pc:docMk/>
            <pc:sldMk cId="266187088" sldId="605"/>
            <ac:spMk id="6" creationId="{A47E21EF-7BB6-C816-3D17-B91EBDA71973}"/>
          </ac:spMkLst>
        </pc:spChg>
      </pc:sldChg>
      <pc:sldChg chg="addSp delSp modSp mod modTransition">
        <pc:chgData name="Khobo, IL, Dr [ilkhobo@sun.ac.za]" userId="b519a442-dcea-4a28-9c45-7e29f1df5837" providerId="ADAL" clId="{8BC8A5CF-2DB3-45E9-BF57-F2ED810C291E}" dt="2026-09-23T06:29:51.569" v="4009" actId="27116"/>
        <pc:sldMkLst>
          <pc:docMk/>
          <pc:sldMk cId="3010059276" sldId="606"/>
        </pc:sldMkLst>
        <pc:graphicFrameChg chg="add mod modGraphic">
          <ac:chgData name="Khobo, IL, Dr [ilkhobo@sun.ac.za]" userId="b519a442-dcea-4a28-9c45-7e29f1df5837" providerId="ADAL" clId="{8BC8A5CF-2DB3-45E9-BF57-F2ED810C291E}" dt="2026-09-23T06:28:35.558" v="3996" actId="1076"/>
          <ac:graphicFrameMkLst>
            <pc:docMk/>
            <pc:sldMk cId="3010059276" sldId="606"/>
            <ac:graphicFrameMk id="7" creationId="{9C6B837B-9752-4410-6FDA-DE18D13C2518}"/>
          </ac:graphicFrameMkLst>
        </pc:graphicFrameChg>
        <pc:graphicFrameChg chg="add mod modGraphic">
          <ac:chgData name="Khobo, IL, Dr [ilkhobo@sun.ac.za]" userId="b519a442-dcea-4a28-9c45-7e29f1df5837" providerId="ADAL" clId="{8BC8A5CF-2DB3-45E9-BF57-F2ED810C291E}" dt="2026-09-23T06:29:51.569" v="4009" actId="27116"/>
          <ac:graphicFrameMkLst>
            <pc:docMk/>
            <pc:sldMk cId="3010059276" sldId="606"/>
            <ac:graphicFrameMk id="9" creationId="{A7CB9202-0AC8-05EA-83C2-6A12CE5636BD}"/>
          </ac:graphicFrameMkLst>
        </pc:graphicFrameChg>
        <pc:picChg chg="add del mod">
          <ac:chgData name="Khobo, IL, Dr [ilkhobo@sun.ac.za]" userId="b519a442-dcea-4a28-9c45-7e29f1df5837" providerId="ADAL" clId="{8BC8A5CF-2DB3-45E9-BF57-F2ED810C291E}" dt="2026-09-23T06:24:03.845" v="3959" actId="478"/>
          <ac:picMkLst>
            <pc:docMk/>
            <pc:sldMk cId="3010059276" sldId="606"/>
            <ac:picMk id="3" creationId="{650B7378-6B5B-E3C6-ACE3-3E69CF2BA1AB}"/>
          </ac:picMkLst>
        </pc:picChg>
        <pc:picChg chg="add del mod">
          <ac:chgData name="Khobo, IL, Dr [ilkhobo@sun.ac.za]" userId="b519a442-dcea-4a28-9c45-7e29f1df5837" providerId="ADAL" clId="{8BC8A5CF-2DB3-45E9-BF57-F2ED810C291E}" dt="2026-09-23T06:24:05.406" v="3960" actId="478"/>
          <ac:picMkLst>
            <pc:docMk/>
            <pc:sldMk cId="3010059276" sldId="606"/>
            <ac:picMk id="5" creationId="{019868F5-BE59-E7F9-8C5F-0416D07B01D1}"/>
          </ac:picMkLst>
        </pc:picChg>
      </pc:sldChg>
      <pc:sldChg chg="addSp delSp modSp mod modTransition">
        <pc:chgData name="Khobo, IL, Dr [ilkhobo@sun.ac.za]" userId="b519a442-dcea-4a28-9c45-7e29f1df5837" providerId="ADAL" clId="{8BC8A5CF-2DB3-45E9-BF57-F2ED810C291E}" dt="2026-09-23T09:06:44.539" v="4059" actId="1076"/>
        <pc:sldMkLst>
          <pc:docMk/>
          <pc:sldMk cId="552240031" sldId="607"/>
        </pc:sldMkLst>
        <pc:picChg chg="del">
          <ac:chgData name="Khobo, IL, Dr [ilkhobo@sun.ac.za]" userId="b519a442-dcea-4a28-9c45-7e29f1df5837" providerId="ADAL" clId="{8BC8A5CF-2DB3-45E9-BF57-F2ED810C291E}" dt="2026-09-23T09:06:09.111" v="4050" actId="478"/>
          <ac:picMkLst>
            <pc:docMk/>
            <pc:sldMk cId="552240031" sldId="607"/>
            <ac:picMk id="3" creationId="{1E736B1E-16EC-ABD8-BCC2-112921A3C2F6}"/>
          </ac:picMkLst>
        </pc:picChg>
        <pc:picChg chg="add mod">
          <ac:chgData name="Khobo, IL, Dr [ilkhobo@sun.ac.za]" userId="b519a442-dcea-4a28-9c45-7e29f1df5837" providerId="ADAL" clId="{8BC8A5CF-2DB3-45E9-BF57-F2ED810C291E}" dt="2026-09-23T09:06:15.874" v="4053" actId="1076"/>
          <ac:picMkLst>
            <pc:docMk/>
            <pc:sldMk cId="552240031" sldId="607"/>
            <ac:picMk id="4" creationId="{6F2D32AB-98E1-43DF-F802-348677DAFF60}"/>
          </ac:picMkLst>
        </pc:picChg>
        <pc:picChg chg="add mod">
          <ac:chgData name="Khobo, IL, Dr [ilkhobo@sun.ac.za]" userId="b519a442-dcea-4a28-9c45-7e29f1df5837" providerId="ADAL" clId="{8BC8A5CF-2DB3-45E9-BF57-F2ED810C291E}" dt="2026-09-23T09:06:44.539" v="4059" actId="1076"/>
          <ac:picMkLst>
            <pc:docMk/>
            <pc:sldMk cId="552240031" sldId="607"/>
            <ac:picMk id="6" creationId="{10837FC6-1AF7-9F5B-14F8-D3E20C34C401}"/>
          </ac:picMkLst>
        </pc:picChg>
      </pc:sldChg>
      <pc:sldChg chg="modSp add del mod modTransition">
        <pc:chgData name="Khobo, IL, Dr [ilkhobo@sun.ac.za]" userId="b519a442-dcea-4a28-9c45-7e29f1df5837" providerId="ADAL" clId="{8BC8A5CF-2DB3-45E9-BF57-F2ED810C291E}" dt="2026-09-23T06:24:29.218" v="3966" actId="2696"/>
        <pc:sldMkLst>
          <pc:docMk/>
          <pc:sldMk cId="3254249891" sldId="608"/>
        </pc:sldMkLst>
        <pc:picChg chg="mod">
          <ac:chgData name="Khobo, IL, Dr [ilkhobo@sun.ac.za]" userId="b519a442-dcea-4a28-9c45-7e29f1df5837" providerId="ADAL" clId="{8BC8A5CF-2DB3-45E9-BF57-F2ED810C291E}" dt="2026-09-23T06:23:14.594" v="3956" actId="1076"/>
          <ac:picMkLst>
            <pc:docMk/>
            <pc:sldMk cId="3254249891" sldId="608"/>
            <ac:picMk id="3" creationId="{03D7F834-F8C5-4F67-43D1-9E2320C3055B}"/>
          </ac:picMkLst>
        </pc:picChg>
        <pc:picChg chg="mod">
          <ac:chgData name="Khobo, IL, Dr [ilkhobo@sun.ac.za]" userId="b519a442-dcea-4a28-9c45-7e29f1df5837" providerId="ADAL" clId="{8BC8A5CF-2DB3-45E9-BF57-F2ED810C291E}" dt="2026-09-23T06:23:05.802" v="3955" actId="1076"/>
          <ac:picMkLst>
            <pc:docMk/>
            <pc:sldMk cId="3254249891" sldId="608"/>
            <ac:picMk id="5" creationId="{01B99965-9858-FBCA-F6C9-B23E66F0AF70}"/>
          </ac:picMkLst>
        </pc:picChg>
      </pc:sldChg>
      <pc:sldChg chg="delSp modSp add mod">
        <pc:chgData name="Khobo, IL, Dr [ilkhobo@sun.ac.za]" userId="b519a442-dcea-4a28-9c45-7e29f1df5837" providerId="ADAL" clId="{8BC8A5CF-2DB3-45E9-BF57-F2ED810C291E}" dt="2026-09-23T06:24:21.954" v="3965" actId="1076"/>
        <pc:sldMkLst>
          <pc:docMk/>
          <pc:sldMk cId="3017203269" sldId="609"/>
        </pc:sldMkLst>
        <pc:spChg chg="mod">
          <ac:chgData name="Khobo, IL, Dr [ilkhobo@sun.ac.za]" userId="b519a442-dcea-4a28-9c45-7e29f1df5837" providerId="ADAL" clId="{8BC8A5CF-2DB3-45E9-BF57-F2ED810C291E}" dt="2026-09-23T06:24:09.393" v="3961" actId="6549"/>
          <ac:spMkLst>
            <pc:docMk/>
            <pc:sldMk cId="3017203269" sldId="609"/>
            <ac:spMk id="34" creationId="{3E80A171-339B-C1AA-9B70-9865DD5F0BCC}"/>
          </ac:spMkLst>
        </pc:spChg>
        <pc:grpChg chg="del">
          <ac:chgData name="Khobo, IL, Dr [ilkhobo@sun.ac.za]" userId="b519a442-dcea-4a28-9c45-7e29f1df5837" providerId="ADAL" clId="{8BC8A5CF-2DB3-45E9-BF57-F2ED810C291E}" dt="2026-09-23T06:24:12.921" v="3963" actId="478"/>
          <ac:grpSpMkLst>
            <pc:docMk/>
            <pc:sldMk cId="3017203269" sldId="609"/>
            <ac:grpSpMk id="37" creationId="{7AF76703-518E-915B-018C-6C2409F67752}"/>
          </ac:grpSpMkLst>
        </pc:grpChg>
        <pc:picChg chg="mod">
          <ac:chgData name="Khobo, IL, Dr [ilkhobo@sun.ac.za]" userId="b519a442-dcea-4a28-9c45-7e29f1df5837" providerId="ADAL" clId="{8BC8A5CF-2DB3-45E9-BF57-F2ED810C291E}" dt="2026-09-23T06:24:17.061" v="3964" actId="1076"/>
          <ac:picMkLst>
            <pc:docMk/>
            <pc:sldMk cId="3017203269" sldId="609"/>
            <ac:picMk id="3" creationId="{79CA4F81-390A-FF32-A482-DF6482C1BFD3}"/>
          </ac:picMkLst>
        </pc:picChg>
        <pc:picChg chg="mod">
          <ac:chgData name="Khobo, IL, Dr [ilkhobo@sun.ac.za]" userId="b519a442-dcea-4a28-9c45-7e29f1df5837" providerId="ADAL" clId="{8BC8A5CF-2DB3-45E9-BF57-F2ED810C291E}" dt="2026-09-23T06:24:21.954" v="3965" actId="1076"/>
          <ac:picMkLst>
            <pc:docMk/>
            <pc:sldMk cId="3017203269" sldId="609"/>
            <ac:picMk id="5" creationId="{0D7215F2-28D0-4EC7-513D-8117D30CB21B}"/>
          </ac:picMkLst>
        </pc:picChg>
        <pc:picChg chg="del">
          <ac:chgData name="Khobo, IL, Dr [ilkhobo@sun.ac.za]" userId="b519a442-dcea-4a28-9c45-7e29f1df5837" providerId="ADAL" clId="{8BC8A5CF-2DB3-45E9-BF57-F2ED810C291E}" dt="2026-09-23T06:24:11.399" v="3962" actId="478"/>
          <ac:picMkLst>
            <pc:docMk/>
            <pc:sldMk cId="3017203269" sldId="609"/>
            <ac:picMk id="24" creationId="{99C340CC-A9A3-3A85-776C-75E03C7C7949}"/>
          </ac:picMkLst>
        </pc:picChg>
      </pc:sldChg>
      <pc:sldChg chg="addSp modSp add mod modTransition modAnim">
        <pc:chgData name="Khobo, IL, Dr [ilkhobo@sun.ac.za]" userId="b519a442-dcea-4a28-9c45-7e29f1df5837" providerId="ADAL" clId="{8BC8A5CF-2DB3-45E9-BF57-F2ED810C291E}" dt="2026-09-24T13:00:41.361" v="4303"/>
        <pc:sldMkLst>
          <pc:docMk/>
          <pc:sldMk cId="945447278" sldId="610"/>
        </pc:sldMkLst>
        <pc:spChg chg="add mod">
          <ac:chgData name="Khobo, IL, Dr [ilkhobo@sun.ac.za]" userId="b519a442-dcea-4a28-9c45-7e29f1df5837" providerId="ADAL" clId="{8BC8A5CF-2DB3-45E9-BF57-F2ED810C291E}" dt="2026-09-24T13:00:30.344" v="4302" actId="1076"/>
          <ac:spMkLst>
            <pc:docMk/>
            <pc:sldMk cId="945447278" sldId="610"/>
            <ac:spMk id="6" creationId="{AF73117E-ADAE-31BB-E60C-42BB35575728}"/>
          </ac:spMkLst>
        </pc:spChg>
        <pc:picChg chg="mod">
          <ac:chgData name="Khobo, IL, Dr [ilkhobo@sun.ac.za]" userId="b519a442-dcea-4a28-9c45-7e29f1df5837" providerId="ADAL" clId="{8BC8A5CF-2DB3-45E9-BF57-F2ED810C291E}" dt="2026-09-23T06:24:46.271" v="3968" actId="1076"/>
          <ac:picMkLst>
            <pc:docMk/>
            <pc:sldMk cId="945447278" sldId="610"/>
            <ac:picMk id="3" creationId="{BF807EC9-7674-975A-3B7D-33EA37E3DFDF}"/>
          </ac:picMkLst>
        </pc:picChg>
        <pc:picChg chg="mod">
          <ac:chgData name="Khobo, IL, Dr [ilkhobo@sun.ac.za]" userId="b519a442-dcea-4a28-9c45-7e29f1df5837" providerId="ADAL" clId="{8BC8A5CF-2DB3-45E9-BF57-F2ED810C291E}" dt="2026-09-23T06:24:46.271" v="3968" actId="1076"/>
          <ac:picMkLst>
            <pc:docMk/>
            <pc:sldMk cId="945447278" sldId="610"/>
            <ac:picMk id="5" creationId="{568BFC67-DA23-5BA5-3F5A-D26A5F488F05}"/>
          </ac:picMkLst>
        </pc:picChg>
      </pc:sldChg>
      <pc:sldChg chg="addSp delSp modSp new mod modTransition">
        <pc:chgData name="Khobo, IL, Dr [ilkhobo@sun.ac.za]" userId="b519a442-dcea-4a28-9c45-7e29f1df5837" providerId="ADAL" clId="{8BC8A5CF-2DB3-45E9-BF57-F2ED810C291E}" dt="2026-09-23T06:30:05.266" v="4010"/>
        <pc:sldMkLst>
          <pc:docMk/>
          <pc:sldMk cId="2367397481" sldId="611"/>
        </pc:sldMkLst>
        <pc:spChg chg="del">
          <ac:chgData name="Khobo, IL, Dr [ilkhobo@sun.ac.za]" userId="b519a442-dcea-4a28-9c45-7e29f1df5837" providerId="ADAL" clId="{8BC8A5CF-2DB3-45E9-BF57-F2ED810C291E}" dt="2026-09-23T06:25:00.476" v="3970" actId="478"/>
          <ac:spMkLst>
            <pc:docMk/>
            <pc:sldMk cId="2367397481" sldId="611"/>
            <ac:spMk id="2" creationId="{F83E31E1-FFB5-5BF3-A834-161FC931A47B}"/>
          </ac:spMkLst>
        </pc:spChg>
        <pc:spChg chg="del">
          <ac:chgData name="Khobo, IL, Dr [ilkhobo@sun.ac.za]" userId="b519a442-dcea-4a28-9c45-7e29f1df5837" providerId="ADAL" clId="{8BC8A5CF-2DB3-45E9-BF57-F2ED810C291E}" dt="2026-09-23T06:25:00.476" v="3970" actId="478"/>
          <ac:spMkLst>
            <pc:docMk/>
            <pc:sldMk cId="2367397481" sldId="611"/>
            <ac:spMk id="3" creationId="{3C4B8393-9FFE-1C05-0C4C-468F3A4F25B3}"/>
          </ac:spMkLst>
        </pc:spChg>
        <pc:picChg chg="add mod">
          <ac:chgData name="Khobo, IL, Dr [ilkhobo@sun.ac.za]" userId="b519a442-dcea-4a28-9c45-7e29f1df5837" providerId="ADAL" clId="{8BC8A5CF-2DB3-45E9-BF57-F2ED810C291E}" dt="2026-09-23T06:27:38.241" v="3994" actId="14100"/>
          <ac:picMkLst>
            <pc:docMk/>
            <pc:sldMk cId="2367397481" sldId="611"/>
            <ac:picMk id="5" creationId="{02BE6F2C-730B-250B-D2A3-9965B5E93B4F}"/>
          </ac:picMkLst>
        </pc:picChg>
      </pc:sldChg>
      <pc:sldChg chg="modNotesTx">
        <pc:chgData name="Khobo, IL, Dr [ilkhobo@sun.ac.za]" userId="b519a442-dcea-4a28-9c45-7e29f1df5837" providerId="ADAL" clId="{8BC8A5CF-2DB3-45E9-BF57-F2ED810C291E}" dt="2026-09-23T09:27:28.450" v="4179" actId="20577"/>
        <pc:sldMkLst>
          <pc:docMk/>
          <pc:sldMk cId="1201141998" sldId="613"/>
        </pc:sldMkLst>
      </pc:sldChg>
      <pc:sldChg chg="modNotesTx">
        <pc:chgData name="Khobo, IL, Dr [ilkhobo@sun.ac.za]" userId="b519a442-dcea-4a28-9c45-7e29f1df5837" providerId="ADAL" clId="{8BC8A5CF-2DB3-45E9-BF57-F2ED810C291E}" dt="2026-09-23T09:28:31.871" v="4280" actId="313"/>
        <pc:sldMkLst>
          <pc:docMk/>
          <pc:sldMk cId="3114857847" sldId="614"/>
        </pc:sldMkLst>
      </pc:sldChg>
      <pc:sldChg chg="del">
        <pc:chgData name="Khobo, IL, Dr [ilkhobo@sun.ac.za]" userId="b519a442-dcea-4a28-9c45-7e29f1df5837" providerId="ADAL" clId="{8BC8A5CF-2DB3-45E9-BF57-F2ED810C291E}" dt="2026-09-23T09:25:59.259" v="4060" actId="47"/>
        <pc:sldMkLst>
          <pc:docMk/>
          <pc:sldMk cId="1881043288" sldId="617"/>
        </pc:sldMkLst>
      </pc:sldChg>
      <pc:sldChg chg="del">
        <pc:chgData name="Khobo, IL, Dr [ilkhobo@sun.ac.za]" userId="b519a442-dcea-4a28-9c45-7e29f1df5837" providerId="ADAL" clId="{8BC8A5CF-2DB3-45E9-BF57-F2ED810C291E}" dt="2026-09-23T09:29:55.449" v="4281" actId="47"/>
        <pc:sldMkLst>
          <pc:docMk/>
          <pc:sldMk cId="768228559" sldId="618"/>
        </pc:sldMkLst>
      </pc:sldChg>
      <pc:sldChg chg="addSp delSp modSp mod">
        <pc:chgData name="Khobo, IL, Dr [ilkhobo@sun.ac.za]" userId="b519a442-dcea-4a28-9c45-7e29f1df5837" providerId="ADAL" clId="{8BC8A5CF-2DB3-45E9-BF57-F2ED810C291E}" dt="2026-09-23T08:05:35.429" v="4023" actId="1076"/>
        <pc:sldMkLst>
          <pc:docMk/>
          <pc:sldMk cId="1080558192" sldId="620"/>
        </pc:sldMkLst>
        <pc:picChg chg="add del mod">
          <ac:chgData name="Khobo, IL, Dr [ilkhobo@sun.ac.za]" userId="b519a442-dcea-4a28-9c45-7e29f1df5837" providerId="ADAL" clId="{8BC8A5CF-2DB3-45E9-BF57-F2ED810C291E}" dt="2026-09-23T08:03:21.843" v="4014" actId="478"/>
          <ac:picMkLst>
            <pc:docMk/>
            <pc:sldMk cId="1080558192" sldId="620"/>
            <ac:picMk id="3" creationId="{C5414634-D77E-8D22-1FC3-39000DF43984}"/>
          </ac:picMkLst>
        </pc:picChg>
        <pc:picChg chg="add mod">
          <ac:chgData name="Khobo, IL, Dr [ilkhobo@sun.ac.za]" userId="b519a442-dcea-4a28-9c45-7e29f1df5837" providerId="ADAL" clId="{8BC8A5CF-2DB3-45E9-BF57-F2ED810C291E}" dt="2026-09-23T08:05:35.429" v="4023" actId="1076"/>
          <ac:picMkLst>
            <pc:docMk/>
            <pc:sldMk cId="1080558192" sldId="620"/>
            <ac:picMk id="5" creationId="{70D02664-F4EB-F308-F914-40B899194FD0}"/>
          </ac:picMkLst>
        </pc:picChg>
        <pc:picChg chg="add del mod">
          <ac:chgData name="Khobo, IL, Dr [ilkhobo@sun.ac.za]" userId="b519a442-dcea-4a28-9c45-7e29f1df5837" providerId="ADAL" clId="{8BC8A5CF-2DB3-45E9-BF57-F2ED810C291E}" dt="2026-09-23T08:05:28.805" v="4020" actId="478"/>
          <ac:picMkLst>
            <pc:docMk/>
            <pc:sldMk cId="1080558192" sldId="620"/>
            <ac:picMk id="7" creationId="{96D6F246-FACE-3ED0-B1B9-EF22622D4EA4}"/>
          </ac:picMkLst>
        </pc:picChg>
        <pc:cxnChg chg="del">
          <ac:chgData name="Khobo, IL, Dr [ilkhobo@sun.ac.za]" userId="b519a442-dcea-4a28-9c45-7e29f1df5837" providerId="ADAL" clId="{8BC8A5CF-2DB3-45E9-BF57-F2ED810C291E}" dt="2026-09-23T08:05:25.053" v="4019" actId="478"/>
          <ac:cxnSpMkLst>
            <pc:docMk/>
            <pc:sldMk cId="1080558192" sldId="620"/>
            <ac:cxnSpMk id="4" creationId="{6651E32A-23D0-483E-B3E9-7E889CD81C1E}"/>
          </ac:cxnSpMkLst>
        </pc:cxnChg>
      </pc:sldChg>
      <pc:sldChg chg="addSp delSp modSp add mod">
        <pc:chgData name="Khobo, IL, Dr [ilkhobo@sun.ac.za]" userId="b519a442-dcea-4a28-9c45-7e29f1df5837" providerId="ADAL" clId="{8BC8A5CF-2DB3-45E9-BF57-F2ED810C291E}" dt="2026-09-23T08:06:40.848" v="4033" actId="1076"/>
        <pc:sldMkLst>
          <pc:docMk/>
          <pc:sldMk cId="1018022777" sldId="621"/>
        </pc:sldMkLst>
        <pc:picChg chg="add mod">
          <ac:chgData name="Khobo, IL, Dr [ilkhobo@sun.ac.za]" userId="b519a442-dcea-4a28-9c45-7e29f1df5837" providerId="ADAL" clId="{8BC8A5CF-2DB3-45E9-BF57-F2ED810C291E}" dt="2026-09-23T08:06:40.848" v="4033" actId="1076"/>
          <ac:picMkLst>
            <pc:docMk/>
            <pc:sldMk cId="1018022777" sldId="621"/>
            <ac:picMk id="3" creationId="{D6EE8D55-0F20-9F19-07E0-9B1789300882}"/>
          </ac:picMkLst>
        </pc:picChg>
        <pc:picChg chg="del">
          <ac:chgData name="Khobo, IL, Dr [ilkhobo@sun.ac.za]" userId="b519a442-dcea-4a28-9c45-7e29f1df5837" providerId="ADAL" clId="{8BC8A5CF-2DB3-45E9-BF57-F2ED810C291E}" dt="2026-09-23T08:06:21.779" v="4025" actId="478"/>
          <ac:picMkLst>
            <pc:docMk/>
            <pc:sldMk cId="1018022777" sldId="621"/>
            <ac:picMk id="5" creationId="{71A8FD20-A0E1-18E2-4655-67F0489206A0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09-23T08:07:37.003" v="4041" actId="1076"/>
        <pc:sldMkLst>
          <pc:docMk/>
          <pc:sldMk cId="1497589234" sldId="622"/>
        </pc:sldMkLst>
        <pc:picChg chg="del">
          <ac:chgData name="Khobo, IL, Dr [ilkhobo@sun.ac.za]" userId="b519a442-dcea-4a28-9c45-7e29f1df5837" providerId="ADAL" clId="{8BC8A5CF-2DB3-45E9-BF57-F2ED810C291E}" dt="2026-09-23T08:07:26.132" v="4035" actId="478"/>
          <ac:picMkLst>
            <pc:docMk/>
            <pc:sldMk cId="1497589234" sldId="622"/>
            <ac:picMk id="3" creationId="{EE63F88C-268C-DD2A-2B8D-DB1F91B882E0}"/>
          </ac:picMkLst>
        </pc:picChg>
        <pc:picChg chg="add mod">
          <ac:chgData name="Khobo, IL, Dr [ilkhobo@sun.ac.za]" userId="b519a442-dcea-4a28-9c45-7e29f1df5837" providerId="ADAL" clId="{8BC8A5CF-2DB3-45E9-BF57-F2ED810C291E}" dt="2026-09-23T08:07:37.003" v="4041" actId="1076"/>
          <ac:picMkLst>
            <pc:docMk/>
            <pc:sldMk cId="1497589234" sldId="622"/>
            <ac:picMk id="4" creationId="{6E214DC7-B680-CAB3-A470-E616A9A26D1B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09-23T08:08:33.357" v="4049" actId="1076"/>
        <pc:sldMkLst>
          <pc:docMk/>
          <pc:sldMk cId="1675154120" sldId="623"/>
        </pc:sldMkLst>
        <pc:picChg chg="add mod">
          <ac:chgData name="Khobo, IL, Dr [ilkhobo@sun.ac.za]" userId="b519a442-dcea-4a28-9c45-7e29f1df5837" providerId="ADAL" clId="{8BC8A5CF-2DB3-45E9-BF57-F2ED810C291E}" dt="2026-09-23T08:08:33.357" v="4049" actId="1076"/>
          <ac:picMkLst>
            <pc:docMk/>
            <pc:sldMk cId="1675154120" sldId="623"/>
            <ac:picMk id="3" creationId="{ED4E985D-1C6D-38D9-19B2-6D16A143FDE5}"/>
          </ac:picMkLst>
        </pc:picChg>
        <pc:picChg chg="del">
          <ac:chgData name="Khobo, IL, Dr [ilkhobo@sun.ac.za]" userId="b519a442-dcea-4a28-9c45-7e29f1df5837" providerId="ADAL" clId="{8BC8A5CF-2DB3-45E9-BF57-F2ED810C291E}" dt="2026-09-23T08:07:44.730" v="4043" actId="478"/>
          <ac:picMkLst>
            <pc:docMk/>
            <pc:sldMk cId="1675154120" sldId="623"/>
            <ac:picMk id="4" creationId="{E869F702-0485-AC78-E3F9-650B61E83090}"/>
          </ac:picMkLst>
        </pc:pic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09-23T09:38:27.507" v="2944" actId="27116"/>
      <pc:docMkLst>
        <pc:docMk/>
      </pc:docMkLst>
      <pc:sldChg chg="modSp mod modNotesTx">
        <pc:chgData name="Khobo, IL, Dr [ilkhobo@sun.ac.za]" userId="b519a442-dcea-4a28-9c45-7e29f1df5837" providerId="ADAL" clId="{D25D1C45-A404-4E0F-8657-49BD4E4887CA}" dt="2026-09-21T10:33:03.487" v="2547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21T10:30:32.987" v="2544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09-21T10:33:03.487" v="2547" actId="20577"/>
          <ac:spMkLst>
            <pc:docMk/>
            <pc:sldMk cId="2601401026" sldId="597"/>
            <ac:spMk id="34" creationId="{593DD671-6E7B-06CE-9A2D-78AB0133EE61}"/>
          </ac:spMkLst>
        </pc:spChg>
      </pc:sldChg>
      <pc:sldChg chg="modSp del mod">
        <pc:chgData name="Khobo, IL, Dr [ilkhobo@sun.ac.za]" userId="b519a442-dcea-4a28-9c45-7e29f1df5837" providerId="ADAL" clId="{D25D1C45-A404-4E0F-8657-49BD4E4887CA}" dt="2026-09-23T05:18:27.844" v="2573" actId="2696"/>
        <pc:sldMkLst>
          <pc:docMk/>
          <pc:sldMk cId="849192561" sldId="598"/>
        </pc:sldMkLst>
        <pc:spChg chg="mod">
          <ac:chgData name="Khobo, IL, Dr [ilkhobo@sun.ac.za]" userId="b519a442-dcea-4a28-9c45-7e29f1df5837" providerId="ADAL" clId="{D25D1C45-A404-4E0F-8657-49BD4E4887CA}" dt="2026-09-23T05:16:08.143" v="2559" actId="20577"/>
          <ac:spMkLst>
            <pc:docMk/>
            <pc:sldMk cId="849192561" sldId="598"/>
            <ac:spMk id="36" creationId="{ECB0A0B2-FA44-8E08-425A-0606C6649739}"/>
          </ac:spMkLst>
        </pc:spChg>
      </pc:sldChg>
      <pc:sldChg chg="addSp delSp modSp add mod">
        <pc:chgData name="Khobo, IL, Dr [ilkhobo@sun.ac.za]" userId="b519a442-dcea-4a28-9c45-7e29f1df5837" providerId="ADAL" clId="{D25D1C45-A404-4E0F-8657-49BD4E4887CA}" dt="2026-09-23T05:22:21.142" v="2729" actId="207"/>
        <pc:sldMkLst>
          <pc:docMk/>
          <pc:sldMk cId="266187088" sldId="605"/>
        </pc:sldMkLst>
        <pc:spChg chg="add del">
          <ac:chgData name="Khobo, IL, Dr [ilkhobo@sun.ac.za]" userId="b519a442-dcea-4a28-9c45-7e29f1df5837" providerId="ADAL" clId="{D25D1C45-A404-4E0F-8657-49BD4E4887CA}" dt="2026-09-23T05:18:46.409" v="2575" actId="478"/>
          <ac:spMkLst>
            <pc:docMk/>
            <pc:sldMk cId="266187088" sldId="605"/>
            <ac:spMk id="2" creationId="{D3434225-4663-034B-0F3A-852ECECE2D48}"/>
          </ac:spMkLst>
        </pc:spChg>
        <pc:spChg chg="del">
          <ac:chgData name="Khobo, IL, Dr [ilkhobo@sun.ac.za]" userId="b519a442-dcea-4a28-9c45-7e29f1df5837" providerId="ADAL" clId="{D25D1C45-A404-4E0F-8657-49BD4E4887CA}" dt="2026-09-23T05:17:47.563" v="2561" actId="478"/>
          <ac:spMkLst>
            <pc:docMk/>
            <pc:sldMk cId="266187088" sldId="605"/>
            <ac:spMk id="3" creationId="{ABA6973A-95B8-B099-3507-2B064F61D532}"/>
          </ac:spMkLst>
        </pc:spChg>
        <pc:spChg chg="add mod">
          <ac:chgData name="Khobo, IL, Dr [ilkhobo@sun.ac.za]" userId="b519a442-dcea-4a28-9c45-7e29f1df5837" providerId="ADAL" clId="{D25D1C45-A404-4E0F-8657-49BD4E4887CA}" dt="2026-09-23T05:22:21.142" v="2729" actId="207"/>
          <ac:spMkLst>
            <pc:docMk/>
            <pc:sldMk cId="266187088" sldId="605"/>
            <ac:spMk id="6" creationId="{A47E21EF-7BB6-C816-3D17-B91EBDA71973}"/>
          </ac:spMkLst>
        </pc:spChg>
        <pc:spChg chg="add mod">
          <ac:chgData name="Khobo, IL, Dr [ilkhobo@sun.ac.za]" userId="b519a442-dcea-4a28-9c45-7e29f1df5837" providerId="ADAL" clId="{D25D1C45-A404-4E0F-8657-49BD4E4887CA}" dt="2026-09-23T05:21:30.820" v="2677" actId="14100"/>
          <ac:spMkLst>
            <pc:docMk/>
            <pc:sldMk cId="266187088" sldId="605"/>
            <ac:spMk id="12" creationId="{C2B9A5AE-B8D7-773C-B21B-65E2A55DA354}"/>
          </ac:spMkLst>
        </pc:spChg>
        <pc:spChg chg="mod">
          <ac:chgData name="Khobo, IL, Dr [ilkhobo@sun.ac.za]" userId="b519a442-dcea-4a28-9c45-7e29f1df5837" providerId="ADAL" clId="{D25D1C45-A404-4E0F-8657-49BD4E4887CA}" dt="2026-09-23T05:18:18.254" v="2567" actId="20577"/>
          <ac:spMkLst>
            <pc:docMk/>
            <pc:sldMk cId="266187088" sldId="605"/>
            <ac:spMk id="34" creationId="{88660400-4312-690D-1051-523F7BCD6D25}"/>
          </ac:spMkLst>
        </pc:spChg>
        <pc:spChg chg="mod">
          <ac:chgData name="Khobo, IL, Dr [ilkhobo@sun.ac.za]" userId="b519a442-dcea-4a28-9c45-7e29f1df5837" providerId="ADAL" clId="{D25D1C45-A404-4E0F-8657-49BD4E4887CA}" dt="2026-09-23T05:18:23.123" v="2572" actId="20577"/>
          <ac:spMkLst>
            <pc:docMk/>
            <pc:sldMk cId="266187088" sldId="605"/>
            <ac:spMk id="36" creationId="{8C409DEF-1FA2-115B-1F0C-4A6DF483A3AB}"/>
          </ac:spMkLst>
        </pc:spChg>
        <pc:spChg chg="add del mod">
          <ac:chgData name="Khobo, IL, Dr [ilkhobo@sun.ac.za]" userId="b519a442-dcea-4a28-9c45-7e29f1df5837" providerId="ADAL" clId="{D25D1C45-A404-4E0F-8657-49BD4E4887CA}" dt="2026-09-23T05:18:03.157" v="2565" actId="1076"/>
          <ac:spMkLst>
            <pc:docMk/>
            <pc:sldMk cId="266187088" sldId="605"/>
            <ac:spMk id="89" creationId="{5F8C21DE-179C-E1FC-7354-F2EFB616AB58}"/>
          </ac:spMkLst>
        </pc:spChg>
        <pc:spChg chg="del">
          <ac:chgData name="Khobo, IL, Dr [ilkhobo@sun.ac.za]" userId="b519a442-dcea-4a28-9c45-7e29f1df5837" providerId="ADAL" clId="{D25D1C45-A404-4E0F-8657-49BD4E4887CA}" dt="2026-09-23T05:17:59.345" v="2564" actId="478"/>
          <ac:spMkLst>
            <pc:docMk/>
            <pc:sldMk cId="266187088" sldId="605"/>
            <ac:spMk id="93" creationId="{E58C6BF7-5EAB-4E05-8F3D-9D88A743FA23}"/>
          </ac:spMkLst>
        </pc:spChg>
      </pc:sldChg>
      <pc:sldChg chg="delSp modSp add mod">
        <pc:chgData name="Khobo, IL, Dr [ilkhobo@sun.ac.za]" userId="b519a442-dcea-4a28-9c45-7e29f1df5837" providerId="ADAL" clId="{D25D1C45-A404-4E0F-8657-49BD4E4887CA}" dt="2026-09-23T05:34:55.890" v="2755" actId="20577"/>
        <pc:sldMkLst>
          <pc:docMk/>
          <pc:sldMk cId="3010059276" sldId="606"/>
        </pc:sldMkLst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5" creationId="{C844B397-7749-6315-064A-F26AB24E7AB8}"/>
          </ac:spMkLst>
        </pc:spChg>
        <pc:spChg chg="del mod">
          <ac:chgData name="Khobo, IL, Dr [ilkhobo@sun.ac.za]" userId="b519a442-dcea-4a28-9c45-7e29f1df5837" providerId="ADAL" clId="{D25D1C45-A404-4E0F-8657-49BD4E4887CA}" dt="2026-09-23T05:23:02.363" v="2732" actId="478"/>
          <ac:spMkLst>
            <pc:docMk/>
            <pc:sldMk cId="3010059276" sldId="606"/>
            <ac:spMk id="6" creationId="{4B494244-20E8-E36F-781D-97D78C674A86}"/>
          </ac:spMkLst>
        </pc:spChg>
        <pc:spChg chg="del">
          <ac:chgData name="Khobo, IL, Dr [ilkhobo@sun.ac.za]" userId="b519a442-dcea-4a28-9c45-7e29f1df5837" providerId="ADAL" clId="{D25D1C45-A404-4E0F-8657-49BD4E4887CA}" dt="2026-09-23T05:23:06.025" v="2733" actId="478"/>
          <ac:spMkLst>
            <pc:docMk/>
            <pc:sldMk cId="3010059276" sldId="606"/>
            <ac:spMk id="12" creationId="{7BF045F5-10E3-BCF0-4448-A4AEA69F9C3D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14" creationId="{6EF82B00-AE36-914C-F484-F0DEE4AA478D}"/>
          </ac:spMkLst>
        </pc:spChg>
        <pc:spChg chg="del">
          <ac:chgData name="Khobo, IL, Dr [ilkhobo@sun.ac.za]" userId="b519a442-dcea-4a28-9c45-7e29f1df5837" providerId="ADAL" clId="{D25D1C45-A404-4E0F-8657-49BD4E4887CA}" dt="2026-09-23T05:23:10.334" v="2734" actId="478"/>
          <ac:spMkLst>
            <pc:docMk/>
            <pc:sldMk cId="3010059276" sldId="606"/>
            <ac:spMk id="15" creationId="{9519E8D2-0024-9C6C-FA13-5F6F364776B6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21" creationId="{230E59FA-7A85-7EBA-151F-06008D139DFA}"/>
          </ac:spMkLst>
        </pc:spChg>
        <pc:spChg chg="del">
          <ac:chgData name="Khobo, IL, Dr [ilkhobo@sun.ac.za]" userId="b519a442-dcea-4a28-9c45-7e29f1df5837" providerId="ADAL" clId="{D25D1C45-A404-4E0F-8657-49BD4E4887CA}" dt="2026-09-23T05:23:26.455" v="2738" actId="478"/>
          <ac:spMkLst>
            <pc:docMk/>
            <pc:sldMk cId="3010059276" sldId="606"/>
            <ac:spMk id="33" creationId="{50B208AF-CC26-EBB1-FB74-5C64E75B97F5}"/>
          </ac:spMkLst>
        </pc:spChg>
        <pc:spChg chg="mod">
          <ac:chgData name="Khobo, IL, Dr [ilkhobo@sun.ac.za]" userId="b519a442-dcea-4a28-9c45-7e29f1df5837" providerId="ADAL" clId="{D25D1C45-A404-4E0F-8657-49BD4E4887CA}" dt="2026-09-23T05:34:55.890" v="2755" actId="20577"/>
          <ac:spMkLst>
            <pc:docMk/>
            <pc:sldMk cId="3010059276" sldId="606"/>
            <ac:spMk id="36" creationId="{E965A7E5-8ABD-B995-BB66-EE78C11C3C5B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40" creationId="{5B01743C-274F-4602-D606-11F867B59441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41" creationId="{4A140AC3-053D-55EF-3B9B-6C8D148D5EFB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45" creationId="{5211449D-CA86-09AF-3755-E1742F961DA7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52" creationId="{EA799A5F-A9A3-E677-2EAC-7E825DF50190}"/>
          </ac:spMkLst>
        </pc:spChg>
        <pc:spChg chg="del">
          <ac:chgData name="Khobo, IL, Dr [ilkhobo@sun.ac.za]" userId="b519a442-dcea-4a28-9c45-7e29f1df5837" providerId="ADAL" clId="{D25D1C45-A404-4E0F-8657-49BD4E4887CA}" dt="2026-09-23T05:23:23.703" v="2737" actId="478"/>
          <ac:spMkLst>
            <pc:docMk/>
            <pc:sldMk cId="3010059276" sldId="606"/>
            <ac:spMk id="53" creationId="{B2B003D7-A423-1313-1331-1441E487A096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60" creationId="{434E3695-3F95-BCBC-52BB-053474D6E010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71" creationId="{8C6F161A-0862-6C4A-2C57-0378BB9FFD56}"/>
          </ac:spMkLst>
        </pc:spChg>
        <pc:spChg chg="del">
          <ac:chgData name="Khobo, IL, Dr [ilkhobo@sun.ac.za]" userId="b519a442-dcea-4a28-9c45-7e29f1df5837" providerId="ADAL" clId="{D25D1C45-A404-4E0F-8657-49BD4E4887CA}" dt="2026-09-23T05:23:18.449" v="2735" actId="478"/>
          <ac:spMkLst>
            <pc:docMk/>
            <pc:sldMk cId="3010059276" sldId="606"/>
            <ac:spMk id="87" creationId="{4807371C-E4B0-A1B2-9AC8-2F9AE57CD07F}"/>
          </ac:spMkLst>
        </pc:spChg>
        <pc:spChg chg="del">
          <ac:chgData name="Khobo, IL, Dr [ilkhobo@sun.ac.za]" userId="b519a442-dcea-4a28-9c45-7e29f1df5837" providerId="ADAL" clId="{D25D1C45-A404-4E0F-8657-49BD4E4887CA}" dt="2026-09-23T05:23:10.334" v="2734" actId="478"/>
          <ac:spMkLst>
            <pc:docMk/>
            <pc:sldMk cId="3010059276" sldId="606"/>
            <ac:spMk id="89" creationId="{81523CA7-C533-545F-11F5-9F658C60169E}"/>
          </ac:spMkLst>
        </pc:spChg>
        <pc:picChg chg="del">
          <ac:chgData name="Khobo, IL, Dr [ilkhobo@sun.ac.za]" userId="b519a442-dcea-4a28-9c45-7e29f1df5837" providerId="ADAL" clId="{D25D1C45-A404-4E0F-8657-49BD4E4887CA}" dt="2026-09-23T05:23:20.902" v="2736" actId="478"/>
          <ac:picMkLst>
            <pc:docMk/>
            <pc:sldMk cId="3010059276" sldId="606"/>
            <ac:picMk id="9" creationId="{5EDEC710-2DC2-DDF1-6ACB-EA97D6CB81B3}"/>
          </ac:picMkLst>
        </pc:picChg>
      </pc:sldChg>
      <pc:sldChg chg="addSp modSp add mod">
        <pc:chgData name="Khobo, IL, Dr [ilkhobo@sun.ac.za]" userId="b519a442-dcea-4a28-9c45-7e29f1df5837" providerId="ADAL" clId="{D25D1C45-A404-4E0F-8657-49BD4E4887CA}" dt="2026-09-23T05:41:07.429" v="2758" actId="1076"/>
        <pc:sldMkLst>
          <pc:docMk/>
          <pc:sldMk cId="552240031" sldId="607"/>
        </pc:sldMkLst>
        <pc:picChg chg="add mod">
          <ac:chgData name="Khobo, IL, Dr [ilkhobo@sun.ac.za]" userId="b519a442-dcea-4a28-9c45-7e29f1df5837" providerId="ADAL" clId="{D25D1C45-A404-4E0F-8657-49BD4E4887CA}" dt="2026-09-23T05:41:07.429" v="2758" actId="1076"/>
          <ac:picMkLst>
            <pc:docMk/>
            <pc:sldMk cId="552240031" sldId="607"/>
            <ac:picMk id="3" creationId="{1E736B1E-16EC-ABD8-BCC2-112921A3C2F6}"/>
          </ac:picMkLst>
        </pc:picChg>
      </pc:sldChg>
      <pc:sldChg chg="addSp modSp mod modAnim">
        <pc:chgData name="Khobo, IL, Dr [ilkhobo@sun.ac.za]" userId="b519a442-dcea-4a28-9c45-7e29f1df5837" providerId="ADAL" clId="{D25D1C45-A404-4E0F-8657-49BD4E4887CA}" dt="2026-09-23T08:35:29.930" v="2931" actId="14100"/>
        <pc:sldMkLst>
          <pc:docMk/>
          <pc:sldMk cId="3017203269" sldId="609"/>
        </pc:sldMkLst>
        <pc:spChg chg="add mod">
          <ac:chgData name="Khobo, IL, Dr [ilkhobo@sun.ac.za]" userId="b519a442-dcea-4a28-9c45-7e29f1df5837" providerId="ADAL" clId="{D25D1C45-A404-4E0F-8657-49BD4E4887CA}" dt="2026-09-23T08:34:05.272" v="2915" actId="207"/>
          <ac:spMkLst>
            <pc:docMk/>
            <pc:sldMk cId="3017203269" sldId="609"/>
            <ac:spMk id="2" creationId="{332BCC45-6598-DB97-507B-77F6AC956356}"/>
          </ac:spMkLst>
        </pc:spChg>
        <pc:spChg chg="add mod">
          <ac:chgData name="Khobo, IL, Dr [ilkhobo@sun.ac.za]" userId="b519a442-dcea-4a28-9c45-7e29f1df5837" providerId="ADAL" clId="{D25D1C45-A404-4E0F-8657-49BD4E4887CA}" dt="2026-09-23T08:34:28.062" v="2918" actId="1076"/>
          <ac:spMkLst>
            <pc:docMk/>
            <pc:sldMk cId="3017203269" sldId="609"/>
            <ac:spMk id="4" creationId="{E618CA1E-475B-DDFD-757F-FECB588E57C9}"/>
          </ac:spMkLst>
        </pc:spChg>
        <pc:spChg chg="add mod">
          <ac:chgData name="Khobo, IL, Dr [ilkhobo@sun.ac.za]" userId="b519a442-dcea-4a28-9c45-7e29f1df5837" providerId="ADAL" clId="{D25D1C45-A404-4E0F-8657-49BD4E4887CA}" dt="2026-09-23T08:34:56.656" v="2923" actId="14100"/>
          <ac:spMkLst>
            <pc:docMk/>
            <pc:sldMk cId="3017203269" sldId="609"/>
            <ac:spMk id="6" creationId="{F0E880DA-1964-AB8E-3C66-7AC046761F79}"/>
          </ac:spMkLst>
        </pc:spChg>
        <pc:spChg chg="add mod">
          <ac:chgData name="Khobo, IL, Dr [ilkhobo@sun.ac.za]" userId="b519a442-dcea-4a28-9c45-7e29f1df5837" providerId="ADAL" clId="{D25D1C45-A404-4E0F-8657-49BD4E4887CA}" dt="2026-09-23T08:35:13.184" v="2928" actId="14100"/>
          <ac:spMkLst>
            <pc:docMk/>
            <pc:sldMk cId="3017203269" sldId="609"/>
            <ac:spMk id="7" creationId="{93D50088-22EF-0BAE-E2C2-D66E0A7EE757}"/>
          </ac:spMkLst>
        </pc:spChg>
        <pc:spChg chg="add mod">
          <ac:chgData name="Khobo, IL, Dr [ilkhobo@sun.ac.za]" userId="b519a442-dcea-4a28-9c45-7e29f1df5837" providerId="ADAL" clId="{D25D1C45-A404-4E0F-8657-49BD4E4887CA}" dt="2026-09-23T08:35:29.930" v="2931" actId="14100"/>
          <ac:spMkLst>
            <pc:docMk/>
            <pc:sldMk cId="3017203269" sldId="609"/>
            <ac:spMk id="8" creationId="{39B8394C-9817-EAFF-2B40-A17D4ACD75E3}"/>
          </ac:spMkLst>
        </pc:spChg>
      </pc:sldChg>
      <pc:sldChg chg="addSp modSp mod modAnim">
        <pc:chgData name="Khobo, IL, Dr [ilkhobo@sun.ac.za]" userId="b519a442-dcea-4a28-9c45-7e29f1df5837" providerId="ADAL" clId="{D25D1C45-A404-4E0F-8657-49BD4E4887CA}" dt="2026-09-23T08:37:16.462" v="2937" actId="14100"/>
        <pc:sldMkLst>
          <pc:docMk/>
          <pc:sldMk cId="945447278" sldId="610"/>
        </pc:sldMkLst>
        <pc:spChg chg="add mod">
          <ac:chgData name="Khobo, IL, Dr [ilkhobo@sun.ac.za]" userId="b519a442-dcea-4a28-9c45-7e29f1df5837" providerId="ADAL" clId="{D25D1C45-A404-4E0F-8657-49BD4E4887CA}" dt="2026-09-23T08:37:08.105" v="2934" actId="14100"/>
          <ac:spMkLst>
            <pc:docMk/>
            <pc:sldMk cId="945447278" sldId="610"/>
            <ac:spMk id="2" creationId="{1F0F1631-6A0E-E131-6D96-735108B494B5}"/>
          </ac:spMkLst>
        </pc:spChg>
        <pc:spChg chg="add mod">
          <ac:chgData name="Khobo, IL, Dr [ilkhobo@sun.ac.za]" userId="b519a442-dcea-4a28-9c45-7e29f1df5837" providerId="ADAL" clId="{D25D1C45-A404-4E0F-8657-49BD4E4887CA}" dt="2026-09-23T08:37:16.462" v="2937" actId="14100"/>
          <ac:spMkLst>
            <pc:docMk/>
            <pc:sldMk cId="945447278" sldId="610"/>
            <ac:spMk id="4" creationId="{EAEFBEE4-55D5-083B-F289-76116E2B3645}"/>
          </ac:spMkLst>
        </pc:spChg>
      </pc:sldChg>
      <pc:sldChg chg="addSp delSp modSp add mod">
        <pc:chgData name="Khobo, IL, Dr [ilkhobo@sun.ac.za]" userId="b519a442-dcea-4a28-9c45-7e29f1df5837" providerId="ADAL" clId="{D25D1C45-A404-4E0F-8657-49BD4E4887CA}" dt="2026-09-23T06:35:07.573" v="2799" actId="1076"/>
        <pc:sldMkLst>
          <pc:docMk/>
          <pc:sldMk cId="639115839" sldId="612"/>
        </pc:sldMkLst>
        <pc:spChg chg="mod">
          <ac:chgData name="Khobo, IL, Dr [ilkhobo@sun.ac.za]" userId="b519a442-dcea-4a28-9c45-7e29f1df5837" providerId="ADAL" clId="{D25D1C45-A404-4E0F-8657-49BD4E4887CA}" dt="2026-09-23T06:34:44.750" v="2796" actId="14100"/>
          <ac:spMkLst>
            <pc:docMk/>
            <pc:sldMk cId="639115839" sldId="612"/>
            <ac:spMk id="36" creationId="{7605A425-0115-9B9F-D003-64FE824158AB}"/>
          </ac:spMkLst>
        </pc:spChg>
        <pc:picChg chg="del">
          <ac:chgData name="Khobo, IL, Dr [ilkhobo@sun.ac.za]" userId="b519a442-dcea-4a28-9c45-7e29f1df5837" providerId="ADAL" clId="{D25D1C45-A404-4E0F-8657-49BD4E4887CA}" dt="2026-09-23T06:34:47.023" v="2797" actId="478"/>
          <ac:picMkLst>
            <pc:docMk/>
            <pc:sldMk cId="639115839" sldId="612"/>
            <ac:picMk id="3" creationId="{2CBA6E95-1AE5-3EBF-B43B-5350539110A4}"/>
          </ac:picMkLst>
        </pc:picChg>
        <pc:picChg chg="add mod">
          <ac:chgData name="Khobo, IL, Dr [ilkhobo@sun.ac.za]" userId="b519a442-dcea-4a28-9c45-7e29f1df5837" providerId="ADAL" clId="{D25D1C45-A404-4E0F-8657-49BD4E4887CA}" dt="2026-09-23T06:35:07.573" v="2799" actId="1076"/>
          <ac:picMkLst>
            <pc:docMk/>
            <pc:sldMk cId="639115839" sldId="612"/>
            <ac:picMk id="4" creationId="{2953A28B-BE30-B602-A4B6-BA227DE86E43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23T07:43:24.432" v="2872" actId="1076"/>
        <pc:sldMkLst>
          <pc:docMk/>
          <pc:sldMk cId="1201141998" sldId="613"/>
        </pc:sldMkLst>
        <pc:picChg chg="add del mod">
          <ac:chgData name="Khobo, IL, Dr [ilkhobo@sun.ac.za]" userId="b519a442-dcea-4a28-9c45-7e29f1df5837" providerId="ADAL" clId="{D25D1C45-A404-4E0F-8657-49BD4E4887CA}" dt="2026-09-23T07:42:22.353" v="2862" actId="478"/>
          <ac:picMkLst>
            <pc:docMk/>
            <pc:sldMk cId="1201141998" sldId="613"/>
            <ac:picMk id="3" creationId="{058594C8-26E9-CF6B-C1BC-34DF0E51423E}"/>
          </ac:picMkLst>
        </pc:picChg>
        <pc:picChg chg="add del">
          <ac:chgData name="Khobo, IL, Dr [ilkhobo@sun.ac.za]" userId="b519a442-dcea-4a28-9c45-7e29f1df5837" providerId="ADAL" clId="{D25D1C45-A404-4E0F-8657-49BD4E4887CA}" dt="2026-09-23T06:38:59.290" v="2803" actId="478"/>
          <ac:picMkLst>
            <pc:docMk/>
            <pc:sldMk cId="1201141998" sldId="613"/>
            <ac:picMk id="3" creationId="{B2F03280-FF4C-2C8D-4003-02664A957430}"/>
          </ac:picMkLst>
        </pc:picChg>
        <pc:picChg chg="del">
          <ac:chgData name="Khobo, IL, Dr [ilkhobo@sun.ac.za]" userId="b519a442-dcea-4a28-9c45-7e29f1df5837" providerId="ADAL" clId="{D25D1C45-A404-4E0F-8657-49BD4E4887CA}" dt="2026-09-23T06:38:56.862" v="2801" actId="478"/>
          <ac:picMkLst>
            <pc:docMk/>
            <pc:sldMk cId="1201141998" sldId="613"/>
            <ac:picMk id="4" creationId="{D5E52716-60DF-D2A6-4DDF-B743D02999BF}"/>
          </ac:picMkLst>
        </pc:picChg>
        <pc:picChg chg="add mod modCrop">
          <ac:chgData name="Khobo, IL, Dr [ilkhobo@sun.ac.za]" userId="b519a442-dcea-4a28-9c45-7e29f1df5837" providerId="ADAL" clId="{D25D1C45-A404-4E0F-8657-49BD4E4887CA}" dt="2026-09-23T07:43:24.432" v="2872" actId="1076"/>
          <ac:picMkLst>
            <pc:docMk/>
            <pc:sldMk cId="1201141998" sldId="613"/>
            <ac:picMk id="5" creationId="{68B9FC9C-0559-6203-548B-F62121DAA48F}"/>
          </ac:picMkLst>
        </pc:picChg>
        <pc:picChg chg="add del mod">
          <ac:chgData name="Khobo, IL, Dr [ilkhobo@sun.ac.za]" userId="b519a442-dcea-4a28-9c45-7e29f1df5837" providerId="ADAL" clId="{D25D1C45-A404-4E0F-8657-49BD4E4887CA}" dt="2026-09-23T06:42:32.915" v="2807" actId="478"/>
          <ac:picMkLst>
            <pc:docMk/>
            <pc:sldMk cId="1201141998" sldId="613"/>
            <ac:picMk id="6" creationId="{E1424700-12ED-486C-CF11-56A2DA7E6762}"/>
          </ac:picMkLst>
        </pc:picChg>
        <pc:picChg chg="add del">
          <ac:chgData name="Khobo, IL, Dr [ilkhobo@sun.ac.za]" userId="b519a442-dcea-4a28-9c45-7e29f1df5837" providerId="ADAL" clId="{D25D1C45-A404-4E0F-8657-49BD4E4887CA}" dt="2026-09-23T06:43:14.619" v="2809" actId="478"/>
          <ac:picMkLst>
            <pc:docMk/>
            <pc:sldMk cId="1201141998" sldId="613"/>
            <ac:picMk id="8" creationId="{15498480-8325-00BE-2775-57A30386C607}"/>
          </ac:picMkLst>
        </pc:picChg>
        <pc:picChg chg="add del">
          <ac:chgData name="Khobo, IL, Dr [ilkhobo@sun.ac.za]" userId="b519a442-dcea-4a28-9c45-7e29f1df5837" providerId="ADAL" clId="{D25D1C45-A404-4E0F-8657-49BD4E4887CA}" dt="2026-09-23T06:44:02.048" v="2811" actId="478"/>
          <ac:picMkLst>
            <pc:docMk/>
            <pc:sldMk cId="1201141998" sldId="613"/>
            <ac:picMk id="10" creationId="{8EF6B8C1-BBBC-3607-68B4-8C8F3B2BCC93}"/>
          </ac:picMkLst>
        </pc:picChg>
        <pc:picChg chg="add del mod">
          <ac:chgData name="Khobo, IL, Dr [ilkhobo@sun.ac.za]" userId="b519a442-dcea-4a28-9c45-7e29f1df5837" providerId="ADAL" clId="{D25D1C45-A404-4E0F-8657-49BD4E4887CA}" dt="2026-09-23T06:49:18.373" v="2815" actId="478"/>
          <ac:picMkLst>
            <pc:docMk/>
            <pc:sldMk cId="1201141998" sldId="613"/>
            <ac:picMk id="12" creationId="{04121957-D07C-E2F3-D94A-8BE6DE4028B1}"/>
          </ac:picMkLst>
        </pc:picChg>
        <pc:picChg chg="add mod">
          <ac:chgData name="Khobo, IL, Dr [ilkhobo@sun.ac.za]" userId="b519a442-dcea-4a28-9c45-7e29f1df5837" providerId="ADAL" clId="{D25D1C45-A404-4E0F-8657-49BD4E4887CA}" dt="2026-09-23T06:49:31.734" v="2819" actId="1076"/>
          <ac:picMkLst>
            <pc:docMk/>
            <pc:sldMk cId="1201141998" sldId="613"/>
            <ac:picMk id="14" creationId="{6FEEBAF0-A7A3-22E5-B96C-C19AEC0956EE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23T07:44:56.239" v="2876" actId="1076"/>
        <pc:sldMkLst>
          <pc:docMk/>
          <pc:sldMk cId="3114857847" sldId="614"/>
        </pc:sldMkLst>
        <pc:picChg chg="add mod modCrop">
          <ac:chgData name="Khobo, IL, Dr [ilkhobo@sun.ac.za]" userId="b519a442-dcea-4a28-9c45-7e29f1df5837" providerId="ADAL" clId="{D25D1C45-A404-4E0F-8657-49BD4E4887CA}" dt="2026-09-23T07:23:57.684" v="2846" actId="1076"/>
          <ac:picMkLst>
            <pc:docMk/>
            <pc:sldMk cId="3114857847" sldId="614"/>
            <ac:picMk id="3" creationId="{D95DD863-8ADA-B973-9619-56B324595B3E}"/>
          </ac:picMkLst>
        </pc:picChg>
        <pc:picChg chg="add mod">
          <ac:chgData name="Khobo, IL, Dr [ilkhobo@sun.ac.za]" userId="b519a442-dcea-4a28-9c45-7e29f1df5837" providerId="ADAL" clId="{D25D1C45-A404-4E0F-8657-49BD4E4887CA}" dt="2026-09-23T07:44:56.239" v="2876" actId="1076"/>
          <ac:picMkLst>
            <pc:docMk/>
            <pc:sldMk cId="3114857847" sldId="614"/>
            <ac:picMk id="4" creationId="{0E75D4E9-7FA7-06C7-FADB-D5C40AE2D891}"/>
          </ac:picMkLst>
        </pc:picChg>
        <pc:picChg chg="del">
          <ac:chgData name="Khobo, IL, Dr [ilkhobo@sun.ac.za]" userId="b519a442-dcea-4a28-9c45-7e29f1df5837" providerId="ADAL" clId="{D25D1C45-A404-4E0F-8657-49BD4E4887CA}" dt="2026-09-23T07:23:28.466" v="2839" actId="478"/>
          <ac:picMkLst>
            <pc:docMk/>
            <pc:sldMk cId="3114857847" sldId="614"/>
            <ac:picMk id="14" creationId="{C750B603-572D-1E41-50EC-BA4453E73C8E}"/>
          </ac:picMkLst>
        </pc:picChg>
      </pc:sldChg>
      <pc:sldChg chg="add del">
        <pc:chgData name="Khobo, IL, Dr [ilkhobo@sun.ac.za]" userId="b519a442-dcea-4a28-9c45-7e29f1df5837" providerId="ADAL" clId="{D25D1C45-A404-4E0F-8657-49BD4E4887CA}" dt="2026-09-23T07:03:43.169" v="2821" actId="47"/>
        <pc:sldMkLst>
          <pc:docMk/>
          <pc:sldMk cId="3581704042" sldId="614"/>
        </pc:sldMkLst>
      </pc:sldChg>
      <pc:sldChg chg="modSp add del mod">
        <pc:chgData name="Khobo, IL, Dr [ilkhobo@sun.ac.za]" userId="b519a442-dcea-4a28-9c45-7e29f1df5837" providerId="ADAL" clId="{D25D1C45-A404-4E0F-8657-49BD4E4887CA}" dt="2026-09-23T07:23:23.325" v="2837" actId="2696"/>
        <pc:sldMkLst>
          <pc:docMk/>
          <pc:sldMk cId="3688907666" sldId="614"/>
        </pc:sldMkLst>
        <pc:picChg chg="mod modCrop">
          <ac:chgData name="Khobo, IL, Dr [ilkhobo@sun.ac.za]" userId="b519a442-dcea-4a28-9c45-7e29f1df5837" providerId="ADAL" clId="{D25D1C45-A404-4E0F-8657-49BD4E4887CA}" dt="2026-09-23T07:15:02.712" v="2834" actId="1076"/>
          <ac:picMkLst>
            <pc:docMk/>
            <pc:sldMk cId="3688907666" sldId="614"/>
            <ac:picMk id="14" creationId="{9FC257C5-EF49-101C-181B-0BAC160FEAF4}"/>
          </ac:picMkLst>
        </pc:picChg>
      </pc:sldChg>
      <pc:sldChg chg="add del">
        <pc:chgData name="Khobo, IL, Dr [ilkhobo@sun.ac.za]" userId="b519a442-dcea-4a28-9c45-7e29f1df5837" providerId="ADAL" clId="{D25D1C45-A404-4E0F-8657-49BD4E4887CA}" dt="2026-09-23T07:15:50.398" v="2836" actId="47"/>
        <pc:sldMkLst>
          <pc:docMk/>
          <pc:sldMk cId="114429536" sldId="615"/>
        </pc:sldMkLst>
      </pc:sldChg>
      <pc:sldChg chg="add del">
        <pc:chgData name="Khobo, IL, Dr [ilkhobo@sun.ac.za]" userId="b519a442-dcea-4a28-9c45-7e29f1df5837" providerId="ADAL" clId="{D25D1C45-A404-4E0F-8657-49BD4E4887CA}" dt="2026-09-23T07:14:49.126" v="2828" actId="2696"/>
        <pc:sldMkLst>
          <pc:docMk/>
          <pc:sldMk cId="1912700643" sldId="615"/>
        </pc:sldMkLst>
      </pc:sldChg>
      <pc:sldChg chg="add del">
        <pc:chgData name="Khobo, IL, Dr [ilkhobo@sun.ac.za]" userId="b519a442-dcea-4a28-9c45-7e29f1df5837" providerId="ADAL" clId="{D25D1C45-A404-4E0F-8657-49BD4E4887CA}" dt="2026-09-23T07:41:33.515" v="2857" actId="2696"/>
        <pc:sldMkLst>
          <pc:docMk/>
          <pc:sldMk cId="2620471666" sldId="615"/>
        </pc:sldMkLst>
      </pc:sldChg>
      <pc:sldChg chg="addSp delSp modSp add mod">
        <pc:chgData name="Khobo, IL, Dr [ilkhobo@sun.ac.za]" userId="b519a442-dcea-4a28-9c45-7e29f1df5837" providerId="ADAL" clId="{D25D1C45-A404-4E0F-8657-49BD4E4887CA}" dt="2026-09-23T07:45:36.420" v="2879" actId="1076"/>
        <pc:sldMkLst>
          <pc:docMk/>
          <pc:sldMk cId="1978251514" sldId="616"/>
        </pc:sldMkLst>
        <pc:picChg chg="del">
          <ac:chgData name="Khobo, IL, Dr [ilkhobo@sun.ac.za]" userId="b519a442-dcea-4a28-9c45-7e29f1df5837" providerId="ADAL" clId="{D25D1C45-A404-4E0F-8657-49BD4E4887CA}" dt="2026-09-23T07:39:21.434" v="2849" actId="478"/>
          <ac:picMkLst>
            <pc:docMk/>
            <pc:sldMk cId="1978251514" sldId="616"/>
            <ac:picMk id="3" creationId="{D9FA29A7-D03C-92AC-BCC1-8AF9504F2AC5}"/>
          </ac:picMkLst>
        </pc:picChg>
        <pc:picChg chg="add del mod">
          <ac:chgData name="Khobo, IL, Dr [ilkhobo@sun.ac.za]" userId="b519a442-dcea-4a28-9c45-7e29f1df5837" providerId="ADAL" clId="{D25D1C45-A404-4E0F-8657-49BD4E4887CA}" dt="2026-09-23T07:39:39.460" v="2853" actId="478"/>
          <ac:picMkLst>
            <pc:docMk/>
            <pc:sldMk cId="1978251514" sldId="616"/>
            <ac:picMk id="4" creationId="{A33CFB38-6296-5F2E-E918-2B39502B1AAF}"/>
          </ac:picMkLst>
        </pc:picChg>
        <pc:picChg chg="add mod">
          <ac:chgData name="Khobo, IL, Dr [ilkhobo@sun.ac.za]" userId="b519a442-dcea-4a28-9c45-7e29f1df5837" providerId="ADAL" clId="{D25D1C45-A404-4E0F-8657-49BD4E4887CA}" dt="2026-09-23T07:40:14.235" v="2856" actId="1076"/>
          <ac:picMkLst>
            <pc:docMk/>
            <pc:sldMk cId="1978251514" sldId="616"/>
            <ac:picMk id="6" creationId="{577F8F2D-9249-A388-89DD-DA1CC0161F9A}"/>
          </ac:picMkLst>
        </pc:picChg>
        <pc:picChg chg="add mod">
          <ac:chgData name="Khobo, IL, Dr [ilkhobo@sun.ac.za]" userId="b519a442-dcea-4a28-9c45-7e29f1df5837" providerId="ADAL" clId="{D25D1C45-A404-4E0F-8657-49BD4E4887CA}" dt="2026-09-23T07:45:36.420" v="2879" actId="1076"/>
          <ac:picMkLst>
            <pc:docMk/>
            <pc:sldMk cId="1978251514" sldId="616"/>
            <ac:picMk id="8" creationId="{51F4F5E6-774B-2F71-2D92-099AEA29FE7E}"/>
          </ac:picMkLst>
        </pc:picChg>
      </pc:sldChg>
      <pc:sldChg chg="add">
        <pc:chgData name="Khobo, IL, Dr [ilkhobo@sun.ac.za]" userId="b519a442-dcea-4a28-9c45-7e29f1df5837" providerId="ADAL" clId="{D25D1C45-A404-4E0F-8657-49BD4E4887CA}" dt="2026-09-23T07:43:40.605" v="2873" actId="2890"/>
        <pc:sldMkLst>
          <pc:docMk/>
          <pc:sldMk cId="1881043288" sldId="617"/>
        </pc:sldMkLst>
      </pc:sldChg>
      <pc:sldChg chg="add">
        <pc:chgData name="Khobo, IL, Dr [ilkhobo@sun.ac.za]" userId="b519a442-dcea-4a28-9c45-7e29f1df5837" providerId="ADAL" clId="{D25D1C45-A404-4E0F-8657-49BD4E4887CA}" dt="2026-09-23T07:46:15.848" v="2880" actId="2890"/>
        <pc:sldMkLst>
          <pc:docMk/>
          <pc:sldMk cId="768228559" sldId="618"/>
        </pc:sldMkLst>
      </pc:sldChg>
      <pc:sldChg chg="addSp delSp modSp add mod">
        <pc:chgData name="Khobo, IL, Dr [ilkhobo@sun.ac.za]" userId="b519a442-dcea-4a28-9c45-7e29f1df5837" providerId="ADAL" clId="{D25D1C45-A404-4E0F-8657-49BD4E4887CA}" dt="2026-09-23T08:00:13.210" v="2888" actId="1076"/>
        <pc:sldMkLst>
          <pc:docMk/>
          <pc:sldMk cId="527048431" sldId="619"/>
        </pc:sldMkLst>
        <pc:picChg chg="add mod">
          <ac:chgData name="Khobo, IL, Dr [ilkhobo@sun.ac.za]" userId="b519a442-dcea-4a28-9c45-7e29f1df5837" providerId="ADAL" clId="{D25D1C45-A404-4E0F-8657-49BD4E4887CA}" dt="2026-09-23T08:00:13.210" v="2888" actId="1076"/>
          <ac:picMkLst>
            <pc:docMk/>
            <pc:sldMk cId="527048431" sldId="619"/>
            <ac:picMk id="3" creationId="{D461046A-27EE-8C80-5D08-12C915634480}"/>
          </ac:picMkLst>
        </pc:picChg>
        <pc:picChg chg="del">
          <ac:chgData name="Khobo, IL, Dr [ilkhobo@sun.ac.za]" userId="b519a442-dcea-4a28-9c45-7e29f1df5837" providerId="ADAL" clId="{D25D1C45-A404-4E0F-8657-49BD4E4887CA}" dt="2026-09-23T07:59:55.528" v="2882" actId="478"/>
          <ac:picMkLst>
            <pc:docMk/>
            <pc:sldMk cId="527048431" sldId="619"/>
            <ac:picMk id="6" creationId="{741570A3-6BE4-D7D1-8B19-988C2C4552CD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23T09:38:27.507" v="2944" actId="27116"/>
        <pc:sldMkLst>
          <pc:docMk/>
          <pc:sldMk cId="1080558192" sldId="620"/>
        </pc:sldMkLst>
        <pc:graphicFrameChg chg="add mod modGraphic">
          <ac:chgData name="Khobo, IL, Dr [ilkhobo@sun.ac.za]" userId="b519a442-dcea-4a28-9c45-7e29f1df5837" providerId="ADAL" clId="{D25D1C45-A404-4E0F-8657-49BD4E4887CA}" dt="2026-09-23T09:38:27.507" v="2944" actId="27116"/>
          <ac:graphicFrameMkLst>
            <pc:docMk/>
            <pc:sldMk cId="1080558192" sldId="620"/>
            <ac:graphicFrameMk id="10" creationId="{E9417055-2C1C-8481-E5D2-D661392C2E47}"/>
          </ac:graphicFrameMkLst>
        </pc:graphicFrameChg>
        <pc:picChg chg="del">
          <ac:chgData name="Khobo, IL, Dr [ilkhobo@sun.ac.za]" userId="b519a442-dcea-4a28-9c45-7e29f1df5837" providerId="ADAL" clId="{D25D1C45-A404-4E0F-8657-49BD4E4887CA}" dt="2026-09-23T08:01:03.251" v="2890" actId="478"/>
          <ac:picMkLst>
            <pc:docMk/>
            <pc:sldMk cId="1080558192" sldId="620"/>
            <ac:picMk id="3" creationId="{14B83894-BE73-0E9C-2FB6-E9FCF09C343B}"/>
          </ac:picMkLst>
        </pc:picChg>
        <pc:picChg chg="mod modCrop">
          <ac:chgData name="Khobo, IL, Dr [ilkhobo@sun.ac.za]" userId="b519a442-dcea-4a28-9c45-7e29f1df5837" providerId="ADAL" clId="{D25D1C45-A404-4E0F-8657-49BD4E4887CA}" dt="2026-09-23T08:12:22.343" v="2895" actId="732"/>
          <ac:picMkLst>
            <pc:docMk/>
            <pc:sldMk cId="1080558192" sldId="620"/>
            <ac:picMk id="5" creationId="{70D02664-F4EB-F308-F914-40B899194FD0}"/>
          </ac:picMkLst>
        </pc:picChg>
        <pc:picChg chg="del">
          <ac:chgData name="Khobo, IL, Dr [ilkhobo@sun.ac.za]" userId="b519a442-dcea-4a28-9c45-7e29f1df5837" providerId="ADAL" clId="{D25D1C45-A404-4E0F-8657-49BD4E4887CA}" dt="2026-09-23T08:01:05.715" v="2891" actId="478"/>
          <ac:picMkLst>
            <pc:docMk/>
            <pc:sldMk cId="1080558192" sldId="620"/>
            <ac:picMk id="8" creationId="{D7C02C1D-26DF-DE6D-25BB-630FD635B321}"/>
          </ac:picMkLst>
        </pc:picChg>
        <pc:cxnChg chg="add mod">
          <ac:chgData name="Khobo, IL, Dr [ilkhobo@sun.ac.za]" userId="b519a442-dcea-4a28-9c45-7e29f1df5837" providerId="ADAL" clId="{D25D1C45-A404-4E0F-8657-49BD4E4887CA}" dt="2026-09-23T08:04:27.327" v="2894" actId="14100"/>
          <ac:cxnSpMkLst>
            <pc:docMk/>
            <pc:sldMk cId="1080558192" sldId="620"/>
            <ac:cxnSpMk id="4" creationId="{6651E32A-23D0-483E-B3E9-7E889CD81C1E}"/>
          </ac:cxnSpMkLst>
        </pc:cxnChg>
      </pc:sldChg>
      <pc:sldChg chg="addSp modSp mod">
        <pc:chgData name="Khobo, IL, Dr [ilkhobo@sun.ac.za]" userId="b519a442-dcea-4a28-9c45-7e29f1df5837" providerId="ADAL" clId="{D25D1C45-A404-4E0F-8657-49BD4E4887CA}" dt="2026-09-23T08:25:58.821" v="2910" actId="27297"/>
        <pc:sldMkLst>
          <pc:docMk/>
          <pc:sldMk cId="1018022777" sldId="621"/>
        </pc:sldMkLst>
        <pc:graphicFrameChg chg="add mod modGraphic">
          <ac:chgData name="Khobo, IL, Dr [ilkhobo@sun.ac.za]" userId="b519a442-dcea-4a28-9c45-7e29f1df5837" providerId="ADAL" clId="{D25D1C45-A404-4E0F-8657-49BD4E4887CA}" dt="2026-09-23T08:25:58.821" v="2910" actId="27297"/>
          <ac:graphicFrameMkLst>
            <pc:docMk/>
            <pc:sldMk cId="1018022777" sldId="621"/>
            <ac:graphicFrameMk id="4" creationId="{B4E489A9-5D71-28E6-D99A-12011CEC8124}"/>
          </ac:graphicFrameMkLst>
        </pc:graphicFrameChg>
      </pc:sldChg>
      <pc:sldChg chg="addSp delSp new mod">
        <pc:chgData name="Khobo, IL, Dr [ilkhobo@sun.ac.za]" userId="b519a442-dcea-4a28-9c45-7e29f1df5837" providerId="ADAL" clId="{D25D1C45-A404-4E0F-8657-49BD4E4887CA}" dt="2026-09-23T08:25:11.709" v="2905" actId="22"/>
        <pc:sldMkLst>
          <pc:docMk/>
          <pc:sldMk cId="376086277" sldId="624"/>
        </pc:sldMkLst>
        <pc:spChg chg="del">
          <ac:chgData name="Khobo, IL, Dr [ilkhobo@sun.ac.za]" userId="b519a442-dcea-4a28-9c45-7e29f1df5837" providerId="ADAL" clId="{D25D1C45-A404-4E0F-8657-49BD4E4887CA}" dt="2026-09-23T08:25:11.159" v="2904" actId="478"/>
          <ac:spMkLst>
            <pc:docMk/>
            <pc:sldMk cId="376086277" sldId="624"/>
            <ac:spMk id="2" creationId="{5920DF87-2AC3-6461-1519-3FBCDC78DAA6}"/>
          </ac:spMkLst>
        </pc:spChg>
        <pc:spChg chg="del">
          <ac:chgData name="Khobo, IL, Dr [ilkhobo@sun.ac.za]" userId="b519a442-dcea-4a28-9c45-7e29f1df5837" providerId="ADAL" clId="{D25D1C45-A404-4E0F-8657-49BD4E4887CA}" dt="2026-09-23T08:25:11.159" v="2904" actId="478"/>
          <ac:spMkLst>
            <pc:docMk/>
            <pc:sldMk cId="376086277" sldId="624"/>
            <ac:spMk id="3" creationId="{465584E4-A5B7-409B-5751-5E80763CE256}"/>
          </ac:spMkLst>
        </pc:spChg>
        <pc:picChg chg="add">
          <ac:chgData name="Khobo, IL, Dr [ilkhobo@sun.ac.za]" userId="b519a442-dcea-4a28-9c45-7e29f1df5837" providerId="ADAL" clId="{D25D1C45-A404-4E0F-8657-49BD4E4887CA}" dt="2026-09-23T08:25:11.709" v="2905" actId="22"/>
          <ac:picMkLst>
            <pc:docMk/>
            <pc:sldMk cId="376086277" sldId="624"/>
            <ac:picMk id="5" creationId="{B955E05A-BC9E-AEE0-E3A4-95793995CBC0}"/>
          </ac:picMkLst>
        </pc:picChg>
      </pc:sldChg>
      <pc:sldChg chg="addSp delSp modSp add del mod">
        <pc:chgData name="Khobo, IL, Dr [ilkhobo@sun.ac.za]" userId="b519a442-dcea-4a28-9c45-7e29f1df5837" providerId="ADAL" clId="{D25D1C45-A404-4E0F-8657-49BD4E4887CA}" dt="2026-09-23T08:25:00.215" v="2902" actId="2696"/>
        <pc:sldMkLst>
          <pc:docMk/>
          <pc:sldMk cId="1966697065" sldId="624"/>
        </pc:sldMkLst>
        <pc:picChg chg="del">
          <ac:chgData name="Khobo, IL, Dr [ilkhobo@sun.ac.za]" userId="b519a442-dcea-4a28-9c45-7e29f1df5837" providerId="ADAL" clId="{D25D1C45-A404-4E0F-8657-49BD4E4887CA}" dt="2026-09-23T08:24:30.768" v="2897" actId="478"/>
          <ac:picMkLst>
            <pc:docMk/>
            <pc:sldMk cId="1966697065" sldId="624"/>
            <ac:picMk id="3" creationId="{4C282FB4-9C92-2F3C-1E68-730840C0760E}"/>
          </ac:picMkLst>
        </pc:picChg>
        <pc:picChg chg="add del mod">
          <ac:chgData name="Khobo, IL, Dr [ilkhobo@sun.ac.za]" userId="b519a442-dcea-4a28-9c45-7e29f1df5837" providerId="ADAL" clId="{D25D1C45-A404-4E0F-8657-49BD4E4887CA}" dt="2026-09-23T08:24:57.525" v="2901" actId="21"/>
          <ac:picMkLst>
            <pc:docMk/>
            <pc:sldMk cId="1966697065" sldId="624"/>
            <ac:picMk id="4" creationId="{0CEFF913-FBEA-EDCC-09B3-38C9065BB595}"/>
          </ac:picMkLst>
        </pc:picChg>
        <pc:picChg chg="del">
          <ac:chgData name="Khobo, IL, Dr [ilkhobo@sun.ac.za]" userId="b519a442-dcea-4a28-9c45-7e29f1df5837" providerId="ADAL" clId="{D25D1C45-A404-4E0F-8657-49BD4E4887CA}" dt="2026-09-23T08:24:33.385" v="2899" actId="478"/>
          <ac:picMkLst>
            <pc:docMk/>
            <pc:sldMk cId="1966697065" sldId="624"/>
            <ac:picMk id="8" creationId="{B9779E9D-1B61-C740-0E45-7B0C06D4D9D1}"/>
          </ac:picMkLst>
        </pc:picChg>
      </pc:sldChg>
      <pc:sldChg chg="addSp delSp new mod">
        <pc:chgData name="Khobo, IL, Dr [ilkhobo@sun.ac.za]" userId="b519a442-dcea-4a28-9c45-7e29f1df5837" providerId="ADAL" clId="{D25D1C45-A404-4E0F-8657-49BD4E4887CA}" dt="2026-09-23T09:38:12.273" v="2940" actId="22"/>
        <pc:sldMkLst>
          <pc:docMk/>
          <pc:sldMk cId="997195380" sldId="625"/>
        </pc:sldMkLst>
        <pc:spChg chg="del">
          <ac:chgData name="Khobo, IL, Dr [ilkhobo@sun.ac.za]" userId="b519a442-dcea-4a28-9c45-7e29f1df5837" providerId="ADAL" clId="{D25D1C45-A404-4E0F-8657-49BD4E4887CA}" dt="2026-09-23T09:37:50.207" v="2939" actId="478"/>
          <ac:spMkLst>
            <pc:docMk/>
            <pc:sldMk cId="997195380" sldId="625"/>
            <ac:spMk id="2" creationId="{59CD5924-70BB-1C77-4FEE-FCEBD2C77E06}"/>
          </ac:spMkLst>
        </pc:spChg>
        <pc:spChg chg="del">
          <ac:chgData name="Khobo, IL, Dr [ilkhobo@sun.ac.za]" userId="b519a442-dcea-4a28-9c45-7e29f1df5837" providerId="ADAL" clId="{D25D1C45-A404-4E0F-8657-49BD4E4887CA}" dt="2026-09-23T09:37:50.207" v="2939" actId="478"/>
          <ac:spMkLst>
            <pc:docMk/>
            <pc:sldMk cId="997195380" sldId="625"/>
            <ac:spMk id="3" creationId="{5856D2DA-1583-2127-A701-8ACBEC2D22A4}"/>
          </ac:spMkLst>
        </pc:spChg>
        <pc:picChg chg="add">
          <ac:chgData name="Khobo, IL, Dr [ilkhobo@sun.ac.za]" userId="b519a442-dcea-4a28-9c45-7e29f1df5837" providerId="ADAL" clId="{D25D1C45-A404-4E0F-8657-49BD4E4887CA}" dt="2026-09-23T09:38:12.273" v="2940" actId="22"/>
          <ac:picMkLst>
            <pc:docMk/>
            <pc:sldMk cId="997195380" sldId="625"/>
            <ac:picMk id="5" creationId="{93D0A838-6124-61E8-53F3-819AD82B656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4149B-284D-EDEC-D7B9-2F3AF643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D2BB6-8303-1554-827C-407A7C70D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B68B6-B96C-02F5-1A53-52770EE34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BF709-A075-C6CD-B9E2-E952F48F3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99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282B2-A350-E8B2-EEC7-A1254CFB6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B525C-8270-A8CC-42F8-6A364B92F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EE45A-3C92-16A2-8110-D28D52551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2D539-CF79-41B7-93FC-5627EFF81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781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54AB-751D-D96A-A506-6CA405ED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B68FF-802F-7AE6-0209-E15053279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941C1-9CB0-4409-85F2-28DC9D67C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47C-C276-A2D3-571D-2F132BCA8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0635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2D04-4AA3-2424-7774-B06C475F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6F822-5935-8DED-1DD8-5A9D2432D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6141A-1967-57C9-5C71-491F59C86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2BE16-58A7-FBA0-55E7-A25C0A9DF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394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211F2-4235-9263-9BDE-E0B5C583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B0BA0-D226-13CD-5435-68A6AB789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2BBF0-55A1-14DB-747A-C8DDFA7F5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CEB0E-0C26-AD33-1CA9-268F77C8C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282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B19A-83F8-41CB-9461-93DEA5E0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0D46A-05C7-00F8-143A-F009419C4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38DFC-01A6-BE5A-A750-1C6970B08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FC2E1-2754-6EBD-44FD-4507968A3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205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8A7D5-704E-135D-339A-5389CA5C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A2999-3563-AEB3-0A9F-94E6792A8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C7AEB-C3B7-E34C-72B8-169F8D16A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You can represent a deck of cards as a 2D array. Row 0 corresponds to hearts, Row 1 corresponds to Diamonds,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35075-52AF-635D-E037-578698671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105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85A4C-72B8-D188-6863-5C7FAF7D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AC6EE-930F-16A8-3546-3F219479C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0BE86-7442-FAAB-C29E-8E528E225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For an ordered deck, you’d have something like deck[0][0] would be “ace of hearts”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533D3-B69B-5BA8-696A-22260F99C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3318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883B7-B730-265F-7EF8-C8C30B13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519D0-8BAD-2DE2-417B-5A1CFE543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7E421-E8BC-AA98-B9AC-7FCCCCFF4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012F4-588F-5BA5-4D4C-1205B151A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01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1E4D-617C-FDF5-92D5-14799FE5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D9DF3-FDC9-8C45-2D9F-5826F66A0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5958A-5BB5-AAD1-E2CB-C3BCEF39A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E4E33-A48A-FE59-1ABC-5575876A0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584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FA764-A56B-0B64-40BC-658ACBAE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850F8-1136-FF0A-880E-632359D31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8353A-15F7-B076-BBE1-717554FBB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F6A39-F75C-BBD6-92F2-42330D64A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40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97D9-E174-D4C9-8447-70CF7243C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6D6BB-757B-AE4B-E1D3-A3EE9047E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61A8E-E987-F8C6-E9A5-66A327492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4206B-5820-55BF-A99C-6E7A10248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3037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C3A8-6DBD-D6A1-51DE-F323AEC6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60EFA-8584-562E-08FD-FCBF14B4B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B5E89-BC72-8498-8CB7-8E4E21844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4FC0C-52A5-5C63-CB72-B4E4709B0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249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5A61-C8BB-AA72-FA9F-2F701681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2AC7E-2C9D-8898-B348-90E5AD2D7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27A68-E09F-DFD5-9E28-0CF9C673C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F7AD7-040E-BFCB-E515-82570BC66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2574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54AB-751D-D96A-A506-6CA405ED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B68FF-802F-7AE6-0209-E15053279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941C1-9CB0-4409-85F2-28DC9D67C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47C-C276-A2D3-571D-2F132BCA8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063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2026/09/23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0.xm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slide" Target="slide40.xml"/><Relationship Id="rId4" Type="http://schemas.openxmlformats.org/officeDocument/2006/relationships/image" Target="../media/image4.png"/><Relationship Id="rId9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0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6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7</a:t>
            </a: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. Pointers </a:t>
            </a: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V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21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Array of pointers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Design example: card shuffling and dealing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23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233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7: Pointers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F0134-2454-5477-8946-7D018BDF2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86" y="3145383"/>
            <a:ext cx="5334214" cy="33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A04-4656-0077-E1CD-B0FC776F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C32406E-A9D3-79A7-B740-4DF13C3D151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432B1C2-A98B-199A-AC64-4981B11D0A9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B4B773-8020-537C-83EC-0515FDFFE76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8E53BF-B283-BE38-2B69-D5449ED9185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03194EB-0097-14DB-CA44-1D4EAA320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660400-4312-690D-1051-523F7BCD6D2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409DEF-1FA2-115B-1F0C-4A6DF483A3A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58657CA-BC7E-A908-BF01-1EF0937A38D5}"/>
              </a:ext>
            </a:extLst>
          </p:cNvPr>
          <p:cNvSpPr txBox="1"/>
          <p:nvPr/>
        </p:nvSpPr>
        <p:spPr>
          <a:xfrm>
            <a:off x="210906" y="1306887"/>
            <a:ext cx="438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[] = “programming”;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0E2108-E13D-7851-4DA5-85B666D84397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name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728B11-9F5F-7DC2-79D2-E69663D409A8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5EB7C-2C28-DE32-2D1B-3E80B7138E75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5195E1-94E9-48B0-E7C4-AF3CC453C5DC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err="1"/>
              <a:t>i</a:t>
            </a:r>
            <a:endParaRPr lang="en-Z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1434D5-C589-9907-4935-BBA132E60996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223238-00A2-7FA1-B606-6FF62CB35319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6AF651-9771-B0BD-902A-D1189F9D8674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9C44A8-C65C-3EF1-4AD1-D2CE2A05FAD9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C53702-6B6A-E1E4-5C41-3A2B9546485E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851CE2-8055-C360-4C3F-3176213CBD1E}"/>
              </a:ext>
            </a:extLst>
          </p:cNvPr>
          <p:cNvSpPr txBox="1"/>
          <p:nvPr/>
        </p:nvSpPr>
        <p:spPr>
          <a:xfrm>
            <a:off x="9637258" y="645802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596DEF-996C-C141-2349-59864281A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4F6FEA7-8AFA-DF53-5B72-E76F6B9C003C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082085-E25D-0665-8C38-413D472F7307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BBEA0E-1519-4A92-B3B3-1BCB757BC62F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113335-DEBF-B7E2-FA94-C9AEABC6F068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47253A-963D-463E-3748-AF0D8BD00E3D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8177C6-37F5-753A-4B7E-9DD7D90F73F3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219503A-488C-742D-E837-9B346AE5946E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5004F7-83A3-1092-316B-647E068E8AB6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803B0D0-D256-C132-D292-C2D2511FDD8D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84722E-CE47-2CAB-3994-3CD2D07E6EA0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CCEDB0F-321A-DAF5-AA7D-E9A9627235E9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/>
              <a:t>…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A6621FA-049A-67D8-A810-6A0950EAD79A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DFD8AD-9542-1AC2-66D0-93E34F852541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67FD75-0521-45CA-9293-E3328856C50D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3812FE4-E4FA-2712-EB4B-9BB0F47835E7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325F3E5-82CD-27F6-AE58-39EFEFDD4B92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15A713-428E-CFA8-5DF9-0A13AF6130E2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9BE5D0-AD2B-2171-3189-8B9A61C69F57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0D2458E-C22B-EE45-2E80-192358098C8D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59A4FB-DD59-C6A6-F3F2-040ED468EF32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397509-F566-7088-7C55-844012C12504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F8C21DE-179C-E1FC-7354-F2EFB616AB58}"/>
              </a:ext>
            </a:extLst>
          </p:cNvPr>
          <p:cNvSpPr txBox="1"/>
          <p:nvPr/>
        </p:nvSpPr>
        <p:spPr>
          <a:xfrm>
            <a:off x="216641" y="1699374"/>
            <a:ext cx="37487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err="1">
                <a:latin typeface="LM Roman 12" panose="00000500000000000000" pitchFamily="50" charset="0"/>
              </a:rPr>
              <a:t>myPointer</a:t>
            </a:r>
            <a:r>
              <a:rPr lang="en-ZA" sz="2100" b="1">
                <a:latin typeface="LM Roman 12" panose="00000500000000000000" pitchFamily="50" charset="0"/>
              </a:rPr>
              <a:t> = </a:t>
            </a:r>
            <a:r>
              <a:rPr lang="en-ZA" sz="2100" b="1" err="1">
                <a:latin typeface="LM Roman 12" panose="00000500000000000000" pitchFamily="50" charset="0"/>
              </a:rPr>
              <a:t>myString</a:t>
            </a:r>
            <a:r>
              <a:rPr lang="en-ZA" sz="2100" b="1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CEAE4-74C6-FA93-3AB0-689FBF12CF9D}"/>
              </a:ext>
            </a:extLst>
          </p:cNvPr>
          <p:cNvSpPr txBox="1"/>
          <p:nvPr/>
        </p:nvSpPr>
        <p:spPr>
          <a:xfrm>
            <a:off x="6184279" y="235998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[0] </a:t>
            </a:r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A6578-C9CB-FB24-2096-32322E43C8B6}"/>
              </a:ext>
            </a:extLst>
          </p:cNvPr>
          <p:cNvSpPr txBox="1"/>
          <p:nvPr/>
        </p:nvSpPr>
        <p:spPr>
          <a:xfrm>
            <a:off x="6184279" y="272120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[1] </a:t>
            </a:r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EA7D1-3F7E-9F9E-89D4-DF12152A0D3D}"/>
              </a:ext>
            </a:extLst>
          </p:cNvPr>
          <p:cNvSpPr txBox="1"/>
          <p:nvPr/>
        </p:nvSpPr>
        <p:spPr>
          <a:xfrm>
            <a:off x="6184279" y="302218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[2] </a:t>
            </a:r>
            <a:endParaRPr lang="en-Z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4F9DE-4DE1-BDF0-05F2-09B349C5C685}"/>
              </a:ext>
            </a:extLst>
          </p:cNvPr>
          <p:cNvSpPr txBox="1"/>
          <p:nvPr/>
        </p:nvSpPr>
        <p:spPr>
          <a:xfrm>
            <a:off x="6194406" y="3372106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[3] </a:t>
            </a:r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B955B9-47EA-EE37-8ADB-8571ECA35F83}"/>
              </a:ext>
            </a:extLst>
          </p:cNvPr>
          <p:cNvSpPr txBox="1"/>
          <p:nvPr/>
        </p:nvSpPr>
        <p:spPr>
          <a:xfrm>
            <a:off x="6204533" y="372847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[4] </a:t>
            </a:r>
            <a:endParaRPr lang="en-Z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795A28-EC0D-CEF2-C024-4E6617289117}"/>
              </a:ext>
            </a:extLst>
          </p:cNvPr>
          <p:cNvSpPr txBox="1"/>
          <p:nvPr/>
        </p:nvSpPr>
        <p:spPr>
          <a:xfrm>
            <a:off x="6214660" y="405787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[5] </a:t>
            </a:r>
            <a:endParaRPr lang="en-Z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D317F7-2F4E-694E-C7B2-FA47B205AC0C}"/>
              </a:ext>
            </a:extLst>
          </p:cNvPr>
          <p:cNvSpPr txBox="1"/>
          <p:nvPr/>
        </p:nvSpPr>
        <p:spPr>
          <a:xfrm>
            <a:off x="6214660" y="437309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[6] </a:t>
            </a:r>
            <a:endParaRPr lang="en-Z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0BFC9D-C6D8-76A9-274D-366FDA092927}"/>
              </a:ext>
            </a:extLst>
          </p:cNvPr>
          <p:cNvSpPr txBox="1"/>
          <p:nvPr/>
        </p:nvSpPr>
        <p:spPr>
          <a:xfrm>
            <a:off x="6214660" y="4717742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[7] </a:t>
            </a:r>
            <a:endParaRPr lang="en-Z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88A8FA-8CA4-BF58-EE46-2D9524EA67F0}"/>
              </a:ext>
            </a:extLst>
          </p:cNvPr>
          <p:cNvSpPr txBox="1"/>
          <p:nvPr/>
        </p:nvSpPr>
        <p:spPr>
          <a:xfrm>
            <a:off x="6214660" y="5063769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[8] </a:t>
            </a:r>
            <a:endParaRPr lang="en-ZA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05878B-7920-9EE5-6E03-71C1D85CA210}"/>
              </a:ext>
            </a:extLst>
          </p:cNvPr>
          <p:cNvSpPr txBox="1"/>
          <p:nvPr/>
        </p:nvSpPr>
        <p:spPr>
          <a:xfrm>
            <a:off x="6214660" y="5389450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[9] </a:t>
            </a:r>
            <a:endParaRPr lang="en-ZA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A4A13C-DF97-7564-9079-634303641F4D}"/>
              </a:ext>
            </a:extLst>
          </p:cNvPr>
          <p:cNvSpPr txBox="1"/>
          <p:nvPr/>
        </p:nvSpPr>
        <p:spPr>
          <a:xfrm>
            <a:off x="6107310" y="575854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err="1">
                <a:latin typeface="LM Roman 12" panose="00000500000000000000" pitchFamily="50" charset="0"/>
              </a:rPr>
              <a:t>myS</a:t>
            </a:r>
            <a:r>
              <a:rPr lang="en-ZA" sz="2100" b="1" err="1">
                <a:latin typeface="LM Roman 12" panose="00000500000000000000" pitchFamily="50" charset="0"/>
              </a:rPr>
              <a:t>tring</a:t>
            </a:r>
            <a:r>
              <a:rPr lang="en-ZA" sz="2100" b="1">
                <a:latin typeface="LM Roman 12" panose="00000500000000000000" pitchFamily="50" charset="0"/>
              </a:rPr>
              <a:t>[10] </a:t>
            </a:r>
            <a:endParaRPr lang="en-ZA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9CAD0F-39DF-DDEA-5CA8-FA8F7CEBBA21}"/>
              </a:ext>
            </a:extLst>
          </p:cNvPr>
          <p:cNvSpPr txBox="1"/>
          <p:nvPr/>
        </p:nvSpPr>
        <p:spPr>
          <a:xfrm>
            <a:off x="10671727" y="220476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b="1" err="1">
                <a:latin typeface="LM Roman 12" panose="00000500000000000000" pitchFamily="50" charset="0"/>
              </a:rPr>
              <a:t>myPointer</a:t>
            </a:r>
            <a:r>
              <a:rPr lang="en-ZA" sz="2100" b="1">
                <a:latin typeface="LM Roman 12" panose="00000500000000000000" pitchFamily="50" charset="0"/>
              </a:rPr>
              <a:t> </a:t>
            </a:r>
            <a:endParaRPr lang="en-ZA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565A434-2C13-E914-C2E0-A7F645BCAFCC}"/>
              </a:ext>
            </a:extLst>
          </p:cNvPr>
          <p:cNvCxnSpPr/>
          <p:nvPr/>
        </p:nvCxnSpPr>
        <p:spPr>
          <a:xfrm flipH="1">
            <a:off x="10442448" y="2583211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47E21EF-7BB6-C816-3D17-B91EBDA71973}"/>
              </a:ext>
            </a:extLst>
          </p:cNvPr>
          <p:cNvSpPr/>
          <p:nvPr/>
        </p:nvSpPr>
        <p:spPr>
          <a:xfrm>
            <a:off x="148887" y="2924224"/>
            <a:ext cx="5828454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myArray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[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i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] = *(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myPointer+i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) </a:t>
            </a:r>
            <a:r>
              <a:rPr lang="en-ZA" sz="2000" dirty="0">
                <a:solidFill>
                  <a:srgbClr val="FF0000"/>
                </a:solidFill>
                <a:latin typeface="LM Roman 12" panose="00000500000000000000" pitchFamily="50" charset="0"/>
              </a:rPr>
              <a:t>pointer offset notation</a:t>
            </a:r>
          </a:p>
          <a:p>
            <a:pPr algn="ctr"/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myArray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[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i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] = 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myPointer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[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i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] </a:t>
            </a:r>
            <a:r>
              <a:rPr lang="en-ZA" sz="2000" dirty="0">
                <a:solidFill>
                  <a:srgbClr val="FF0000"/>
                </a:solidFill>
                <a:latin typeface="LM Roman 12" panose="00000500000000000000" pitchFamily="50" charset="0"/>
              </a:rPr>
              <a:t>pointer subscript notation</a:t>
            </a:r>
          </a:p>
          <a:p>
            <a:pPr algn="ctr"/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myArray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[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i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] = *(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myArray+i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) </a:t>
            </a:r>
            <a:r>
              <a:rPr lang="en-ZA" sz="2000" dirty="0">
                <a:solidFill>
                  <a:srgbClr val="FF0000"/>
                </a:solidFill>
                <a:latin typeface="LM Roman 12" panose="00000500000000000000" pitchFamily="50" charset="0"/>
              </a:rPr>
              <a:t>array offset notation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B9A5AE-B8D7-773C-B21B-65E2A55DA354}"/>
              </a:ext>
            </a:extLst>
          </p:cNvPr>
          <p:cNvSpPr/>
          <p:nvPr/>
        </p:nvSpPr>
        <p:spPr>
          <a:xfrm>
            <a:off x="148887" y="2979826"/>
            <a:ext cx="5828454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Relationship between pointers &amp; arrays</a:t>
            </a:r>
          </a:p>
        </p:txBody>
      </p:sp>
    </p:spTree>
    <p:extLst>
      <p:ext uri="{BB962C8B-B14F-4D97-AF65-F5344CB8AC3E}">
        <p14:creationId xmlns:p14="http://schemas.microsoft.com/office/powerpoint/2010/main" val="26618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1D4E-F264-405C-0180-1293CC6E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EB7EC58-B964-ADCA-75E2-A746F902389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8E4E850-27C2-CC06-F3D8-84066F18382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73AB6B-12D2-8798-00AE-7BCABA620D1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7DF1CD-1725-6E05-CFC7-E31B37D2B7F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6E4FE5A-CD35-6854-26B6-7C46C94ABA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39AA03F-ABC8-A2DE-FEE5-296135FD22A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965A7E5-8ABD-B995-BB66-EE78C11C3C5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Array of pointers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9C6B837B-9752-4410-6FDA-DE18D13C25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6530413"/>
                  </p:ext>
                </p:extLst>
              </p:nvPr>
            </p:nvGraphicFramePr>
            <p:xfrm>
              <a:off x="837498" y="1245641"/>
              <a:ext cx="9094859" cy="5115859"/>
            </p:xfrm>
            <a:graphic>
              <a:graphicData uri="http://schemas.microsoft.com/office/powerpoint/2016/slidezoom">
                <pslz:sldZm>
                  <pslz:sldZmObj sldId="609" cId="3017203269">
                    <pslz:zmPr id="{094BC8AD-9547-4933-9EDD-05859203FDB0}" returnToParent="0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094859" cy="511585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9C6B837B-9752-4410-6FDA-DE18D13C25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7498" y="1245641"/>
                <a:ext cx="9094859" cy="5115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A7CB9202-0AC8-05EA-83C2-6A12CE5636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7924895"/>
                  </p:ext>
                </p:extLst>
              </p:nvPr>
            </p:nvGraphicFramePr>
            <p:xfrm>
              <a:off x="12098694" y="2523030"/>
              <a:ext cx="3499075" cy="1968230"/>
            </p:xfrm>
            <a:graphic>
              <a:graphicData uri="http://schemas.microsoft.com/office/powerpoint/2016/slidezoom">
                <pslz:sldZm>
                  <pslz:sldZmObj sldId="611" cId="2367397481">
                    <pslz:zmPr id="{8605D99A-1070-4C70-9D95-1A4393B7C318}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99075" cy="196823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A7CB9202-0AC8-05EA-83C2-6A12CE5636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098694" y="2523030"/>
                <a:ext cx="3499075" cy="19682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005927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DB28-8495-61DC-7017-A2ECB9C6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A4F81-390A-FF32-A482-DF6482C1B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841" y="0"/>
            <a:ext cx="9278975" cy="4543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7215F2-28D0-4EC7-513D-8117D30CB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841" y="4732288"/>
            <a:ext cx="9598206" cy="53524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32BCC45-6598-DB97-507B-77F6AC956356}"/>
              </a:ext>
            </a:extLst>
          </p:cNvPr>
          <p:cNvSpPr/>
          <p:nvPr/>
        </p:nvSpPr>
        <p:spPr>
          <a:xfrm>
            <a:off x="7950200" y="3568700"/>
            <a:ext cx="1485900" cy="2095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18CA1E-475B-DDFD-757F-FECB588E57C9}"/>
              </a:ext>
            </a:extLst>
          </p:cNvPr>
          <p:cNvSpPr/>
          <p:nvPr/>
        </p:nvSpPr>
        <p:spPr>
          <a:xfrm>
            <a:off x="8483600" y="4298278"/>
            <a:ext cx="1485900" cy="2095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E880DA-1964-AB8E-3C66-7AC046761F79}"/>
              </a:ext>
            </a:extLst>
          </p:cNvPr>
          <p:cNvSpPr/>
          <p:nvPr/>
        </p:nvSpPr>
        <p:spPr>
          <a:xfrm>
            <a:off x="2755900" y="5435600"/>
            <a:ext cx="5073650" cy="431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D50088-22EF-0BAE-E2C2-D66E0A7EE757}"/>
              </a:ext>
            </a:extLst>
          </p:cNvPr>
          <p:cNvSpPr/>
          <p:nvPr/>
        </p:nvSpPr>
        <p:spPr>
          <a:xfrm>
            <a:off x="9099550" y="6578600"/>
            <a:ext cx="1733550" cy="222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394C-9817-EAFF-2B40-A17D4ACD75E3}"/>
              </a:ext>
            </a:extLst>
          </p:cNvPr>
          <p:cNvSpPr/>
          <p:nvPr/>
        </p:nvSpPr>
        <p:spPr>
          <a:xfrm>
            <a:off x="2305050" y="7754022"/>
            <a:ext cx="5924550" cy="9645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720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DDFAB-0353-0F50-B244-305A5B1C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807EC9-7674-975A-3B7D-33EA37E3D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204" y="-3359020"/>
            <a:ext cx="9278975" cy="4543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8BFC67-DA23-5BA5-3F5A-D26A5F488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204" y="1373268"/>
            <a:ext cx="9598206" cy="53524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0F1631-6A0E-E131-6D96-735108B494B5}"/>
              </a:ext>
            </a:extLst>
          </p:cNvPr>
          <p:cNvSpPr/>
          <p:nvPr/>
        </p:nvSpPr>
        <p:spPr>
          <a:xfrm>
            <a:off x="2171700" y="2051050"/>
            <a:ext cx="584835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FBEE4-55D5-083B-F289-76116E2B3645}"/>
              </a:ext>
            </a:extLst>
          </p:cNvPr>
          <p:cNvSpPr/>
          <p:nvPr/>
        </p:nvSpPr>
        <p:spPr>
          <a:xfrm>
            <a:off x="2171700" y="4388376"/>
            <a:ext cx="6013450" cy="10963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73117E-ADAE-31BB-E60C-42BB35575728}"/>
              </a:ext>
            </a:extLst>
          </p:cNvPr>
          <p:cNvSpPr/>
          <p:nvPr/>
        </p:nvSpPr>
        <p:spPr>
          <a:xfrm>
            <a:off x="9268691" y="3219450"/>
            <a:ext cx="1485900" cy="2095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5447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BE6F2C-730B-250B-D2A3-9965B5E93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" y="1225677"/>
            <a:ext cx="11961845" cy="379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9748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8D597-61DC-C158-1906-A1E19F56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616AFA6-E498-2D6A-44E0-04A91ED2D5E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13924C4-16EA-5FC7-0D67-E9452A8CCB6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83AA89-F7F9-A489-7384-0032391CE5B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283460-B7AB-9E8C-F4E1-78320BC495A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A299A80-9750-7554-E800-A0970C7232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82651D-E3EB-08FD-8919-2433E1D0F2D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4EDF234-AFDD-0B9D-F3E0-B8363DEEB97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Array of pointers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F2D32AB-98E1-43DF-F802-348677DAF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578" y="1129308"/>
            <a:ext cx="8048284" cy="21086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837FC6-1AF7-9F5B-14F8-D3E20C34C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2015" y="3695773"/>
            <a:ext cx="8867970" cy="264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4003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C0EB-4ECD-4EE3-43BC-CFFD97E2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08F5A48-C37D-24AD-62DF-0C8460A9D85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38A25DC-C986-E054-679A-13728B7CED1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2183F9-7657-17A6-7D22-16A3A990D87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17A4DDD-C511-F83C-D195-C7CEC63CE4E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4B3B597-0C49-80D6-CA4E-6559F71C4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49B4D2-1E0D-C273-A26B-7120DEA00EC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605A425-0115-9B9F-D003-64FE824158AB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953A28B-BE30-B602-A4B6-BA227DE86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906" y="2610458"/>
            <a:ext cx="9588993" cy="104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1583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BA9C3-5AF4-3346-457D-33E90013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923D95C-4421-6751-AAD6-D85E85923B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187C982-0C1B-F601-0245-F961338B605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EBF85F-170E-DCEC-51EF-DF3376978FA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D5EA32-5A66-1AA3-9830-33A0795CEDC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E9FCBF3-3679-9F58-D7C1-1C5E54104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C3D888-AA0E-2358-99A2-CDBF033A9C6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83C54A7-E4FB-2D7F-F36B-CB2AC24E2A27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FEEBAF0-A7A3-22E5-B96C-C19AEC095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575" y="969433"/>
            <a:ext cx="8832850" cy="58885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B9FC9C-0559-6203-548B-F62121DAA4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9044"/>
          <a:stretch>
            <a:fillRect/>
          </a:stretch>
        </p:blipFill>
        <p:spPr>
          <a:xfrm rot="16200000">
            <a:off x="-750464" y="3168636"/>
            <a:ext cx="2962521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4199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088B-876B-2D2E-83AC-9CAB08DA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8FEED50-04C4-F984-AA11-A411A36863E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567D8BA-70F8-4BE3-5A5F-00742B4EF59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13941FE-34F6-AF36-1B35-DFE1783E1A2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F1C3FC7-AD2D-0DBE-EF21-F08359F805E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748F439-F1AA-D6A0-D6CB-D74450260B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CB2A7D5-C815-B673-95D3-DC81F80F4F9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DE672F6-0881-D6A1-1EF3-A15512F55AF5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95DD863-8ADA-B973-9619-56B324595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306" y="1108611"/>
            <a:ext cx="8751458" cy="58343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75D4E9-7FA7-06C7-FADB-D5C40AE2D8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-1395250" y="3603613"/>
            <a:ext cx="3873699" cy="46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5784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C080F-CAA4-9C36-0D37-FEC4700E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AA4EB16-F043-C750-8B49-F74B901282E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61FF550-E257-E24B-7774-9B4542D10FC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BD3A1A-3052-F490-2597-91464B46CEB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100251-D5A2-1A57-9C8E-80CCA764FC2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5A088AA-396F-E0A0-69A1-D23CC4961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6C97D8-19C6-DF99-3AD5-B00DEFDE960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EE91669-4239-6CC4-837C-FFBD51BE65B6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77F8F2D-9249-A388-89DD-DA1CC0161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950" y="944033"/>
            <a:ext cx="8870950" cy="5913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F4F5E6-774B-2F71-2D92-099AEA29F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-1321614" y="3400412"/>
            <a:ext cx="3854648" cy="50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5151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244A-9764-764B-3AE5-81395790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9E57751-A30F-64DD-A5F7-3BAAF72E74A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FD73D9F-4E26-8406-6B26-1921CBFC016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D54404F-73B2-5180-085D-46E8F6CFBCD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A18C6C-0CDB-5498-C89B-323305013A0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DA2C79B-DDAC-696C-AD33-9FB5790440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B2909D-D1B3-AAF3-8073-3E857AE9550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769E8EE-3440-9496-C82A-50F9EFA7F02B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D7E4B9E-E0BE-EC94-637E-74153D6B9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1321614" y="3400412"/>
            <a:ext cx="3854648" cy="5016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61046A-27EE-8C80-5D08-12C915634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664" y="990600"/>
            <a:ext cx="88011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4843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C39E-F4F2-8D22-0170-A8CDF36B6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9312D7D-C81E-874F-2C7F-405EC4DF900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D039C63-2C79-E2B9-46E2-1CBE37DE017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B0AFBC-369B-78EB-6D41-DDB440F7B96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A43CF5D-EF39-0ECC-5388-0DB05030D00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2BBB3CC-6330-D986-02F3-9D7C1D3C8F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FCB8062-1AD6-68CF-5FE9-301C61B8550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90FD3CB-6715-7C71-6AF6-8ECE09ED4686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0D02664-F4EB-F308-F914-40B899194F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" r="1"/>
          <a:stretch>
            <a:fillRect/>
          </a:stretch>
        </p:blipFill>
        <p:spPr>
          <a:xfrm>
            <a:off x="2755899" y="1129308"/>
            <a:ext cx="6985259" cy="5668030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E9417055-2C1C-8481-E5D2-D661392C2E4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3522509"/>
                  </p:ext>
                </p:extLst>
              </p:nvPr>
            </p:nvGraphicFramePr>
            <p:xfrm>
              <a:off x="9207500" y="4014192"/>
              <a:ext cx="3048000" cy="1714500"/>
            </p:xfrm>
            <a:graphic>
              <a:graphicData uri="http://schemas.microsoft.com/office/powerpoint/2016/slidezoom">
                <pslz:sldZm>
                  <pslz:sldZmObj sldId="625" cId="997195380">
                    <pslz:zmPr id="{634B7183-F684-4BE0-A190-30EA5D3AD0C5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9417055-2C1C-8481-E5D2-D661392C2E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07500" y="4014192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055819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D0A838-6124-61E8-53F3-819AD82B6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927" y="1219086"/>
            <a:ext cx="9646146" cy="441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95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89F3-BE45-6933-4EC2-B51C8FAD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0D913DD-399F-65AD-BBD3-930D1E61B05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11F089C-ABFA-9CA4-CC8E-A661748DC12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92E70A-0CA2-FFA5-E40E-54BEF4442EC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F6A210-E3B7-753D-5F24-44AE12D2A36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5556467-87F3-0080-7E33-005141EB37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3FBCA99-8C35-2BE2-CA3D-47A782E5520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0E0DAA-5C10-42BA-715B-9559F9EC0EDF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6EE8D55-0F20-9F19-07E0-9B1789300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941" y="980589"/>
            <a:ext cx="7408923" cy="5627429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B4E489A9-5D71-28E6-D99A-12011CEC81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49810510"/>
                  </p:ext>
                </p:extLst>
              </p:nvPr>
            </p:nvGraphicFramePr>
            <p:xfrm>
              <a:off x="8715764" y="1162566"/>
              <a:ext cx="3048000" cy="1714500"/>
            </p:xfrm>
            <a:graphic>
              <a:graphicData uri="http://schemas.microsoft.com/office/powerpoint/2016/slidezoom">
                <pslz:sldZm>
                  <pslz:sldZmObj sldId="624" cId="376086277">
                    <pslz:zmPr id="{49AE2130-CE39-4C78-97CF-03FDDAFB6339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B4E489A9-5D71-28E6-D99A-12011CEC81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15764" y="1162566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802277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55E05A-BC9E-AEE0-E3A4-95793995C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77" y="1313974"/>
            <a:ext cx="9658846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6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4411-2843-69E9-52F8-C8A51AC9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4EA2D19-3A40-632F-92C7-DD6F1B28407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C097D9F-BBC3-416F-7157-7A03CE45BA5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A423F9-25D9-DAC3-DE2B-B7235BDF2A1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7AEA63-E56B-F4FA-33BA-966A3144E4B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595AC87-0CF1-5D98-ECD5-9AEEF0A918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D922D1-4BD3-677F-7474-A97C412FCF4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B12388E-F14D-5A28-8FB5-FD07DCE6C22A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E214DC7-B680-CAB3-A470-E616A9A26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301" y="1045905"/>
            <a:ext cx="7178818" cy="57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8923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8617-9CE9-1079-4EF4-1B536B99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263B049-47B7-8F05-565C-42236147362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2D940C0-AD93-4A71-53DC-6B51085B1E9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50C21C4-D4F1-42A8-AFAA-D18E5BBB803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EA1259-1694-9D1C-510E-039C44FAFD3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46D8FD2-F76F-77AF-73BB-FEDADCB35B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C303F5-181F-1122-39DB-92DAA1F9335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23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6DBD5E7-C4B7-5927-ECEB-33378C7660BF}"/>
                </a:ext>
              </a:extLst>
            </p:cNvPr>
            <p:cNvSpPr/>
            <p:nvPr/>
          </p:nvSpPr>
          <p:spPr>
            <a:xfrm>
              <a:off x="3708454" y="584240"/>
              <a:ext cx="40131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Example: Card Shuffling and Dealing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4E985D-1C6D-38D9-19B2-6D16A143F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706" y="1045905"/>
            <a:ext cx="5313264" cy="571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54120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DB28-8495-61DC-7017-A2ECB9C6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A4F81-390A-FF32-A482-DF6482C1B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841" y="0"/>
            <a:ext cx="9278975" cy="4543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7215F2-28D0-4EC7-513D-8117D30CB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841" y="4732288"/>
            <a:ext cx="9598206" cy="53524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32BCC45-6598-DB97-507B-77F6AC956356}"/>
              </a:ext>
            </a:extLst>
          </p:cNvPr>
          <p:cNvSpPr/>
          <p:nvPr/>
        </p:nvSpPr>
        <p:spPr>
          <a:xfrm>
            <a:off x="7950200" y="3568700"/>
            <a:ext cx="1485900" cy="2095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18CA1E-475B-DDFD-757F-FECB588E57C9}"/>
              </a:ext>
            </a:extLst>
          </p:cNvPr>
          <p:cNvSpPr/>
          <p:nvPr/>
        </p:nvSpPr>
        <p:spPr>
          <a:xfrm>
            <a:off x="8483600" y="4298278"/>
            <a:ext cx="1485900" cy="2095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E880DA-1964-AB8E-3C66-7AC046761F79}"/>
              </a:ext>
            </a:extLst>
          </p:cNvPr>
          <p:cNvSpPr/>
          <p:nvPr/>
        </p:nvSpPr>
        <p:spPr>
          <a:xfrm>
            <a:off x="2755900" y="5435600"/>
            <a:ext cx="5073650" cy="431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D50088-22EF-0BAE-E2C2-D66E0A7EE757}"/>
              </a:ext>
            </a:extLst>
          </p:cNvPr>
          <p:cNvSpPr/>
          <p:nvPr/>
        </p:nvSpPr>
        <p:spPr>
          <a:xfrm>
            <a:off x="9099550" y="6578600"/>
            <a:ext cx="1733550" cy="222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394C-9817-EAFF-2B40-A17D4ACD75E3}"/>
              </a:ext>
            </a:extLst>
          </p:cNvPr>
          <p:cNvSpPr/>
          <p:nvPr/>
        </p:nvSpPr>
        <p:spPr>
          <a:xfrm>
            <a:off x="2305050" y="7754022"/>
            <a:ext cx="5924550" cy="9645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720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BE6F2C-730B-250B-D2A3-9965B5E93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" y="1225677"/>
            <a:ext cx="11961845" cy="379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97481"/>
      </p:ext>
    </p:extLst>
  </p:cSld>
  <p:clrMapOvr>
    <a:masterClrMapping/>
  </p:clrMapOvr>
  <p:transition spd="med">
    <p:pull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D0A838-6124-61E8-53F3-819AD82B6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927" y="1219086"/>
            <a:ext cx="9646146" cy="441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9538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55E05A-BC9E-AEE0-E3A4-95793995C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77" y="1313974"/>
            <a:ext cx="9658846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6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3390</TotalTime>
  <Words>451</Words>
  <Application>Microsoft Office PowerPoint</Application>
  <PresentationFormat>Widescreen</PresentationFormat>
  <Paragraphs>111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2026-09-24T13:00:45Z</dcterms:modified>
</cp:coreProperties>
</file>