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597" r:id="rId2"/>
    <p:sldId id="598" r:id="rId3"/>
    <p:sldId id="612" r:id="rId4"/>
    <p:sldId id="613" r:id="rId5"/>
    <p:sldId id="614" r:id="rId6"/>
    <p:sldId id="615" r:id="rId7"/>
    <p:sldId id="616" r:id="rId8"/>
    <p:sldId id="617" r:id="rId9"/>
    <p:sldId id="618" r:id="rId10"/>
    <p:sldId id="601" r:id="rId11"/>
    <p:sldId id="602" r:id="rId12"/>
    <p:sldId id="603" r:id="rId13"/>
    <p:sldId id="604" r:id="rId14"/>
    <p:sldId id="600" r:id="rId15"/>
    <p:sldId id="605" r:id="rId16"/>
    <p:sldId id="607" r:id="rId17"/>
    <p:sldId id="606" r:id="rId18"/>
    <p:sldId id="608" r:id="rId19"/>
    <p:sldId id="609" r:id="rId20"/>
    <p:sldId id="610" r:id="rId21"/>
    <p:sldId id="61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82" d="100"/>
          <a:sy n="82" d="100"/>
        </p:scale>
        <p:origin x="182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bo, IL, Dr [ilkhobo@sun.ac.za]" userId="b519a442-dcea-4a28-9c45-7e29f1df5837" providerId="ADAL" clId="{8BC8A5CF-2DB3-45E9-BF57-F2ED810C291E}"/>
    <pc:docChg chg="undo redo custSel addSld delSld modSld sldOrd">
      <pc:chgData name="Khobo, IL, Dr [ilkhobo@sun.ac.za]" userId="b519a442-dcea-4a28-9c45-7e29f1df5837" providerId="ADAL" clId="{8BC8A5CF-2DB3-45E9-BF57-F2ED810C291E}" dt="2026-08-20T17:37:07.470" v="151" actId="20577"/>
      <pc:docMkLst>
        <pc:docMk/>
      </pc:docMkLst>
      <pc:sldChg chg="modSp mod modNotesTx">
        <pc:chgData name="Khobo, IL, Dr [ilkhobo@sun.ac.za]" userId="b519a442-dcea-4a28-9c45-7e29f1df5837" providerId="ADAL" clId="{8BC8A5CF-2DB3-45E9-BF57-F2ED810C291E}" dt="2026-08-20T17:37:07.470" v="151" actId="20577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8BC8A5CF-2DB3-45E9-BF57-F2ED810C291E}" dt="2026-08-20T17:37:07.470" v="151" actId="20577"/>
          <ac:spMkLst>
            <pc:docMk/>
            <pc:sldMk cId="2601401026" sldId="597"/>
            <ac:spMk id="17" creationId="{7EC74C40-289A-CA47-2A9E-CB243EF9FF06}"/>
          </ac:spMkLst>
        </pc:spChg>
      </pc:sldChg>
      <pc:sldChg chg="modSp mod addAnim delAnim modAnim">
        <pc:chgData name="Khobo, IL, Dr [ilkhobo@sun.ac.za]" userId="b519a442-dcea-4a28-9c45-7e29f1df5837" providerId="ADAL" clId="{8BC8A5CF-2DB3-45E9-BF57-F2ED810C291E}" dt="2026-08-19T08:41:29.314" v="80" actId="27116"/>
        <pc:sldMkLst>
          <pc:docMk/>
          <pc:sldMk cId="1273985532" sldId="598"/>
        </pc:sldMkLst>
        <pc:graphicFrameChg chg="modGraphic">
          <ac:chgData name="Khobo, IL, Dr [ilkhobo@sun.ac.za]" userId="b519a442-dcea-4a28-9c45-7e29f1df5837" providerId="ADAL" clId="{8BC8A5CF-2DB3-45E9-BF57-F2ED810C291E}" dt="2026-08-19T08:41:29.314" v="80" actId="27116"/>
          <ac:graphicFrameMkLst>
            <pc:docMk/>
            <pc:sldMk cId="1273985532" sldId="598"/>
            <ac:graphicFrameMk id="3" creationId="{17E23ED5-444B-C2F2-A886-76D5925134B5}"/>
          </ac:graphicFrameMkLst>
        </pc:graphicFrameChg>
      </pc:sldChg>
      <pc:sldChg chg="modSp mod">
        <pc:chgData name="Khobo, IL, Dr [ilkhobo@sun.ac.za]" userId="b519a442-dcea-4a28-9c45-7e29f1df5837" providerId="ADAL" clId="{8BC8A5CF-2DB3-45E9-BF57-F2ED810C291E}" dt="2026-08-19T09:23:19.924" v="96" actId="20577"/>
        <pc:sldMkLst>
          <pc:docMk/>
          <pc:sldMk cId="1568560038" sldId="607"/>
        </pc:sldMkLst>
        <pc:spChg chg="mod">
          <ac:chgData name="Khobo, IL, Dr [ilkhobo@sun.ac.za]" userId="b519a442-dcea-4a28-9c45-7e29f1df5837" providerId="ADAL" clId="{8BC8A5CF-2DB3-45E9-BF57-F2ED810C291E}" dt="2026-08-19T09:23:19.924" v="96" actId="20577"/>
          <ac:spMkLst>
            <pc:docMk/>
            <pc:sldMk cId="1568560038" sldId="607"/>
            <ac:spMk id="8" creationId="{3CA2ABEF-40B3-4165-6789-929DA78AE3FD}"/>
          </ac:spMkLst>
        </pc:spChg>
      </pc:sldChg>
      <pc:sldChg chg="modTransition">
        <pc:chgData name="Khobo, IL, Dr [ilkhobo@sun.ac.za]" userId="b519a442-dcea-4a28-9c45-7e29f1df5837" providerId="ADAL" clId="{8BC8A5CF-2DB3-45E9-BF57-F2ED810C291E}" dt="2026-08-19T08:34:04.780" v="51"/>
        <pc:sldMkLst>
          <pc:docMk/>
          <pc:sldMk cId="389829732" sldId="612"/>
        </pc:sldMkLst>
      </pc:sldChg>
      <pc:sldChg chg="modSp mod modTransition modAnim">
        <pc:chgData name="Khobo, IL, Dr [ilkhobo@sun.ac.za]" userId="b519a442-dcea-4a28-9c45-7e29f1df5837" providerId="ADAL" clId="{8BC8A5CF-2DB3-45E9-BF57-F2ED810C291E}" dt="2026-08-19T08:36:09.040" v="55"/>
        <pc:sldMkLst>
          <pc:docMk/>
          <pc:sldMk cId="2282960827" sldId="613"/>
        </pc:sldMkLst>
        <pc:graphicFrameChg chg="mod modGraphic">
          <ac:chgData name="Khobo, IL, Dr [ilkhobo@sun.ac.za]" userId="b519a442-dcea-4a28-9c45-7e29f1df5837" providerId="ADAL" clId="{8BC8A5CF-2DB3-45E9-BF57-F2ED810C291E}" dt="2026-08-19T08:36:09.040" v="55"/>
          <ac:graphicFrameMkLst>
            <pc:docMk/>
            <pc:sldMk cId="2282960827" sldId="613"/>
            <ac:graphicFrameMk id="49" creationId="{B0DEFC74-5EB9-FA59-A1B2-58D979668B3F}"/>
          </ac:graphicFrameMkLst>
        </pc:graphicFrameChg>
      </pc:sldChg>
      <pc:sldChg chg="modSp mod modTransition modAnim">
        <pc:chgData name="Khobo, IL, Dr [ilkhobo@sun.ac.za]" userId="b519a442-dcea-4a28-9c45-7e29f1df5837" providerId="ADAL" clId="{8BC8A5CF-2DB3-45E9-BF57-F2ED810C291E}" dt="2026-08-19T08:38:36.025" v="76" actId="1076"/>
        <pc:sldMkLst>
          <pc:docMk/>
          <pc:sldMk cId="1027865530" sldId="614"/>
        </pc:sldMkLst>
        <pc:spChg chg="mod">
          <ac:chgData name="Khobo, IL, Dr [ilkhobo@sun.ac.za]" userId="b519a442-dcea-4a28-9c45-7e29f1df5837" providerId="ADAL" clId="{8BC8A5CF-2DB3-45E9-BF57-F2ED810C291E}" dt="2026-08-19T08:38:31.712" v="71" actId="1076"/>
          <ac:spMkLst>
            <pc:docMk/>
            <pc:sldMk cId="1027865530" sldId="614"/>
            <ac:spMk id="7" creationId="{355C1E14-0763-E4A4-A53D-0798E57438DB}"/>
          </ac:spMkLst>
        </pc:spChg>
        <pc:spChg chg="mod ord">
          <ac:chgData name="Khobo, IL, Dr [ilkhobo@sun.ac.za]" userId="b519a442-dcea-4a28-9c45-7e29f1df5837" providerId="ADAL" clId="{8BC8A5CF-2DB3-45E9-BF57-F2ED810C291E}" dt="2026-08-19T08:38:32.445" v="72" actId="1076"/>
          <ac:spMkLst>
            <pc:docMk/>
            <pc:sldMk cId="1027865530" sldId="614"/>
            <ac:spMk id="9" creationId="{BB724A23-62FB-0825-A3E4-EC65FA3A20BB}"/>
          </ac:spMkLst>
        </pc:spChg>
        <pc:spChg chg="mod ord">
          <ac:chgData name="Khobo, IL, Dr [ilkhobo@sun.ac.za]" userId="b519a442-dcea-4a28-9c45-7e29f1df5837" providerId="ADAL" clId="{8BC8A5CF-2DB3-45E9-BF57-F2ED810C291E}" dt="2026-08-19T08:38:33.685" v="74" actId="1076"/>
          <ac:spMkLst>
            <pc:docMk/>
            <pc:sldMk cId="1027865530" sldId="614"/>
            <ac:spMk id="11" creationId="{8601B109-D53F-323E-0F89-F09B47E6505F}"/>
          </ac:spMkLst>
        </pc:spChg>
        <pc:spChg chg="mod">
          <ac:chgData name="Khobo, IL, Dr [ilkhobo@sun.ac.za]" userId="b519a442-dcea-4a28-9c45-7e29f1df5837" providerId="ADAL" clId="{8BC8A5CF-2DB3-45E9-BF57-F2ED810C291E}" dt="2026-08-19T08:38:33.077" v="73" actId="1076"/>
          <ac:spMkLst>
            <pc:docMk/>
            <pc:sldMk cId="1027865530" sldId="614"/>
            <ac:spMk id="13" creationId="{9EAE9BD9-F4F0-20B7-BC40-5F7439103666}"/>
          </ac:spMkLst>
        </pc:spChg>
        <pc:spChg chg="mod">
          <ac:chgData name="Khobo, IL, Dr [ilkhobo@sun.ac.za]" userId="b519a442-dcea-4a28-9c45-7e29f1df5837" providerId="ADAL" clId="{8BC8A5CF-2DB3-45E9-BF57-F2ED810C291E}" dt="2026-08-19T08:38:34.233" v="75" actId="1076"/>
          <ac:spMkLst>
            <pc:docMk/>
            <pc:sldMk cId="1027865530" sldId="614"/>
            <ac:spMk id="15" creationId="{8FE8CF69-EF12-2A61-984C-539867462D02}"/>
          </ac:spMkLst>
        </pc:spChg>
        <pc:graphicFrameChg chg="mod modGraphic">
          <ac:chgData name="Khobo, IL, Dr [ilkhobo@sun.ac.za]" userId="b519a442-dcea-4a28-9c45-7e29f1df5837" providerId="ADAL" clId="{8BC8A5CF-2DB3-45E9-BF57-F2ED810C291E}" dt="2026-08-19T08:38:36.025" v="76" actId="1076"/>
          <ac:graphicFrameMkLst>
            <pc:docMk/>
            <pc:sldMk cId="1027865530" sldId="614"/>
            <ac:graphicFrameMk id="49" creationId="{D0E8D23E-2C6D-91D3-456C-8B9B698BB99C}"/>
          </ac:graphicFrameMkLst>
        </pc:graphicFrameChg>
      </pc:sldChg>
      <pc:sldChg chg="del">
        <pc:chgData name="Khobo, IL, Dr [ilkhobo@sun.ac.za]" userId="b519a442-dcea-4a28-9c45-7e29f1df5837" providerId="ADAL" clId="{8BC8A5CF-2DB3-45E9-BF57-F2ED810C291E}" dt="2026-08-19T08:29:45.900" v="15" actId="47"/>
        <pc:sldMkLst>
          <pc:docMk/>
          <pc:sldMk cId="2442583750" sldId="615"/>
        </pc:sldMkLst>
      </pc:sldChg>
      <pc:sldChg chg="modSp add mod modTransition modAnim">
        <pc:chgData name="Khobo, IL, Dr [ilkhobo@sun.ac.za]" userId="b519a442-dcea-4a28-9c45-7e29f1df5837" providerId="ADAL" clId="{8BC8A5CF-2DB3-45E9-BF57-F2ED810C291E}" dt="2026-08-19T08:36:26.138" v="59"/>
        <pc:sldMkLst>
          <pc:docMk/>
          <pc:sldMk cId="3405406427" sldId="615"/>
        </pc:sldMkLst>
        <pc:spChg chg="mod ord">
          <ac:chgData name="Khobo, IL, Dr [ilkhobo@sun.ac.za]" userId="b519a442-dcea-4a28-9c45-7e29f1df5837" providerId="ADAL" clId="{8BC8A5CF-2DB3-45E9-BF57-F2ED810C291E}" dt="2026-08-19T08:31:15.382" v="30" actId="1076"/>
          <ac:spMkLst>
            <pc:docMk/>
            <pc:sldMk cId="3405406427" sldId="615"/>
            <ac:spMk id="17" creationId="{8C9E9555-628C-4B13-F33D-D5052E9F9FAF}"/>
          </ac:spMkLst>
        </pc:spChg>
        <pc:spChg chg="mod ord">
          <ac:chgData name="Khobo, IL, Dr [ilkhobo@sun.ac.za]" userId="b519a442-dcea-4a28-9c45-7e29f1df5837" providerId="ADAL" clId="{8BC8A5CF-2DB3-45E9-BF57-F2ED810C291E}" dt="2026-08-19T08:30:43.243" v="23" actId="1076"/>
          <ac:spMkLst>
            <pc:docMk/>
            <pc:sldMk cId="3405406427" sldId="615"/>
            <ac:spMk id="19" creationId="{09814568-17CD-D6C8-9912-1B1495E1BDDC}"/>
          </ac:spMkLst>
        </pc:spChg>
        <pc:spChg chg="mod ord">
          <ac:chgData name="Khobo, IL, Dr [ilkhobo@sun.ac.za]" userId="b519a442-dcea-4a28-9c45-7e29f1df5837" providerId="ADAL" clId="{8BC8A5CF-2DB3-45E9-BF57-F2ED810C291E}" dt="2026-08-19T08:30:40.453" v="22" actId="1076"/>
          <ac:spMkLst>
            <pc:docMk/>
            <pc:sldMk cId="3405406427" sldId="615"/>
            <ac:spMk id="21" creationId="{87CD0D31-4BF9-6714-1C10-C94E6E424114}"/>
          </ac:spMkLst>
        </pc:spChg>
        <pc:spChg chg="mod ord">
          <ac:chgData name="Khobo, IL, Dr [ilkhobo@sun.ac.za]" userId="b519a442-dcea-4a28-9c45-7e29f1df5837" providerId="ADAL" clId="{8BC8A5CF-2DB3-45E9-BF57-F2ED810C291E}" dt="2026-08-19T08:30:48.852" v="24" actId="1076"/>
          <ac:spMkLst>
            <pc:docMk/>
            <pc:sldMk cId="3405406427" sldId="615"/>
            <ac:spMk id="23" creationId="{84E7B4C9-C7D3-CF24-DE4B-8C782C319E05}"/>
          </ac:spMkLst>
        </pc:spChg>
        <pc:spChg chg="mod ord">
          <ac:chgData name="Khobo, IL, Dr [ilkhobo@sun.ac.za]" userId="b519a442-dcea-4a28-9c45-7e29f1df5837" providerId="ADAL" clId="{8BC8A5CF-2DB3-45E9-BF57-F2ED810C291E}" dt="2026-08-19T08:31:12.357" v="29" actId="1076"/>
          <ac:spMkLst>
            <pc:docMk/>
            <pc:sldMk cId="3405406427" sldId="615"/>
            <ac:spMk id="25" creationId="{A411DAAC-19F9-2B4C-4130-5AF884C57844}"/>
          </ac:spMkLst>
        </pc:spChg>
        <pc:graphicFrameChg chg="mod modGraphic">
          <ac:chgData name="Khobo, IL, Dr [ilkhobo@sun.ac.za]" userId="b519a442-dcea-4a28-9c45-7e29f1df5837" providerId="ADAL" clId="{8BC8A5CF-2DB3-45E9-BF57-F2ED810C291E}" dt="2026-08-19T08:36:26.138" v="59"/>
          <ac:graphicFrameMkLst>
            <pc:docMk/>
            <pc:sldMk cId="3405406427" sldId="615"/>
            <ac:graphicFrameMk id="49" creationId="{C36C5441-79F4-138C-6FFB-A790FD2B3F85}"/>
          </ac:graphicFrameMkLst>
        </pc:graphicFrameChg>
      </pc:sldChg>
      <pc:sldChg chg="modSp add mod modTransition modAnim">
        <pc:chgData name="Khobo, IL, Dr [ilkhobo@sun.ac.za]" userId="b519a442-dcea-4a28-9c45-7e29f1df5837" providerId="ADAL" clId="{8BC8A5CF-2DB3-45E9-BF57-F2ED810C291E}" dt="2026-08-19T08:36:32.084" v="61"/>
        <pc:sldMkLst>
          <pc:docMk/>
          <pc:sldMk cId="425748502" sldId="616"/>
        </pc:sldMkLst>
        <pc:spChg chg="mod ord">
          <ac:chgData name="Khobo, IL, Dr [ilkhobo@sun.ac.za]" userId="b519a442-dcea-4a28-9c45-7e29f1df5837" providerId="ADAL" clId="{8BC8A5CF-2DB3-45E9-BF57-F2ED810C291E}" dt="2026-08-19T08:31:46.188" v="35" actId="1076"/>
          <ac:spMkLst>
            <pc:docMk/>
            <pc:sldMk cId="425748502" sldId="616"/>
            <ac:spMk id="29" creationId="{0DA5B106-F040-9072-FD94-0346B02BA553}"/>
          </ac:spMkLst>
        </pc:spChg>
        <pc:spChg chg="mod ord">
          <ac:chgData name="Khobo, IL, Dr [ilkhobo@sun.ac.za]" userId="b519a442-dcea-4a28-9c45-7e29f1df5837" providerId="ADAL" clId="{8BC8A5CF-2DB3-45E9-BF57-F2ED810C291E}" dt="2026-08-19T08:31:49.400" v="36" actId="1076"/>
          <ac:spMkLst>
            <pc:docMk/>
            <pc:sldMk cId="425748502" sldId="616"/>
            <ac:spMk id="31" creationId="{7EDF933C-0E9F-9080-811B-4A1246B967C9}"/>
          </ac:spMkLst>
        </pc:spChg>
        <pc:spChg chg="mod ord">
          <ac:chgData name="Khobo, IL, Dr [ilkhobo@sun.ac.za]" userId="b519a442-dcea-4a28-9c45-7e29f1df5837" providerId="ADAL" clId="{8BC8A5CF-2DB3-45E9-BF57-F2ED810C291E}" dt="2026-08-19T08:31:53.016" v="37" actId="1076"/>
          <ac:spMkLst>
            <pc:docMk/>
            <pc:sldMk cId="425748502" sldId="616"/>
            <ac:spMk id="33" creationId="{FDFF0B95-2F30-5869-3A81-F70CFEE5AC36}"/>
          </ac:spMkLst>
        </pc:spChg>
        <pc:spChg chg="mod ord">
          <ac:chgData name="Khobo, IL, Dr [ilkhobo@sun.ac.za]" userId="b519a442-dcea-4a28-9c45-7e29f1df5837" providerId="ADAL" clId="{8BC8A5CF-2DB3-45E9-BF57-F2ED810C291E}" dt="2026-08-19T08:31:56.163" v="38" actId="1076"/>
          <ac:spMkLst>
            <pc:docMk/>
            <pc:sldMk cId="425748502" sldId="616"/>
            <ac:spMk id="35" creationId="{4C539E1C-1C4F-B7F3-0523-EFAB71028294}"/>
          </ac:spMkLst>
        </pc:spChg>
        <pc:graphicFrameChg chg="mod modGraphic">
          <ac:chgData name="Khobo, IL, Dr [ilkhobo@sun.ac.za]" userId="b519a442-dcea-4a28-9c45-7e29f1df5837" providerId="ADAL" clId="{8BC8A5CF-2DB3-45E9-BF57-F2ED810C291E}" dt="2026-08-19T08:36:32.084" v="61"/>
          <ac:graphicFrameMkLst>
            <pc:docMk/>
            <pc:sldMk cId="425748502" sldId="616"/>
            <ac:graphicFrameMk id="49" creationId="{16D62038-AADA-C0D2-3974-241AFB46CBCC}"/>
          </ac:graphicFrameMkLst>
        </pc:graphicFrameChg>
      </pc:sldChg>
      <pc:sldChg chg="addSp delSp modSp add mod modTransition modAnim">
        <pc:chgData name="Khobo, IL, Dr [ilkhobo@sun.ac.za]" userId="b519a442-dcea-4a28-9c45-7e29f1df5837" providerId="ADAL" clId="{8BC8A5CF-2DB3-45E9-BF57-F2ED810C291E}" dt="2026-08-19T08:39:56.107" v="78" actId="22"/>
        <pc:sldMkLst>
          <pc:docMk/>
          <pc:sldMk cId="892346258" sldId="617"/>
        </pc:sldMkLst>
        <pc:spChg chg="add">
          <ac:chgData name="Khobo, IL, Dr [ilkhobo@sun.ac.za]" userId="b519a442-dcea-4a28-9c45-7e29f1df5837" providerId="ADAL" clId="{8BC8A5CF-2DB3-45E9-BF57-F2ED810C291E}" dt="2026-08-19T08:39:56.107" v="78" actId="22"/>
          <ac:spMkLst>
            <pc:docMk/>
            <pc:sldMk cId="892346258" sldId="617"/>
            <ac:spMk id="4" creationId="{FF21F733-1078-19C0-688C-473CE769EAA9}"/>
          </ac:spMkLst>
        </pc:spChg>
        <pc:spChg chg="del mod ord">
          <ac:chgData name="Khobo, IL, Dr [ilkhobo@sun.ac.za]" userId="b519a442-dcea-4a28-9c45-7e29f1df5837" providerId="ADAL" clId="{8BC8A5CF-2DB3-45E9-BF57-F2ED810C291E}" dt="2026-08-19T08:39:55.460" v="77" actId="478"/>
          <ac:spMkLst>
            <pc:docMk/>
            <pc:sldMk cId="892346258" sldId="617"/>
            <ac:spMk id="27" creationId="{A7AE022A-7D77-0B37-2C34-6D32F0DEA767}"/>
          </ac:spMkLst>
        </pc:spChg>
        <pc:spChg chg="mod ord">
          <ac:chgData name="Khobo, IL, Dr [ilkhobo@sun.ac.za]" userId="b519a442-dcea-4a28-9c45-7e29f1df5837" providerId="ADAL" clId="{8BC8A5CF-2DB3-45E9-BF57-F2ED810C291E}" dt="2026-08-19T08:33:31.818" v="47" actId="1076"/>
          <ac:spMkLst>
            <pc:docMk/>
            <pc:sldMk cId="892346258" sldId="617"/>
            <ac:spMk id="37" creationId="{FF402F97-530C-3DE8-4754-D7DB445BA324}"/>
          </ac:spMkLst>
        </pc:spChg>
        <pc:spChg chg="mod ord">
          <ac:chgData name="Khobo, IL, Dr [ilkhobo@sun.ac.za]" userId="b519a442-dcea-4a28-9c45-7e29f1df5837" providerId="ADAL" clId="{8BC8A5CF-2DB3-45E9-BF57-F2ED810C291E}" dt="2026-08-19T08:33:35.782" v="48" actId="1076"/>
          <ac:spMkLst>
            <pc:docMk/>
            <pc:sldMk cId="892346258" sldId="617"/>
            <ac:spMk id="39" creationId="{7C24B5E5-1271-2C51-5ED5-AB487BC8A82D}"/>
          </ac:spMkLst>
        </pc:spChg>
        <pc:spChg chg="mod ord">
          <ac:chgData name="Khobo, IL, Dr [ilkhobo@sun.ac.za]" userId="b519a442-dcea-4a28-9c45-7e29f1df5837" providerId="ADAL" clId="{8BC8A5CF-2DB3-45E9-BF57-F2ED810C291E}" dt="2026-08-19T08:33:28.616" v="46" actId="1076"/>
          <ac:spMkLst>
            <pc:docMk/>
            <pc:sldMk cId="892346258" sldId="617"/>
            <ac:spMk id="41" creationId="{673B43EC-09A7-4F6F-2EA3-9C3BAA035D49}"/>
          </ac:spMkLst>
        </pc:spChg>
        <pc:spChg chg="mod ord">
          <ac:chgData name="Khobo, IL, Dr [ilkhobo@sun.ac.za]" userId="b519a442-dcea-4a28-9c45-7e29f1df5837" providerId="ADAL" clId="{8BC8A5CF-2DB3-45E9-BF57-F2ED810C291E}" dt="2026-08-19T08:33:25.738" v="45" actId="1076"/>
          <ac:spMkLst>
            <pc:docMk/>
            <pc:sldMk cId="892346258" sldId="617"/>
            <ac:spMk id="43" creationId="{C97BFDF5-ACD1-0B66-FB92-D0F7BCB074BD}"/>
          </ac:spMkLst>
        </pc:spChg>
        <pc:graphicFrameChg chg="mod modGraphic">
          <ac:chgData name="Khobo, IL, Dr [ilkhobo@sun.ac.za]" userId="b519a442-dcea-4a28-9c45-7e29f1df5837" providerId="ADAL" clId="{8BC8A5CF-2DB3-45E9-BF57-F2ED810C291E}" dt="2026-08-19T08:36:36.418" v="63"/>
          <ac:graphicFrameMkLst>
            <pc:docMk/>
            <pc:sldMk cId="892346258" sldId="617"/>
            <ac:graphicFrameMk id="49" creationId="{C6E46732-27CA-FB0C-2A99-515F8A16A2C4}"/>
          </ac:graphicFrameMkLst>
        </pc:graphicFrameChg>
        <pc:graphicFrameChg chg="mod modGraphic">
          <ac:chgData name="Khobo, IL, Dr [ilkhobo@sun.ac.za]" userId="b519a442-dcea-4a28-9c45-7e29f1df5837" providerId="ADAL" clId="{8BC8A5CF-2DB3-45E9-BF57-F2ED810C291E}" dt="2026-08-19T08:32:20.953" v="41" actId="339"/>
          <ac:graphicFrameMkLst>
            <pc:docMk/>
            <pc:sldMk cId="892346258" sldId="617"/>
            <ac:graphicFrameMk id="67" creationId="{BF7907B3-1EBA-CD76-F3F3-2DE86A4FB0DB}"/>
          </ac:graphicFrameMkLst>
        </pc:graphicFrameChg>
      </pc:sldChg>
      <pc:sldChg chg="delSp add mod ord modTransition delAnim modAnim">
        <pc:chgData name="Khobo, IL, Dr [ilkhobo@sun.ac.za]" userId="b519a442-dcea-4a28-9c45-7e29f1df5837" providerId="ADAL" clId="{8BC8A5CF-2DB3-45E9-BF57-F2ED810C291E}" dt="2026-08-19T08:42:30.819" v="87"/>
        <pc:sldMkLst>
          <pc:docMk/>
          <pc:sldMk cId="2718383646" sldId="618"/>
        </pc:sldMkLst>
        <pc:graphicFrameChg chg="del">
          <ac:chgData name="Khobo, IL, Dr [ilkhobo@sun.ac.za]" userId="b519a442-dcea-4a28-9c45-7e29f1df5837" providerId="ADAL" clId="{8BC8A5CF-2DB3-45E9-BF57-F2ED810C291E}" dt="2026-08-19T08:42:13.863" v="86" actId="478"/>
          <ac:graphicFrameMkLst>
            <pc:docMk/>
            <pc:sldMk cId="2718383646" sldId="618"/>
            <ac:graphicFrameMk id="3" creationId="{7A5B1728-56A5-FE74-D401-D819B747E55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DD83A-E906-42A6-86A3-B821F9E8B8EB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E1AD9-2200-4F32-A19A-DCC31F0BC4B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79248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D383-9F30-7F88-BD61-47F2BFE2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B729-C356-F1ED-4A68-5F571B6BE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6E9E0-55EF-83D2-E7BC-B83616923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Welcome to lecture 13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AB1F-4700-36D7-8D2E-F4808B0E4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85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8A092-94ED-F313-54B1-A68038ADE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CFDFD2-F1A7-0EF3-7391-99CEB85CC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1DB52-209E-89FC-0FDE-05B2DDEF3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2D401-6550-7AA7-201E-B837BAFF0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006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C55C0-E2F9-1858-4021-68878403E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47F90-66B9-A2D1-FCD5-223577D19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50BD2D-DFDA-B256-3A50-686F37DC7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C5855-FAB4-342A-5307-E5165C809D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874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10EB6-32AD-48F5-45D6-A99581C8A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8FE06-A022-F351-AC1F-9CBB95F82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B50855-C94F-3490-E288-14A18D4CF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DBE5A-D026-1DE3-6CC1-2B95C91336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2152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AD327-A4F7-F20A-483C-F6F19E803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888319-4D42-CB58-EBC0-AA243DB98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E109F-EB87-2363-7545-F13F32685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498FB-7F2E-9B2F-9D64-793A9608B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4355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BB0EA-F69A-D632-B7AF-FA857E3D3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FB542-450F-CA9C-B224-7CEC85426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44F903-127B-D42D-AA42-6D5A2F116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5636F-EA08-1106-5F3A-9E8AE771D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5346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CF3A3-F6BC-A781-DF41-D78BA44F9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7FB68-D691-260D-EFE1-E63EC8C7C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C255D9-25F6-A676-CEFF-11B607DD7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0314B-87DC-5A0D-A9AA-B9599590F3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660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DE13D-A4EB-B465-BB4D-718620C8E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544AF5-AFD8-A47F-5192-B939B4DB0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92E74-EFD2-D95B-FF75-E29C70F4A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0EA0-C40E-9454-C0D1-35456C13E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3701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F7C15-546B-A273-002C-3FAA03B04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453AB-C448-7B3E-C6E0-A990711DA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4A0FE-2FB5-AC56-05B1-4EABE9E5B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2CED4-0C90-D544-E71A-E840CDEC3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2352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79045-3548-E343-5D96-66A8F52C8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48D646-6777-6414-4F9C-E09F423E0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0C68DF-AD1F-9E4D-CA8E-EAEA11CD1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A6D2B-2710-5A64-512D-548BDC531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107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6481C-3FAF-73CF-9FE7-0C6766BE6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A9C3EA-ED88-B09F-666D-75243424A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5739D-E502-D50A-E7BF-AB4BDC7F7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94603-BC4F-367C-6B51-43AE32469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3085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94D90-D1D3-263E-C6A8-7E1DA4842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0943E-DA53-CF8F-815D-9923F9541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A5682-B017-2518-AC0E-2E603A100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3A075-F215-ED3F-B383-D261B2531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263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303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F70E2-4377-DE96-43EE-821791C51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FDC3F5-6018-4779-B1D4-29683DABB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9A766-818C-3C3D-2B8D-8D9B1B5DB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F277-4A7E-4196-A911-44F2CBDAEBD3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BCF14-2F48-8550-EBC3-7A83DD513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00C94-888E-9F9A-8082-2BC0ED5B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6AC6-41FC-446A-AF35-5086DBA7E5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1788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9ADC5-AAFE-D75E-F78A-EF752748F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694D3-8722-DF98-2AC4-D9EDFFA5C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B0F79-3468-288B-1FD0-7C518AD69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F277-4A7E-4196-A911-44F2CBDAEBD3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410E6-8EF1-6928-C848-DDBE48EDD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D72A9-47AB-7E35-239E-2D9CB516A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6AC6-41FC-446A-AF35-5086DBA7E5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29779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7A813-1F11-E9DE-7D44-6D59CCE90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69F91-8372-46B7-9852-B7C9CB078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53B77-E72D-DBE0-7599-F72AFA168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F277-4A7E-4196-A911-44F2CBDAEBD3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5425-0A69-1891-CBCA-A3A5786E2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6CF00-0064-2C4C-B7F5-304E1E809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6AC6-41FC-446A-AF35-5086DBA7E5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71768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B969D-CE4F-2438-0E0C-35040FBDB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EDD38-2EEA-DFC7-6789-4161595350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92658-6246-7390-77F7-4942F76CC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7C890-57AC-66D0-0045-2D6DC07DB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F277-4A7E-4196-A911-44F2CBDAEBD3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19FAD-D612-6714-6FA7-F44F0B436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FF926-058A-1AC6-A35C-FE1D05441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6AC6-41FC-446A-AF35-5086DBA7E5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85533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0819C-DC0A-9C2B-1D5B-5896389CF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80979-96BF-675F-6940-EE7DF221D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52B7B-3628-43DC-FB6F-DCC4DC489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B00F79-6318-CA8C-4FDF-BB40166BD5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19B70D-DE1F-945A-F4B8-A62BE7C0D7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BE87D-23B8-30D3-D9F1-78B878AE8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F277-4A7E-4196-A911-44F2CBDAEBD3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F1DE0B-DBDA-558F-A191-A39C2D9AB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5A7835-98A7-0FAD-BB5E-57240B153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6AC6-41FC-446A-AF35-5086DBA7E5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32989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48A0-C15F-F3AF-44A6-49D280960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319551-E2DF-466F-A6E0-A1FCFF493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F277-4A7E-4196-A911-44F2CBDAEBD3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26666B-7E55-7457-BDE6-7A0F91EFB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E75FA-63FA-87D4-69D1-8DD1FCB8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6AC6-41FC-446A-AF35-5086DBA7E5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04650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7A9B10-0DD6-79F7-CFCB-83DE9947B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F277-4A7E-4196-A911-44F2CBDAEBD3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3DD882-7C5F-0646-33B0-785051C70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8B005-2170-AB0B-7A93-5FAD248FC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6AC6-41FC-446A-AF35-5086DBA7E5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6351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0E4B1-BABD-0C63-7768-0DB1A33D2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D2D84-F941-1499-6CF9-C64596932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381A6-4CE7-8AB2-B459-F6C53A65B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87428-7507-B45A-7987-70BA92978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F277-4A7E-4196-A911-44F2CBDAEBD3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771FC-A970-5A56-404F-FDDB1260F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5F0ED-6D81-722C-395E-A2A9202A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6AC6-41FC-446A-AF35-5086DBA7E5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36211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B57C6-DAF0-7900-5838-1C58B808E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4FF4BE-30ED-1C23-070E-1E5657A4B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A8E7B-820F-7362-94E3-17A185B2C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73033-C535-951F-448C-E4CE3C4F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F277-4A7E-4196-A911-44F2CBDAEBD3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FB6F1-3C00-265D-EF85-511441E4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3C911-2728-7347-1AD1-2C0CBEE93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6AC6-41FC-446A-AF35-5086DBA7E5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13302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AFD65-1A29-B958-EBA2-9044E686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5CFF2D-9CCA-E454-9896-D440E3063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5AD54-986C-7DCD-8361-4A68E5433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F277-4A7E-4196-A911-44F2CBDAEBD3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ED228-290E-165A-1C15-1959F9D1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F686E-748A-E850-80B9-0DFE14D0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6AC6-41FC-446A-AF35-5086DBA7E5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37142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8926E4-FD06-A330-12A2-11A6790EEC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63EF3C-C86F-04E9-0A76-CA64F645B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96E9-F959-3A7A-A15B-3AFEAA169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F277-4A7E-4196-A911-44F2CBDAEBD3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4DBF1-8BE2-2105-6562-EADEB1846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2AE8E-1BD5-B7F0-A60F-7F7B7DF62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36AC6-41FC-446A-AF35-5086DBA7E5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13171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1964E1-60AC-AF5C-4E5F-D2584FB4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23615-6173-D6C4-3ED7-C6C147511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45526-1470-4B84-B8FA-97E3552CD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0F277-4A7E-4196-A911-44F2CBDAEBD3}" type="datetimeFigureOut">
              <a:rPr lang="en-ZA" smtClean="0"/>
              <a:t>2026/08/19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B43B-8818-0ABD-82D3-EFAE834E3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81CCA-9B36-CD2C-3C15-3A1BAACA9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36AC6-41FC-446A-AF35-5086DBA7E54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4472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0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4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B5248-0A11-1014-9595-28465457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EC74C40-289A-CA47-2A9E-CB243EF9FF06}"/>
              </a:ext>
            </a:extLst>
          </p:cNvPr>
          <p:cNvSpPr txBox="1"/>
          <p:nvPr/>
        </p:nvSpPr>
        <p:spPr>
          <a:xfrm>
            <a:off x="322513" y="1882740"/>
            <a:ext cx="11332779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6. Arrays I</a:t>
            </a:r>
            <a:endParaRPr kumimoji="0" lang="en-ZA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Lecture 13| Arrays introduction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    Declaring arrays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    Examples using arrays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9DE2B1-C8C5-DEBE-B93A-8AC9B1EB7547}"/>
              </a:ext>
            </a:extLst>
          </p:cNvPr>
          <p:cNvSpPr txBox="1"/>
          <p:nvPr/>
        </p:nvSpPr>
        <p:spPr>
          <a:xfrm>
            <a:off x="406459" y="48083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 Khobo, PhD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  <a:hlinkClick r:id="rId3"/>
              </a:rPr>
              <a:t>ilkhobo@sun.ac.za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594C48-601C-D5CE-431C-D921186F132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B5681A8-2EBE-6A64-9DDA-1BE624E59B7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078CB2-B273-986D-CD04-FAC5C419FB3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D41F6-C4F6-42E9-1E60-17867AA4F1C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B167F92-740E-6BA7-27A0-DB69BBAD4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93DD671-6E7B-06CE-9A2D-78AB0133EE6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19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6909DB-321F-0D3E-C4DE-934341ACBEE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PROGRAMMING IN 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0076924-44A7-AFA3-D2D3-FEB8DE4DD9A9}"/>
              </a:ext>
            </a:extLst>
          </p:cNvPr>
          <p:cNvSpPr txBox="1"/>
          <p:nvPr/>
        </p:nvSpPr>
        <p:spPr>
          <a:xfrm>
            <a:off x="7980649" y="6304002"/>
            <a:ext cx="2175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Chapters 6: Arrays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0D839E-86FA-C032-F937-C78BFE4E0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7987" y="2841912"/>
            <a:ext cx="5464013" cy="40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0102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40B17-40B2-9A31-3128-99D3705B0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D9FDACC0-3C6D-4AA0-2B78-6EADFA0BC4D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BC68F09-626C-76D7-3714-0F4A2252FBD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7B0210-3813-94C3-57B9-73777DCE842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C0D26D1-E067-14BA-5012-C3C7F253772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7B1028D0-1650-40C1-3F5E-366DD15E42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0E6AC8E-C522-EFA1-F5A8-D7E0629642D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19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34A5BFE-EB42-0250-0776-01354DCE3D4C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Array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F14FABE-7C94-3375-2F25-A32FAFE4E0E4}"/>
              </a:ext>
            </a:extLst>
          </p:cNvPr>
          <p:cNvGrpSpPr/>
          <p:nvPr/>
        </p:nvGrpSpPr>
        <p:grpSpPr>
          <a:xfrm>
            <a:off x="1352484" y="1878468"/>
            <a:ext cx="9786257" cy="3297006"/>
            <a:chOff x="3412067" y="2286000"/>
            <a:chExt cx="4318001" cy="329700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2DA0B23-537A-2A9C-80D5-3E97CA8AE2CB}"/>
                </a:ext>
              </a:extLst>
            </p:cNvPr>
            <p:cNvSpPr/>
            <p:nvPr/>
          </p:nvSpPr>
          <p:spPr>
            <a:xfrm>
              <a:off x="3412067" y="2286000"/>
              <a:ext cx="4318001" cy="32970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B4C08EF-5AF3-2D1A-4FE9-27DC2202B5DE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What is an array?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460CE03-5177-9AA9-9BE4-0A55DB499948}"/>
              </a:ext>
            </a:extLst>
          </p:cNvPr>
          <p:cNvSpPr/>
          <p:nvPr/>
        </p:nvSpPr>
        <p:spPr>
          <a:xfrm>
            <a:off x="1477188" y="2910157"/>
            <a:ext cx="2580330" cy="13674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D98D04-AD70-2F70-F8C2-1FEEBE443889}"/>
              </a:ext>
            </a:extLst>
          </p:cNvPr>
          <p:cNvSpPr/>
          <p:nvPr/>
        </p:nvSpPr>
        <p:spPr>
          <a:xfrm>
            <a:off x="1717643" y="2910157"/>
            <a:ext cx="9211614" cy="1367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AD0B79-2012-4CCB-416F-ADDA22388CCC}"/>
              </a:ext>
            </a:extLst>
          </p:cNvPr>
          <p:cNvSpPr txBox="1"/>
          <p:nvPr/>
        </p:nvSpPr>
        <p:spPr>
          <a:xfrm>
            <a:off x="1750969" y="2910157"/>
            <a:ext cx="87567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1081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A collection of elements of the same data type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Store multiple values under single variable name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Fixed size throughout the program*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PMingLiU" panose="02020500000000000000" pitchFamily="18" charset="-120"/>
              <a:cs typeface="cmr1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CB1E14-1F34-60F5-96A6-0911BF5E9558}"/>
              </a:ext>
            </a:extLst>
          </p:cNvPr>
          <p:cNvSpPr txBox="1"/>
          <p:nvPr/>
        </p:nvSpPr>
        <p:spPr>
          <a:xfrm>
            <a:off x="4897545" y="8751281"/>
            <a:ext cx="27295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FORMAT</a:t>
            </a:r>
            <a:endParaRPr kumimoji="0" lang="en-ZA" sz="4400" b="1" i="0" u="sng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432EFA-C755-531D-2398-5CDE782DB688}"/>
              </a:ext>
            </a:extLst>
          </p:cNvPr>
          <p:cNvSpPr/>
          <p:nvPr/>
        </p:nvSpPr>
        <p:spPr>
          <a:xfrm>
            <a:off x="336097" y="6858000"/>
            <a:ext cx="11586458" cy="206528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datatype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</a:t>
            </a:r>
            <a:r>
              <a:rPr kumimoji="0" lang="en-ZA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arrayName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[n]</a:t>
            </a:r>
            <a: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=</a:t>
            </a:r>
            <a: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{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element0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element1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element2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, … } ;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17E23ED5-444B-C2F2-A886-76D5925134B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93073120"/>
                  </p:ext>
                </p:extLst>
              </p:nvPr>
            </p:nvGraphicFramePr>
            <p:xfrm>
              <a:off x="9563581" y="3526971"/>
              <a:ext cx="1260459" cy="709008"/>
            </p:xfrm>
            <a:graphic>
              <a:graphicData uri="http://schemas.microsoft.com/office/powerpoint/2016/slidezoom">
                <pslz:sldZm>
                  <pslz:sldZmObj sldId="612" cId="389829732">
                    <pslz:zmPr id="{F10CCFD0-EEE4-4908-8437-060ED0D22B7C}" returnToParent="0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60459" cy="709008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" name="Slide Zoom 2">
                <a:extLst>
                  <a:ext uri="{FF2B5EF4-FFF2-40B4-BE49-F238E27FC236}">
                    <a16:creationId xmlns:a16="http://schemas.microsoft.com/office/drawing/2014/main" id="{17E23ED5-444B-C2F2-A886-76D5925134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63581" y="3526971"/>
                <a:ext cx="1260459" cy="7090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39855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790DDC0A-6C08-F04B-80FB-1D86C4C22B67}"/>
              </a:ext>
            </a:extLst>
          </p:cNvPr>
          <p:cNvSpPr/>
          <p:nvPr/>
        </p:nvSpPr>
        <p:spPr>
          <a:xfrm>
            <a:off x="1226027" y="767190"/>
            <a:ext cx="635000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21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C77EB6-437C-A7E8-B773-711536407958}"/>
              </a:ext>
            </a:extLst>
          </p:cNvPr>
          <p:cNvSpPr/>
          <p:nvPr/>
        </p:nvSpPr>
        <p:spPr>
          <a:xfrm>
            <a:off x="4157818" y="1596582"/>
            <a:ext cx="635000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5D7D27-9EFA-B9A2-B513-EE3113BDBE2E}"/>
              </a:ext>
            </a:extLst>
          </p:cNvPr>
          <p:cNvSpPr/>
          <p:nvPr/>
        </p:nvSpPr>
        <p:spPr>
          <a:xfrm>
            <a:off x="8137284" y="404216"/>
            <a:ext cx="745067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-10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57CB4DC-1CF6-B175-8C04-AFB8FA4D7E73}"/>
              </a:ext>
            </a:extLst>
          </p:cNvPr>
          <p:cNvSpPr/>
          <p:nvPr/>
        </p:nvSpPr>
        <p:spPr>
          <a:xfrm>
            <a:off x="6431388" y="1775816"/>
            <a:ext cx="745067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FDF087-74A6-E65E-B2AD-60E794309EA4}"/>
              </a:ext>
            </a:extLst>
          </p:cNvPr>
          <p:cNvSpPr/>
          <p:nvPr/>
        </p:nvSpPr>
        <p:spPr>
          <a:xfrm>
            <a:off x="4102785" y="729364"/>
            <a:ext cx="745067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-15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23B487-2E70-5EB1-0BBB-7936E463F2F2}"/>
              </a:ext>
            </a:extLst>
          </p:cNvPr>
          <p:cNvSpPr txBox="1"/>
          <p:nvPr/>
        </p:nvSpPr>
        <p:spPr>
          <a:xfrm>
            <a:off x="5231892" y="5420169"/>
            <a:ext cx="787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Array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E79B59C-5FE0-3778-3C27-BFE23DBA9E8F}"/>
              </a:ext>
            </a:extLst>
          </p:cNvPr>
          <p:cNvSpPr/>
          <p:nvPr/>
        </p:nvSpPr>
        <p:spPr>
          <a:xfrm>
            <a:off x="2084439" y="2079182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1.2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F789346-1537-C50B-2883-2BF5D221172C}"/>
              </a:ext>
            </a:extLst>
          </p:cNvPr>
          <p:cNvSpPr/>
          <p:nvPr/>
        </p:nvSpPr>
        <p:spPr>
          <a:xfrm>
            <a:off x="5907357" y="876643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5.21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0047330-F1CB-B56D-9620-6A8FBD4F8714}"/>
              </a:ext>
            </a:extLst>
          </p:cNvPr>
          <p:cNvSpPr/>
          <p:nvPr/>
        </p:nvSpPr>
        <p:spPr>
          <a:xfrm>
            <a:off x="2882998" y="1249790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7.71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9E2B20D-7269-C5B5-90D5-958506B19E9A}"/>
              </a:ext>
            </a:extLst>
          </p:cNvPr>
          <p:cNvSpPr/>
          <p:nvPr/>
        </p:nvSpPr>
        <p:spPr>
          <a:xfrm>
            <a:off x="7674395" y="1196840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7.71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9D9B991-3252-32CE-DFD5-20238996C20C}"/>
              </a:ext>
            </a:extLst>
          </p:cNvPr>
          <p:cNvSpPr/>
          <p:nvPr/>
        </p:nvSpPr>
        <p:spPr>
          <a:xfrm>
            <a:off x="5388079" y="1571626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9.65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742B12C-1E00-25ED-8DC1-B4CE125218CF}"/>
              </a:ext>
            </a:extLst>
          </p:cNvPr>
          <p:cNvSpPr/>
          <p:nvPr/>
        </p:nvSpPr>
        <p:spPr>
          <a:xfrm>
            <a:off x="3885379" y="2378958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283EE7D-499B-3696-A8D8-8C32797514CD}"/>
              </a:ext>
            </a:extLst>
          </p:cNvPr>
          <p:cNvSpPr/>
          <p:nvPr/>
        </p:nvSpPr>
        <p:spPr>
          <a:xfrm>
            <a:off x="5231892" y="2237204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FAEBF8E-EE9A-43EE-51CE-4F4BEA7E9F14}"/>
              </a:ext>
            </a:extLst>
          </p:cNvPr>
          <p:cNvSpPr/>
          <p:nvPr/>
        </p:nvSpPr>
        <p:spPr>
          <a:xfrm>
            <a:off x="7771716" y="1882527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B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568FF57-8705-4519-2571-CDE219AF0C34}"/>
              </a:ext>
            </a:extLst>
          </p:cNvPr>
          <p:cNvSpPr/>
          <p:nvPr/>
        </p:nvSpPr>
        <p:spPr>
          <a:xfrm>
            <a:off x="7026649" y="429260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4992D65-1A2A-9AB3-2819-B2BD237F5546}"/>
              </a:ext>
            </a:extLst>
          </p:cNvPr>
          <p:cNvSpPr/>
          <p:nvPr/>
        </p:nvSpPr>
        <p:spPr>
          <a:xfrm>
            <a:off x="2645085" y="600111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D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FCCDDEA-530D-02DE-2FBF-AE14B6CA32C2}"/>
              </a:ext>
            </a:extLst>
          </p:cNvPr>
          <p:cNvSpPr/>
          <p:nvPr/>
        </p:nvSpPr>
        <p:spPr>
          <a:xfrm>
            <a:off x="5048858" y="378144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siya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E1A4F65-DA37-582B-C5E5-33918DCB7F07}"/>
              </a:ext>
            </a:extLst>
          </p:cNvPr>
          <p:cNvSpPr/>
          <p:nvPr/>
        </p:nvSpPr>
        <p:spPr>
          <a:xfrm>
            <a:off x="1240517" y="1394955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luca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9AA311F-3E1C-0FF1-0010-EFE9F1E41C7C}"/>
              </a:ext>
            </a:extLst>
          </p:cNvPr>
          <p:cNvSpPr/>
          <p:nvPr/>
        </p:nvSpPr>
        <p:spPr>
          <a:xfrm>
            <a:off x="8839148" y="1363919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athena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111B158-C9F1-6E82-2435-3330E64C8213}"/>
              </a:ext>
            </a:extLst>
          </p:cNvPr>
          <p:cNvSpPr/>
          <p:nvPr/>
        </p:nvSpPr>
        <p:spPr>
          <a:xfrm>
            <a:off x="9300763" y="649272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leah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9" name="3D Model 48" descr="array&#10;">
                <a:extLst>
                  <a:ext uri="{FF2B5EF4-FFF2-40B4-BE49-F238E27FC236}">
                    <a16:creationId xmlns:a16="http://schemas.microsoft.com/office/drawing/2014/main" id="{8C66C984-CBFF-39E0-6BA3-07878F71FCA3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655436" y="3324912"/>
              <a:ext cx="1940497" cy="2104219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40497" cy="2104219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1532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2489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9" name="3D Model 48" descr="array&#10;">
                <a:extLst>
                  <a:ext uri="{FF2B5EF4-FFF2-40B4-BE49-F238E27FC236}">
                    <a16:creationId xmlns:a16="http://schemas.microsoft.com/office/drawing/2014/main" id="{8C66C984-CBFF-39E0-6BA3-07878F71FCA3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55436" y="3324912"/>
                <a:ext cx="1940497" cy="2104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3" name="3D Model 62" descr="array&#10;">
                <a:extLst>
                  <a:ext uri="{FF2B5EF4-FFF2-40B4-BE49-F238E27FC236}">
                    <a16:creationId xmlns:a16="http://schemas.microsoft.com/office/drawing/2014/main" id="{E7B13497-2DC5-8CD9-5339-54E7A050C64E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51736" y="6890878"/>
              <a:ext cx="1959522" cy="211171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59522" cy="2111718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450852" ay="-2222705" az="-923236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02489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3" name="3D Model 62" descr="array&#10;">
                <a:extLst>
                  <a:ext uri="{FF2B5EF4-FFF2-40B4-BE49-F238E27FC236}">
                    <a16:creationId xmlns:a16="http://schemas.microsoft.com/office/drawing/2014/main" id="{E7B13497-2DC5-8CD9-5339-54E7A050C64E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51736" y="6890878"/>
                <a:ext cx="1959522" cy="2111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5" name="3D Model 64" descr="array&#10;">
                <a:extLst>
                  <a:ext uri="{FF2B5EF4-FFF2-40B4-BE49-F238E27FC236}">
                    <a16:creationId xmlns:a16="http://schemas.microsoft.com/office/drawing/2014/main" id="{A34A5770-9942-1B99-8DD8-6E1A24577A9C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987685" y="6869161"/>
              <a:ext cx="1978546" cy="214976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78546" cy="2149766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121221" ay="-2332940" az="-8892079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0248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5" name="3D Model 64" descr="array&#10;">
                <a:extLst>
                  <a:ext uri="{FF2B5EF4-FFF2-40B4-BE49-F238E27FC236}">
                    <a16:creationId xmlns:a16="http://schemas.microsoft.com/office/drawing/2014/main" id="{A34A5770-9942-1B99-8DD8-6E1A24577A9C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87685" y="6869161"/>
                <a:ext cx="1978546" cy="21497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7" name="3D Model 66" descr="array&#10;">
                <a:extLst>
                  <a:ext uri="{FF2B5EF4-FFF2-40B4-BE49-F238E27FC236}">
                    <a16:creationId xmlns:a16="http://schemas.microsoft.com/office/drawing/2014/main" id="{BDCAF8F2-5F44-BF85-4A61-CD419089E906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241782" y="6850136"/>
              <a:ext cx="1959522" cy="2187814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59522" cy="2187814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096643" ay="-2111526" az="-899982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02489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7" name="3D Model 66" descr="array&#10;">
                <a:extLst>
                  <a:ext uri="{FF2B5EF4-FFF2-40B4-BE49-F238E27FC236}">
                    <a16:creationId xmlns:a16="http://schemas.microsoft.com/office/drawing/2014/main" id="{BDCAF8F2-5F44-BF85-4A61-CD419089E906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41782" y="6850136"/>
                <a:ext cx="1959522" cy="218781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8297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D5F89-43BD-2643-E18B-78AA97560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BE3DE2D5-8A99-4B9E-ED14-12D60BA61759}"/>
              </a:ext>
            </a:extLst>
          </p:cNvPr>
          <p:cNvSpPr/>
          <p:nvPr/>
        </p:nvSpPr>
        <p:spPr>
          <a:xfrm>
            <a:off x="1226027" y="767190"/>
            <a:ext cx="635000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21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1052EE-1431-130C-E5BF-3E3C85E9C991}"/>
              </a:ext>
            </a:extLst>
          </p:cNvPr>
          <p:cNvSpPr/>
          <p:nvPr/>
        </p:nvSpPr>
        <p:spPr>
          <a:xfrm>
            <a:off x="4157818" y="1596582"/>
            <a:ext cx="635000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226DE5C-A349-9462-A48F-C9409EE76BBC}"/>
              </a:ext>
            </a:extLst>
          </p:cNvPr>
          <p:cNvSpPr/>
          <p:nvPr/>
        </p:nvSpPr>
        <p:spPr>
          <a:xfrm>
            <a:off x="8137284" y="404216"/>
            <a:ext cx="745067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-10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25F53E5-4BD1-0095-A869-C9649BA6EA7F}"/>
              </a:ext>
            </a:extLst>
          </p:cNvPr>
          <p:cNvSpPr/>
          <p:nvPr/>
        </p:nvSpPr>
        <p:spPr>
          <a:xfrm>
            <a:off x="6431388" y="1775816"/>
            <a:ext cx="745067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3C5E39B-D214-B57A-AF2C-A0221A6C15C2}"/>
              </a:ext>
            </a:extLst>
          </p:cNvPr>
          <p:cNvSpPr/>
          <p:nvPr/>
        </p:nvSpPr>
        <p:spPr>
          <a:xfrm>
            <a:off x="4102785" y="729364"/>
            <a:ext cx="745067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-15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49F6DC-220C-5998-A6CA-4F5A430CB1F8}"/>
              </a:ext>
            </a:extLst>
          </p:cNvPr>
          <p:cNvSpPr txBox="1"/>
          <p:nvPr/>
        </p:nvSpPr>
        <p:spPr>
          <a:xfrm>
            <a:off x="552642" y="5644145"/>
            <a:ext cx="47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30B71A3-E461-5E15-DEFF-3D92B32A9F36}"/>
              </a:ext>
            </a:extLst>
          </p:cNvPr>
          <p:cNvSpPr/>
          <p:nvPr/>
        </p:nvSpPr>
        <p:spPr>
          <a:xfrm>
            <a:off x="2084439" y="2079182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1.2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E4D53CA-3EAB-EE85-8815-D6B0DE7CED65}"/>
              </a:ext>
            </a:extLst>
          </p:cNvPr>
          <p:cNvSpPr/>
          <p:nvPr/>
        </p:nvSpPr>
        <p:spPr>
          <a:xfrm>
            <a:off x="5907357" y="876643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5.21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3F357D0-DFCB-6270-3816-B282D96F4EF1}"/>
              </a:ext>
            </a:extLst>
          </p:cNvPr>
          <p:cNvSpPr/>
          <p:nvPr/>
        </p:nvSpPr>
        <p:spPr>
          <a:xfrm>
            <a:off x="2882998" y="1249790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7.71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120A4B1-CE4F-B175-9611-5A0CAF58AC44}"/>
              </a:ext>
            </a:extLst>
          </p:cNvPr>
          <p:cNvSpPr/>
          <p:nvPr/>
        </p:nvSpPr>
        <p:spPr>
          <a:xfrm>
            <a:off x="7674395" y="1196840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7.71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775C50D-5BD7-815D-8ABB-6FD09A4AFBD6}"/>
              </a:ext>
            </a:extLst>
          </p:cNvPr>
          <p:cNvSpPr/>
          <p:nvPr/>
        </p:nvSpPr>
        <p:spPr>
          <a:xfrm>
            <a:off x="5388079" y="1571626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9.65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7E2E095-9FE9-09B2-3C42-3BEF5DF322D8}"/>
              </a:ext>
            </a:extLst>
          </p:cNvPr>
          <p:cNvSpPr/>
          <p:nvPr/>
        </p:nvSpPr>
        <p:spPr>
          <a:xfrm>
            <a:off x="3885379" y="2378958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A61D093-CFF1-E2A2-F1AC-F8B406D682BE}"/>
              </a:ext>
            </a:extLst>
          </p:cNvPr>
          <p:cNvSpPr/>
          <p:nvPr/>
        </p:nvSpPr>
        <p:spPr>
          <a:xfrm>
            <a:off x="5231892" y="2237204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F4F57E7-0934-1E2A-CE2C-7A37ECAA7A47}"/>
              </a:ext>
            </a:extLst>
          </p:cNvPr>
          <p:cNvSpPr/>
          <p:nvPr/>
        </p:nvSpPr>
        <p:spPr>
          <a:xfrm>
            <a:off x="7771716" y="1882527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B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7ED914C-B1B2-7BA8-1E9C-A436C351E319}"/>
              </a:ext>
            </a:extLst>
          </p:cNvPr>
          <p:cNvSpPr/>
          <p:nvPr/>
        </p:nvSpPr>
        <p:spPr>
          <a:xfrm>
            <a:off x="7026649" y="429260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19062B0-79CE-1313-0822-0DB3F41FBFA9}"/>
              </a:ext>
            </a:extLst>
          </p:cNvPr>
          <p:cNvSpPr/>
          <p:nvPr/>
        </p:nvSpPr>
        <p:spPr>
          <a:xfrm>
            <a:off x="2645085" y="600111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D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AFE7BCF-3287-EE64-B320-E9AF7F8E2CD5}"/>
              </a:ext>
            </a:extLst>
          </p:cNvPr>
          <p:cNvSpPr/>
          <p:nvPr/>
        </p:nvSpPr>
        <p:spPr>
          <a:xfrm>
            <a:off x="5048858" y="378144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siya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B514814-4FAA-D100-F9BB-361FC69DCC34}"/>
              </a:ext>
            </a:extLst>
          </p:cNvPr>
          <p:cNvSpPr/>
          <p:nvPr/>
        </p:nvSpPr>
        <p:spPr>
          <a:xfrm>
            <a:off x="1240517" y="1394955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luca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781BCBE-D780-7A33-CBFE-83B9EB9BDDBA}"/>
              </a:ext>
            </a:extLst>
          </p:cNvPr>
          <p:cNvSpPr/>
          <p:nvPr/>
        </p:nvSpPr>
        <p:spPr>
          <a:xfrm>
            <a:off x="8839148" y="1363919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athena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BFF61BB-92D8-97A6-3805-71830559DF13}"/>
              </a:ext>
            </a:extLst>
          </p:cNvPr>
          <p:cNvSpPr/>
          <p:nvPr/>
        </p:nvSpPr>
        <p:spPr>
          <a:xfrm>
            <a:off x="9300763" y="649272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leah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9" name="3D Model 48" descr="array&#10;">
                <a:extLst>
                  <a:ext uri="{FF2B5EF4-FFF2-40B4-BE49-F238E27FC236}">
                    <a16:creationId xmlns:a16="http://schemas.microsoft.com/office/drawing/2014/main" id="{B0DEFC74-5EB9-FA59-A1B2-58D979668B3F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31303156"/>
                  </p:ext>
                </p:extLst>
              </p:nvPr>
            </p:nvGraphicFramePr>
            <p:xfrm>
              <a:off x="-23813" y="3548888"/>
              <a:ext cx="1940495" cy="210421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40495" cy="2104218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1532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2488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9" name="3D Model 48" descr="array&#10;">
                <a:extLst>
                  <a:ext uri="{FF2B5EF4-FFF2-40B4-BE49-F238E27FC236}">
                    <a16:creationId xmlns:a16="http://schemas.microsoft.com/office/drawing/2014/main" id="{B0DEFC74-5EB9-FA59-A1B2-58D979668B3F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3813" y="3548888"/>
                <a:ext cx="1940495" cy="21042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3" name="3D Model 62" descr="array&#10;">
                <a:extLst>
                  <a:ext uri="{FF2B5EF4-FFF2-40B4-BE49-F238E27FC236}">
                    <a16:creationId xmlns:a16="http://schemas.microsoft.com/office/drawing/2014/main" id="{97923085-72D0-F4C8-19BD-E9475B9E266F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94159" y="3494507"/>
              <a:ext cx="2073669" cy="230196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3669" cy="2301963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112424" ay="-848327" az="-7843389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02489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3" name="3D Model 62" descr="array&#10;">
                <a:extLst>
                  <a:ext uri="{FF2B5EF4-FFF2-40B4-BE49-F238E27FC236}">
                    <a16:creationId xmlns:a16="http://schemas.microsoft.com/office/drawing/2014/main" id="{97923085-72D0-F4C8-19BD-E9475B9E266F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94159" y="3494507"/>
                <a:ext cx="2073669" cy="23019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5" name="3D Model 64" descr="array&#10;">
                <a:extLst>
                  <a:ext uri="{FF2B5EF4-FFF2-40B4-BE49-F238E27FC236}">
                    <a16:creationId xmlns:a16="http://schemas.microsoft.com/office/drawing/2014/main" id="{3113F1AE-3753-FED7-4E87-33EE177B3D1A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130108" y="3510839"/>
              <a:ext cx="2092693" cy="226391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92693" cy="2263913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5960646" ay="-851165" az="-7432877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0248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5" name="3D Model 64" descr="array&#10;">
                <a:extLst>
                  <a:ext uri="{FF2B5EF4-FFF2-40B4-BE49-F238E27FC236}">
                    <a16:creationId xmlns:a16="http://schemas.microsoft.com/office/drawing/2014/main" id="{3113F1AE-3753-FED7-4E87-33EE177B3D1A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30108" y="3510839"/>
                <a:ext cx="2092693" cy="22639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7" name="3D Model 66" descr="array&#10;">
                <a:extLst>
                  <a:ext uri="{FF2B5EF4-FFF2-40B4-BE49-F238E27FC236}">
                    <a16:creationId xmlns:a16="http://schemas.microsoft.com/office/drawing/2014/main" id="{EB46AA53-6FAA-1FBE-C1E2-BAB8FA653797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346157" y="3501326"/>
              <a:ext cx="2149765" cy="228293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149765" cy="2282937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5636814" ay="-808574" az="-6389769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02489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7" name="3D Model 66" descr="array&#10;">
                <a:extLst>
                  <a:ext uri="{FF2B5EF4-FFF2-40B4-BE49-F238E27FC236}">
                    <a16:creationId xmlns:a16="http://schemas.microsoft.com/office/drawing/2014/main" id="{EB46AA53-6FAA-1FBE-C1E2-BAB8FA653797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46157" y="3501326"/>
                <a:ext cx="2149765" cy="2282937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DD1E7E9-84F7-E43F-F79B-AD9BDBC2FBF6}"/>
              </a:ext>
            </a:extLst>
          </p:cNvPr>
          <p:cNvSpPr txBox="1"/>
          <p:nvPr/>
        </p:nvSpPr>
        <p:spPr>
          <a:xfrm>
            <a:off x="3547150" y="5590086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float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1A7AC-49C6-5514-D465-9A841BD1D09C}"/>
              </a:ext>
            </a:extLst>
          </p:cNvPr>
          <p:cNvSpPr txBox="1"/>
          <p:nvPr/>
        </p:nvSpPr>
        <p:spPr>
          <a:xfrm>
            <a:off x="6915371" y="5574846"/>
            <a:ext cx="630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62EE41-8343-8A38-2E77-EF109B832DBD}"/>
              </a:ext>
            </a:extLst>
          </p:cNvPr>
          <p:cNvSpPr txBox="1"/>
          <p:nvPr/>
        </p:nvSpPr>
        <p:spPr>
          <a:xfrm>
            <a:off x="10105792" y="5599597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22829608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08A85-1DAA-292C-7163-55AF46461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BB724A23-62FB-0825-A3E4-EC65FA3A20BB}"/>
              </a:ext>
            </a:extLst>
          </p:cNvPr>
          <p:cNvSpPr/>
          <p:nvPr/>
        </p:nvSpPr>
        <p:spPr>
          <a:xfrm rot="18884160">
            <a:off x="471841" y="3810899"/>
            <a:ext cx="635000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601B109-D53F-323E-0F89-F09B47E6505F}"/>
              </a:ext>
            </a:extLst>
          </p:cNvPr>
          <p:cNvSpPr/>
          <p:nvPr/>
        </p:nvSpPr>
        <p:spPr>
          <a:xfrm rot="19713947">
            <a:off x="820673" y="3815695"/>
            <a:ext cx="745067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-10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55C1E14-0763-E4A4-A53D-0798E57438DB}"/>
              </a:ext>
            </a:extLst>
          </p:cNvPr>
          <p:cNvSpPr/>
          <p:nvPr/>
        </p:nvSpPr>
        <p:spPr>
          <a:xfrm>
            <a:off x="471841" y="4056994"/>
            <a:ext cx="635000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21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AE9BD9-F4F0-20B7-BC40-5F7439103666}"/>
              </a:ext>
            </a:extLst>
          </p:cNvPr>
          <p:cNvSpPr/>
          <p:nvPr/>
        </p:nvSpPr>
        <p:spPr>
          <a:xfrm>
            <a:off x="696078" y="3856832"/>
            <a:ext cx="745067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FE8CF69-EF12-2A61-984C-539867462D02}"/>
              </a:ext>
            </a:extLst>
          </p:cNvPr>
          <p:cNvSpPr/>
          <p:nvPr/>
        </p:nvSpPr>
        <p:spPr>
          <a:xfrm>
            <a:off x="612096" y="3815694"/>
            <a:ext cx="745067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-15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138CC8-77C5-9032-D613-A8FC3B4D5850}"/>
              </a:ext>
            </a:extLst>
          </p:cNvPr>
          <p:cNvSpPr txBox="1"/>
          <p:nvPr/>
        </p:nvSpPr>
        <p:spPr>
          <a:xfrm>
            <a:off x="552642" y="5644145"/>
            <a:ext cx="47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F2CAA0D-487B-A7E5-B75D-90A96D4110F6}"/>
              </a:ext>
            </a:extLst>
          </p:cNvPr>
          <p:cNvSpPr/>
          <p:nvPr/>
        </p:nvSpPr>
        <p:spPr>
          <a:xfrm>
            <a:off x="2084439" y="2079182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1.2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287A130-D878-93D3-F97B-B5091BAFB831}"/>
              </a:ext>
            </a:extLst>
          </p:cNvPr>
          <p:cNvSpPr/>
          <p:nvPr/>
        </p:nvSpPr>
        <p:spPr>
          <a:xfrm>
            <a:off x="5907357" y="876643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5.21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70EB459-930B-542E-A58D-7CACCEB44E8B}"/>
              </a:ext>
            </a:extLst>
          </p:cNvPr>
          <p:cNvSpPr/>
          <p:nvPr/>
        </p:nvSpPr>
        <p:spPr>
          <a:xfrm>
            <a:off x="2882998" y="1249790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7.71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29E3D9E-43B9-CFB7-882F-F14CAFA01C48}"/>
              </a:ext>
            </a:extLst>
          </p:cNvPr>
          <p:cNvSpPr/>
          <p:nvPr/>
        </p:nvSpPr>
        <p:spPr>
          <a:xfrm>
            <a:off x="7674395" y="1196840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7.71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F0D286F-39CD-4434-9260-FFC08218A1BB}"/>
              </a:ext>
            </a:extLst>
          </p:cNvPr>
          <p:cNvSpPr/>
          <p:nvPr/>
        </p:nvSpPr>
        <p:spPr>
          <a:xfrm>
            <a:off x="5388079" y="1571626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9.65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33A373B-FE02-76C1-CE71-98D3CC1E322D}"/>
              </a:ext>
            </a:extLst>
          </p:cNvPr>
          <p:cNvSpPr/>
          <p:nvPr/>
        </p:nvSpPr>
        <p:spPr>
          <a:xfrm>
            <a:off x="3885379" y="2378958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CCCCB5F-2AD2-080B-6A86-E44929B7CC5B}"/>
              </a:ext>
            </a:extLst>
          </p:cNvPr>
          <p:cNvSpPr/>
          <p:nvPr/>
        </p:nvSpPr>
        <p:spPr>
          <a:xfrm>
            <a:off x="5231892" y="2237204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C269056-09D1-CE9A-3FB6-C16B6E3FCE30}"/>
              </a:ext>
            </a:extLst>
          </p:cNvPr>
          <p:cNvSpPr/>
          <p:nvPr/>
        </p:nvSpPr>
        <p:spPr>
          <a:xfrm>
            <a:off x="7771716" y="1882527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B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03BECE8-4AD0-2D39-7E0B-257F4B22649B}"/>
              </a:ext>
            </a:extLst>
          </p:cNvPr>
          <p:cNvSpPr/>
          <p:nvPr/>
        </p:nvSpPr>
        <p:spPr>
          <a:xfrm>
            <a:off x="7026649" y="429260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42A11CD-B44B-D1EE-0E20-78C4996CA0ED}"/>
              </a:ext>
            </a:extLst>
          </p:cNvPr>
          <p:cNvSpPr/>
          <p:nvPr/>
        </p:nvSpPr>
        <p:spPr>
          <a:xfrm>
            <a:off x="2645085" y="600111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D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79F7304-8321-4047-8E9A-EF5A88A86E2C}"/>
              </a:ext>
            </a:extLst>
          </p:cNvPr>
          <p:cNvSpPr/>
          <p:nvPr/>
        </p:nvSpPr>
        <p:spPr>
          <a:xfrm>
            <a:off x="5048858" y="378144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siya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303BDBB-5285-817C-245D-F29165C45AF3}"/>
              </a:ext>
            </a:extLst>
          </p:cNvPr>
          <p:cNvSpPr/>
          <p:nvPr/>
        </p:nvSpPr>
        <p:spPr>
          <a:xfrm>
            <a:off x="1240517" y="1394955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luca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AC250FF-1FF4-EFD6-A4AA-9CBEEBCF70DD}"/>
              </a:ext>
            </a:extLst>
          </p:cNvPr>
          <p:cNvSpPr/>
          <p:nvPr/>
        </p:nvSpPr>
        <p:spPr>
          <a:xfrm>
            <a:off x="8839148" y="1363919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athena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8CC957E-8789-44EB-042B-1DF4A3BEA43F}"/>
              </a:ext>
            </a:extLst>
          </p:cNvPr>
          <p:cNvSpPr/>
          <p:nvPr/>
        </p:nvSpPr>
        <p:spPr>
          <a:xfrm>
            <a:off x="9300763" y="649272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leah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9" name="3D Model 48" descr="array&#10;">
                <a:extLst>
                  <a:ext uri="{FF2B5EF4-FFF2-40B4-BE49-F238E27FC236}">
                    <a16:creationId xmlns:a16="http://schemas.microsoft.com/office/drawing/2014/main" id="{D0E8D23E-2C6D-91D3-456C-8B9B698BB99C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52544193"/>
                  </p:ext>
                </p:extLst>
              </p:nvPr>
            </p:nvGraphicFramePr>
            <p:xfrm>
              <a:off x="-23813" y="3548888"/>
              <a:ext cx="1940495" cy="210421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40495" cy="2104218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1532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2488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9" name="3D Model 48" descr="array&#10;">
                <a:extLst>
                  <a:ext uri="{FF2B5EF4-FFF2-40B4-BE49-F238E27FC236}">
                    <a16:creationId xmlns:a16="http://schemas.microsoft.com/office/drawing/2014/main" id="{D0E8D23E-2C6D-91D3-456C-8B9B698BB99C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3813" y="3548888"/>
                <a:ext cx="1940495" cy="21042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3" name="3D Model 62" descr="array&#10;">
                <a:extLst>
                  <a:ext uri="{FF2B5EF4-FFF2-40B4-BE49-F238E27FC236}">
                    <a16:creationId xmlns:a16="http://schemas.microsoft.com/office/drawing/2014/main" id="{38702D18-71C3-5A6E-ED9D-2845B7487D9A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94159" y="3494507"/>
              <a:ext cx="2073669" cy="230196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3669" cy="2301963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112424" ay="-848327" az="-7843389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02489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3" name="3D Model 62" descr="array&#10;">
                <a:extLst>
                  <a:ext uri="{FF2B5EF4-FFF2-40B4-BE49-F238E27FC236}">
                    <a16:creationId xmlns:a16="http://schemas.microsoft.com/office/drawing/2014/main" id="{38702D18-71C3-5A6E-ED9D-2845B7487D9A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94159" y="3494507"/>
                <a:ext cx="2073669" cy="23019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5" name="3D Model 64" descr="array&#10;">
                <a:extLst>
                  <a:ext uri="{FF2B5EF4-FFF2-40B4-BE49-F238E27FC236}">
                    <a16:creationId xmlns:a16="http://schemas.microsoft.com/office/drawing/2014/main" id="{7C5060EE-56B8-E28A-FEA8-79B446E9E18E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130108" y="3510839"/>
              <a:ext cx="2092693" cy="226391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92693" cy="2263913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5960646" ay="-851165" az="-7432877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0248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5" name="3D Model 64" descr="array&#10;">
                <a:extLst>
                  <a:ext uri="{FF2B5EF4-FFF2-40B4-BE49-F238E27FC236}">
                    <a16:creationId xmlns:a16="http://schemas.microsoft.com/office/drawing/2014/main" id="{7C5060EE-56B8-E28A-FEA8-79B446E9E18E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30108" y="3510839"/>
                <a:ext cx="2092693" cy="22639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7" name="3D Model 66" descr="array&#10;">
                <a:extLst>
                  <a:ext uri="{FF2B5EF4-FFF2-40B4-BE49-F238E27FC236}">
                    <a16:creationId xmlns:a16="http://schemas.microsoft.com/office/drawing/2014/main" id="{D8203DFE-40E0-BE23-B8E0-78CFF3E84A5D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346157" y="3501326"/>
              <a:ext cx="2149765" cy="228293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149765" cy="2282937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5636814" ay="-808574" az="-6389769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02489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7" name="3D Model 66" descr="array&#10;">
                <a:extLst>
                  <a:ext uri="{FF2B5EF4-FFF2-40B4-BE49-F238E27FC236}">
                    <a16:creationId xmlns:a16="http://schemas.microsoft.com/office/drawing/2014/main" id="{D8203DFE-40E0-BE23-B8E0-78CFF3E84A5D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46157" y="3501326"/>
                <a:ext cx="2149765" cy="2282937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A6AB03C-1235-7E19-2EC7-ECDA94E31614}"/>
              </a:ext>
            </a:extLst>
          </p:cNvPr>
          <p:cNvSpPr txBox="1"/>
          <p:nvPr/>
        </p:nvSpPr>
        <p:spPr>
          <a:xfrm>
            <a:off x="3547150" y="5590086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float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02385-06CC-A0D8-9B93-096632489E2A}"/>
              </a:ext>
            </a:extLst>
          </p:cNvPr>
          <p:cNvSpPr txBox="1"/>
          <p:nvPr/>
        </p:nvSpPr>
        <p:spPr>
          <a:xfrm>
            <a:off x="6915371" y="5574846"/>
            <a:ext cx="630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2F7B97-79A5-C033-75B5-1C054588B2BB}"/>
              </a:ext>
            </a:extLst>
          </p:cNvPr>
          <p:cNvSpPr txBox="1"/>
          <p:nvPr/>
        </p:nvSpPr>
        <p:spPr>
          <a:xfrm>
            <a:off x="10105792" y="5599597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10278655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0CF82-D206-CC7B-232E-4B85CC29B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863E7413-1DAB-4466-A3E7-164B92C72E41}"/>
              </a:ext>
            </a:extLst>
          </p:cNvPr>
          <p:cNvSpPr/>
          <p:nvPr/>
        </p:nvSpPr>
        <p:spPr>
          <a:xfrm rot="18884160">
            <a:off x="471841" y="3810899"/>
            <a:ext cx="635000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50EDC11-8226-6B7A-E942-25C53BE09378}"/>
              </a:ext>
            </a:extLst>
          </p:cNvPr>
          <p:cNvSpPr/>
          <p:nvPr/>
        </p:nvSpPr>
        <p:spPr>
          <a:xfrm rot="19713947">
            <a:off x="820673" y="3815695"/>
            <a:ext cx="745067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-10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6CD12CC-255C-14F1-8D5A-AA33E901EEEA}"/>
              </a:ext>
            </a:extLst>
          </p:cNvPr>
          <p:cNvSpPr/>
          <p:nvPr/>
        </p:nvSpPr>
        <p:spPr>
          <a:xfrm>
            <a:off x="471841" y="4056994"/>
            <a:ext cx="635000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21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B7C643C-A4EA-7DA6-FA25-E58DD06701FC}"/>
              </a:ext>
            </a:extLst>
          </p:cNvPr>
          <p:cNvSpPr/>
          <p:nvPr/>
        </p:nvSpPr>
        <p:spPr>
          <a:xfrm>
            <a:off x="696078" y="3856832"/>
            <a:ext cx="745067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65C6445-531B-7A22-FD5A-167F2668604D}"/>
              </a:ext>
            </a:extLst>
          </p:cNvPr>
          <p:cNvSpPr/>
          <p:nvPr/>
        </p:nvSpPr>
        <p:spPr>
          <a:xfrm>
            <a:off x="612096" y="3815694"/>
            <a:ext cx="745067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-15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7C59E6-551D-2368-BAA3-9E0CB01FCF92}"/>
              </a:ext>
            </a:extLst>
          </p:cNvPr>
          <p:cNvSpPr txBox="1"/>
          <p:nvPr/>
        </p:nvSpPr>
        <p:spPr>
          <a:xfrm>
            <a:off x="552642" y="5644145"/>
            <a:ext cx="47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D44D281-F8EC-11A2-B45A-30581AA916D3}"/>
              </a:ext>
            </a:extLst>
          </p:cNvPr>
          <p:cNvSpPr/>
          <p:nvPr/>
        </p:nvSpPr>
        <p:spPr>
          <a:xfrm>
            <a:off x="3885379" y="2378958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74F3E46-1DF1-10A5-43DD-7087A591AD7F}"/>
              </a:ext>
            </a:extLst>
          </p:cNvPr>
          <p:cNvSpPr/>
          <p:nvPr/>
        </p:nvSpPr>
        <p:spPr>
          <a:xfrm>
            <a:off x="5231892" y="2237204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A3CE754-A98F-9258-059A-F8402C641A05}"/>
              </a:ext>
            </a:extLst>
          </p:cNvPr>
          <p:cNvSpPr/>
          <p:nvPr/>
        </p:nvSpPr>
        <p:spPr>
          <a:xfrm>
            <a:off x="7771716" y="1882527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B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1C70501-FBBF-600C-0ABD-800B90C70DB3}"/>
              </a:ext>
            </a:extLst>
          </p:cNvPr>
          <p:cNvSpPr/>
          <p:nvPr/>
        </p:nvSpPr>
        <p:spPr>
          <a:xfrm>
            <a:off x="7026649" y="429260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B65893A-8A1F-89C3-FE0F-9ECA330ADEEA}"/>
              </a:ext>
            </a:extLst>
          </p:cNvPr>
          <p:cNvSpPr/>
          <p:nvPr/>
        </p:nvSpPr>
        <p:spPr>
          <a:xfrm>
            <a:off x="2645085" y="600111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D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E441400-9310-133A-7AAB-20249C404F25}"/>
              </a:ext>
            </a:extLst>
          </p:cNvPr>
          <p:cNvSpPr/>
          <p:nvPr/>
        </p:nvSpPr>
        <p:spPr>
          <a:xfrm>
            <a:off x="5048858" y="378144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siya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BA8AE22-33D6-6D64-7196-F6923714A45C}"/>
              </a:ext>
            </a:extLst>
          </p:cNvPr>
          <p:cNvSpPr/>
          <p:nvPr/>
        </p:nvSpPr>
        <p:spPr>
          <a:xfrm>
            <a:off x="1240517" y="1394955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luca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42AA33A-D480-9FE6-797B-D3B6CAFE2684}"/>
              </a:ext>
            </a:extLst>
          </p:cNvPr>
          <p:cNvSpPr/>
          <p:nvPr/>
        </p:nvSpPr>
        <p:spPr>
          <a:xfrm>
            <a:off x="8839148" y="1363919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athena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67B295D-CCDA-B571-8E03-F71203C665F2}"/>
              </a:ext>
            </a:extLst>
          </p:cNvPr>
          <p:cNvSpPr/>
          <p:nvPr/>
        </p:nvSpPr>
        <p:spPr>
          <a:xfrm>
            <a:off x="9300763" y="649272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leah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9" name="3D Model 48" descr="array&#10;">
                <a:extLst>
                  <a:ext uri="{FF2B5EF4-FFF2-40B4-BE49-F238E27FC236}">
                    <a16:creationId xmlns:a16="http://schemas.microsoft.com/office/drawing/2014/main" id="{C36C5441-79F4-138C-6FFB-A790FD2B3F85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45868666"/>
                  </p:ext>
                </p:extLst>
              </p:nvPr>
            </p:nvGraphicFramePr>
            <p:xfrm>
              <a:off x="-23813" y="3548888"/>
              <a:ext cx="1940495" cy="210421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40495" cy="2104218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1532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2488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9" name="3D Model 48" descr="array&#10;">
                <a:extLst>
                  <a:ext uri="{FF2B5EF4-FFF2-40B4-BE49-F238E27FC236}">
                    <a16:creationId xmlns:a16="http://schemas.microsoft.com/office/drawing/2014/main" id="{C36C5441-79F4-138C-6FFB-A790FD2B3F85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3813" y="3548888"/>
                <a:ext cx="1940495" cy="21042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3" name="3D Model 62" descr="array&#10;">
                <a:extLst>
                  <a:ext uri="{FF2B5EF4-FFF2-40B4-BE49-F238E27FC236}">
                    <a16:creationId xmlns:a16="http://schemas.microsoft.com/office/drawing/2014/main" id="{1C0EB2D1-DBBA-EFD3-CFC2-CAF85FBD8297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94159" y="3494507"/>
              <a:ext cx="2073669" cy="230196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3669" cy="2301963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112424" ay="-848327" az="-7843389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02489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3" name="3D Model 62" descr="array&#10;">
                <a:extLst>
                  <a:ext uri="{FF2B5EF4-FFF2-40B4-BE49-F238E27FC236}">
                    <a16:creationId xmlns:a16="http://schemas.microsoft.com/office/drawing/2014/main" id="{1C0EB2D1-DBBA-EFD3-CFC2-CAF85FBD8297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94159" y="3494507"/>
                <a:ext cx="2073669" cy="23019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5" name="3D Model 64" descr="array&#10;">
                <a:extLst>
                  <a:ext uri="{FF2B5EF4-FFF2-40B4-BE49-F238E27FC236}">
                    <a16:creationId xmlns:a16="http://schemas.microsoft.com/office/drawing/2014/main" id="{494E1B51-AB27-C326-780A-5426FE733B94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130108" y="3510839"/>
              <a:ext cx="2092693" cy="226391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92693" cy="2263913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5960646" ay="-851165" az="-7432877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0248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5" name="3D Model 64" descr="array&#10;">
                <a:extLst>
                  <a:ext uri="{FF2B5EF4-FFF2-40B4-BE49-F238E27FC236}">
                    <a16:creationId xmlns:a16="http://schemas.microsoft.com/office/drawing/2014/main" id="{494E1B51-AB27-C326-780A-5426FE733B94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30108" y="3510839"/>
                <a:ext cx="2092693" cy="22639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7" name="3D Model 66" descr="array&#10;">
                <a:extLst>
                  <a:ext uri="{FF2B5EF4-FFF2-40B4-BE49-F238E27FC236}">
                    <a16:creationId xmlns:a16="http://schemas.microsoft.com/office/drawing/2014/main" id="{4F1D2FC0-4683-C955-5574-198E3D2AABAE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346157" y="3501326"/>
              <a:ext cx="2149765" cy="228293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149765" cy="2282937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5636814" ay="-808574" az="-6389769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02489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7" name="3D Model 66" descr="array&#10;">
                <a:extLst>
                  <a:ext uri="{FF2B5EF4-FFF2-40B4-BE49-F238E27FC236}">
                    <a16:creationId xmlns:a16="http://schemas.microsoft.com/office/drawing/2014/main" id="{4F1D2FC0-4683-C955-5574-198E3D2AABAE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46157" y="3501326"/>
                <a:ext cx="2149765" cy="2282937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2AE5F8C-8A29-437F-CF07-FEAEEE906291}"/>
              </a:ext>
            </a:extLst>
          </p:cNvPr>
          <p:cNvSpPr txBox="1"/>
          <p:nvPr/>
        </p:nvSpPr>
        <p:spPr>
          <a:xfrm>
            <a:off x="3547150" y="5590086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float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35383F-3D61-A2B8-D8F4-6083646C05C4}"/>
              </a:ext>
            </a:extLst>
          </p:cNvPr>
          <p:cNvSpPr txBox="1"/>
          <p:nvPr/>
        </p:nvSpPr>
        <p:spPr>
          <a:xfrm>
            <a:off x="6915371" y="5574846"/>
            <a:ext cx="630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152BD1-08A3-60CB-B674-C4F42EE04DD8}"/>
              </a:ext>
            </a:extLst>
          </p:cNvPr>
          <p:cNvSpPr txBox="1"/>
          <p:nvPr/>
        </p:nvSpPr>
        <p:spPr>
          <a:xfrm>
            <a:off x="10105792" y="5599597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string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9814568-17CD-D6C8-9912-1B1495E1BDDC}"/>
              </a:ext>
            </a:extLst>
          </p:cNvPr>
          <p:cNvSpPr/>
          <p:nvPr/>
        </p:nvSpPr>
        <p:spPr>
          <a:xfrm>
            <a:off x="3930993" y="4003344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5.21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7CD0D31-4BF9-6714-1C10-C94E6E424114}"/>
              </a:ext>
            </a:extLst>
          </p:cNvPr>
          <p:cNvSpPr/>
          <p:nvPr/>
        </p:nvSpPr>
        <p:spPr>
          <a:xfrm>
            <a:off x="3309263" y="3921870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7.71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4E7B4C9-C7D3-CF24-DE4B-8C782C319E05}"/>
              </a:ext>
            </a:extLst>
          </p:cNvPr>
          <p:cNvSpPr/>
          <p:nvPr/>
        </p:nvSpPr>
        <p:spPr>
          <a:xfrm>
            <a:off x="3344441" y="4347599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7.71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411DAAC-19F9-2B4C-4130-5AF884C57844}"/>
              </a:ext>
            </a:extLst>
          </p:cNvPr>
          <p:cNvSpPr/>
          <p:nvPr/>
        </p:nvSpPr>
        <p:spPr>
          <a:xfrm>
            <a:off x="3783600" y="4417328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9.65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C9E9555-628C-4B13-F33D-D5052E9F9FAF}"/>
              </a:ext>
            </a:extLst>
          </p:cNvPr>
          <p:cNvSpPr/>
          <p:nvPr/>
        </p:nvSpPr>
        <p:spPr>
          <a:xfrm>
            <a:off x="3512845" y="4702992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1.2</a:t>
            </a:r>
          </a:p>
        </p:txBody>
      </p:sp>
    </p:spTree>
    <p:extLst>
      <p:ext uri="{BB962C8B-B14F-4D97-AF65-F5344CB8AC3E}">
        <p14:creationId xmlns:p14="http://schemas.microsoft.com/office/powerpoint/2010/main" val="34054064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14F49-F145-564C-39CF-DBE29AFC6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E977D328-7685-1E9F-12DF-9E1D7EF3B69C}"/>
              </a:ext>
            </a:extLst>
          </p:cNvPr>
          <p:cNvSpPr/>
          <p:nvPr/>
        </p:nvSpPr>
        <p:spPr>
          <a:xfrm rot="18884160">
            <a:off x="471841" y="3810899"/>
            <a:ext cx="635000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4762D00-4ACD-F25D-18C2-5CACC9737F42}"/>
              </a:ext>
            </a:extLst>
          </p:cNvPr>
          <p:cNvSpPr/>
          <p:nvPr/>
        </p:nvSpPr>
        <p:spPr>
          <a:xfrm rot="19713947">
            <a:off x="820673" y="3815695"/>
            <a:ext cx="745067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-10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069463-C84A-1A0E-5B92-E90BA6E45133}"/>
              </a:ext>
            </a:extLst>
          </p:cNvPr>
          <p:cNvSpPr/>
          <p:nvPr/>
        </p:nvSpPr>
        <p:spPr>
          <a:xfrm>
            <a:off x="471841" y="4056994"/>
            <a:ext cx="635000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21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FCD0B0D-A60F-05D5-FA3D-A8FD56C1C085}"/>
              </a:ext>
            </a:extLst>
          </p:cNvPr>
          <p:cNvSpPr/>
          <p:nvPr/>
        </p:nvSpPr>
        <p:spPr>
          <a:xfrm>
            <a:off x="696078" y="3856832"/>
            <a:ext cx="745067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1A43BEA-D136-BE07-A10F-CBA5DDBDC0BE}"/>
              </a:ext>
            </a:extLst>
          </p:cNvPr>
          <p:cNvSpPr/>
          <p:nvPr/>
        </p:nvSpPr>
        <p:spPr>
          <a:xfrm>
            <a:off x="612096" y="3815694"/>
            <a:ext cx="745067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-15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EDB12A-1130-533F-2B44-87D1EAF2B3FC}"/>
              </a:ext>
            </a:extLst>
          </p:cNvPr>
          <p:cNvSpPr txBox="1"/>
          <p:nvPr/>
        </p:nvSpPr>
        <p:spPr>
          <a:xfrm>
            <a:off x="552642" y="5644145"/>
            <a:ext cx="47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8D390F2-B0F9-D0EF-200E-ECB01E610687}"/>
              </a:ext>
            </a:extLst>
          </p:cNvPr>
          <p:cNvSpPr/>
          <p:nvPr/>
        </p:nvSpPr>
        <p:spPr>
          <a:xfrm>
            <a:off x="3885379" y="2378958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4D73B44-B1BA-85B9-58A2-4E6070B7AF65}"/>
              </a:ext>
            </a:extLst>
          </p:cNvPr>
          <p:cNvSpPr/>
          <p:nvPr/>
        </p:nvSpPr>
        <p:spPr>
          <a:xfrm>
            <a:off x="5048858" y="378144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siya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A04CF23-DB8D-215C-1B27-CF71524EC306}"/>
              </a:ext>
            </a:extLst>
          </p:cNvPr>
          <p:cNvSpPr/>
          <p:nvPr/>
        </p:nvSpPr>
        <p:spPr>
          <a:xfrm>
            <a:off x="1240517" y="1394955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luca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6CED246-A794-8393-CEF9-BD6BD0A32B0B}"/>
              </a:ext>
            </a:extLst>
          </p:cNvPr>
          <p:cNvSpPr/>
          <p:nvPr/>
        </p:nvSpPr>
        <p:spPr>
          <a:xfrm>
            <a:off x="8839148" y="1363919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athena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1E7868C-E064-BD63-1B70-8B49A58AB7E2}"/>
              </a:ext>
            </a:extLst>
          </p:cNvPr>
          <p:cNvSpPr/>
          <p:nvPr/>
        </p:nvSpPr>
        <p:spPr>
          <a:xfrm>
            <a:off x="9300763" y="649272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leah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9" name="3D Model 48" descr="array&#10;">
                <a:extLst>
                  <a:ext uri="{FF2B5EF4-FFF2-40B4-BE49-F238E27FC236}">
                    <a16:creationId xmlns:a16="http://schemas.microsoft.com/office/drawing/2014/main" id="{16D62038-AADA-C0D2-3974-241AFB46CBCC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67056183"/>
                  </p:ext>
                </p:extLst>
              </p:nvPr>
            </p:nvGraphicFramePr>
            <p:xfrm>
              <a:off x="-23813" y="3548888"/>
              <a:ext cx="1940495" cy="210421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40495" cy="2104218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1532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2488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9" name="3D Model 48" descr="array&#10;">
                <a:extLst>
                  <a:ext uri="{FF2B5EF4-FFF2-40B4-BE49-F238E27FC236}">
                    <a16:creationId xmlns:a16="http://schemas.microsoft.com/office/drawing/2014/main" id="{16D62038-AADA-C0D2-3974-241AFB46CBCC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3813" y="3548888"/>
                <a:ext cx="1940495" cy="21042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3" name="3D Model 62" descr="array&#10;">
                <a:extLst>
                  <a:ext uri="{FF2B5EF4-FFF2-40B4-BE49-F238E27FC236}">
                    <a16:creationId xmlns:a16="http://schemas.microsoft.com/office/drawing/2014/main" id="{0BD94084-B248-983B-60C7-D2C02E4E4842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94159" y="3494507"/>
              <a:ext cx="2073669" cy="230196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3669" cy="2301963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112424" ay="-848327" az="-7843389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02489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3" name="3D Model 62" descr="array&#10;">
                <a:extLst>
                  <a:ext uri="{FF2B5EF4-FFF2-40B4-BE49-F238E27FC236}">
                    <a16:creationId xmlns:a16="http://schemas.microsoft.com/office/drawing/2014/main" id="{0BD94084-B248-983B-60C7-D2C02E4E4842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94159" y="3494507"/>
                <a:ext cx="2073669" cy="23019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5" name="3D Model 64" descr="array&#10;">
                <a:extLst>
                  <a:ext uri="{FF2B5EF4-FFF2-40B4-BE49-F238E27FC236}">
                    <a16:creationId xmlns:a16="http://schemas.microsoft.com/office/drawing/2014/main" id="{4D9340B1-8560-41EB-52FD-8EAD31AC58AF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130108" y="3510839"/>
              <a:ext cx="2092693" cy="226391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92693" cy="2263913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5960646" ay="-851165" az="-7432877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0248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5" name="3D Model 64" descr="array&#10;">
                <a:extLst>
                  <a:ext uri="{FF2B5EF4-FFF2-40B4-BE49-F238E27FC236}">
                    <a16:creationId xmlns:a16="http://schemas.microsoft.com/office/drawing/2014/main" id="{4D9340B1-8560-41EB-52FD-8EAD31AC58AF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30108" y="3510839"/>
                <a:ext cx="2092693" cy="22639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7" name="3D Model 66" descr="array&#10;">
                <a:extLst>
                  <a:ext uri="{FF2B5EF4-FFF2-40B4-BE49-F238E27FC236}">
                    <a16:creationId xmlns:a16="http://schemas.microsoft.com/office/drawing/2014/main" id="{F79D591A-9C1F-368C-89DC-A04EA90B8C02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346157" y="3501326"/>
              <a:ext cx="2149765" cy="228293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149765" cy="2282937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5636814" ay="-808574" az="-6389769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02489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7" name="3D Model 66" descr="array&#10;">
                <a:extLst>
                  <a:ext uri="{FF2B5EF4-FFF2-40B4-BE49-F238E27FC236}">
                    <a16:creationId xmlns:a16="http://schemas.microsoft.com/office/drawing/2014/main" id="{F79D591A-9C1F-368C-89DC-A04EA90B8C02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46157" y="3501326"/>
                <a:ext cx="2149765" cy="2282937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234C66E-3D4D-5AF4-CAD1-D502144BE8A8}"/>
              </a:ext>
            </a:extLst>
          </p:cNvPr>
          <p:cNvSpPr txBox="1"/>
          <p:nvPr/>
        </p:nvSpPr>
        <p:spPr>
          <a:xfrm>
            <a:off x="3547150" y="5590086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float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BB420A-0049-E2D2-C809-4F7752A9BF07}"/>
              </a:ext>
            </a:extLst>
          </p:cNvPr>
          <p:cNvSpPr txBox="1"/>
          <p:nvPr/>
        </p:nvSpPr>
        <p:spPr>
          <a:xfrm>
            <a:off x="6915371" y="5574846"/>
            <a:ext cx="630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F91B29-EBF1-1132-137F-61AF4B12AB47}"/>
              </a:ext>
            </a:extLst>
          </p:cNvPr>
          <p:cNvSpPr txBox="1"/>
          <p:nvPr/>
        </p:nvSpPr>
        <p:spPr>
          <a:xfrm>
            <a:off x="10105792" y="5599597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string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1932F78-1011-115F-A244-7643AEAC091F}"/>
              </a:ext>
            </a:extLst>
          </p:cNvPr>
          <p:cNvSpPr/>
          <p:nvPr/>
        </p:nvSpPr>
        <p:spPr>
          <a:xfrm>
            <a:off x="3930993" y="4003344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5.21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E9112E3-51CC-0AF7-1256-B4BAC8DA0BCD}"/>
              </a:ext>
            </a:extLst>
          </p:cNvPr>
          <p:cNvSpPr/>
          <p:nvPr/>
        </p:nvSpPr>
        <p:spPr>
          <a:xfrm>
            <a:off x="3309263" y="3921870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7.71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78B6B6A-926C-C5CB-5017-D30C6E24FCC4}"/>
              </a:ext>
            </a:extLst>
          </p:cNvPr>
          <p:cNvSpPr/>
          <p:nvPr/>
        </p:nvSpPr>
        <p:spPr>
          <a:xfrm>
            <a:off x="3344441" y="4347599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7.71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12E19C0-1166-CAC8-9BA8-1B76F9AFDEB5}"/>
              </a:ext>
            </a:extLst>
          </p:cNvPr>
          <p:cNvSpPr/>
          <p:nvPr/>
        </p:nvSpPr>
        <p:spPr>
          <a:xfrm>
            <a:off x="3783600" y="4417328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9.65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428850F-6936-5B2C-CAE6-766908388739}"/>
              </a:ext>
            </a:extLst>
          </p:cNvPr>
          <p:cNvSpPr/>
          <p:nvPr/>
        </p:nvSpPr>
        <p:spPr>
          <a:xfrm>
            <a:off x="3512845" y="4702992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1.2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DA5B106-F040-9072-FD94-0346B02BA553}"/>
              </a:ext>
            </a:extLst>
          </p:cNvPr>
          <p:cNvSpPr/>
          <p:nvPr/>
        </p:nvSpPr>
        <p:spPr>
          <a:xfrm>
            <a:off x="6542837" y="3889915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EDF933C-0E9F-9080-811B-4A1246B967C9}"/>
              </a:ext>
            </a:extLst>
          </p:cNvPr>
          <p:cNvSpPr/>
          <p:nvPr/>
        </p:nvSpPr>
        <p:spPr>
          <a:xfrm>
            <a:off x="7230618" y="4094104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B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DFF0B95-2F30-5869-3A81-F70CFEE5AC36}"/>
              </a:ext>
            </a:extLst>
          </p:cNvPr>
          <p:cNvSpPr/>
          <p:nvPr/>
        </p:nvSpPr>
        <p:spPr>
          <a:xfrm>
            <a:off x="6531212" y="4321860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C539E1C-1C4F-B7F3-0523-EFAB71028294}"/>
              </a:ext>
            </a:extLst>
          </p:cNvPr>
          <p:cNvSpPr/>
          <p:nvPr/>
        </p:nvSpPr>
        <p:spPr>
          <a:xfrm>
            <a:off x="7173331" y="4534821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257485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EAB05-415E-3E86-9FCC-F26C46839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577F21EA-305A-6EAB-D84B-2B2905098A37}"/>
              </a:ext>
            </a:extLst>
          </p:cNvPr>
          <p:cNvSpPr/>
          <p:nvPr/>
        </p:nvSpPr>
        <p:spPr>
          <a:xfrm rot="18884160">
            <a:off x="471841" y="3810899"/>
            <a:ext cx="635000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5407AB4-3AF9-44FD-87E8-C12BDACAFDC0}"/>
              </a:ext>
            </a:extLst>
          </p:cNvPr>
          <p:cNvSpPr/>
          <p:nvPr/>
        </p:nvSpPr>
        <p:spPr>
          <a:xfrm rot="19713947">
            <a:off x="820673" y="3815695"/>
            <a:ext cx="745067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-10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CCAA5D-2213-F269-95C5-112EFE4F7A1C}"/>
              </a:ext>
            </a:extLst>
          </p:cNvPr>
          <p:cNvSpPr/>
          <p:nvPr/>
        </p:nvSpPr>
        <p:spPr>
          <a:xfrm>
            <a:off x="471841" y="4056994"/>
            <a:ext cx="635000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21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53610EE-7411-E269-499B-8B40E830A30E}"/>
              </a:ext>
            </a:extLst>
          </p:cNvPr>
          <p:cNvSpPr/>
          <p:nvPr/>
        </p:nvSpPr>
        <p:spPr>
          <a:xfrm>
            <a:off x="696078" y="3856832"/>
            <a:ext cx="745067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87BF34B-FEAF-61EA-047C-3233CE7B9983}"/>
              </a:ext>
            </a:extLst>
          </p:cNvPr>
          <p:cNvSpPr/>
          <p:nvPr/>
        </p:nvSpPr>
        <p:spPr>
          <a:xfrm>
            <a:off x="612096" y="3815694"/>
            <a:ext cx="745067" cy="482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-15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07D2F7-4C82-F72A-0DEF-2CA4F0CC7C2B}"/>
              </a:ext>
            </a:extLst>
          </p:cNvPr>
          <p:cNvSpPr txBox="1"/>
          <p:nvPr/>
        </p:nvSpPr>
        <p:spPr>
          <a:xfrm>
            <a:off x="552642" y="5644145"/>
            <a:ext cx="47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int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9" name="3D Model 48" descr="array&#10;">
                <a:extLst>
                  <a:ext uri="{FF2B5EF4-FFF2-40B4-BE49-F238E27FC236}">
                    <a16:creationId xmlns:a16="http://schemas.microsoft.com/office/drawing/2014/main" id="{C6E46732-27CA-FB0C-2A99-515F8A16A2C4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31884269"/>
                  </p:ext>
                </p:extLst>
              </p:nvPr>
            </p:nvGraphicFramePr>
            <p:xfrm>
              <a:off x="-23813" y="3548888"/>
              <a:ext cx="1940495" cy="210421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940495" cy="2104218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1532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2488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9" name="3D Model 48" descr="array&#10;">
                <a:extLst>
                  <a:ext uri="{FF2B5EF4-FFF2-40B4-BE49-F238E27FC236}">
                    <a16:creationId xmlns:a16="http://schemas.microsoft.com/office/drawing/2014/main" id="{C6E46732-27CA-FB0C-2A99-515F8A16A2C4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3813" y="3548888"/>
                <a:ext cx="1940495" cy="21042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3" name="3D Model 62" descr="array&#10;">
                <a:extLst>
                  <a:ext uri="{FF2B5EF4-FFF2-40B4-BE49-F238E27FC236}">
                    <a16:creationId xmlns:a16="http://schemas.microsoft.com/office/drawing/2014/main" id="{E1642ECE-D2D2-065B-4AF4-D65587540D81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94159" y="3494507"/>
              <a:ext cx="2073669" cy="230196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3669" cy="2301963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112424" ay="-848327" az="-7843389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02489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3" name="3D Model 62" descr="array&#10;">
                <a:extLst>
                  <a:ext uri="{FF2B5EF4-FFF2-40B4-BE49-F238E27FC236}">
                    <a16:creationId xmlns:a16="http://schemas.microsoft.com/office/drawing/2014/main" id="{E1642ECE-D2D2-065B-4AF4-D65587540D81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94159" y="3494507"/>
                <a:ext cx="2073669" cy="23019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5" name="3D Model 64" descr="array&#10;">
                <a:extLst>
                  <a:ext uri="{FF2B5EF4-FFF2-40B4-BE49-F238E27FC236}">
                    <a16:creationId xmlns:a16="http://schemas.microsoft.com/office/drawing/2014/main" id="{F8F449AE-7000-308E-955B-4F0BA7928326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130108" y="3510839"/>
              <a:ext cx="2092693" cy="226391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92693" cy="2263913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5960646" ay="-851165" az="-7432877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0248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5" name="3D Model 64" descr="array&#10;">
                <a:extLst>
                  <a:ext uri="{FF2B5EF4-FFF2-40B4-BE49-F238E27FC236}">
                    <a16:creationId xmlns:a16="http://schemas.microsoft.com/office/drawing/2014/main" id="{F8F449AE-7000-308E-955B-4F0BA7928326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30108" y="3510839"/>
                <a:ext cx="2092693" cy="22639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7" name="3D Model 66" descr="array&#10;">
                <a:extLst>
                  <a:ext uri="{FF2B5EF4-FFF2-40B4-BE49-F238E27FC236}">
                    <a16:creationId xmlns:a16="http://schemas.microsoft.com/office/drawing/2014/main" id="{BF7907B3-1EBA-CD76-F3F3-2DE86A4FB0DB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9076679"/>
                  </p:ext>
                </p:extLst>
              </p:nvPr>
            </p:nvGraphicFramePr>
            <p:xfrm>
              <a:off x="9346157" y="3501326"/>
              <a:ext cx="2149764" cy="228293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149764" cy="2282936"/>
                    </a:xfrm>
                    <a:prstGeom prst="rect">
                      <a:avLst/>
                    </a:prstGeom>
                  </am3d:spPr>
                  <am3d:camera>
                    <am3d:pos x="0" y="0" z="800206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735409" d="1000000"/>
                    <am3d:preTrans dx="367980" dy="-3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5636814" ay="-808574" az="-6389769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02488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7" name="3D Model 66" descr="array&#10;">
                <a:extLst>
                  <a:ext uri="{FF2B5EF4-FFF2-40B4-BE49-F238E27FC236}">
                    <a16:creationId xmlns:a16="http://schemas.microsoft.com/office/drawing/2014/main" id="{BF7907B3-1EBA-CD76-F3F3-2DE86A4FB0DB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46157" y="3501326"/>
                <a:ext cx="2149764" cy="2282936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A6F27FB-5610-11FE-98E6-B9E0C22173A6}"/>
              </a:ext>
            </a:extLst>
          </p:cNvPr>
          <p:cNvSpPr txBox="1"/>
          <p:nvPr/>
        </p:nvSpPr>
        <p:spPr>
          <a:xfrm>
            <a:off x="3547150" y="5590086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float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E4C0C-3650-BFD8-350A-9C0AC1AF84EC}"/>
              </a:ext>
            </a:extLst>
          </p:cNvPr>
          <p:cNvSpPr txBox="1"/>
          <p:nvPr/>
        </p:nvSpPr>
        <p:spPr>
          <a:xfrm>
            <a:off x="6915371" y="5574846"/>
            <a:ext cx="630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D2FB6E-4AF3-6395-2EE5-C6980C02AA89}"/>
              </a:ext>
            </a:extLst>
          </p:cNvPr>
          <p:cNvSpPr txBox="1"/>
          <p:nvPr/>
        </p:nvSpPr>
        <p:spPr>
          <a:xfrm>
            <a:off x="10105792" y="5599597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string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52D58B4-2D67-BE10-E37C-DD9FEAC117F7}"/>
              </a:ext>
            </a:extLst>
          </p:cNvPr>
          <p:cNvSpPr/>
          <p:nvPr/>
        </p:nvSpPr>
        <p:spPr>
          <a:xfrm>
            <a:off x="3930993" y="4003344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5.21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BAC7D26-56F7-37AC-4A6C-E8FF53953155}"/>
              </a:ext>
            </a:extLst>
          </p:cNvPr>
          <p:cNvSpPr/>
          <p:nvPr/>
        </p:nvSpPr>
        <p:spPr>
          <a:xfrm>
            <a:off x="3309263" y="3921870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7.71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9C9B8BD-B054-CA0E-BE65-FB8012A6B89B}"/>
              </a:ext>
            </a:extLst>
          </p:cNvPr>
          <p:cNvSpPr/>
          <p:nvPr/>
        </p:nvSpPr>
        <p:spPr>
          <a:xfrm>
            <a:off x="3344441" y="4347599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7.71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E374D70-1124-2E60-B6A7-6C4C0D3F467C}"/>
              </a:ext>
            </a:extLst>
          </p:cNvPr>
          <p:cNvSpPr/>
          <p:nvPr/>
        </p:nvSpPr>
        <p:spPr>
          <a:xfrm>
            <a:off x="3783600" y="4417328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9.65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A464ECC-CE0D-CB55-CCCA-FFC16A73E1CB}"/>
              </a:ext>
            </a:extLst>
          </p:cNvPr>
          <p:cNvSpPr/>
          <p:nvPr/>
        </p:nvSpPr>
        <p:spPr>
          <a:xfrm>
            <a:off x="3512845" y="4702992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1.2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BF61518-62CB-F9EE-21AC-BDBEBC8D957F}"/>
              </a:ext>
            </a:extLst>
          </p:cNvPr>
          <p:cNvSpPr/>
          <p:nvPr/>
        </p:nvSpPr>
        <p:spPr>
          <a:xfrm>
            <a:off x="6542837" y="3889915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D960080-C033-65B0-AFE8-FB1B719A6F25}"/>
              </a:ext>
            </a:extLst>
          </p:cNvPr>
          <p:cNvSpPr/>
          <p:nvPr/>
        </p:nvSpPr>
        <p:spPr>
          <a:xfrm>
            <a:off x="7230618" y="4094104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B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ABE0052-EEF1-F4E2-363A-EF20D4C39B12}"/>
              </a:ext>
            </a:extLst>
          </p:cNvPr>
          <p:cNvSpPr/>
          <p:nvPr/>
        </p:nvSpPr>
        <p:spPr>
          <a:xfrm>
            <a:off x="6531212" y="4321860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9A914BB-C96A-EC46-D2B6-91FC05591DDA}"/>
              </a:ext>
            </a:extLst>
          </p:cNvPr>
          <p:cNvSpPr/>
          <p:nvPr/>
        </p:nvSpPr>
        <p:spPr>
          <a:xfrm>
            <a:off x="7173331" y="4534821"/>
            <a:ext cx="745067" cy="40837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D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F402F97-530C-3DE8-4754-D7DB445BA324}"/>
              </a:ext>
            </a:extLst>
          </p:cNvPr>
          <p:cNvSpPr/>
          <p:nvPr/>
        </p:nvSpPr>
        <p:spPr>
          <a:xfrm>
            <a:off x="10421039" y="4347599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siya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C24B5E5-1271-2C51-5ED5-AB487BC8A82D}"/>
              </a:ext>
            </a:extLst>
          </p:cNvPr>
          <p:cNvSpPr/>
          <p:nvPr/>
        </p:nvSpPr>
        <p:spPr>
          <a:xfrm>
            <a:off x="9827393" y="4755978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luca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73B43EC-09A7-4F6F-2EA3-9C3BAA035D49}"/>
              </a:ext>
            </a:extLst>
          </p:cNvPr>
          <p:cNvSpPr/>
          <p:nvPr/>
        </p:nvSpPr>
        <p:spPr>
          <a:xfrm>
            <a:off x="9624555" y="4293521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athena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97BFDF5-ACD1-0B66-FB92-D0F7BCB074BD}"/>
              </a:ext>
            </a:extLst>
          </p:cNvPr>
          <p:cNvSpPr/>
          <p:nvPr/>
        </p:nvSpPr>
        <p:spPr>
          <a:xfrm>
            <a:off x="9868029" y="3839261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leah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21F733-1078-19C0-688C-473CE769EAA9}"/>
              </a:ext>
            </a:extLst>
          </p:cNvPr>
          <p:cNvSpPr/>
          <p:nvPr/>
        </p:nvSpPr>
        <p:spPr>
          <a:xfrm>
            <a:off x="3885379" y="2378958"/>
            <a:ext cx="962473" cy="48259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2346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C0959-6CE1-9773-D0A4-5146BD8EF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F27553BF-81D3-95C5-8D39-B8B42A387F0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0690C98-F3BF-4862-463D-ABFA705DA29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2B38F34-0393-B333-2D97-9C5D98C9629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B751116-169D-C106-CAAA-E29C20B1683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485527FF-47A9-0195-95C0-95FE316FC5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E430AC5-8E95-9828-A499-B0B0ED09675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19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5FA5FBD-4180-3F07-667D-E6B03AF7CF03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Array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F95AC42-D37F-1EB1-C3D2-B189249751AF}"/>
              </a:ext>
            </a:extLst>
          </p:cNvPr>
          <p:cNvGrpSpPr/>
          <p:nvPr/>
        </p:nvGrpSpPr>
        <p:grpSpPr>
          <a:xfrm>
            <a:off x="1352484" y="1878468"/>
            <a:ext cx="9786257" cy="3297006"/>
            <a:chOff x="3412067" y="2286000"/>
            <a:chExt cx="4318001" cy="329700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6231184-E3B8-1D5B-A9F3-BCA6A8649A7F}"/>
                </a:ext>
              </a:extLst>
            </p:cNvPr>
            <p:cNvSpPr/>
            <p:nvPr/>
          </p:nvSpPr>
          <p:spPr>
            <a:xfrm>
              <a:off x="3412067" y="2286000"/>
              <a:ext cx="4318001" cy="32970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9A410CD-F46E-3D55-344A-F1FDEB00DA6A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What is an array?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3D7B12A-27CE-DE36-5003-B8A0FF1AC7E3}"/>
              </a:ext>
            </a:extLst>
          </p:cNvPr>
          <p:cNvSpPr/>
          <p:nvPr/>
        </p:nvSpPr>
        <p:spPr>
          <a:xfrm>
            <a:off x="1477188" y="2910157"/>
            <a:ext cx="2580330" cy="13674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CAF2FA-C6DF-B3EF-4AF1-882123472235}"/>
              </a:ext>
            </a:extLst>
          </p:cNvPr>
          <p:cNvSpPr/>
          <p:nvPr/>
        </p:nvSpPr>
        <p:spPr>
          <a:xfrm>
            <a:off x="1717643" y="2910157"/>
            <a:ext cx="9211614" cy="1367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2890B1-2AD2-12EE-FB6A-A626FB3AE577}"/>
              </a:ext>
            </a:extLst>
          </p:cNvPr>
          <p:cNvSpPr txBox="1"/>
          <p:nvPr/>
        </p:nvSpPr>
        <p:spPr>
          <a:xfrm>
            <a:off x="1750969" y="2910157"/>
            <a:ext cx="87567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1081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A collection of elements of the same data type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Store multiple values under single variable name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Fixed size throughout the program*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PMingLiU" panose="02020500000000000000" pitchFamily="18" charset="-120"/>
              <a:cs typeface="cmr1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9DEEF9-351B-07F6-A2F4-2EE6B0D0AA67}"/>
              </a:ext>
            </a:extLst>
          </p:cNvPr>
          <p:cNvSpPr txBox="1"/>
          <p:nvPr/>
        </p:nvSpPr>
        <p:spPr>
          <a:xfrm>
            <a:off x="4897545" y="8751281"/>
            <a:ext cx="27295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FORMAT</a:t>
            </a:r>
            <a:endParaRPr kumimoji="0" lang="en-ZA" sz="4400" b="1" i="0" u="sng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B7257A-C017-C3B3-4938-C1E68117036D}"/>
              </a:ext>
            </a:extLst>
          </p:cNvPr>
          <p:cNvSpPr/>
          <p:nvPr/>
        </p:nvSpPr>
        <p:spPr>
          <a:xfrm>
            <a:off x="336097" y="6858000"/>
            <a:ext cx="11586458" cy="206528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datatype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</a:t>
            </a:r>
            <a:r>
              <a:rPr kumimoji="0" lang="en-ZA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arrayName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[n]</a:t>
            </a:r>
            <a: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=</a:t>
            </a:r>
            <a: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{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element0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element1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element2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, … } ;</a:t>
            </a:r>
          </a:p>
        </p:txBody>
      </p:sp>
    </p:spTree>
    <p:extLst>
      <p:ext uri="{BB962C8B-B14F-4D97-AF65-F5344CB8AC3E}">
        <p14:creationId xmlns:p14="http://schemas.microsoft.com/office/powerpoint/2010/main" val="2718383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47C9A-4451-D928-6A96-8916B6F7A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C81C80A4-FC01-67D1-87B1-3787645DF31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EBBC5ED-7726-F4AE-C995-F0340B73652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6736446-FCD3-2F71-2A1F-4DBF18A11D1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951E12D-918C-42F1-455A-D0CE021A03B5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70CE395D-42E2-A37C-1B51-788458B837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DC23C6D-F54D-731E-3059-D920665BFDA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19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7172990-E83D-D905-D267-43722CDDBEA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Array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A1021E48-9440-2F51-32AC-524CE2A86DFE}"/>
              </a:ext>
            </a:extLst>
          </p:cNvPr>
          <p:cNvSpPr/>
          <p:nvPr/>
        </p:nvSpPr>
        <p:spPr>
          <a:xfrm>
            <a:off x="352237" y="2489277"/>
            <a:ext cx="11586458" cy="206528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datatype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</a:t>
            </a:r>
            <a:r>
              <a:rPr kumimoji="0" lang="en-ZA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arrayName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[n]</a:t>
            </a:r>
            <a: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=</a:t>
            </a:r>
            <a: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{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element0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element1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element2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, … } 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377C65-C117-CFFE-2E63-74AC0B4340F2}"/>
              </a:ext>
            </a:extLst>
          </p:cNvPr>
          <p:cNvSpPr txBox="1"/>
          <p:nvPr/>
        </p:nvSpPr>
        <p:spPr>
          <a:xfrm>
            <a:off x="4780669" y="4754376"/>
            <a:ext cx="27295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FORMAT</a:t>
            </a:r>
            <a:endParaRPr kumimoji="0" lang="en-ZA" sz="4400" b="1" i="0" u="sng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2AA906-DA6B-0BAC-CFA6-7C1AF04DB557}"/>
              </a:ext>
            </a:extLst>
          </p:cNvPr>
          <p:cNvGrpSpPr/>
          <p:nvPr/>
        </p:nvGrpSpPr>
        <p:grpSpPr>
          <a:xfrm>
            <a:off x="-9786257" y="1719103"/>
            <a:ext cx="9786257" cy="3297006"/>
            <a:chOff x="3412067" y="2286000"/>
            <a:chExt cx="4318001" cy="329700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22467ED-4633-03C8-79F2-64D84008E5A2}"/>
                </a:ext>
              </a:extLst>
            </p:cNvPr>
            <p:cNvSpPr/>
            <p:nvPr/>
          </p:nvSpPr>
          <p:spPr>
            <a:xfrm>
              <a:off x="3412067" y="2286000"/>
              <a:ext cx="4318001" cy="32970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DAC6604-D725-E1C3-F2D4-E49BC1E0CEB8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What is an array?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01711-D22A-0D5B-5C2D-E3EDA7C00B37}"/>
              </a:ext>
            </a:extLst>
          </p:cNvPr>
          <p:cNvSpPr/>
          <p:nvPr/>
        </p:nvSpPr>
        <p:spPr>
          <a:xfrm>
            <a:off x="-9661553" y="2750792"/>
            <a:ext cx="2580330" cy="13674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B88255-5500-E07E-D9E2-D4E7BF406BE5}"/>
              </a:ext>
            </a:extLst>
          </p:cNvPr>
          <p:cNvSpPr/>
          <p:nvPr/>
        </p:nvSpPr>
        <p:spPr>
          <a:xfrm>
            <a:off x="-9421098" y="2750792"/>
            <a:ext cx="9211614" cy="1367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0667A8-6AD5-ACF9-D7E8-C4073A506CA7}"/>
              </a:ext>
            </a:extLst>
          </p:cNvPr>
          <p:cNvSpPr txBox="1"/>
          <p:nvPr/>
        </p:nvSpPr>
        <p:spPr>
          <a:xfrm>
            <a:off x="-9387772" y="2750792"/>
            <a:ext cx="87567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1081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A collection of elements of the same data type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Store multiple values under single variable name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Fixed size throughout the program*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PMingLiU" panose="02020500000000000000" pitchFamily="18" charset="-120"/>
              <a:cs typeface="cmr12"/>
            </a:endParaRPr>
          </a:p>
        </p:txBody>
      </p:sp>
    </p:spTree>
    <p:extLst>
      <p:ext uri="{BB962C8B-B14F-4D97-AF65-F5344CB8AC3E}">
        <p14:creationId xmlns:p14="http://schemas.microsoft.com/office/powerpoint/2010/main" val="3884673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A8028-1CC2-2633-8DAD-E9BAB881E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166CB3AA-C525-C320-9E56-E830BBD3124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7AFD3DF-65B0-A908-5A72-6F70BF6352B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0EE9B10-BA60-FCEC-D2DC-B630E624FC12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0B98BF6-1A6B-BFCA-9E87-2777D4EC0A00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269ABA69-2A8D-3E0F-DDEB-EA278D6272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644AC71-0696-2C8D-1C21-478DC3C6DFE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19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18D6C7F-C3DD-F310-7839-8F61A461B699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Array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F0FED15E-EB67-EF6D-D998-635D073E9D6D}"/>
              </a:ext>
            </a:extLst>
          </p:cNvPr>
          <p:cNvSpPr/>
          <p:nvPr/>
        </p:nvSpPr>
        <p:spPr>
          <a:xfrm>
            <a:off x="273779" y="1719103"/>
            <a:ext cx="11586458" cy="206528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datatype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</a:t>
            </a:r>
            <a:r>
              <a:rPr kumimoji="0" lang="en-ZA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arrayName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[n]</a:t>
            </a:r>
            <a: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=</a:t>
            </a:r>
            <a: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{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element0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element1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element2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, … } ;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BC40F36-A91A-EF62-5D63-0F3350913D85}"/>
              </a:ext>
            </a:extLst>
          </p:cNvPr>
          <p:cNvGrpSpPr/>
          <p:nvPr/>
        </p:nvGrpSpPr>
        <p:grpSpPr>
          <a:xfrm>
            <a:off x="3295675" y="4430486"/>
            <a:ext cx="5667304" cy="2242848"/>
            <a:chOff x="3412067" y="2002533"/>
            <a:chExt cx="4318001" cy="358047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C6CC96A-2F1E-8B37-74F6-36C16754DA36}"/>
                </a:ext>
              </a:extLst>
            </p:cNvPr>
            <p:cNvSpPr/>
            <p:nvPr/>
          </p:nvSpPr>
          <p:spPr>
            <a:xfrm>
              <a:off x="3412067" y="2286000"/>
              <a:ext cx="4318001" cy="32970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marR="0" lvl="0" indent="-34290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v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The datatype of your elements (NB: array is a collection of elements of the same data type.)</a:t>
              </a:r>
              <a:endPara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F70F245-496C-AA5C-A75E-7CEE74E02B7E}"/>
                </a:ext>
              </a:extLst>
            </p:cNvPr>
            <p:cNvSpPr/>
            <p:nvPr/>
          </p:nvSpPr>
          <p:spPr>
            <a:xfrm>
              <a:off x="3412067" y="2002533"/>
              <a:ext cx="4318000" cy="808400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data type</a:t>
              </a:r>
            </a:p>
          </p:txBody>
        </p:sp>
      </p:grp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63884BFE-AF81-08F6-68F7-4700B08CDC2C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>
            <a:off x="2394857" y="2329546"/>
            <a:ext cx="900818" cy="235413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BBB899-3331-AC9F-E229-EAB7B762ADEB}"/>
              </a:ext>
            </a:extLst>
          </p:cNvPr>
          <p:cNvGrpSpPr/>
          <p:nvPr/>
        </p:nvGrpSpPr>
        <p:grpSpPr>
          <a:xfrm>
            <a:off x="-9786257" y="1719103"/>
            <a:ext cx="9786257" cy="3297006"/>
            <a:chOff x="3412067" y="2286000"/>
            <a:chExt cx="4318001" cy="3297006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0DABEB1-B936-459A-BBE2-AD76A217ABDF}"/>
                </a:ext>
              </a:extLst>
            </p:cNvPr>
            <p:cNvSpPr/>
            <p:nvPr/>
          </p:nvSpPr>
          <p:spPr>
            <a:xfrm>
              <a:off x="3412067" y="2286000"/>
              <a:ext cx="4318001" cy="32970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F2D3646-07F7-8B56-9CCE-49477418BE10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What is an array?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513D33B4-15B9-2BB8-2CCC-6C443EBE493D}"/>
              </a:ext>
            </a:extLst>
          </p:cNvPr>
          <p:cNvSpPr/>
          <p:nvPr/>
        </p:nvSpPr>
        <p:spPr>
          <a:xfrm>
            <a:off x="-9661553" y="2750792"/>
            <a:ext cx="2580330" cy="13674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5FD858A-8B1B-77F4-FEDF-C99486353893}"/>
              </a:ext>
            </a:extLst>
          </p:cNvPr>
          <p:cNvSpPr/>
          <p:nvPr/>
        </p:nvSpPr>
        <p:spPr>
          <a:xfrm>
            <a:off x="-9421098" y="2750792"/>
            <a:ext cx="9211614" cy="1367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B12DDC-7615-1244-7775-199978FA13FC}"/>
              </a:ext>
            </a:extLst>
          </p:cNvPr>
          <p:cNvSpPr txBox="1"/>
          <p:nvPr/>
        </p:nvSpPr>
        <p:spPr>
          <a:xfrm>
            <a:off x="-9387772" y="2750792"/>
            <a:ext cx="87567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1081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A collection of elements of the same data type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Store multiple values under single variable name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Fixed size throughout the program*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PMingLiU" panose="02020500000000000000" pitchFamily="18" charset="-120"/>
              <a:cs typeface="cmr12"/>
            </a:endParaRPr>
          </a:p>
        </p:txBody>
      </p:sp>
    </p:spTree>
    <p:extLst>
      <p:ext uri="{BB962C8B-B14F-4D97-AF65-F5344CB8AC3E}">
        <p14:creationId xmlns:p14="http://schemas.microsoft.com/office/powerpoint/2010/main" val="1161094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1036A-04B9-7E84-B759-E7BA0B557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F7BF9BD2-F639-D76F-3977-1BB3B4AB375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4BD19EA-2D6D-3D44-BDE2-041A8687296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CA44270-50D6-7FD1-5D53-5FFA3F16DBE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04A4E91-E756-97F0-515A-0BE901224D4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9AF4C04B-BEFC-8A63-FF0E-AC4151FD73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E453A53-E3E4-A28C-757A-55955D6C57E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19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77F342E-3C48-38D6-885F-783A44654F3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Array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4B718F5-DF39-7FFF-CA3A-811857E13A71}"/>
              </a:ext>
            </a:extLst>
          </p:cNvPr>
          <p:cNvSpPr/>
          <p:nvPr/>
        </p:nvSpPr>
        <p:spPr>
          <a:xfrm>
            <a:off x="273779" y="1719103"/>
            <a:ext cx="11586458" cy="206528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datatype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</a:t>
            </a:r>
            <a:r>
              <a:rPr kumimoji="0" lang="en-ZA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arrayName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[n]</a:t>
            </a:r>
            <a: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=</a:t>
            </a:r>
            <a: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{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element0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element1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element2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, … } ;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C39F07F-0E00-3B9C-31D2-72007FA5B9CC}"/>
              </a:ext>
            </a:extLst>
          </p:cNvPr>
          <p:cNvGrpSpPr/>
          <p:nvPr/>
        </p:nvGrpSpPr>
        <p:grpSpPr>
          <a:xfrm>
            <a:off x="3295675" y="4430486"/>
            <a:ext cx="5667304" cy="2242848"/>
            <a:chOff x="3412067" y="2002533"/>
            <a:chExt cx="4318001" cy="358047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77D7BEC-98C5-92E1-AEDC-7E10125626BC}"/>
                </a:ext>
              </a:extLst>
            </p:cNvPr>
            <p:cNvSpPr/>
            <p:nvPr/>
          </p:nvSpPr>
          <p:spPr>
            <a:xfrm>
              <a:off x="3412067" y="2286000"/>
              <a:ext cx="4318001" cy="32970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marR="0" lvl="0" indent="-34290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v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Identifier for your array, i.e., how’s it’s identified by the compiler</a:t>
              </a:r>
              <a:endPara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07E4DA-6644-1B25-882E-F9417CBEB397}"/>
                </a:ext>
              </a:extLst>
            </p:cNvPr>
            <p:cNvSpPr/>
            <p:nvPr/>
          </p:nvSpPr>
          <p:spPr>
            <a:xfrm>
              <a:off x="3412067" y="2002533"/>
              <a:ext cx="4318000" cy="808400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Array name</a:t>
              </a:r>
            </a:p>
          </p:txBody>
        </p:sp>
      </p:grp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7DDD14A5-6A9C-EB07-91A7-D8760F546ED1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 flipH="1">
            <a:off x="3295674" y="2249950"/>
            <a:ext cx="1276321" cy="2433733"/>
          </a:xfrm>
          <a:prstGeom prst="bentConnector4">
            <a:avLst>
              <a:gd name="adj1" fmla="val -17911"/>
              <a:gd name="adj2" fmla="val 552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78AF57F-1B01-607F-662B-FD582325A9A6}"/>
              </a:ext>
            </a:extLst>
          </p:cNvPr>
          <p:cNvGrpSpPr/>
          <p:nvPr/>
        </p:nvGrpSpPr>
        <p:grpSpPr>
          <a:xfrm>
            <a:off x="-9786257" y="1719103"/>
            <a:ext cx="9786257" cy="3297006"/>
            <a:chOff x="3412067" y="2286000"/>
            <a:chExt cx="4318001" cy="329700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CF38FB4-4052-E71F-B270-003F298EED0C}"/>
                </a:ext>
              </a:extLst>
            </p:cNvPr>
            <p:cNvSpPr/>
            <p:nvPr/>
          </p:nvSpPr>
          <p:spPr>
            <a:xfrm>
              <a:off x="3412067" y="2286000"/>
              <a:ext cx="4318001" cy="32970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1354BBF-0848-AD19-347F-2C3A9DF34A0E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What is an array?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F66B6B8-1B6E-1D5F-A23F-D515E94FA2BF}"/>
              </a:ext>
            </a:extLst>
          </p:cNvPr>
          <p:cNvSpPr/>
          <p:nvPr/>
        </p:nvSpPr>
        <p:spPr>
          <a:xfrm>
            <a:off x="-9661553" y="2750792"/>
            <a:ext cx="2580330" cy="13674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41771E-AD05-1AEE-A003-7654C9F4F7C3}"/>
              </a:ext>
            </a:extLst>
          </p:cNvPr>
          <p:cNvSpPr/>
          <p:nvPr/>
        </p:nvSpPr>
        <p:spPr>
          <a:xfrm>
            <a:off x="-9421098" y="2750792"/>
            <a:ext cx="9211614" cy="1367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314587-C0B4-A279-D706-1A28A3CB066B}"/>
              </a:ext>
            </a:extLst>
          </p:cNvPr>
          <p:cNvSpPr txBox="1"/>
          <p:nvPr/>
        </p:nvSpPr>
        <p:spPr>
          <a:xfrm>
            <a:off x="-9387772" y="2750792"/>
            <a:ext cx="87567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1081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A collection of elements of the same data type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Store multiple values under single variable name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Fixed size throughout the program*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PMingLiU" panose="02020500000000000000" pitchFamily="18" charset="-120"/>
              <a:cs typeface="cmr12"/>
            </a:endParaRPr>
          </a:p>
        </p:txBody>
      </p:sp>
    </p:spTree>
    <p:extLst>
      <p:ext uri="{BB962C8B-B14F-4D97-AF65-F5344CB8AC3E}">
        <p14:creationId xmlns:p14="http://schemas.microsoft.com/office/powerpoint/2010/main" val="2269612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7DBE2-0B86-8D1F-7B2D-B12C77087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40C79216-DD8C-7149-2756-E6AF51A2BE1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14537D0-A7D8-C34D-CA07-611B03800B0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7789A62-2653-5CC9-5EA9-EAA5D99FD04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4D4C68A-5F1E-C148-1210-50326806495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593917DE-9427-3481-F404-FA7989D55A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23C4645-58C0-D6EA-9E1F-C231C737B5A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19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7C0D8D4-AD4B-BF63-5DC9-CEB316A0A993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Array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8DE2695-7C8D-6ED6-E07F-9763A5696E4E}"/>
              </a:ext>
            </a:extLst>
          </p:cNvPr>
          <p:cNvSpPr/>
          <p:nvPr/>
        </p:nvSpPr>
        <p:spPr>
          <a:xfrm>
            <a:off x="273779" y="1719103"/>
            <a:ext cx="11586458" cy="206528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datatype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</a:t>
            </a:r>
            <a:r>
              <a:rPr kumimoji="0" lang="en-ZA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arrayName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[n]</a:t>
            </a:r>
            <a: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=</a:t>
            </a:r>
            <a: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{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element0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element1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element2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, … } ;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3187BF-0E04-3E7B-1A69-FBBA15510AB3}"/>
              </a:ext>
            </a:extLst>
          </p:cNvPr>
          <p:cNvGrpSpPr/>
          <p:nvPr/>
        </p:nvGrpSpPr>
        <p:grpSpPr>
          <a:xfrm>
            <a:off x="3295675" y="4408714"/>
            <a:ext cx="5667304" cy="2264620"/>
            <a:chOff x="3412067" y="1967776"/>
            <a:chExt cx="4318001" cy="361523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3495B1-C149-4DA2-94DA-D8BAD6D31006}"/>
                </a:ext>
              </a:extLst>
            </p:cNvPr>
            <p:cNvSpPr/>
            <p:nvPr/>
          </p:nvSpPr>
          <p:spPr>
            <a:xfrm>
              <a:off x="3412067" y="2286000"/>
              <a:ext cx="4318001" cy="32970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marR="0" lvl="0" indent="-34290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v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Values that are collected by the array and their indexes (position in the array)</a:t>
              </a:r>
              <a:endPara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00540C0-16AA-0AA9-4E76-61138828AF95}"/>
                </a:ext>
              </a:extLst>
            </p:cNvPr>
            <p:cNvSpPr/>
            <p:nvPr/>
          </p:nvSpPr>
          <p:spPr>
            <a:xfrm>
              <a:off x="3412067" y="1967776"/>
              <a:ext cx="4318000" cy="843157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Elements of the array</a:t>
              </a:r>
            </a:p>
          </p:txBody>
        </p:sp>
      </p:grp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6650B1E3-AA2D-C3EA-43FB-70040CEC47D8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 flipH="1">
            <a:off x="3295674" y="3526974"/>
            <a:ext cx="1134807" cy="1145823"/>
          </a:xfrm>
          <a:prstGeom prst="bentConnector4">
            <a:avLst>
              <a:gd name="adj1" fmla="val -20144"/>
              <a:gd name="adj2" fmla="val 615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0" name="Slide Zoom 19">
                <a:extLst>
                  <a:ext uri="{FF2B5EF4-FFF2-40B4-BE49-F238E27FC236}">
                    <a16:creationId xmlns:a16="http://schemas.microsoft.com/office/drawing/2014/main" id="{D2493EEA-3938-F9BD-B470-7DDC5887095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736201" y="3112865"/>
              <a:ext cx="1124036" cy="632270"/>
            </p:xfrm>
            <a:graphic>
              <a:graphicData uri="http://schemas.microsoft.com/office/powerpoint/2016/slidezoom">
                <pslz:sldZm>
                  <pslz:sldZmObj sldId="600" cId="866537463">
                    <pslz:zmPr id="{7F85803A-761D-42E1-8C74-81FDA1A3D857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124036" cy="63227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0" name="Slide Zoom 19">
                <a:extLst>
                  <a:ext uri="{FF2B5EF4-FFF2-40B4-BE49-F238E27FC236}">
                    <a16:creationId xmlns:a16="http://schemas.microsoft.com/office/drawing/2014/main" id="{D2493EEA-3938-F9BD-B470-7DDC5887095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36201" y="3112865"/>
                <a:ext cx="1124036" cy="63227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9A6FE307-5B49-824D-DAE0-F6E5C699963C}"/>
              </a:ext>
            </a:extLst>
          </p:cNvPr>
          <p:cNvGrpSpPr/>
          <p:nvPr/>
        </p:nvGrpSpPr>
        <p:grpSpPr>
          <a:xfrm>
            <a:off x="-9786257" y="1719103"/>
            <a:ext cx="9786257" cy="3297006"/>
            <a:chOff x="3412067" y="2286000"/>
            <a:chExt cx="4318001" cy="329700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3E2E34F-9437-C8D3-4CA8-21614D62399C}"/>
                </a:ext>
              </a:extLst>
            </p:cNvPr>
            <p:cNvSpPr/>
            <p:nvPr/>
          </p:nvSpPr>
          <p:spPr>
            <a:xfrm>
              <a:off x="3412067" y="2286000"/>
              <a:ext cx="4318001" cy="32970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F3C6991-BA3A-E297-3A70-833FF527CEA2}"/>
                </a:ext>
              </a:extLst>
            </p:cNvPr>
            <p:cNvSpPr/>
            <p:nvPr/>
          </p:nvSpPr>
          <p:spPr>
            <a:xfrm>
              <a:off x="3412067" y="2286000"/>
              <a:ext cx="4318000" cy="524933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What is an array?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2FDC4B94-01A4-1EF5-1E62-9B83321580D2}"/>
              </a:ext>
            </a:extLst>
          </p:cNvPr>
          <p:cNvSpPr/>
          <p:nvPr/>
        </p:nvSpPr>
        <p:spPr>
          <a:xfrm>
            <a:off x="-9661553" y="2750792"/>
            <a:ext cx="2580330" cy="13674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B138C8-DB4E-CC56-3C4E-8BD7ADFBC60E}"/>
              </a:ext>
            </a:extLst>
          </p:cNvPr>
          <p:cNvSpPr/>
          <p:nvPr/>
        </p:nvSpPr>
        <p:spPr>
          <a:xfrm>
            <a:off x="-9421098" y="2750792"/>
            <a:ext cx="9211614" cy="1367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66FFEC-52B1-3695-4565-0947F847E477}"/>
              </a:ext>
            </a:extLst>
          </p:cNvPr>
          <p:cNvSpPr txBox="1"/>
          <p:nvPr/>
        </p:nvSpPr>
        <p:spPr>
          <a:xfrm>
            <a:off x="-9387772" y="2750792"/>
            <a:ext cx="87567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1081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A collection of elements of the same data type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Store multiple values under single variable name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Fixed size throughout the program*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PMingLiU" panose="02020500000000000000" pitchFamily="18" charset="-120"/>
              <a:cs typeface="cmr12"/>
            </a:endParaRPr>
          </a:p>
        </p:txBody>
      </p:sp>
    </p:spTree>
    <p:extLst>
      <p:ext uri="{BB962C8B-B14F-4D97-AF65-F5344CB8AC3E}">
        <p14:creationId xmlns:p14="http://schemas.microsoft.com/office/powerpoint/2010/main" val="1703467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1D8A67-1730-DA02-CB14-59163277DDC0}"/>
              </a:ext>
            </a:extLst>
          </p:cNvPr>
          <p:cNvSpPr txBox="1"/>
          <p:nvPr/>
        </p:nvSpPr>
        <p:spPr>
          <a:xfrm>
            <a:off x="965818" y="618763"/>
            <a:ext cx="21505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Example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Array of integers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D20647-4B40-47AA-07D9-A653D4138D0F}"/>
              </a:ext>
            </a:extLst>
          </p:cNvPr>
          <p:cNvSpPr/>
          <p:nvPr/>
        </p:nvSpPr>
        <p:spPr>
          <a:xfrm>
            <a:off x="174172" y="576943"/>
            <a:ext cx="3722914" cy="606334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974C66-B42D-F4E4-2906-E99485C971FF}"/>
              </a:ext>
            </a:extLst>
          </p:cNvPr>
          <p:cNvSpPr txBox="1"/>
          <p:nvPr/>
        </p:nvSpPr>
        <p:spPr>
          <a:xfrm>
            <a:off x="5127172" y="628314"/>
            <a:ext cx="14157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Example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8A1D07-2AF5-19CF-5F4E-0B057AADA4E2}"/>
              </a:ext>
            </a:extLst>
          </p:cNvPr>
          <p:cNvSpPr/>
          <p:nvPr/>
        </p:nvSpPr>
        <p:spPr>
          <a:xfrm>
            <a:off x="4153238" y="576943"/>
            <a:ext cx="3722914" cy="364671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40F8B6-2BC6-5EB5-D772-5737EA1F717A}"/>
              </a:ext>
            </a:extLst>
          </p:cNvPr>
          <p:cNvSpPr txBox="1"/>
          <p:nvPr/>
        </p:nvSpPr>
        <p:spPr>
          <a:xfrm>
            <a:off x="8960154" y="628314"/>
            <a:ext cx="20607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Example 3: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character arrays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799ABB-E59C-BFE7-E5E4-4AC47E7A7D16}"/>
              </a:ext>
            </a:extLst>
          </p:cNvPr>
          <p:cNvSpPr/>
          <p:nvPr/>
        </p:nvSpPr>
        <p:spPr>
          <a:xfrm>
            <a:off x="8198154" y="576943"/>
            <a:ext cx="3906760" cy="364671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47F1C59-D13A-C973-759F-D8424CCC8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327" y="3159105"/>
            <a:ext cx="1655261" cy="33497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158FBA-9EF6-4154-B06D-A5BDAC996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28" y="1439370"/>
            <a:ext cx="3531401" cy="153835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6AA20ED-5FCF-337B-001B-57498EE53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540" y="1635313"/>
            <a:ext cx="3697988" cy="218557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FF882DD-B75E-3B63-E91D-AC1B60FBC70C}"/>
              </a:ext>
            </a:extLst>
          </p:cNvPr>
          <p:cNvSpPr txBox="1"/>
          <p:nvPr/>
        </p:nvSpPr>
        <p:spPr>
          <a:xfrm>
            <a:off x="4525786" y="987461"/>
            <a:ext cx="2891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Array of floats/doubles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B144C52-4AC5-E239-C049-73F39A223C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3572"/>
          <a:stretch>
            <a:fillRect/>
          </a:stretch>
        </p:blipFill>
        <p:spPr>
          <a:xfrm>
            <a:off x="4258052" y="2166937"/>
            <a:ext cx="3492578" cy="195306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B042E50-9CB5-1390-E07C-1462C619FB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6058" y="4355358"/>
            <a:ext cx="6424456" cy="242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537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ECCE-885B-1713-9CA4-49BB7B82D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72CCB-74DF-FD24-5A7B-6B17BE7A576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FE8508F-AE74-9051-7171-8C9D7D6A346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6384E0B-E5E6-E7A7-99B8-15A969749F0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B73E1C7-9485-E906-2AC5-0B947A9A84F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3099372D-952D-A832-4A7E-FB8D4E5A00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6C2C433-1A17-4D57-CD9B-365DA2B1BA6E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19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323F227-A69F-97DC-4D4E-FEA4B42E53AF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Array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4566185-4D21-EE0F-D659-BA64097EFB5B}"/>
              </a:ext>
            </a:extLst>
          </p:cNvPr>
          <p:cNvSpPr txBox="1"/>
          <p:nvPr/>
        </p:nvSpPr>
        <p:spPr>
          <a:xfrm>
            <a:off x="2993540" y="1045905"/>
            <a:ext cx="62715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Initialising arrays rules</a:t>
            </a:r>
            <a:endParaRPr kumimoji="0" lang="en-ZA" sz="4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E25640-7A16-6C66-C51D-A23FF03BC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499" y="1902452"/>
            <a:ext cx="9267001" cy="477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43859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22065-0906-6221-B171-8658872F6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15D17F0C-D646-AE09-38E4-5265D1A16C9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BB68411-C44A-D268-EFD0-AB608174290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97B4984-D224-368F-E460-9A2DAB12FD7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867D585-4A8A-65A4-10BF-D588D9F1662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F5BC2010-AC3A-9CA4-870D-299C599835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D726E00-7B8F-D71F-0701-9DA599961EC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19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E335569-6475-DCB9-ED44-44792546C405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Array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D322D4C-5ED4-242A-A5E5-8DB455430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234" y="1946851"/>
            <a:ext cx="8546186" cy="46301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A2ABEF-40B3-4165-6789-929DA78AE3FD}"/>
              </a:ext>
            </a:extLst>
          </p:cNvPr>
          <p:cNvSpPr txBox="1"/>
          <p:nvPr/>
        </p:nvSpPr>
        <p:spPr>
          <a:xfrm>
            <a:off x="1674997" y="1045905"/>
            <a:ext cx="98907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Perform arithmetic with arrays</a:t>
            </a:r>
            <a:endParaRPr kumimoji="0" lang="en-ZA" sz="4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856003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B27EE-653C-10CA-95F8-203A05218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4B4DFB2A-A8E5-445F-691A-4D31807FF47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BADE3BC-B967-A31C-2CF3-68FF4F5E461C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114DC5A-A5F2-984E-E36B-C828A743829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0EDB956-8896-F2E3-44B9-5DC9DD4754E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8941A1DD-3B13-8791-0383-091A1F874C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BB0C1BF-23D6-BF00-BF99-3B934E3B88D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19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D3176EB-EF4B-A1C2-F52A-A50B7EA4BA44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Array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CF93075-B4C0-37BF-E6D0-6E72C5BF8339}"/>
              </a:ext>
            </a:extLst>
          </p:cNvPr>
          <p:cNvSpPr txBox="1"/>
          <p:nvPr/>
        </p:nvSpPr>
        <p:spPr>
          <a:xfrm>
            <a:off x="1674997" y="1045905"/>
            <a:ext cx="98907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Perform arithmetic with arrays</a:t>
            </a:r>
            <a:endParaRPr kumimoji="0" lang="en-ZA" sz="4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08B1C-C002-FEE5-60E6-6DC14AE32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454" y="1946851"/>
            <a:ext cx="9293745" cy="470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64661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75070-D3DA-19AB-8D24-EF0A2FA60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D4DFBD68-9060-77D2-4DE4-3E37D6C2212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1033209-0F23-819A-4640-9C886726648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2158124-59EA-CFF5-287A-35BF219B43D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1397B81-FECF-B754-FDBE-9835159AF38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570F4C85-0BFC-7612-874C-410F4BF534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00C1878-B52F-DDB5-D35F-717F125051D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19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1EA4896-E39F-238D-4EB7-EF4E947FFBAE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Array: examples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C628932-C99E-97B9-C6BE-56B19E807D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93"/>
          <a:stretch>
            <a:fillRect/>
          </a:stretch>
        </p:blipFill>
        <p:spPr>
          <a:xfrm>
            <a:off x="2286212" y="914400"/>
            <a:ext cx="6933988" cy="1143585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5376690B-C93D-CCD8-023D-65A2C0E17A0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52484" y="2020483"/>
              <a:ext cx="8600030" cy="4837517"/>
            </p:xfrm>
            <a:graphic>
              <a:graphicData uri="http://schemas.microsoft.com/office/powerpoint/2016/slidezoom">
                <pslz:sldZm>
                  <pslz:sldZmObj sldId="609" cId="3882262464">
                    <pslz:zmPr id="{DED16AD8-86A3-445F-B6D5-5C9DAB1CD945}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600030" cy="4837517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extLst>
                  <a:ext uri="{FF2B5EF4-FFF2-40B4-BE49-F238E27FC236}">
                    <a16:creationId xmlns:a16="http://schemas.microsoft.com/office/drawing/2014/main" id="{5376690B-C93D-CCD8-023D-65A2C0E17A0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52484" y="2020483"/>
                <a:ext cx="8600030" cy="483751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280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D89732-BBE5-832F-0545-058F0F344F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0"/>
          <a:stretch>
            <a:fillRect/>
          </a:stretch>
        </p:blipFill>
        <p:spPr>
          <a:xfrm>
            <a:off x="2096342" y="125462"/>
            <a:ext cx="7999315" cy="45787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F1F2CE-5FAA-2486-FDF6-64A2CF157A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8" t="6109"/>
          <a:stretch>
            <a:fillRect/>
          </a:stretch>
        </p:blipFill>
        <p:spPr>
          <a:xfrm>
            <a:off x="2096342" y="4539343"/>
            <a:ext cx="7293429" cy="231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262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166AD-BDCF-629C-D652-781980D69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75196452-7D4E-6BEB-1CE6-84B21DCB056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75E420C-D2E4-D58F-E760-FBE9E794646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73FC197-1DF5-0E9C-933C-4ABAA09C527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E544A47-7D9E-6F33-59D6-520B870BB6E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E4357194-3C4C-2F0E-840E-8D6BB74081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9457925-36D3-E199-3DA7-8147B47E3E8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19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CAFEA60-268B-5E00-A1D6-DAAF289430CF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Array: examples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BED0057-04E4-769F-E8C0-994EB28F9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180" y="914400"/>
            <a:ext cx="9206294" cy="1836296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BF917E6C-F01F-2E10-831A-44F99614FCC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30912" y="2585021"/>
              <a:ext cx="7439701" cy="4184832"/>
            </p:xfrm>
            <a:graphic>
              <a:graphicData uri="http://schemas.microsoft.com/office/powerpoint/2016/slidezoom">
                <pslz:sldZm>
                  <pslz:sldZmObj sldId="611" cId="292365743">
                    <pslz:zmPr id="{64BF498B-52DF-4401-8453-150BAF98C647}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439701" cy="4184832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Slide Zoom 5">
                <a:extLst>
                  <a:ext uri="{FF2B5EF4-FFF2-40B4-BE49-F238E27FC236}">
                    <a16:creationId xmlns:a16="http://schemas.microsoft.com/office/drawing/2014/main" id="{BF917E6C-F01F-2E10-831A-44F99614FCC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30912" y="2585021"/>
                <a:ext cx="7439701" cy="418483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188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9BAA69-A061-56F1-7AF8-049DA371C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9" y="117512"/>
            <a:ext cx="7515490" cy="67404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9E97CB-B910-AD6F-92A1-3AD269B1A5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2307"/>
          <a:stretch>
            <a:fillRect/>
          </a:stretch>
        </p:blipFill>
        <p:spPr>
          <a:xfrm>
            <a:off x="7509352" y="1578428"/>
            <a:ext cx="4606149" cy="308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65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1990</TotalTime>
  <Words>710</Words>
  <Application>Microsoft Office PowerPoint</Application>
  <PresentationFormat>Widescreen</PresentationFormat>
  <Paragraphs>253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Bradley Hand ITC</vt:lpstr>
      <vt:lpstr>LM Roman 12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2026-08-19T08:26:40Z</dcterms:created>
  <dcterms:modified xsi:type="dcterms:W3CDTF">2026-08-20T17:37:08Z</dcterms:modified>
</cp:coreProperties>
</file>