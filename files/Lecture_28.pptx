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1"/>
  </p:notesMasterIdLst>
  <p:sldIdLst>
    <p:sldId id="597" r:id="rId2"/>
    <p:sldId id="637" r:id="rId3"/>
    <p:sldId id="658" r:id="rId4"/>
    <p:sldId id="659" r:id="rId5"/>
    <p:sldId id="660" r:id="rId6"/>
    <p:sldId id="661" r:id="rId7"/>
    <p:sldId id="662" r:id="rId8"/>
    <p:sldId id="663" r:id="rId9"/>
    <p:sldId id="664" r:id="rId10"/>
    <p:sldId id="665" r:id="rId11"/>
    <p:sldId id="666" r:id="rId12"/>
    <p:sldId id="629" r:id="rId13"/>
    <p:sldId id="667" r:id="rId14"/>
    <p:sldId id="668" r:id="rId15"/>
    <p:sldId id="669" r:id="rId16"/>
    <p:sldId id="675" r:id="rId17"/>
    <p:sldId id="670" r:id="rId18"/>
    <p:sldId id="671" r:id="rId19"/>
    <p:sldId id="672" r:id="rId20"/>
    <p:sldId id="673" r:id="rId21"/>
    <p:sldId id="674" r:id="rId22"/>
    <p:sldId id="676" r:id="rId23"/>
    <p:sldId id="677" r:id="rId24"/>
    <p:sldId id="678" r:id="rId25"/>
    <p:sldId id="679" r:id="rId26"/>
    <p:sldId id="655" r:id="rId27"/>
    <p:sldId id="627" r:id="rId28"/>
    <p:sldId id="626" r:id="rId29"/>
    <p:sldId id="609" r:id="rId3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350754-B909-4464-A4D4-107B05C1322F}" v="48" dt="2026-10-12T06:42:55.66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77" d="100"/>
          <a:sy n="77" d="100"/>
        </p:scale>
        <p:origin x="43" y="30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hobo, IL, Dr [ilkhobo@sun.ac.za]" userId="b519a442-dcea-4a28-9c45-7e29f1df5837" providerId="ADAL" clId="{8BC8A5CF-2DB3-45E9-BF57-F2ED810C291E}"/>
    <pc:docChg chg="undo redo custSel addSld delSld modSld sldOrd">
      <pc:chgData name="Khobo, IL, Dr [ilkhobo@sun.ac.za]" userId="b519a442-dcea-4a28-9c45-7e29f1df5837" providerId="ADAL" clId="{8BC8A5CF-2DB3-45E9-BF57-F2ED810C291E}" dt="2026-10-12T06:43:31.188" v="8338" actId="22"/>
      <pc:docMkLst>
        <pc:docMk/>
      </pc:docMkLst>
      <pc:sldChg chg="modSp mod modNotesTx">
        <pc:chgData name="Khobo, IL, Dr [ilkhobo@sun.ac.za]" userId="b519a442-dcea-4a28-9c45-7e29f1df5837" providerId="ADAL" clId="{8BC8A5CF-2DB3-45E9-BF57-F2ED810C291E}" dt="2026-10-11T14:01:43.883" v="7474" actId="20577"/>
        <pc:sldMkLst>
          <pc:docMk/>
          <pc:sldMk cId="2601401026" sldId="597"/>
        </pc:sldMkLst>
        <pc:spChg chg="mod">
          <ac:chgData name="Khobo, IL, Dr [ilkhobo@sun.ac.za]" userId="b519a442-dcea-4a28-9c45-7e29f1df5837" providerId="ADAL" clId="{8BC8A5CF-2DB3-45E9-BF57-F2ED810C291E}" dt="2026-09-15T10:02:44.178" v="55" actId="1076"/>
          <ac:spMkLst>
            <pc:docMk/>
            <pc:sldMk cId="2601401026" sldId="597"/>
            <ac:spMk id="13" creationId="{20076924-44A7-AFA3-D2D3-FEB8DE4DD9A9}"/>
          </ac:spMkLst>
        </pc:spChg>
        <pc:spChg chg="mod">
          <ac:chgData name="Khobo, IL, Dr [ilkhobo@sun.ac.za]" userId="b519a442-dcea-4a28-9c45-7e29f1df5837" providerId="ADAL" clId="{8BC8A5CF-2DB3-45E9-BF57-F2ED810C291E}" dt="2026-10-11T14:01:16.546" v="7470" actId="20577"/>
          <ac:spMkLst>
            <pc:docMk/>
            <pc:sldMk cId="2601401026" sldId="597"/>
            <ac:spMk id="17" creationId="{7EC74C40-289A-CA47-2A9E-CB243EF9FF06}"/>
          </ac:spMkLst>
        </pc:spChg>
        <pc:spChg chg="mod">
          <ac:chgData name="Khobo, IL, Dr [ilkhobo@sun.ac.za]" userId="b519a442-dcea-4a28-9c45-7e29f1df5837" providerId="ADAL" clId="{8BC8A5CF-2DB3-45E9-BF57-F2ED810C291E}" dt="2026-10-11T14:01:43.883" v="7474" actId="20577"/>
          <ac:spMkLst>
            <pc:docMk/>
            <pc:sldMk cId="2601401026" sldId="597"/>
            <ac:spMk id="34" creationId="{593DD671-6E7B-06CE-9A2D-78AB0133EE61}"/>
          </ac:spMkLst>
        </pc:spChg>
      </pc:sldChg>
      <pc:sldChg chg="del">
        <pc:chgData name="Khobo, IL, Dr [ilkhobo@sun.ac.za]" userId="b519a442-dcea-4a28-9c45-7e29f1df5837" providerId="ADAL" clId="{8BC8A5CF-2DB3-45E9-BF57-F2ED810C291E}" dt="2026-10-11T14:02:04.430" v="7475" actId="47"/>
        <pc:sldMkLst>
          <pc:docMk/>
          <pc:sldMk cId="3208347062" sldId="598"/>
        </pc:sldMkLst>
      </pc:sldChg>
      <pc:sldChg chg="addSp delSp modSp del mod addAnim delAnim modAnim">
        <pc:chgData name="Khobo, IL, Dr [ilkhobo@sun.ac.za]" userId="b519a442-dcea-4a28-9c45-7e29f1df5837" providerId="ADAL" clId="{8BC8A5CF-2DB3-45E9-BF57-F2ED810C291E}" dt="2026-10-11T14:02:04.430" v="7475" actId="47"/>
        <pc:sldMkLst>
          <pc:docMk/>
          <pc:sldMk cId="4217422227" sldId="599"/>
        </pc:sldMkLst>
      </pc:sldChg>
      <pc:sldChg chg="addSp delSp modSp mod">
        <pc:chgData name="Khobo, IL, Dr [ilkhobo@sun.ac.za]" userId="b519a442-dcea-4a28-9c45-7e29f1df5837" providerId="ADAL" clId="{8BC8A5CF-2DB3-45E9-BF57-F2ED810C291E}" dt="2026-10-11T20:23:02.269" v="8167" actId="22"/>
        <pc:sldMkLst>
          <pc:docMk/>
          <pc:sldMk cId="338082082" sldId="609"/>
        </pc:sldMkLst>
        <pc:spChg chg="mod">
          <ac:chgData name="Khobo, IL, Dr [ilkhobo@sun.ac.za]" userId="b519a442-dcea-4a28-9c45-7e29f1df5837" providerId="ADAL" clId="{8BC8A5CF-2DB3-45E9-BF57-F2ED810C291E}" dt="2026-10-01T20:17:50.837" v="4424"/>
          <ac:spMkLst>
            <pc:docMk/>
            <pc:sldMk cId="338082082" sldId="609"/>
            <ac:spMk id="28" creationId="{431794E6-39B0-77BC-44D9-E8CE60CBBD30}"/>
          </ac:spMkLst>
        </pc:spChg>
        <pc:spChg chg="mod">
          <ac:chgData name="Khobo, IL, Dr [ilkhobo@sun.ac.za]" userId="b519a442-dcea-4a28-9c45-7e29f1df5837" providerId="ADAL" clId="{8BC8A5CF-2DB3-45E9-BF57-F2ED810C291E}" dt="2026-10-01T20:17:50.837" v="4424"/>
          <ac:spMkLst>
            <pc:docMk/>
            <pc:sldMk cId="338082082" sldId="609"/>
            <ac:spMk id="30" creationId="{BA0B0B3F-2013-3D29-8717-26133D80F40E}"/>
          </ac:spMkLst>
        </pc:spChg>
        <pc:spChg chg="mod">
          <ac:chgData name="Khobo, IL, Dr [ilkhobo@sun.ac.za]" userId="b519a442-dcea-4a28-9c45-7e29f1df5837" providerId="ADAL" clId="{8BC8A5CF-2DB3-45E9-BF57-F2ED810C291E}" dt="2026-10-11T18:18:03.375" v="7956" actId="20577"/>
          <ac:spMkLst>
            <pc:docMk/>
            <pc:sldMk cId="338082082" sldId="609"/>
            <ac:spMk id="34" creationId="{F1E50580-54BF-5667-527F-E6168B0C7A2F}"/>
          </ac:spMkLst>
        </pc:spChg>
        <pc:spChg chg="mod">
          <ac:chgData name="Khobo, IL, Dr [ilkhobo@sun.ac.za]" userId="b519a442-dcea-4a28-9c45-7e29f1df5837" providerId="ADAL" clId="{8BC8A5CF-2DB3-45E9-BF57-F2ED810C291E}" dt="2026-10-04T13:42:39.793" v="5128" actId="20577"/>
          <ac:spMkLst>
            <pc:docMk/>
            <pc:sldMk cId="338082082" sldId="609"/>
            <ac:spMk id="36" creationId="{9BF15938-D2FF-3104-FE0A-AD538A4A67F6}"/>
          </ac:spMkLst>
        </pc:spChg>
        <pc:grpChg chg="mod">
          <ac:chgData name="Khobo, IL, Dr [ilkhobo@sun.ac.za]" userId="b519a442-dcea-4a28-9c45-7e29f1df5837" providerId="ADAL" clId="{8BC8A5CF-2DB3-45E9-BF57-F2ED810C291E}" dt="2026-10-01T20:17:50.837" v="4424"/>
          <ac:grpSpMkLst>
            <pc:docMk/>
            <pc:sldMk cId="338082082" sldId="609"/>
            <ac:grpSpMk id="35" creationId="{152F0199-B4EA-2CFC-0C4C-DD09C9119D02}"/>
          </ac:grpSpMkLst>
        </pc:grpChg>
        <pc:grpChg chg="mod">
          <ac:chgData name="Khobo, IL, Dr [ilkhobo@sun.ac.za]" userId="b519a442-dcea-4a28-9c45-7e29f1df5837" providerId="ADAL" clId="{8BC8A5CF-2DB3-45E9-BF57-F2ED810C291E}" dt="2026-10-01T20:17:50.837" v="4424"/>
          <ac:grpSpMkLst>
            <pc:docMk/>
            <pc:sldMk cId="338082082" sldId="609"/>
            <ac:grpSpMk id="37" creationId="{BEC73604-5FD7-BFC5-D35B-DD75FBDED9FA}"/>
          </ac:grpSpMkLst>
        </pc:grpChg>
        <pc:picChg chg="add">
          <ac:chgData name="Khobo, IL, Dr [ilkhobo@sun.ac.za]" userId="b519a442-dcea-4a28-9c45-7e29f1df5837" providerId="ADAL" clId="{8BC8A5CF-2DB3-45E9-BF57-F2ED810C291E}" dt="2026-10-11T20:23:02.269" v="8167" actId="22"/>
          <ac:picMkLst>
            <pc:docMk/>
            <pc:sldMk cId="338082082" sldId="609"/>
            <ac:picMk id="3" creationId="{FA6772A2-59A3-0F2D-A329-CA02B3120014}"/>
          </ac:picMkLst>
        </pc:picChg>
        <pc:picChg chg="del">
          <ac:chgData name="Khobo, IL, Dr [ilkhobo@sun.ac.za]" userId="b519a442-dcea-4a28-9c45-7e29f1df5837" providerId="ADAL" clId="{8BC8A5CF-2DB3-45E9-BF57-F2ED810C291E}" dt="2026-10-11T20:22:45.454" v="8166" actId="478"/>
          <ac:picMkLst>
            <pc:docMk/>
            <pc:sldMk cId="338082082" sldId="609"/>
            <ac:picMk id="4" creationId="{BA9FF868-FC05-07B9-6300-307C9E802E89}"/>
          </ac:picMkLst>
        </pc:picChg>
        <pc:picChg chg="mod">
          <ac:chgData name="Khobo, IL, Dr [ilkhobo@sun.ac.za]" userId="b519a442-dcea-4a28-9c45-7e29f1df5837" providerId="ADAL" clId="{8BC8A5CF-2DB3-45E9-BF57-F2ED810C291E}" dt="2026-10-01T20:17:50.837" v="4424"/>
          <ac:picMkLst>
            <pc:docMk/>
            <pc:sldMk cId="338082082" sldId="609"/>
            <ac:picMk id="24" creationId="{4EF60769-267A-7EB3-45A5-D69B7FF2D4C8}"/>
          </ac:picMkLst>
        </pc:picChg>
      </pc:sldChg>
      <pc:sldChg chg="addSp delSp modSp add del mod modNotesTx">
        <pc:chgData name="Khobo, IL, Dr [ilkhobo@sun.ac.za]" userId="b519a442-dcea-4a28-9c45-7e29f1df5837" providerId="ADAL" clId="{8BC8A5CF-2DB3-45E9-BF57-F2ED810C291E}" dt="2026-10-11T14:02:15.376" v="7476" actId="47"/>
        <pc:sldMkLst>
          <pc:docMk/>
          <pc:sldMk cId="1764112044" sldId="624"/>
        </pc:sldMkLst>
      </pc:sldChg>
      <pc:sldChg chg="addSp delSp modSp add mod">
        <pc:chgData name="Khobo, IL, Dr [ilkhobo@sun.ac.za]" userId="b519a442-dcea-4a28-9c45-7e29f1df5837" providerId="ADAL" clId="{8BC8A5CF-2DB3-45E9-BF57-F2ED810C291E}" dt="2026-10-11T20:22:28.501" v="8165" actId="1076"/>
        <pc:sldMkLst>
          <pc:docMk/>
          <pc:sldMk cId="4109929451" sldId="626"/>
        </pc:sldMkLst>
        <pc:spChg chg="mod">
          <ac:chgData name="Khobo, IL, Dr [ilkhobo@sun.ac.za]" userId="b519a442-dcea-4a28-9c45-7e29f1df5837" providerId="ADAL" clId="{8BC8A5CF-2DB3-45E9-BF57-F2ED810C291E}" dt="2026-10-11T18:17:58.091" v="7952" actId="20577"/>
          <ac:spMkLst>
            <pc:docMk/>
            <pc:sldMk cId="4109929451" sldId="626"/>
            <ac:spMk id="34" creationId="{DBFF1010-ADFA-6395-0608-846BDF0AEA54}"/>
          </ac:spMkLst>
        </pc:spChg>
        <pc:picChg chg="del">
          <ac:chgData name="Khobo, IL, Dr [ilkhobo@sun.ac.za]" userId="b519a442-dcea-4a28-9c45-7e29f1df5837" providerId="ADAL" clId="{8BC8A5CF-2DB3-45E9-BF57-F2ED810C291E}" dt="2026-10-11T20:22:21.379" v="8162" actId="478"/>
          <ac:picMkLst>
            <pc:docMk/>
            <pc:sldMk cId="4109929451" sldId="626"/>
            <ac:picMk id="3" creationId="{90BBFF32-E617-D5C2-5FEB-71DD31DDDA94}"/>
          </ac:picMkLst>
        </pc:picChg>
        <pc:picChg chg="add mod">
          <ac:chgData name="Khobo, IL, Dr [ilkhobo@sun.ac.za]" userId="b519a442-dcea-4a28-9c45-7e29f1df5837" providerId="ADAL" clId="{8BC8A5CF-2DB3-45E9-BF57-F2ED810C291E}" dt="2026-10-11T20:22:28.501" v="8165" actId="1076"/>
          <ac:picMkLst>
            <pc:docMk/>
            <pc:sldMk cId="4109929451" sldId="626"/>
            <ac:picMk id="4" creationId="{1F071512-5749-C95B-5223-37E976872DC1}"/>
          </ac:picMkLst>
        </pc:picChg>
      </pc:sldChg>
      <pc:sldChg chg="addSp delSp new mod">
        <pc:chgData name="Khobo, IL, Dr [ilkhobo@sun.ac.za]" userId="b519a442-dcea-4a28-9c45-7e29f1df5837" providerId="ADAL" clId="{8BC8A5CF-2DB3-45E9-BF57-F2ED810C291E}" dt="2026-10-05T05:31:16.507" v="5688" actId="22"/>
        <pc:sldMkLst>
          <pc:docMk/>
          <pc:sldMk cId="342749209" sldId="627"/>
        </pc:sldMkLst>
        <pc:picChg chg="add">
          <ac:chgData name="Khobo, IL, Dr [ilkhobo@sun.ac.za]" userId="b519a442-dcea-4a28-9c45-7e29f1df5837" providerId="ADAL" clId="{8BC8A5CF-2DB3-45E9-BF57-F2ED810C291E}" dt="2026-10-05T05:31:16.507" v="5688" actId="22"/>
          <ac:picMkLst>
            <pc:docMk/>
            <pc:sldMk cId="342749209" sldId="627"/>
            <ac:picMk id="5" creationId="{D1A2B06B-3608-53A6-298E-A41FACD8222B}"/>
          </ac:picMkLst>
        </pc:picChg>
      </pc:sldChg>
      <pc:sldChg chg="delSp modSp add del mod modTransition">
        <pc:chgData name="Khobo, IL, Dr [ilkhobo@sun.ac.za]" userId="b519a442-dcea-4a28-9c45-7e29f1df5837" providerId="ADAL" clId="{8BC8A5CF-2DB3-45E9-BF57-F2ED810C291E}" dt="2026-10-11T18:10:33.067" v="7943"/>
        <pc:sldMkLst>
          <pc:docMk/>
          <pc:sldMk cId="2564158962" sldId="629"/>
        </pc:sldMkLst>
        <pc:spChg chg="mod">
          <ac:chgData name="Khobo, IL, Dr [ilkhobo@sun.ac.za]" userId="b519a442-dcea-4a28-9c45-7e29f1df5837" providerId="ADAL" clId="{8BC8A5CF-2DB3-45E9-BF57-F2ED810C291E}" dt="2026-10-11T18:09:50.410" v="7940" actId="20577"/>
          <ac:spMkLst>
            <pc:docMk/>
            <pc:sldMk cId="2564158962" sldId="629"/>
            <ac:spMk id="14" creationId="{60F77E37-B118-0590-5DAC-2499E0F6C0F1}"/>
          </ac:spMkLst>
        </pc:spChg>
        <pc:graphicFrameChg chg="del">
          <ac:chgData name="Khobo, IL, Dr [ilkhobo@sun.ac.za]" userId="b519a442-dcea-4a28-9c45-7e29f1df5837" providerId="ADAL" clId="{8BC8A5CF-2DB3-45E9-BF57-F2ED810C291E}" dt="2026-10-11T18:09:42.245" v="7936" actId="478"/>
          <ac:graphicFrameMkLst>
            <pc:docMk/>
            <pc:sldMk cId="2564158962" sldId="629"/>
            <ac:graphicFrameMk id="104" creationId="{BDBB8F3D-4037-1015-3FE1-6775090AF402}"/>
          </ac:graphicFrameMkLst>
        </pc:graphicFrameChg>
      </pc:sldChg>
      <pc:sldChg chg="del">
        <pc:chgData name="Khobo, IL, Dr [ilkhobo@sun.ac.za]" userId="b519a442-dcea-4a28-9c45-7e29f1df5837" providerId="ADAL" clId="{8BC8A5CF-2DB3-45E9-BF57-F2ED810C291E}" dt="2026-10-11T14:02:04.430" v="7475" actId="47"/>
        <pc:sldMkLst>
          <pc:docMk/>
          <pc:sldMk cId="2007212042" sldId="630"/>
        </pc:sldMkLst>
      </pc:sldChg>
      <pc:sldChg chg="del">
        <pc:chgData name="Khobo, IL, Dr [ilkhobo@sun.ac.za]" userId="b519a442-dcea-4a28-9c45-7e29f1df5837" providerId="ADAL" clId="{8BC8A5CF-2DB3-45E9-BF57-F2ED810C291E}" dt="2026-10-11T14:02:04.430" v="7475" actId="47"/>
        <pc:sldMkLst>
          <pc:docMk/>
          <pc:sldMk cId="2001640250" sldId="632"/>
        </pc:sldMkLst>
      </pc:sldChg>
      <pc:sldChg chg="addSp delSp modSp del mod">
        <pc:chgData name="Khobo, IL, Dr [ilkhobo@sun.ac.za]" userId="b519a442-dcea-4a28-9c45-7e29f1df5837" providerId="ADAL" clId="{8BC8A5CF-2DB3-45E9-BF57-F2ED810C291E}" dt="2026-10-11T18:17:45.810" v="7944" actId="47"/>
        <pc:sldMkLst>
          <pc:docMk/>
          <pc:sldMk cId="1471106690" sldId="633"/>
        </pc:sldMkLst>
      </pc:sldChg>
      <pc:sldChg chg="del">
        <pc:chgData name="Khobo, IL, Dr [ilkhobo@sun.ac.za]" userId="b519a442-dcea-4a28-9c45-7e29f1df5837" providerId="ADAL" clId="{8BC8A5CF-2DB3-45E9-BF57-F2ED810C291E}" dt="2026-10-11T14:02:04.430" v="7475" actId="47"/>
        <pc:sldMkLst>
          <pc:docMk/>
          <pc:sldMk cId="3092440329" sldId="634"/>
        </pc:sldMkLst>
      </pc:sldChg>
      <pc:sldChg chg="del">
        <pc:chgData name="Khobo, IL, Dr [ilkhobo@sun.ac.za]" userId="b519a442-dcea-4a28-9c45-7e29f1df5837" providerId="ADAL" clId="{8BC8A5CF-2DB3-45E9-BF57-F2ED810C291E}" dt="2026-10-11T18:17:45.810" v="7944" actId="47"/>
        <pc:sldMkLst>
          <pc:docMk/>
          <pc:sldMk cId="1919459323" sldId="635"/>
        </pc:sldMkLst>
      </pc:sldChg>
      <pc:sldChg chg="addSp delSp modSp mod modTransition">
        <pc:chgData name="Khobo, IL, Dr [ilkhobo@sun.ac.za]" userId="b519a442-dcea-4a28-9c45-7e29f1df5837" providerId="ADAL" clId="{8BC8A5CF-2DB3-45E9-BF57-F2ED810C291E}" dt="2026-10-11T15:16:20.601" v="7835"/>
        <pc:sldMkLst>
          <pc:docMk/>
          <pc:sldMk cId="226961491" sldId="637"/>
        </pc:sldMkLst>
        <pc:spChg chg="del">
          <ac:chgData name="Khobo, IL, Dr [ilkhobo@sun.ac.za]" userId="b519a442-dcea-4a28-9c45-7e29f1df5837" providerId="ADAL" clId="{8BC8A5CF-2DB3-45E9-BF57-F2ED810C291E}" dt="2026-10-11T14:19:26.174" v="7485" actId="478"/>
          <ac:spMkLst>
            <pc:docMk/>
            <pc:sldMk cId="226961491" sldId="637"/>
            <ac:spMk id="6" creationId="{E48AD88D-3844-C2BC-0EB8-C8C08DE100A2}"/>
          </ac:spMkLst>
        </pc:spChg>
        <pc:spChg chg="del">
          <ac:chgData name="Khobo, IL, Dr [ilkhobo@sun.ac.za]" userId="b519a442-dcea-4a28-9c45-7e29f1df5837" providerId="ADAL" clId="{8BC8A5CF-2DB3-45E9-BF57-F2ED810C291E}" dt="2026-10-11T14:19:26.174" v="7485" actId="478"/>
          <ac:spMkLst>
            <pc:docMk/>
            <pc:sldMk cId="226961491" sldId="637"/>
            <ac:spMk id="10" creationId="{DADE5EAA-71E9-0019-053E-A726A3C24895}"/>
          </ac:spMkLst>
        </pc:spChg>
        <pc:spChg chg="del">
          <ac:chgData name="Khobo, IL, Dr [ilkhobo@sun.ac.za]" userId="b519a442-dcea-4a28-9c45-7e29f1df5837" providerId="ADAL" clId="{8BC8A5CF-2DB3-45E9-BF57-F2ED810C291E}" dt="2026-10-11T14:19:30.730" v="7486" actId="478"/>
          <ac:spMkLst>
            <pc:docMk/>
            <pc:sldMk cId="226961491" sldId="637"/>
            <ac:spMk id="16" creationId="{8A3F668D-4E37-4E56-E63F-3298BD458C16}"/>
          </ac:spMkLst>
        </pc:spChg>
        <pc:spChg chg="del">
          <ac:chgData name="Khobo, IL, Dr [ilkhobo@sun.ac.za]" userId="b519a442-dcea-4a28-9c45-7e29f1df5837" providerId="ADAL" clId="{8BC8A5CF-2DB3-45E9-BF57-F2ED810C291E}" dt="2026-10-11T14:19:19.781" v="7484" actId="478"/>
          <ac:spMkLst>
            <pc:docMk/>
            <pc:sldMk cId="226961491" sldId="637"/>
            <ac:spMk id="18" creationId="{A9532088-D6F0-CB3D-37B9-F1F52C7981E9}"/>
          </ac:spMkLst>
        </pc:spChg>
        <pc:spChg chg="mod">
          <ac:chgData name="Khobo, IL, Dr [ilkhobo@sun.ac.za]" userId="b519a442-dcea-4a28-9c45-7e29f1df5837" providerId="ADAL" clId="{8BC8A5CF-2DB3-45E9-BF57-F2ED810C291E}" dt="2026-10-11T14:49:02.603" v="7515"/>
          <ac:spMkLst>
            <pc:docMk/>
            <pc:sldMk cId="226961491" sldId="637"/>
            <ac:spMk id="19" creationId="{012DED6B-8FA1-AE35-4CD6-6DCB2B5AD0F1}"/>
          </ac:spMkLst>
        </pc:spChg>
        <pc:spChg chg="mod">
          <ac:chgData name="Khobo, IL, Dr [ilkhobo@sun.ac.za]" userId="b519a442-dcea-4a28-9c45-7e29f1df5837" providerId="ADAL" clId="{8BC8A5CF-2DB3-45E9-BF57-F2ED810C291E}" dt="2026-10-11T14:53:11.142" v="7637" actId="20577"/>
          <ac:spMkLst>
            <pc:docMk/>
            <pc:sldMk cId="226961491" sldId="637"/>
            <ac:spMk id="21" creationId="{EA7A9DEF-F49B-5C4E-30D3-45BBE6984421}"/>
          </ac:spMkLst>
        </pc:spChg>
        <pc:spChg chg="mod ord">
          <ac:chgData name="Khobo, IL, Dr [ilkhobo@sun.ac.za]" userId="b519a442-dcea-4a28-9c45-7e29f1df5837" providerId="ADAL" clId="{8BC8A5CF-2DB3-45E9-BF57-F2ED810C291E}" dt="2026-10-11T15:06:11.566" v="7819" actId="171"/>
          <ac:spMkLst>
            <pc:docMk/>
            <pc:sldMk cId="226961491" sldId="637"/>
            <ac:spMk id="25" creationId="{BD07C2EF-2FA6-49E4-88C0-0CAE68E09E4D}"/>
          </ac:spMkLst>
        </pc:spChg>
        <pc:spChg chg="mod">
          <ac:chgData name="Khobo, IL, Dr [ilkhobo@sun.ac.za]" userId="b519a442-dcea-4a28-9c45-7e29f1df5837" providerId="ADAL" clId="{8BC8A5CF-2DB3-45E9-BF57-F2ED810C291E}" dt="2026-10-11T14:53:42.082" v="7647" actId="20577"/>
          <ac:spMkLst>
            <pc:docMk/>
            <pc:sldMk cId="226961491" sldId="637"/>
            <ac:spMk id="26" creationId="{BCAFF3E5-5B07-A2D7-B580-A56BA68D8FF6}"/>
          </ac:spMkLst>
        </pc:spChg>
        <pc:spChg chg="mod">
          <ac:chgData name="Khobo, IL, Dr [ilkhobo@sun.ac.za]" userId="b519a442-dcea-4a28-9c45-7e29f1df5837" providerId="ADAL" clId="{8BC8A5CF-2DB3-45E9-BF57-F2ED810C291E}" dt="2026-10-11T14:54:41.957" v="7688" actId="20577"/>
          <ac:spMkLst>
            <pc:docMk/>
            <pc:sldMk cId="226961491" sldId="637"/>
            <ac:spMk id="29" creationId="{8C25C575-11D4-4F9F-A0D0-476A611B5068}"/>
          </ac:spMkLst>
        </pc:spChg>
        <pc:spChg chg="mod">
          <ac:chgData name="Khobo, IL, Dr [ilkhobo@sun.ac.za]" userId="b519a442-dcea-4a28-9c45-7e29f1df5837" providerId="ADAL" clId="{8BC8A5CF-2DB3-45E9-BF57-F2ED810C291E}" dt="2026-10-11T14:54:09.817" v="7665" actId="20577"/>
          <ac:spMkLst>
            <pc:docMk/>
            <pc:sldMk cId="226961491" sldId="637"/>
            <ac:spMk id="31" creationId="{4660CD9F-753B-695E-08AC-9F6AC6769063}"/>
          </ac:spMkLst>
        </pc:spChg>
        <pc:spChg chg="mod">
          <ac:chgData name="Khobo, IL, Dr [ilkhobo@sun.ac.za]" userId="b519a442-dcea-4a28-9c45-7e29f1df5837" providerId="ADAL" clId="{8BC8A5CF-2DB3-45E9-BF57-F2ED810C291E}" dt="2026-10-11T14:50:18.087" v="7542"/>
          <ac:spMkLst>
            <pc:docMk/>
            <pc:sldMk cId="226961491" sldId="637"/>
            <ac:spMk id="33" creationId="{14DC15A2-6E5E-7A00-2F8D-1D59A3DD0CC8}"/>
          </ac:spMkLst>
        </pc:spChg>
        <pc:spChg chg="mod">
          <ac:chgData name="Khobo, IL, Dr [ilkhobo@sun.ac.za]" userId="b519a442-dcea-4a28-9c45-7e29f1df5837" providerId="ADAL" clId="{8BC8A5CF-2DB3-45E9-BF57-F2ED810C291E}" dt="2026-10-11T14:19:08.692" v="7481" actId="20577"/>
          <ac:spMkLst>
            <pc:docMk/>
            <pc:sldMk cId="226961491" sldId="637"/>
            <ac:spMk id="34" creationId="{13235D48-BC8F-DB3A-F625-6E42CFE7F049}"/>
          </ac:spMkLst>
        </pc:spChg>
        <pc:spChg chg="mod">
          <ac:chgData name="Khobo, IL, Dr [ilkhobo@sun.ac.za]" userId="b519a442-dcea-4a28-9c45-7e29f1df5837" providerId="ADAL" clId="{8BC8A5CF-2DB3-45E9-BF57-F2ED810C291E}" dt="2026-10-11T14:21:02.062" v="7511" actId="20577"/>
          <ac:spMkLst>
            <pc:docMk/>
            <pc:sldMk cId="226961491" sldId="637"/>
            <ac:spMk id="36" creationId="{0D9852CF-F5CE-DF64-D92F-6885F19AE8A0}"/>
          </ac:spMkLst>
        </pc:spChg>
        <pc:spChg chg="mod">
          <ac:chgData name="Khobo, IL, Dr [ilkhobo@sun.ac.za]" userId="b519a442-dcea-4a28-9c45-7e29f1df5837" providerId="ADAL" clId="{8BC8A5CF-2DB3-45E9-BF57-F2ED810C291E}" dt="2026-10-11T14:50:18.087" v="7542"/>
          <ac:spMkLst>
            <pc:docMk/>
            <pc:sldMk cId="226961491" sldId="637"/>
            <ac:spMk id="38" creationId="{D1C28850-92DE-8BAD-DD47-B28F0DB7CCEE}"/>
          </ac:spMkLst>
        </pc:spChg>
        <pc:spChg chg="mod">
          <ac:chgData name="Khobo, IL, Dr [ilkhobo@sun.ac.za]" userId="b519a442-dcea-4a28-9c45-7e29f1df5837" providerId="ADAL" clId="{8BC8A5CF-2DB3-45E9-BF57-F2ED810C291E}" dt="2026-10-11T14:50:18.087" v="7542"/>
          <ac:spMkLst>
            <pc:docMk/>
            <pc:sldMk cId="226961491" sldId="637"/>
            <ac:spMk id="40" creationId="{A568B4E0-6F4D-56F4-8BD2-FCC73C9B8E81}"/>
          </ac:spMkLst>
        </pc:spChg>
        <pc:spChg chg="mod">
          <ac:chgData name="Khobo, IL, Dr [ilkhobo@sun.ac.za]" userId="b519a442-dcea-4a28-9c45-7e29f1df5837" providerId="ADAL" clId="{8BC8A5CF-2DB3-45E9-BF57-F2ED810C291E}" dt="2026-10-11T14:50:18.087" v="7542"/>
          <ac:spMkLst>
            <pc:docMk/>
            <pc:sldMk cId="226961491" sldId="637"/>
            <ac:spMk id="41" creationId="{88C98F32-2FF7-34FC-4549-23BD9AF926A9}"/>
          </ac:spMkLst>
        </pc:spChg>
        <pc:spChg chg="mod">
          <ac:chgData name="Khobo, IL, Dr [ilkhobo@sun.ac.za]" userId="b519a442-dcea-4a28-9c45-7e29f1df5837" providerId="ADAL" clId="{8BC8A5CF-2DB3-45E9-BF57-F2ED810C291E}" dt="2026-10-11T14:50:18.087" v="7542"/>
          <ac:spMkLst>
            <pc:docMk/>
            <pc:sldMk cId="226961491" sldId="637"/>
            <ac:spMk id="43" creationId="{5DE08848-2967-0BDA-7741-62F90068EF9C}"/>
          </ac:spMkLst>
        </pc:spChg>
        <pc:spChg chg="mod">
          <ac:chgData name="Khobo, IL, Dr [ilkhobo@sun.ac.za]" userId="b519a442-dcea-4a28-9c45-7e29f1df5837" providerId="ADAL" clId="{8BC8A5CF-2DB3-45E9-BF57-F2ED810C291E}" dt="2026-10-11T14:50:18.087" v="7542"/>
          <ac:spMkLst>
            <pc:docMk/>
            <pc:sldMk cId="226961491" sldId="637"/>
            <ac:spMk id="44" creationId="{1A2024E9-BC07-2D9D-97B0-4AD4EA1D0BB9}"/>
          </ac:spMkLst>
        </pc:spChg>
        <pc:spChg chg="mod">
          <ac:chgData name="Khobo, IL, Dr [ilkhobo@sun.ac.za]" userId="b519a442-dcea-4a28-9c45-7e29f1df5837" providerId="ADAL" clId="{8BC8A5CF-2DB3-45E9-BF57-F2ED810C291E}" dt="2026-10-11T14:55:25.885" v="7711" actId="20577"/>
          <ac:spMkLst>
            <pc:docMk/>
            <pc:sldMk cId="226961491" sldId="637"/>
            <ac:spMk id="46" creationId="{F93162F6-5308-4C30-5E7B-97CD95B4CD63}"/>
          </ac:spMkLst>
        </pc:spChg>
        <pc:spChg chg="mod">
          <ac:chgData name="Khobo, IL, Dr [ilkhobo@sun.ac.za]" userId="b519a442-dcea-4a28-9c45-7e29f1df5837" providerId="ADAL" clId="{8BC8A5CF-2DB3-45E9-BF57-F2ED810C291E}" dt="2026-10-11T14:54:52.431" v="7695" actId="20577"/>
          <ac:spMkLst>
            <pc:docMk/>
            <pc:sldMk cId="226961491" sldId="637"/>
            <ac:spMk id="47" creationId="{2A9FF2D0-A009-8EA7-84AA-E6B1226311A9}"/>
          </ac:spMkLst>
        </pc:spChg>
        <pc:spChg chg="mod">
          <ac:chgData name="Khobo, IL, Dr [ilkhobo@sun.ac.za]" userId="b519a442-dcea-4a28-9c45-7e29f1df5837" providerId="ADAL" clId="{8BC8A5CF-2DB3-45E9-BF57-F2ED810C291E}" dt="2026-10-11T14:56:11.788" v="7754" actId="20577"/>
          <ac:spMkLst>
            <pc:docMk/>
            <pc:sldMk cId="226961491" sldId="637"/>
            <ac:spMk id="49" creationId="{2A4F2963-2332-BACC-7422-C772520AC646}"/>
          </ac:spMkLst>
        </pc:spChg>
        <pc:spChg chg="mod">
          <ac:chgData name="Khobo, IL, Dr [ilkhobo@sun.ac.za]" userId="b519a442-dcea-4a28-9c45-7e29f1df5837" providerId="ADAL" clId="{8BC8A5CF-2DB3-45E9-BF57-F2ED810C291E}" dt="2026-10-11T14:55:35.888" v="7723" actId="20577"/>
          <ac:spMkLst>
            <pc:docMk/>
            <pc:sldMk cId="226961491" sldId="637"/>
            <ac:spMk id="50" creationId="{AD00946E-D275-26A4-3025-99AC3F84AD2E}"/>
          </ac:spMkLst>
        </pc:spChg>
        <pc:spChg chg="mod">
          <ac:chgData name="Khobo, IL, Dr [ilkhobo@sun.ac.za]" userId="b519a442-dcea-4a28-9c45-7e29f1df5837" providerId="ADAL" clId="{8BC8A5CF-2DB3-45E9-BF57-F2ED810C291E}" dt="2026-10-11T14:56:40.268" v="7783" actId="20577"/>
          <ac:spMkLst>
            <pc:docMk/>
            <pc:sldMk cId="226961491" sldId="637"/>
            <ac:spMk id="52" creationId="{811AEC71-3756-AC58-5E99-0F3E6A3C5D03}"/>
          </ac:spMkLst>
        </pc:spChg>
        <pc:spChg chg="mod">
          <ac:chgData name="Khobo, IL, Dr [ilkhobo@sun.ac.za]" userId="b519a442-dcea-4a28-9c45-7e29f1df5837" providerId="ADAL" clId="{8BC8A5CF-2DB3-45E9-BF57-F2ED810C291E}" dt="2026-10-11T14:56:27.735" v="7768" actId="20577"/>
          <ac:spMkLst>
            <pc:docMk/>
            <pc:sldMk cId="226961491" sldId="637"/>
            <ac:spMk id="53" creationId="{30A05460-8514-B01A-B1CB-7D6C91E6DFC6}"/>
          </ac:spMkLst>
        </pc:spChg>
        <pc:spChg chg="add mod ord">
          <ac:chgData name="Khobo, IL, Dr [ilkhobo@sun.ac.za]" userId="b519a442-dcea-4a28-9c45-7e29f1df5837" providerId="ADAL" clId="{8BC8A5CF-2DB3-45E9-BF57-F2ED810C291E}" dt="2026-10-11T15:05:49.181" v="7816" actId="166"/>
          <ac:spMkLst>
            <pc:docMk/>
            <pc:sldMk cId="226961491" sldId="637"/>
            <ac:spMk id="65" creationId="{768048CD-EAD4-3769-41CB-580E65D5985B}"/>
          </ac:spMkLst>
        </pc:spChg>
        <pc:spChg chg="add mod ord">
          <ac:chgData name="Khobo, IL, Dr [ilkhobo@sun.ac.za]" userId="b519a442-dcea-4a28-9c45-7e29f1df5837" providerId="ADAL" clId="{8BC8A5CF-2DB3-45E9-BF57-F2ED810C291E}" dt="2026-10-11T15:05:54.228" v="7817" actId="166"/>
          <ac:spMkLst>
            <pc:docMk/>
            <pc:sldMk cId="226961491" sldId="637"/>
            <ac:spMk id="67" creationId="{0D8702DF-21D8-5858-FB22-9062EB4F1EA4}"/>
          </ac:spMkLst>
        </pc:spChg>
        <pc:spChg chg="add mod">
          <ac:chgData name="Khobo, IL, Dr [ilkhobo@sun.ac.za]" userId="b519a442-dcea-4a28-9c45-7e29f1df5837" providerId="ADAL" clId="{8BC8A5CF-2DB3-45E9-BF57-F2ED810C291E}" dt="2026-10-11T15:03:31.413" v="7812" actId="164"/>
          <ac:spMkLst>
            <pc:docMk/>
            <pc:sldMk cId="226961491" sldId="637"/>
            <ac:spMk id="69" creationId="{AAFCDE91-4727-F46A-7B25-C50A683C4B46}"/>
          </ac:spMkLst>
        </pc:spChg>
        <pc:spChg chg="add mod">
          <ac:chgData name="Khobo, IL, Dr [ilkhobo@sun.ac.za]" userId="b519a442-dcea-4a28-9c45-7e29f1df5837" providerId="ADAL" clId="{8BC8A5CF-2DB3-45E9-BF57-F2ED810C291E}" dt="2026-10-11T15:03:42.530" v="7813" actId="164"/>
          <ac:spMkLst>
            <pc:docMk/>
            <pc:sldMk cId="226961491" sldId="637"/>
            <ac:spMk id="71" creationId="{A4B82536-686E-0245-BF1D-45F9181685F1}"/>
          </ac:spMkLst>
        </pc:spChg>
        <pc:spChg chg="add mod">
          <ac:chgData name="Khobo, IL, Dr [ilkhobo@sun.ac.za]" userId="b519a442-dcea-4a28-9c45-7e29f1df5837" providerId="ADAL" clId="{8BC8A5CF-2DB3-45E9-BF57-F2ED810C291E}" dt="2026-10-11T15:03:53.961" v="7814" actId="164"/>
          <ac:spMkLst>
            <pc:docMk/>
            <pc:sldMk cId="226961491" sldId="637"/>
            <ac:spMk id="73" creationId="{96221C3F-7119-9880-AF28-81DB49F33ADE}"/>
          </ac:spMkLst>
        </pc:spChg>
        <pc:grpChg chg="del">
          <ac:chgData name="Khobo, IL, Dr [ilkhobo@sun.ac.za]" userId="b519a442-dcea-4a28-9c45-7e29f1df5837" providerId="ADAL" clId="{8BC8A5CF-2DB3-45E9-BF57-F2ED810C291E}" dt="2026-10-11T14:19:26.174" v="7485" actId="478"/>
          <ac:grpSpMkLst>
            <pc:docMk/>
            <pc:sldMk cId="226961491" sldId="637"/>
            <ac:grpSpMk id="2" creationId="{E95FEEBF-986B-7306-DFC6-CC698C43F5CE}"/>
          </ac:grpSpMkLst>
        </pc:grpChg>
        <pc:grpChg chg="add mod">
          <ac:chgData name="Khobo, IL, Dr [ilkhobo@sun.ac.za]" userId="b519a442-dcea-4a28-9c45-7e29f1df5837" providerId="ADAL" clId="{8BC8A5CF-2DB3-45E9-BF57-F2ED810C291E}" dt="2026-10-11T15:03:15.318" v="7810" actId="164"/>
          <ac:grpSpMkLst>
            <pc:docMk/>
            <pc:sldMk cId="226961491" sldId="637"/>
            <ac:grpSpMk id="3" creationId="{C21D430B-3BC4-714A-6CA9-841361225A73}"/>
          </ac:grpSpMkLst>
        </pc:grpChg>
        <pc:grpChg chg="del">
          <ac:chgData name="Khobo, IL, Dr [ilkhobo@sun.ac.za]" userId="b519a442-dcea-4a28-9c45-7e29f1df5837" providerId="ADAL" clId="{8BC8A5CF-2DB3-45E9-BF57-F2ED810C291E}" dt="2026-10-11T14:19:26.174" v="7485" actId="478"/>
          <ac:grpSpMkLst>
            <pc:docMk/>
            <pc:sldMk cId="226961491" sldId="637"/>
            <ac:grpSpMk id="7" creationId="{DAE0DC06-FA46-8DF2-51CC-E97D773F8BEF}"/>
          </ac:grpSpMkLst>
        </pc:grpChg>
        <pc:grpChg chg="del">
          <ac:chgData name="Khobo, IL, Dr [ilkhobo@sun.ac.za]" userId="b519a442-dcea-4a28-9c45-7e29f1df5837" providerId="ADAL" clId="{8BC8A5CF-2DB3-45E9-BF57-F2ED810C291E}" dt="2026-10-11T14:19:30.730" v="7486" actId="478"/>
          <ac:grpSpMkLst>
            <pc:docMk/>
            <pc:sldMk cId="226961491" sldId="637"/>
            <ac:grpSpMk id="11" creationId="{E2CC3377-7BE8-850E-5366-33CD4011CC8A}"/>
          </ac:grpSpMkLst>
        </pc:grpChg>
        <pc:grpChg chg="del">
          <ac:chgData name="Khobo, IL, Dr [ilkhobo@sun.ac.za]" userId="b519a442-dcea-4a28-9c45-7e29f1df5837" providerId="ADAL" clId="{8BC8A5CF-2DB3-45E9-BF57-F2ED810C291E}" dt="2026-10-11T14:19:26.174" v="7485" actId="478"/>
          <ac:grpSpMkLst>
            <pc:docMk/>
            <pc:sldMk cId="226961491" sldId="637"/>
            <ac:grpSpMk id="17" creationId="{F64997C0-9F26-B475-9BB1-F6B70336585B}"/>
          </ac:grpSpMkLst>
        </pc:grpChg>
        <pc:grpChg chg="add mod">
          <ac:chgData name="Khobo, IL, Dr [ilkhobo@sun.ac.za]" userId="b519a442-dcea-4a28-9c45-7e29f1df5837" providerId="ADAL" clId="{8BC8A5CF-2DB3-45E9-BF57-F2ED810C291E}" dt="2026-10-11T15:03:20.186" v="7811" actId="164"/>
          <ac:grpSpMkLst>
            <pc:docMk/>
            <pc:sldMk cId="226961491" sldId="637"/>
            <ac:grpSpMk id="23" creationId="{7D8FA11E-A049-889E-3B5C-3CCC36DA3DFE}"/>
          </ac:grpSpMkLst>
        </pc:grpChg>
        <pc:grpChg chg="add mod">
          <ac:chgData name="Khobo, IL, Dr [ilkhobo@sun.ac.za]" userId="b519a442-dcea-4a28-9c45-7e29f1df5837" providerId="ADAL" clId="{8BC8A5CF-2DB3-45E9-BF57-F2ED810C291E}" dt="2026-10-11T15:03:31.413" v="7812" actId="164"/>
          <ac:grpSpMkLst>
            <pc:docMk/>
            <pc:sldMk cId="226961491" sldId="637"/>
            <ac:grpSpMk id="27" creationId="{A11F4B74-55EE-A1EA-7223-99180E40828C}"/>
          </ac:grpSpMkLst>
        </pc:grpChg>
        <pc:grpChg chg="add mod">
          <ac:chgData name="Khobo, IL, Dr [ilkhobo@sun.ac.za]" userId="b519a442-dcea-4a28-9c45-7e29f1df5837" providerId="ADAL" clId="{8BC8A5CF-2DB3-45E9-BF57-F2ED810C291E}" dt="2026-10-11T14:50:18.087" v="7542"/>
          <ac:grpSpMkLst>
            <pc:docMk/>
            <pc:sldMk cId="226961491" sldId="637"/>
            <ac:grpSpMk id="32" creationId="{6C101DBE-9E9A-A232-9D9E-366240FA3808}"/>
          </ac:grpSpMkLst>
        </pc:grpChg>
        <pc:grpChg chg="add mod">
          <ac:chgData name="Khobo, IL, Dr [ilkhobo@sun.ac.za]" userId="b519a442-dcea-4a28-9c45-7e29f1df5837" providerId="ADAL" clId="{8BC8A5CF-2DB3-45E9-BF57-F2ED810C291E}" dt="2026-10-11T14:50:18.087" v="7542"/>
          <ac:grpSpMkLst>
            <pc:docMk/>
            <pc:sldMk cId="226961491" sldId="637"/>
            <ac:grpSpMk id="39" creationId="{AB5CC32F-D3F6-3E4B-59FF-043C580C7046}"/>
          </ac:grpSpMkLst>
        </pc:grpChg>
        <pc:grpChg chg="add mod">
          <ac:chgData name="Khobo, IL, Dr [ilkhobo@sun.ac.za]" userId="b519a442-dcea-4a28-9c45-7e29f1df5837" providerId="ADAL" clId="{8BC8A5CF-2DB3-45E9-BF57-F2ED810C291E}" dt="2026-10-11T14:50:18.087" v="7542"/>
          <ac:grpSpMkLst>
            <pc:docMk/>
            <pc:sldMk cId="226961491" sldId="637"/>
            <ac:grpSpMk id="42" creationId="{E9158482-846C-5623-7364-80F99EDEC499}"/>
          </ac:grpSpMkLst>
        </pc:grpChg>
        <pc:grpChg chg="add mod">
          <ac:chgData name="Khobo, IL, Dr [ilkhobo@sun.ac.za]" userId="b519a442-dcea-4a28-9c45-7e29f1df5837" providerId="ADAL" clId="{8BC8A5CF-2DB3-45E9-BF57-F2ED810C291E}" dt="2026-10-11T15:03:42.530" v="7813" actId="164"/>
          <ac:grpSpMkLst>
            <pc:docMk/>
            <pc:sldMk cId="226961491" sldId="637"/>
            <ac:grpSpMk id="45" creationId="{05352FEF-7785-0D7E-209E-2EDAA8B8EC25}"/>
          </ac:grpSpMkLst>
        </pc:grpChg>
        <pc:grpChg chg="add mod">
          <ac:chgData name="Khobo, IL, Dr [ilkhobo@sun.ac.za]" userId="b519a442-dcea-4a28-9c45-7e29f1df5837" providerId="ADAL" clId="{8BC8A5CF-2DB3-45E9-BF57-F2ED810C291E}" dt="2026-10-11T15:03:53.961" v="7814" actId="164"/>
          <ac:grpSpMkLst>
            <pc:docMk/>
            <pc:sldMk cId="226961491" sldId="637"/>
            <ac:grpSpMk id="48" creationId="{C4A95476-EF1F-AB06-0AAC-A43968CDC745}"/>
          </ac:grpSpMkLst>
        </pc:grpChg>
        <pc:grpChg chg="add mod ord">
          <ac:chgData name="Khobo, IL, Dr [ilkhobo@sun.ac.za]" userId="b519a442-dcea-4a28-9c45-7e29f1df5837" providerId="ADAL" clId="{8BC8A5CF-2DB3-45E9-BF57-F2ED810C291E}" dt="2026-10-11T15:06:44.997" v="7824" actId="167"/>
          <ac:grpSpMkLst>
            <pc:docMk/>
            <pc:sldMk cId="226961491" sldId="637"/>
            <ac:grpSpMk id="51" creationId="{BBD7B2A4-4D43-D364-FD8F-4BE25376CA10}"/>
          </ac:grpSpMkLst>
        </pc:grpChg>
        <pc:grpChg chg="add mod">
          <ac:chgData name="Khobo, IL, Dr [ilkhobo@sun.ac.za]" userId="b519a442-dcea-4a28-9c45-7e29f1df5837" providerId="ADAL" clId="{8BC8A5CF-2DB3-45E9-BF57-F2ED810C291E}" dt="2026-10-11T15:03:15.318" v="7810" actId="164"/>
          <ac:grpSpMkLst>
            <pc:docMk/>
            <pc:sldMk cId="226961491" sldId="637"/>
            <ac:grpSpMk id="74" creationId="{6B6D34C0-0EAD-DDB7-382F-70E511019758}"/>
          </ac:grpSpMkLst>
        </pc:grpChg>
        <pc:grpChg chg="add mod ord">
          <ac:chgData name="Khobo, IL, Dr [ilkhobo@sun.ac.za]" userId="b519a442-dcea-4a28-9c45-7e29f1df5837" providerId="ADAL" clId="{8BC8A5CF-2DB3-45E9-BF57-F2ED810C291E}" dt="2026-10-11T15:06:20.680" v="7820" actId="167"/>
          <ac:grpSpMkLst>
            <pc:docMk/>
            <pc:sldMk cId="226961491" sldId="637"/>
            <ac:grpSpMk id="75" creationId="{B2BDDCB3-9C6C-0195-16DE-57555242D096}"/>
          </ac:grpSpMkLst>
        </pc:grpChg>
        <pc:grpChg chg="add mod ord">
          <ac:chgData name="Khobo, IL, Dr [ilkhobo@sun.ac.za]" userId="b519a442-dcea-4a28-9c45-7e29f1df5837" providerId="ADAL" clId="{8BC8A5CF-2DB3-45E9-BF57-F2ED810C291E}" dt="2026-10-11T15:06:25.806" v="7821" actId="167"/>
          <ac:grpSpMkLst>
            <pc:docMk/>
            <pc:sldMk cId="226961491" sldId="637"/>
            <ac:grpSpMk id="76" creationId="{AA252251-FA3D-10C7-8FAA-7B45954C2A35}"/>
          </ac:grpSpMkLst>
        </pc:grpChg>
        <pc:grpChg chg="add mod ord">
          <ac:chgData name="Khobo, IL, Dr [ilkhobo@sun.ac.za]" userId="b519a442-dcea-4a28-9c45-7e29f1df5837" providerId="ADAL" clId="{8BC8A5CF-2DB3-45E9-BF57-F2ED810C291E}" dt="2026-10-11T15:06:35.120" v="7822" actId="167"/>
          <ac:grpSpMkLst>
            <pc:docMk/>
            <pc:sldMk cId="226961491" sldId="637"/>
            <ac:grpSpMk id="77" creationId="{4AA9DA6C-BF83-9594-7575-A19020CD2989}"/>
          </ac:grpSpMkLst>
        </pc:grpChg>
        <pc:grpChg chg="add mod ord">
          <ac:chgData name="Khobo, IL, Dr [ilkhobo@sun.ac.za]" userId="b519a442-dcea-4a28-9c45-7e29f1df5837" providerId="ADAL" clId="{8BC8A5CF-2DB3-45E9-BF57-F2ED810C291E}" dt="2026-10-11T15:06:38.957" v="7823" actId="167"/>
          <ac:grpSpMkLst>
            <pc:docMk/>
            <pc:sldMk cId="226961491" sldId="637"/>
            <ac:grpSpMk id="78" creationId="{4D87C34E-9B68-CE53-4432-D0C49E159534}"/>
          </ac:grpSpMkLst>
        </pc:grpChg>
        <pc:picChg chg="del">
          <ac:chgData name="Khobo, IL, Dr [ilkhobo@sun.ac.za]" userId="b519a442-dcea-4a28-9c45-7e29f1df5837" providerId="ADAL" clId="{8BC8A5CF-2DB3-45E9-BF57-F2ED810C291E}" dt="2026-10-11T14:19:15.074" v="7482" actId="478"/>
          <ac:picMkLst>
            <pc:docMk/>
            <pc:sldMk cId="226961491" sldId="637"/>
            <ac:picMk id="20" creationId="{D4B17AE3-7EA2-D383-A74E-48B88F92CFA2}"/>
          </ac:picMkLst>
        </pc:picChg>
        <pc:picChg chg="del">
          <ac:chgData name="Khobo, IL, Dr [ilkhobo@sun.ac.za]" userId="b519a442-dcea-4a28-9c45-7e29f1df5837" providerId="ADAL" clId="{8BC8A5CF-2DB3-45E9-BF57-F2ED810C291E}" dt="2026-10-11T14:19:16.939" v="7483" actId="478"/>
          <ac:picMkLst>
            <pc:docMk/>
            <pc:sldMk cId="226961491" sldId="637"/>
            <ac:picMk id="22" creationId="{05CF5B53-ED57-2A87-98B4-A19FC422458E}"/>
          </ac:picMkLst>
        </pc:picChg>
        <pc:picChg chg="add mod">
          <ac:chgData name="Khobo, IL, Dr [ilkhobo@sun.ac.za]" userId="b519a442-dcea-4a28-9c45-7e29f1df5837" providerId="ADAL" clId="{8BC8A5CF-2DB3-45E9-BF57-F2ED810C291E}" dt="2026-10-11T15:14:33.512" v="7826" actId="1076"/>
          <ac:picMkLst>
            <pc:docMk/>
            <pc:sldMk cId="226961491" sldId="637"/>
            <ac:picMk id="80" creationId="{7F6D6A11-7E87-285F-ACC6-64583587B620}"/>
          </ac:picMkLst>
        </pc:picChg>
        <pc:picChg chg="add mod">
          <ac:chgData name="Khobo, IL, Dr [ilkhobo@sun.ac.za]" userId="b519a442-dcea-4a28-9c45-7e29f1df5837" providerId="ADAL" clId="{8BC8A5CF-2DB3-45E9-BF57-F2ED810C291E}" dt="2026-10-11T15:14:57.542" v="7828" actId="1076"/>
          <ac:picMkLst>
            <pc:docMk/>
            <pc:sldMk cId="226961491" sldId="637"/>
            <ac:picMk id="82" creationId="{0E832E97-7D8C-9E3B-850C-D82573BA823E}"/>
          </ac:picMkLst>
        </pc:picChg>
        <pc:inkChg chg="add del">
          <ac:chgData name="Khobo, IL, Dr [ilkhobo@sun.ac.za]" userId="b519a442-dcea-4a28-9c45-7e29f1df5837" providerId="ADAL" clId="{8BC8A5CF-2DB3-45E9-BF57-F2ED810C291E}" dt="2026-10-11T15:01:24.715" v="7796" actId="9405"/>
          <ac:inkMkLst>
            <pc:docMk/>
            <pc:sldMk cId="226961491" sldId="637"/>
            <ac:inkMk id="63" creationId="{CE088B62-9A08-DCB0-4C2F-C911C1EC246E}"/>
          </ac:inkMkLst>
        </pc:inkChg>
        <pc:inkChg chg="add del">
          <ac:chgData name="Khobo, IL, Dr [ilkhobo@sun.ac.za]" userId="b519a442-dcea-4a28-9c45-7e29f1df5837" providerId="ADAL" clId="{8BC8A5CF-2DB3-45E9-BF57-F2ED810C291E}" dt="2026-10-11T15:01:24.135" v="7795" actId="9405"/>
          <ac:inkMkLst>
            <pc:docMk/>
            <pc:sldMk cId="226961491" sldId="637"/>
            <ac:inkMk id="64" creationId="{DAAC8AA3-3194-64D7-880D-77565E9F5FE3}"/>
          </ac:inkMkLst>
        </pc:inkChg>
        <pc:cxnChg chg="add del mod">
          <ac:chgData name="Khobo, IL, Dr [ilkhobo@sun.ac.za]" userId="b519a442-dcea-4a28-9c45-7e29f1df5837" providerId="ADAL" clId="{8BC8A5CF-2DB3-45E9-BF57-F2ED810C291E}" dt="2026-10-11T15:00:46.316" v="7792" actId="478"/>
          <ac:cxnSpMkLst>
            <pc:docMk/>
            <pc:sldMk cId="226961491" sldId="637"/>
            <ac:cxnSpMk id="55" creationId="{DB917003-4557-1E38-CB39-1BB0A8D0AFE0}"/>
          </ac:cxnSpMkLst>
        </pc:cxnChg>
      </pc:sldChg>
      <pc:sldChg chg="modSp del mod">
        <pc:chgData name="Khobo, IL, Dr [ilkhobo@sun.ac.za]" userId="b519a442-dcea-4a28-9c45-7e29f1df5837" providerId="ADAL" clId="{8BC8A5CF-2DB3-45E9-BF57-F2ED810C291E}" dt="2026-10-11T18:17:45.810" v="7944" actId="47"/>
        <pc:sldMkLst>
          <pc:docMk/>
          <pc:sldMk cId="2044358207" sldId="638"/>
        </pc:sldMkLst>
        <pc:spChg chg="mod">
          <ac:chgData name="Khobo, IL, Dr [ilkhobo@sun.ac.za]" userId="b519a442-dcea-4a28-9c45-7e29f1df5837" providerId="ADAL" clId="{8BC8A5CF-2DB3-45E9-BF57-F2ED810C291E}" dt="2026-10-11T14:52:29.627" v="7604" actId="20577"/>
          <ac:spMkLst>
            <pc:docMk/>
            <pc:sldMk cId="2044358207" sldId="638"/>
            <ac:spMk id="5" creationId="{0B12A691-9C89-E3FF-E05E-F041D5D8E1D8}"/>
          </ac:spMkLst>
        </pc:spChg>
        <pc:spChg chg="mod">
          <ac:chgData name="Khobo, IL, Dr [ilkhobo@sun.ac.za]" userId="b519a442-dcea-4a28-9c45-7e29f1df5837" providerId="ADAL" clId="{8BC8A5CF-2DB3-45E9-BF57-F2ED810C291E}" dt="2026-10-11T14:52:38.251" v="7616" actId="20577"/>
          <ac:spMkLst>
            <pc:docMk/>
            <pc:sldMk cId="2044358207" sldId="638"/>
            <ac:spMk id="9" creationId="{F725CD6D-8CE0-84AE-4C79-1C787B442E90}"/>
          </ac:spMkLst>
        </pc:spChg>
        <pc:spChg chg="mod">
          <ac:chgData name="Khobo, IL, Dr [ilkhobo@sun.ac.za]" userId="b519a442-dcea-4a28-9c45-7e29f1df5837" providerId="ADAL" clId="{8BC8A5CF-2DB3-45E9-BF57-F2ED810C291E}" dt="2026-10-11T14:52:17.477" v="7591" actId="20577"/>
          <ac:spMkLst>
            <pc:docMk/>
            <pc:sldMk cId="2044358207" sldId="638"/>
            <ac:spMk id="14" creationId="{4CA30D6F-2B07-1F6E-371E-427E43231539}"/>
          </ac:spMkLst>
        </pc:spChg>
        <pc:spChg chg="mod">
          <ac:chgData name="Khobo, IL, Dr [ilkhobo@sun.ac.za]" userId="b519a442-dcea-4a28-9c45-7e29f1df5837" providerId="ADAL" clId="{8BC8A5CF-2DB3-45E9-BF57-F2ED810C291E}" dt="2026-10-11T14:52:49.640" v="7626" actId="20577"/>
          <ac:spMkLst>
            <pc:docMk/>
            <pc:sldMk cId="2044358207" sldId="638"/>
            <ac:spMk id="15" creationId="{DC764935-A9CF-A652-6038-C63F21FB1963}"/>
          </ac:spMkLst>
        </pc:spChg>
      </pc:sldChg>
      <pc:sldChg chg="del">
        <pc:chgData name="Khobo, IL, Dr [ilkhobo@sun.ac.za]" userId="b519a442-dcea-4a28-9c45-7e29f1df5837" providerId="ADAL" clId="{8BC8A5CF-2DB3-45E9-BF57-F2ED810C291E}" dt="2026-10-11T18:17:45.810" v="7944" actId="47"/>
        <pc:sldMkLst>
          <pc:docMk/>
          <pc:sldMk cId="1260615159" sldId="639"/>
        </pc:sldMkLst>
      </pc:sldChg>
      <pc:sldChg chg="del">
        <pc:chgData name="Khobo, IL, Dr [ilkhobo@sun.ac.za]" userId="b519a442-dcea-4a28-9c45-7e29f1df5837" providerId="ADAL" clId="{8BC8A5CF-2DB3-45E9-BF57-F2ED810C291E}" dt="2026-10-11T14:02:15.376" v="7476" actId="47"/>
        <pc:sldMkLst>
          <pc:docMk/>
          <pc:sldMk cId="246941885" sldId="640"/>
        </pc:sldMkLst>
      </pc:sldChg>
      <pc:sldChg chg="addSp delSp modSp del mod modNotesTx">
        <pc:chgData name="Khobo, IL, Dr [ilkhobo@sun.ac.za]" userId="b519a442-dcea-4a28-9c45-7e29f1df5837" providerId="ADAL" clId="{8BC8A5CF-2DB3-45E9-BF57-F2ED810C291E}" dt="2026-10-11T18:17:45.810" v="7944" actId="47"/>
        <pc:sldMkLst>
          <pc:docMk/>
          <pc:sldMk cId="2987383170" sldId="641"/>
        </pc:sldMkLst>
      </pc:sldChg>
      <pc:sldChg chg="addSp modSp del mod">
        <pc:chgData name="Khobo, IL, Dr [ilkhobo@sun.ac.za]" userId="b519a442-dcea-4a28-9c45-7e29f1df5837" providerId="ADAL" clId="{8BC8A5CF-2DB3-45E9-BF57-F2ED810C291E}" dt="2026-10-11T18:17:45.810" v="7944" actId="47"/>
        <pc:sldMkLst>
          <pc:docMk/>
          <pc:sldMk cId="2755936628" sldId="642"/>
        </pc:sldMkLst>
      </pc:sldChg>
      <pc:sldChg chg="del">
        <pc:chgData name="Khobo, IL, Dr [ilkhobo@sun.ac.za]" userId="b519a442-dcea-4a28-9c45-7e29f1df5837" providerId="ADAL" clId="{8BC8A5CF-2DB3-45E9-BF57-F2ED810C291E}" dt="2026-10-11T18:17:45.810" v="7944" actId="47"/>
        <pc:sldMkLst>
          <pc:docMk/>
          <pc:sldMk cId="350964011" sldId="643"/>
        </pc:sldMkLst>
      </pc:sldChg>
      <pc:sldChg chg="addSp modSp del mod">
        <pc:chgData name="Khobo, IL, Dr [ilkhobo@sun.ac.za]" userId="b519a442-dcea-4a28-9c45-7e29f1df5837" providerId="ADAL" clId="{8BC8A5CF-2DB3-45E9-BF57-F2ED810C291E}" dt="2026-10-11T18:17:45.810" v="7944" actId="47"/>
        <pc:sldMkLst>
          <pc:docMk/>
          <pc:sldMk cId="2322575932" sldId="644"/>
        </pc:sldMkLst>
      </pc:sldChg>
      <pc:sldChg chg="modSp add del mod modTransition">
        <pc:chgData name="Khobo, IL, Dr [ilkhobo@sun.ac.za]" userId="b519a442-dcea-4a28-9c45-7e29f1df5837" providerId="ADAL" clId="{8BC8A5CF-2DB3-45E9-BF57-F2ED810C291E}" dt="2026-10-11T18:17:45.810" v="7944" actId="47"/>
        <pc:sldMkLst>
          <pc:docMk/>
          <pc:sldMk cId="1234866952" sldId="645"/>
        </pc:sldMkLst>
      </pc:sldChg>
      <pc:sldChg chg="addSp modSp add del mod modTransition">
        <pc:chgData name="Khobo, IL, Dr [ilkhobo@sun.ac.za]" userId="b519a442-dcea-4a28-9c45-7e29f1df5837" providerId="ADAL" clId="{8BC8A5CF-2DB3-45E9-BF57-F2ED810C291E}" dt="2026-10-11T18:17:45.810" v="7944" actId="47"/>
        <pc:sldMkLst>
          <pc:docMk/>
          <pc:sldMk cId="1056688368" sldId="646"/>
        </pc:sldMkLst>
      </pc:sldChg>
      <pc:sldChg chg="modSp add del mod">
        <pc:chgData name="Khobo, IL, Dr [ilkhobo@sun.ac.za]" userId="b519a442-dcea-4a28-9c45-7e29f1df5837" providerId="ADAL" clId="{8BC8A5CF-2DB3-45E9-BF57-F2ED810C291E}" dt="2026-10-11T18:17:45.810" v="7944" actId="47"/>
        <pc:sldMkLst>
          <pc:docMk/>
          <pc:sldMk cId="2444962032" sldId="647"/>
        </pc:sldMkLst>
      </pc:sldChg>
      <pc:sldChg chg="addSp delSp modSp add del mod">
        <pc:chgData name="Khobo, IL, Dr [ilkhobo@sun.ac.za]" userId="b519a442-dcea-4a28-9c45-7e29f1df5837" providerId="ADAL" clId="{8BC8A5CF-2DB3-45E9-BF57-F2ED810C291E}" dt="2026-10-11T18:17:45.810" v="7944" actId="47"/>
        <pc:sldMkLst>
          <pc:docMk/>
          <pc:sldMk cId="3187204076" sldId="648"/>
        </pc:sldMkLst>
      </pc:sldChg>
      <pc:sldChg chg="addSp delSp modSp add del mod">
        <pc:chgData name="Khobo, IL, Dr [ilkhobo@sun.ac.za]" userId="b519a442-dcea-4a28-9c45-7e29f1df5837" providerId="ADAL" clId="{8BC8A5CF-2DB3-45E9-BF57-F2ED810C291E}" dt="2026-10-11T18:17:45.810" v="7944" actId="47"/>
        <pc:sldMkLst>
          <pc:docMk/>
          <pc:sldMk cId="1872896699" sldId="649"/>
        </pc:sldMkLst>
      </pc:sldChg>
      <pc:sldChg chg="addSp delSp modSp new del mod modAnim">
        <pc:chgData name="Khobo, IL, Dr [ilkhobo@sun.ac.za]" userId="b519a442-dcea-4a28-9c45-7e29f1df5837" providerId="ADAL" clId="{8BC8A5CF-2DB3-45E9-BF57-F2ED810C291E}" dt="2026-10-11T18:17:45.810" v="7944" actId="47"/>
        <pc:sldMkLst>
          <pc:docMk/>
          <pc:sldMk cId="3101834090" sldId="650"/>
        </pc:sldMkLst>
      </pc:sldChg>
      <pc:sldChg chg="addSp modSp add del mod ord">
        <pc:chgData name="Khobo, IL, Dr [ilkhobo@sun.ac.za]" userId="b519a442-dcea-4a28-9c45-7e29f1df5837" providerId="ADAL" clId="{8BC8A5CF-2DB3-45E9-BF57-F2ED810C291E}" dt="2026-10-11T18:17:45.810" v="7944" actId="47"/>
        <pc:sldMkLst>
          <pc:docMk/>
          <pc:sldMk cId="1333995481" sldId="651"/>
        </pc:sldMkLst>
      </pc:sldChg>
      <pc:sldChg chg="addSp delSp modSp new del mod modAnim">
        <pc:chgData name="Khobo, IL, Dr [ilkhobo@sun.ac.za]" userId="b519a442-dcea-4a28-9c45-7e29f1df5837" providerId="ADAL" clId="{8BC8A5CF-2DB3-45E9-BF57-F2ED810C291E}" dt="2026-10-11T18:17:45.810" v="7944" actId="47"/>
        <pc:sldMkLst>
          <pc:docMk/>
          <pc:sldMk cId="2177655525" sldId="652"/>
        </pc:sldMkLst>
      </pc:sldChg>
      <pc:sldChg chg="addSp modSp add del mod ord">
        <pc:chgData name="Khobo, IL, Dr [ilkhobo@sun.ac.za]" userId="b519a442-dcea-4a28-9c45-7e29f1df5837" providerId="ADAL" clId="{8BC8A5CF-2DB3-45E9-BF57-F2ED810C291E}" dt="2026-10-11T18:17:45.810" v="7944" actId="47"/>
        <pc:sldMkLst>
          <pc:docMk/>
          <pc:sldMk cId="2426637371" sldId="653"/>
        </pc:sldMkLst>
      </pc:sldChg>
      <pc:sldChg chg="addSp delSp modSp new del mod modAnim">
        <pc:chgData name="Khobo, IL, Dr [ilkhobo@sun.ac.za]" userId="b519a442-dcea-4a28-9c45-7e29f1df5837" providerId="ADAL" clId="{8BC8A5CF-2DB3-45E9-BF57-F2ED810C291E}" dt="2026-10-11T18:17:45.810" v="7944" actId="47"/>
        <pc:sldMkLst>
          <pc:docMk/>
          <pc:sldMk cId="4047288276" sldId="654"/>
        </pc:sldMkLst>
      </pc:sldChg>
      <pc:sldChg chg="modSp add mod">
        <pc:chgData name="Khobo, IL, Dr [ilkhobo@sun.ac.za]" userId="b519a442-dcea-4a28-9c45-7e29f1df5837" providerId="ADAL" clId="{8BC8A5CF-2DB3-45E9-BF57-F2ED810C291E}" dt="2026-10-11T18:17:50.112" v="7948" actId="20577"/>
        <pc:sldMkLst>
          <pc:docMk/>
          <pc:sldMk cId="2193090984" sldId="655"/>
        </pc:sldMkLst>
        <pc:spChg chg="mod">
          <ac:chgData name="Khobo, IL, Dr [ilkhobo@sun.ac.za]" userId="b519a442-dcea-4a28-9c45-7e29f1df5837" providerId="ADAL" clId="{8BC8A5CF-2DB3-45E9-BF57-F2ED810C291E}" dt="2026-10-11T18:17:50.112" v="7948" actId="20577"/>
          <ac:spMkLst>
            <pc:docMk/>
            <pc:sldMk cId="2193090984" sldId="655"/>
            <ac:spMk id="34" creationId="{7886511D-F9B5-4C7C-5C85-6A10CBF34BD1}"/>
          </ac:spMkLst>
        </pc:spChg>
      </pc:sldChg>
      <pc:sldChg chg="add del">
        <pc:chgData name="Khobo, IL, Dr [ilkhobo@sun.ac.za]" userId="b519a442-dcea-4a28-9c45-7e29f1df5837" providerId="ADAL" clId="{8BC8A5CF-2DB3-45E9-BF57-F2ED810C291E}" dt="2026-10-11T18:17:45.810" v="7944" actId="47"/>
        <pc:sldMkLst>
          <pc:docMk/>
          <pc:sldMk cId="3504331159" sldId="656"/>
        </pc:sldMkLst>
      </pc:sldChg>
      <pc:sldChg chg="add del">
        <pc:chgData name="Khobo, IL, Dr [ilkhobo@sun.ac.za]" userId="b519a442-dcea-4a28-9c45-7e29f1df5837" providerId="ADAL" clId="{8BC8A5CF-2DB3-45E9-BF57-F2ED810C291E}" dt="2026-10-11T18:09:53.711" v="7941" actId="47"/>
        <pc:sldMkLst>
          <pc:docMk/>
          <pc:sldMk cId="990047537" sldId="657"/>
        </pc:sldMkLst>
      </pc:sldChg>
      <pc:sldChg chg="add del">
        <pc:chgData name="Khobo, IL, Dr [ilkhobo@sun.ac.za]" userId="b519a442-dcea-4a28-9c45-7e29f1df5837" providerId="ADAL" clId="{8BC8A5CF-2DB3-45E9-BF57-F2ED810C291E}" dt="2026-10-11T14:48:51.607" v="7513" actId="2696"/>
        <pc:sldMkLst>
          <pc:docMk/>
          <pc:sldMk cId="3795216740" sldId="657"/>
        </pc:sldMkLst>
      </pc:sldChg>
      <pc:sldChg chg="modSp add mod modTransition">
        <pc:chgData name="Khobo, IL, Dr [ilkhobo@sun.ac.za]" userId="b519a442-dcea-4a28-9c45-7e29f1df5837" providerId="ADAL" clId="{8BC8A5CF-2DB3-45E9-BF57-F2ED810C291E}" dt="2026-10-11T15:16:08.909" v="7833"/>
        <pc:sldMkLst>
          <pc:docMk/>
          <pc:sldMk cId="3846425066" sldId="658"/>
        </pc:sldMkLst>
        <pc:grpChg chg="mod">
          <ac:chgData name="Khobo, IL, Dr [ilkhobo@sun.ac.za]" userId="b519a442-dcea-4a28-9c45-7e29f1df5837" providerId="ADAL" clId="{8BC8A5CF-2DB3-45E9-BF57-F2ED810C291E}" dt="2026-10-11T15:15:43.436" v="7830" actId="1076"/>
          <ac:grpSpMkLst>
            <pc:docMk/>
            <pc:sldMk cId="3846425066" sldId="658"/>
            <ac:grpSpMk id="51" creationId="{39E93B1B-B798-0EFB-F8F1-80D4043F1A90}"/>
          </ac:grpSpMkLst>
        </pc:grpChg>
        <pc:grpChg chg="mod">
          <ac:chgData name="Khobo, IL, Dr [ilkhobo@sun.ac.za]" userId="b519a442-dcea-4a28-9c45-7e29f1df5837" providerId="ADAL" clId="{8BC8A5CF-2DB3-45E9-BF57-F2ED810C291E}" dt="2026-10-11T15:15:43.436" v="7830" actId="1076"/>
          <ac:grpSpMkLst>
            <pc:docMk/>
            <pc:sldMk cId="3846425066" sldId="658"/>
            <ac:grpSpMk id="74" creationId="{8AF164A9-D70D-37A0-8280-EADCB582ACE2}"/>
          </ac:grpSpMkLst>
        </pc:grpChg>
        <pc:grpChg chg="mod">
          <ac:chgData name="Khobo, IL, Dr [ilkhobo@sun.ac.za]" userId="b519a442-dcea-4a28-9c45-7e29f1df5837" providerId="ADAL" clId="{8BC8A5CF-2DB3-45E9-BF57-F2ED810C291E}" dt="2026-10-11T15:15:43.436" v="7830" actId="1076"/>
          <ac:grpSpMkLst>
            <pc:docMk/>
            <pc:sldMk cId="3846425066" sldId="658"/>
            <ac:grpSpMk id="75" creationId="{C0CA75CF-19EE-D241-5ED3-5E849A19F3DB}"/>
          </ac:grpSpMkLst>
        </pc:grpChg>
        <pc:grpChg chg="mod">
          <ac:chgData name="Khobo, IL, Dr [ilkhobo@sun.ac.za]" userId="b519a442-dcea-4a28-9c45-7e29f1df5837" providerId="ADAL" clId="{8BC8A5CF-2DB3-45E9-BF57-F2ED810C291E}" dt="2026-10-11T15:15:43.436" v="7830" actId="1076"/>
          <ac:grpSpMkLst>
            <pc:docMk/>
            <pc:sldMk cId="3846425066" sldId="658"/>
            <ac:grpSpMk id="76" creationId="{5C468055-EDB8-B182-18A6-5C4FEA253345}"/>
          </ac:grpSpMkLst>
        </pc:grpChg>
        <pc:grpChg chg="mod">
          <ac:chgData name="Khobo, IL, Dr [ilkhobo@sun.ac.za]" userId="b519a442-dcea-4a28-9c45-7e29f1df5837" providerId="ADAL" clId="{8BC8A5CF-2DB3-45E9-BF57-F2ED810C291E}" dt="2026-10-11T15:15:43.436" v="7830" actId="1076"/>
          <ac:grpSpMkLst>
            <pc:docMk/>
            <pc:sldMk cId="3846425066" sldId="658"/>
            <ac:grpSpMk id="77" creationId="{6613E1C8-1B52-92D4-3F3E-5DB44FCAF91A}"/>
          </ac:grpSpMkLst>
        </pc:grpChg>
        <pc:grpChg chg="mod">
          <ac:chgData name="Khobo, IL, Dr [ilkhobo@sun.ac.za]" userId="b519a442-dcea-4a28-9c45-7e29f1df5837" providerId="ADAL" clId="{8BC8A5CF-2DB3-45E9-BF57-F2ED810C291E}" dt="2026-10-11T15:15:43.436" v="7830" actId="1076"/>
          <ac:grpSpMkLst>
            <pc:docMk/>
            <pc:sldMk cId="3846425066" sldId="658"/>
            <ac:grpSpMk id="78" creationId="{864CDCCA-F92A-360C-C565-B62F668850C3}"/>
          </ac:grpSpMkLst>
        </pc:grpChg>
      </pc:sldChg>
      <pc:sldChg chg="modSp add mod modTransition">
        <pc:chgData name="Khobo, IL, Dr [ilkhobo@sun.ac.za]" userId="b519a442-dcea-4a28-9c45-7e29f1df5837" providerId="ADAL" clId="{8BC8A5CF-2DB3-45E9-BF57-F2ED810C291E}" dt="2026-10-11T15:16:13.486" v="7834"/>
        <pc:sldMkLst>
          <pc:docMk/>
          <pc:sldMk cId="163973389" sldId="659"/>
        </pc:sldMkLst>
        <pc:grpChg chg="mod">
          <ac:chgData name="Khobo, IL, Dr [ilkhobo@sun.ac.za]" userId="b519a442-dcea-4a28-9c45-7e29f1df5837" providerId="ADAL" clId="{8BC8A5CF-2DB3-45E9-BF57-F2ED810C291E}" dt="2026-10-11T15:16:01.857" v="7832" actId="1076"/>
          <ac:grpSpMkLst>
            <pc:docMk/>
            <pc:sldMk cId="163973389" sldId="659"/>
            <ac:grpSpMk id="51" creationId="{DE1C8A65-7E33-97A2-642F-EDFD79C1DD55}"/>
          </ac:grpSpMkLst>
        </pc:grpChg>
        <pc:grpChg chg="mod">
          <ac:chgData name="Khobo, IL, Dr [ilkhobo@sun.ac.za]" userId="b519a442-dcea-4a28-9c45-7e29f1df5837" providerId="ADAL" clId="{8BC8A5CF-2DB3-45E9-BF57-F2ED810C291E}" dt="2026-10-11T15:16:01.857" v="7832" actId="1076"/>
          <ac:grpSpMkLst>
            <pc:docMk/>
            <pc:sldMk cId="163973389" sldId="659"/>
            <ac:grpSpMk id="74" creationId="{35D8E0E5-2032-BA38-E6BF-C1919CB96F32}"/>
          </ac:grpSpMkLst>
        </pc:grpChg>
        <pc:grpChg chg="mod">
          <ac:chgData name="Khobo, IL, Dr [ilkhobo@sun.ac.za]" userId="b519a442-dcea-4a28-9c45-7e29f1df5837" providerId="ADAL" clId="{8BC8A5CF-2DB3-45E9-BF57-F2ED810C291E}" dt="2026-10-11T15:16:01.857" v="7832" actId="1076"/>
          <ac:grpSpMkLst>
            <pc:docMk/>
            <pc:sldMk cId="163973389" sldId="659"/>
            <ac:grpSpMk id="75" creationId="{E71EACB3-7E11-19B6-65ED-268A54D979AE}"/>
          </ac:grpSpMkLst>
        </pc:grpChg>
        <pc:grpChg chg="mod">
          <ac:chgData name="Khobo, IL, Dr [ilkhobo@sun.ac.za]" userId="b519a442-dcea-4a28-9c45-7e29f1df5837" providerId="ADAL" clId="{8BC8A5CF-2DB3-45E9-BF57-F2ED810C291E}" dt="2026-10-11T15:16:01.857" v="7832" actId="1076"/>
          <ac:grpSpMkLst>
            <pc:docMk/>
            <pc:sldMk cId="163973389" sldId="659"/>
            <ac:grpSpMk id="76" creationId="{1090F317-475C-55B8-A758-B48750F98E5E}"/>
          </ac:grpSpMkLst>
        </pc:grpChg>
        <pc:grpChg chg="mod">
          <ac:chgData name="Khobo, IL, Dr [ilkhobo@sun.ac.za]" userId="b519a442-dcea-4a28-9c45-7e29f1df5837" providerId="ADAL" clId="{8BC8A5CF-2DB3-45E9-BF57-F2ED810C291E}" dt="2026-10-11T15:16:01.857" v="7832" actId="1076"/>
          <ac:grpSpMkLst>
            <pc:docMk/>
            <pc:sldMk cId="163973389" sldId="659"/>
            <ac:grpSpMk id="77" creationId="{230E8C66-2EBF-E1D2-9412-489B6446059D}"/>
          </ac:grpSpMkLst>
        </pc:grpChg>
        <pc:grpChg chg="mod">
          <ac:chgData name="Khobo, IL, Dr [ilkhobo@sun.ac.za]" userId="b519a442-dcea-4a28-9c45-7e29f1df5837" providerId="ADAL" clId="{8BC8A5CF-2DB3-45E9-BF57-F2ED810C291E}" dt="2026-10-11T15:16:01.857" v="7832" actId="1076"/>
          <ac:grpSpMkLst>
            <pc:docMk/>
            <pc:sldMk cId="163973389" sldId="659"/>
            <ac:grpSpMk id="78" creationId="{B0B24706-1922-2080-B69E-501614C5A9E4}"/>
          </ac:grpSpMkLst>
        </pc:grpChg>
      </pc:sldChg>
      <pc:sldChg chg="addSp delSp modSp add mod modAnim">
        <pc:chgData name="Khobo, IL, Dr [ilkhobo@sun.ac.za]" userId="b519a442-dcea-4a28-9c45-7e29f1df5837" providerId="ADAL" clId="{8BC8A5CF-2DB3-45E9-BF57-F2ED810C291E}" dt="2026-10-11T15:39:24.063" v="7847"/>
        <pc:sldMkLst>
          <pc:docMk/>
          <pc:sldMk cId="792759965" sldId="660"/>
        </pc:sldMkLst>
        <pc:picChg chg="add del mod">
          <ac:chgData name="Khobo, IL, Dr [ilkhobo@sun.ac.za]" userId="b519a442-dcea-4a28-9c45-7e29f1df5837" providerId="ADAL" clId="{8BC8A5CF-2DB3-45E9-BF57-F2ED810C291E}" dt="2026-10-11T15:31:35.908" v="7842" actId="478"/>
          <ac:picMkLst>
            <pc:docMk/>
            <pc:sldMk cId="792759965" sldId="660"/>
            <ac:picMk id="4" creationId="{7E4ED437-32E4-D65C-7986-E39D6FF62B39}"/>
          </ac:picMkLst>
        </pc:picChg>
        <pc:picChg chg="add mod">
          <ac:chgData name="Khobo, IL, Dr [ilkhobo@sun.ac.za]" userId="b519a442-dcea-4a28-9c45-7e29f1df5837" providerId="ADAL" clId="{8BC8A5CF-2DB3-45E9-BF57-F2ED810C291E}" dt="2026-10-11T15:34:28.491" v="7845" actId="1076"/>
          <ac:picMkLst>
            <pc:docMk/>
            <pc:sldMk cId="792759965" sldId="660"/>
            <ac:picMk id="6" creationId="{A85BA5F6-AB7E-89F0-AE63-4D0518A41293}"/>
          </ac:picMkLst>
        </pc:picChg>
        <pc:picChg chg="del">
          <ac:chgData name="Khobo, IL, Dr [ilkhobo@sun.ac.za]" userId="b519a442-dcea-4a28-9c45-7e29f1df5837" providerId="ADAL" clId="{8BC8A5CF-2DB3-45E9-BF57-F2ED810C291E}" dt="2026-10-11T15:26:01.735" v="7838" actId="478"/>
          <ac:picMkLst>
            <pc:docMk/>
            <pc:sldMk cId="792759965" sldId="660"/>
            <ac:picMk id="80" creationId="{3AE4957F-6E60-1176-ED60-470F129A4806}"/>
          </ac:picMkLst>
        </pc:picChg>
        <pc:picChg chg="del">
          <ac:chgData name="Khobo, IL, Dr [ilkhobo@sun.ac.za]" userId="b519a442-dcea-4a28-9c45-7e29f1df5837" providerId="ADAL" clId="{8BC8A5CF-2DB3-45E9-BF57-F2ED810C291E}" dt="2026-10-11T15:25:59.702" v="7837" actId="478"/>
          <ac:picMkLst>
            <pc:docMk/>
            <pc:sldMk cId="792759965" sldId="660"/>
            <ac:picMk id="82" creationId="{CAD86842-E288-6A11-E1AD-27CCB7D2B4D0}"/>
          </ac:picMkLst>
        </pc:picChg>
      </pc:sldChg>
      <pc:sldChg chg="addSp delSp modSp add mod modAnim">
        <pc:chgData name="Khobo, IL, Dr [ilkhobo@sun.ac.za]" userId="b519a442-dcea-4a28-9c45-7e29f1df5837" providerId="ADAL" clId="{8BC8A5CF-2DB3-45E9-BF57-F2ED810C291E}" dt="2026-10-11T18:00:12.279" v="7905" actId="478"/>
        <pc:sldMkLst>
          <pc:docMk/>
          <pc:sldMk cId="711044155" sldId="661"/>
        </pc:sldMkLst>
        <pc:spChg chg="mod">
          <ac:chgData name="Khobo, IL, Dr [ilkhobo@sun.ac.za]" userId="b519a442-dcea-4a28-9c45-7e29f1df5837" providerId="ADAL" clId="{8BC8A5CF-2DB3-45E9-BF57-F2ED810C291E}" dt="2026-10-11T17:36:39.246" v="7856" actId="1076"/>
          <ac:spMkLst>
            <pc:docMk/>
            <pc:sldMk cId="711044155" sldId="661"/>
            <ac:spMk id="46" creationId="{4C3C6525-B7A4-AB7A-2B99-F0E75198CA54}"/>
          </ac:spMkLst>
        </pc:spChg>
        <pc:spChg chg="mod">
          <ac:chgData name="Khobo, IL, Dr [ilkhobo@sun.ac.za]" userId="b519a442-dcea-4a28-9c45-7e29f1df5837" providerId="ADAL" clId="{8BC8A5CF-2DB3-45E9-BF57-F2ED810C291E}" dt="2026-10-11T17:36:39.246" v="7856" actId="1076"/>
          <ac:spMkLst>
            <pc:docMk/>
            <pc:sldMk cId="711044155" sldId="661"/>
            <ac:spMk id="47" creationId="{2A120BE6-E7F5-DC9C-8B61-1F059892152C}"/>
          </ac:spMkLst>
        </pc:spChg>
        <pc:spChg chg="add del mod topLvl">
          <ac:chgData name="Khobo, IL, Dr [ilkhobo@sun.ac.za]" userId="b519a442-dcea-4a28-9c45-7e29f1df5837" providerId="ADAL" clId="{8BC8A5CF-2DB3-45E9-BF57-F2ED810C291E}" dt="2026-10-11T17:39:05.649" v="7864" actId="1076"/>
          <ac:spMkLst>
            <pc:docMk/>
            <pc:sldMk cId="711044155" sldId="661"/>
            <ac:spMk id="71" creationId="{215D024D-B124-5F30-D726-1BA5E8CFCB06}"/>
          </ac:spMkLst>
        </pc:spChg>
        <pc:grpChg chg="mod topLvl">
          <ac:chgData name="Khobo, IL, Dr [ilkhobo@sun.ac.za]" userId="b519a442-dcea-4a28-9c45-7e29f1df5837" providerId="ADAL" clId="{8BC8A5CF-2DB3-45E9-BF57-F2ED810C291E}" dt="2026-10-11T17:38:52.927" v="7863" actId="478"/>
          <ac:grpSpMkLst>
            <pc:docMk/>
            <pc:sldMk cId="711044155" sldId="661"/>
            <ac:grpSpMk id="45" creationId="{05F6475C-BD98-A8ED-EC1F-08092F950DAB}"/>
          </ac:grpSpMkLst>
        </pc:grpChg>
        <pc:grpChg chg="add del mod ord">
          <ac:chgData name="Khobo, IL, Dr [ilkhobo@sun.ac.za]" userId="b519a442-dcea-4a28-9c45-7e29f1df5837" providerId="ADAL" clId="{8BC8A5CF-2DB3-45E9-BF57-F2ED810C291E}" dt="2026-10-11T17:39:18.415" v="7866" actId="170"/>
          <ac:grpSpMkLst>
            <pc:docMk/>
            <pc:sldMk cId="711044155" sldId="661"/>
            <ac:grpSpMk id="77" creationId="{930D0DDA-67DD-FE4E-DC08-8F4F56F94C3A}"/>
          </ac:grpSpMkLst>
        </pc:grpChg>
        <pc:picChg chg="add del mod">
          <ac:chgData name="Khobo, IL, Dr [ilkhobo@sun.ac.za]" userId="b519a442-dcea-4a28-9c45-7e29f1df5837" providerId="ADAL" clId="{8BC8A5CF-2DB3-45E9-BF57-F2ED810C291E}" dt="2026-10-11T18:00:12.279" v="7905" actId="478"/>
          <ac:picMkLst>
            <pc:docMk/>
            <pc:sldMk cId="711044155" sldId="661"/>
            <ac:picMk id="4" creationId="{12B0BE13-0365-AEF5-2ADC-5702C896AD68}"/>
          </ac:picMkLst>
        </pc:picChg>
        <pc:picChg chg="del">
          <ac:chgData name="Khobo, IL, Dr [ilkhobo@sun.ac.za]" userId="b519a442-dcea-4a28-9c45-7e29f1df5837" providerId="ADAL" clId="{8BC8A5CF-2DB3-45E9-BF57-F2ED810C291E}" dt="2026-10-11T17:36:00.352" v="7849" actId="478"/>
          <ac:picMkLst>
            <pc:docMk/>
            <pc:sldMk cId="711044155" sldId="661"/>
            <ac:picMk id="6" creationId="{72FD5789-77E7-EE7E-588D-62A94843DD55}"/>
          </ac:picMkLst>
        </pc:picChg>
        <pc:picChg chg="add del ord">
          <ac:chgData name="Khobo, IL, Dr [ilkhobo@sun.ac.za]" userId="b519a442-dcea-4a28-9c45-7e29f1df5837" providerId="ADAL" clId="{8BC8A5CF-2DB3-45E9-BF57-F2ED810C291E}" dt="2026-10-11T18:00:11.824" v="7904" actId="22"/>
          <ac:picMkLst>
            <pc:docMk/>
            <pc:sldMk cId="711044155" sldId="661"/>
            <ac:picMk id="7" creationId="{C3471590-7846-4FEA-1904-A1896907FF39}"/>
          </ac:picMkLst>
        </pc:picChg>
        <pc:picChg chg="add del">
          <ac:chgData name="Khobo, IL, Dr [ilkhobo@sun.ac.za]" userId="b519a442-dcea-4a28-9c45-7e29f1df5837" providerId="ADAL" clId="{8BC8A5CF-2DB3-45E9-BF57-F2ED810C291E}" dt="2026-10-11T18:00:11.824" v="7904" actId="22"/>
          <ac:picMkLst>
            <pc:docMk/>
            <pc:sldMk cId="711044155" sldId="661"/>
            <ac:picMk id="9" creationId="{019FCCBB-B33F-1DAE-24D0-C4CE96288974}"/>
          </ac:picMkLst>
        </pc:picChg>
      </pc:sldChg>
      <pc:sldChg chg="addSp delSp modSp add mod">
        <pc:chgData name="Khobo, IL, Dr [ilkhobo@sun.ac.za]" userId="b519a442-dcea-4a28-9c45-7e29f1df5837" providerId="ADAL" clId="{8BC8A5CF-2DB3-45E9-BF57-F2ED810C291E}" dt="2026-10-11T18:05:01.924" v="7928" actId="20577"/>
        <pc:sldMkLst>
          <pc:docMk/>
          <pc:sldMk cId="2537610088" sldId="662"/>
        </pc:sldMkLst>
        <pc:spChg chg="mod">
          <ac:chgData name="Khobo, IL, Dr [ilkhobo@sun.ac.za]" userId="b519a442-dcea-4a28-9c45-7e29f1df5837" providerId="ADAL" clId="{8BC8A5CF-2DB3-45E9-BF57-F2ED810C291E}" dt="2026-10-11T18:05:01.924" v="7928" actId="20577"/>
          <ac:spMkLst>
            <pc:docMk/>
            <pc:sldMk cId="2537610088" sldId="662"/>
            <ac:spMk id="29" creationId="{6BC88A96-D1F3-E4B3-1807-A493B1B4A3AF}"/>
          </ac:spMkLst>
        </pc:spChg>
        <pc:spChg chg="del topLvl">
          <ac:chgData name="Khobo, IL, Dr [ilkhobo@sun.ac.za]" userId="b519a442-dcea-4a28-9c45-7e29f1df5837" providerId="ADAL" clId="{8BC8A5CF-2DB3-45E9-BF57-F2ED810C291E}" dt="2026-10-11T17:37:15.330" v="7859" actId="478"/>
          <ac:spMkLst>
            <pc:docMk/>
            <pc:sldMk cId="2537610088" sldId="662"/>
            <ac:spMk id="71" creationId="{27B934ED-AF69-7E47-0487-CF5EFC383D03}"/>
          </ac:spMkLst>
        </pc:spChg>
        <pc:grpChg chg="del mod topLvl">
          <ac:chgData name="Khobo, IL, Dr [ilkhobo@sun.ac.za]" userId="b519a442-dcea-4a28-9c45-7e29f1df5837" providerId="ADAL" clId="{8BC8A5CF-2DB3-45E9-BF57-F2ED810C291E}" dt="2026-10-11T17:41:00.972" v="7867" actId="478"/>
          <ac:grpSpMkLst>
            <pc:docMk/>
            <pc:sldMk cId="2537610088" sldId="662"/>
            <ac:grpSpMk id="45" creationId="{F088E50F-1868-C80D-9CD3-99CF1130B0AE}"/>
          </ac:grpSpMkLst>
        </pc:grpChg>
        <pc:grpChg chg="mod">
          <ac:chgData name="Khobo, IL, Dr [ilkhobo@sun.ac.za]" userId="b519a442-dcea-4a28-9c45-7e29f1df5837" providerId="ADAL" clId="{8BC8A5CF-2DB3-45E9-BF57-F2ED810C291E}" dt="2026-10-11T17:37:48.556" v="7861" actId="1076"/>
          <ac:grpSpMkLst>
            <pc:docMk/>
            <pc:sldMk cId="2537610088" sldId="662"/>
            <ac:grpSpMk id="74" creationId="{E23DCD28-0B8D-1C1B-1DB4-79DE10E224A3}"/>
          </ac:grpSpMkLst>
        </pc:grpChg>
        <pc:grpChg chg="mod">
          <ac:chgData name="Khobo, IL, Dr [ilkhobo@sun.ac.za]" userId="b519a442-dcea-4a28-9c45-7e29f1df5837" providerId="ADAL" clId="{8BC8A5CF-2DB3-45E9-BF57-F2ED810C291E}" dt="2026-10-11T17:37:48.556" v="7861" actId="1076"/>
          <ac:grpSpMkLst>
            <pc:docMk/>
            <pc:sldMk cId="2537610088" sldId="662"/>
            <ac:grpSpMk id="75" creationId="{704B1C48-D056-3C81-4A95-DDE77EC8DEBF}"/>
          </ac:grpSpMkLst>
        </pc:grpChg>
        <pc:grpChg chg="mod">
          <ac:chgData name="Khobo, IL, Dr [ilkhobo@sun.ac.za]" userId="b519a442-dcea-4a28-9c45-7e29f1df5837" providerId="ADAL" clId="{8BC8A5CF-2DB3-45E9-BF57-F2ED810C291E}" dt="2026-10-11T17:37:48.556" v="7861" actId="1076"/>
          <ac:grpSpMkLst>
            <pc:docMk/>
            <pc:sldMk cId="2537610088" sldId="662"/>
            <ac:grpSpMk id="76" creationId="{62D507AB-6D97-90DE-F034-A3243A18D798}"/>
          </ac:grpSpMkLst>
        </pc:grpChg>
        <pc:grpChg chg="del">
          <ac:chgData name="Khobo, IL, Dr [ilkhobo@sun.ac.za]" userId="b519a442-dcea-4a28-9c45-7e29f1df5837" providerId="ADAL" clId="{8BC8A5CF-2DB3-45E9-BF57-F2ED810C291E}" dt="2026-10-11T17:37:15.330" v="7859" actId="478"/>
          <ac:grpSpMkLst>
            <pc:docMk/>
            <pc:sldMk cId="2537610088" sldId="662"/>
            <ac:grpSpMk id="77" creationId="{B6E24272-45A7-E32B-02FC-572E366F79E2}"/>
          </ac:grpSpMkLst>
        </pc:grpChg>
        <pc:picChg chg="add del">
          <ac:chgData name="Khobo, IL, Dr [ilkhobo@sun.ac.za]" userId="b519a442-dcea-4a28-9c45-7e29f1df5837" providerId="ADAL" clId="{8BC8A5CF-2DB3-45E9-BF57-F2ED810C291E}" dt="2026-10-11T18:00:13.287" v="7907" actId="478"/>
          <ac:picMkLst>
            <pc:docMk/>
            <pc:sldMk cId="2537610088" sldId="662"/>
            <ac:picMk id="4" creationId="{7BAD1089-1DF9-E5B3-0848-52D94BEFB465}"/>
          </ac:picMkLst>
        </pc:picChg>
        <pc:picChg chg="add del">
          <ac:chgData name="Khobo, IL, Dr [ilkhobo@sun.ac.za]" userId="b519a442-dcea-4a28-9c45-7e29f1df5837" providerId="ADAL" clId="{8BC8A5CF-2DB3-45E9-BF57-F2ED810C291E}" dt="2026-10-11T18:00:12.731" v="7906" actId="22"/>
          <ac:picMkLst>
            <pc:docMk/>
            <pc:sldMk cId="2537610088" sldId="662"/>
            <ac:picMk id="5" creationId="{D4BA7C5B-74B2-C76C-221C-EAFCB5D328CC}"/>
          </ac:picMkLst>
        </pc:picChg>
        <pc:picChg chg="add del">
          <ac:chgData name="Khobo, IL, Dr [ilkhobo@sun.ac.za]" userId="b519a442-dcea-4a28-9c45-7e29f1df5837" providerId="ADAL" clId="{8BC8A5CF-2DB3-45E9-BF57-F2ED810C291E}" dt="2026-10-11T18:00:12.731" v="7906" actId="22"/>
          <ac:picMkLst>
            <pc:docMk/>
            <pc:sldMk cId="2537610088" sldId="662"/>
            <ac:picMk id="7" creationId="{0E95F41C-B5F0-DE8A-B896-3100789E893E}"/>
          </ac:picMkLst>
        </pc:picChg>
      </pc:sldChg>
      <pc:sldChg chg="addSp delSp modSp add mod">
        <pc:chgData name="Khobo, IL, Dr [ilkhobo@sun.ac.za]" userId="b519a442-dcea-4a28-9c45-7e29f1df5837" providerId="ADAL" clId="{8BC8A5CF-2DB3-45E9-BF57-F2ED810C291E}" dt="2026-10-11T18:06:01.236" v="7933" actId="20577"/>
        <pc:sldMkLst>
          <pc:docMk/>
          <pc:sldMk cId="683500196" sldId="663"/>
        </pc:sldMkLst>
        <pc:spChg chg="mod">
          <ac:chgData name="Khobo, IL, Dr [ilkhobo@sun.ac.za]" userId="b519a442-dcea-4a28-9c45-7e29f1df5837" providerId="ADAL" clId="{8BC8A5CF-2DB3-45E9-BF57-F2ED810C291E}" dt="2026-10-11T18:06:01.236" v="7933" actId="20577"/>
          <ac:spMkLst>
            <pc:docMk/>
            <pc:sldMk cId="683500196" sldId="663"/>
            <ac:spMk id="29" creationId="{70170791-4DB2-5016-628C-3E112296A96F}"/>
          </ac:spMkLst>
        </pc:spChg>
        <pc:grpChg chg="mod">
          <ac:chgData name="Khobo, IL, Dr [ilkhobo@sun.ac.za]" userId="b519a442-dcea-4a28-9c45-7e29f1df5837" providerId="ADAL" clId="{8BC8A5CF-2DB3-45E9-BF57-F2ED810C291E}" dt="2026-10-11T17:43:23.938" v="7870" actId="1076"/>
          <ac:grpSpMkLst>
            <pc:docMk/>
            <pc:sldMk cId="683500196" sldId="663"/>
            <ac:grpSpMk id="51" creationId="{BA40FC3E-C4E9-71C0-BD76-366281537CF5}"/>
          </ac:grpSpMkLst>
        </pc:grpChg>
        <pc:grpChg chg="mod">
          <ac:chgData name="Khobo, IL, Dr [ilkhobo@sun.ac.za]" userId="b519a442-dcea-4a28-9c45-7e29f1df5837" providerId="ADAL" clId="{8BC8A5CF-2DB3-45E9-BF57-F2ED810C291E}" dt="2026-10-11T17:43:23.938" v="7870" actId="1076"/>
          <ac:grpSpMkLst>
            <pc:docMk/>
            <pc:sldMk cId="683500196" sldId="663"/>
            <ac:grpSpMk id="74" creationId="{74DC0390-9C89-6594-9458-75F3D79258AD}"/>
          </ac:grpSpMkLst>
        </pc:grpChg>
        <pc:grpChg chg="mod">
          <ac:chgData name="Khobo, IL, Dr [ilkhobo@sun.ac.za]" userId="b519a442-dcea-4a28-9c45-7e29f1df5837" providerId="ADAL" clId="{8BC8A5CF-2DB3-45E9-BF57-F2ED810C291E}" dt="2026-10-11T17:43:23.938" v="7870" actId="1076"/>
          <ac:grpSpMkLst>
            <pc:docMk/>
            <pc:sldMk cId="683500196" sldId="663"/>
            <ac:grpSpMk id="75" creationId="{1FC4B1B7-A3DF-3AE1-EEAE-26C9682C9CD7}"/>
          </ac:grpSpMkLst>
        </pc:grpChg>
        <pc:grpChg chg="mod">
          <ac:chgData name="Khobo, IL, Dr [ilkhobo@sun.ac.za]" userId="b519a442-dcea-4a28-9c45-7e29f1df5837" providerId="ADAL" clId="{8BC8A5CF-2DB3-45E9-BF57-F2ED810C291E}" dt="2026-10-11T17:43:23.938" v="7870" actId="1076"/>
          <ac:grpSpMkLst>
            <pc:docMk/>
            <pc:sldMk cId="683500196" sldId="663"/>
            <ac:grpSpMk id="76" creationId="{1419B15B-DF0C-9659-EBFC-401045610D48}"/>
          </ac:grpSpMkLst>
        </pc:grpChg>
        <pc:grpChg chg="mod">
          <ac:chgData name="Khobo, IL, Dr [ilkhobo@sun.ac.za]" userId="b519a442-dcea-4a28-9c45-7e29f1df5837" providerId="ADAL" clId="{8BC8A5CF-2DB3-45E9-BF57-F2ED810C291E}" dt="2026-10-11T17:43:23.938" v="7870" actId="1076"/>
          <ac:grpSpMkLst>
            <pc:docMk/>
            <pc:sldMk cId="683500196" sldId="663"/>
            <ac:grpSpMk id="78" creationId="{08F8ADF1-8876-E285-38EF-51E78DA55A09}"/>
          </ac:grpSpMkLst>
        </pc:grpChg>
        <pc:picChg chg="add del">
          <ac:chgData name="Khobo, IL, Dr [ilkhobo@sun.ac.za]" userId="b519a442-dcea-4a28-9c45-7e29f1df5837" providerId="ADAL" clId="{8BC8A5CF-2DB3-45E9-BF57-F2ED810C291E}" dt="2026-10-11T18:00:14.581" v="7909" actId="478"/>
          <ac:picMkLst>
            <pc:docMk/>
            <pc:sldMk cId="683500196" sldId="663"/>
            <ac:picMk id="4" creationId="{8CBB5B2A-15B4-B167-CAC7-2F2CD3B8A984}"/>
          </ac:picMkLst>
        </pc:picChg>
        <pc:picChg chg="add del">
          <ac:chgData name="Khobo, IL, Dr [ilkhobo@sun.ac.za]" userId="b519a442-dcea-4a28-9c45-7e29f1df5837" providerId="ADAL" clId="{8BC8A5CF-2DB3-45E9-BF57-F2ED810C291E}" dt="2026-10-11T17:59:05.033" v="7894" actId="22"/>
          <ac:picMkLst>
            <pc:docMk/>
            <pc:sldMk cId="683500196" sldId="663"/>
            <ac:picMk id="5" creationId="{9AA1D97E-B460-2FEF-470A-888E021FA53C}"/>
          </ac:picMkLst>
        </pc:picChg>
        <pc:picChg chg="add del">
          <ac:chgData name="Khobo, IL, Dr [ilkhobo@sun.ac.za]" userId="b519a442-dcea-4a28-9c45-7e29f1df5837" providerId="ADAL" clId="{8BC8A5CF-2DB3-45E9-BF57-F2ED810C291E}" dt="2026-10-11T17:59:05.033" v="7894" actId="22"/>
          <ac:picMkLst>
            <pc:docMk/>
            <pc:sldMk cId="683500196" sldId="663"/>
            <ac:picMk id="7" creationId="{7F2DCC5E-9403-408B-E919-2C8D42CF5676}"/>
          </ac:picMkLst>
        </pc:picChg>
        <pc:picChg chg="add del">
          <ac:chgData name="Khobo, IL, Dr [ilkhobo@sun.ac.za]" userId="b519a442-dcea-4a28-9c45-7e29f1df5837" providerId="ADAL" clId="{8BC8A5CF-2DB3-45E9-BF57-F2ED810C291E}" dt="2026-10-11T18:00:13.675" v="7908" actId="22"/>
          <ac:picMkLst>
            <pc:docMk/>
            <pc:sldMk cId="683500196" sldId="663"/>
            <ac:picMk id="9" creationId="{87DE1BD4-EAAB-351A-1AA2-A1F3B562B6F7}"/>
          </ac:picMkLst>
        </pc:picChg>
        <pc:picChg chg="add del">
          <ac:chgData name="Khobo, IL, Dr [ilkhobo@sun.ac.za]" userId="b519a442-dcea-4a28-9c45-7e29f1df5837" providerId="ADAL" clId="{8BC8A5CF-2DB3-45E9-BF57-F2ED810C291E}" dt="2026-10-11T18:00:13.675" v="7908" actId="22"/>
          <ac:picMkLst>
            <pc:docMk/>
            <pc:sldMk cId="683500196" sldId="663"/>
            <ac:picMk id="11" creationId="{DE1427E9-DF90-5038-A1A0-A31BBDC91E31}"/>
          </ac:picMkLst>
        </pc:picChg>
      </pc:sldChg>
      <pc:sldChg chg="addSp delSp modSp add mod ord">
        <pc:chgData name="Khobo, IL, Dr [ilkhobo@sun.ac.za]" userId="b519a442-dcea-4a28-9c45-7e29f1df5837" providerId="ADAL" clId="{8BC8A5CF-2DB3-45E9-BF57-F2ED810C291E}" dt="2026-10-11T18:00:40.901" v="7923" actId="167"/>
        <pc:sldMkLst>
          <pc:docMk/>
          <pc:sldMk cId="4186517736" sldId="664"/>
        </pc:sldMkLst>
        <pc:picChg chg="del">
          <ac:chgData name="Khobo, IL, Dr [ilkhobo@sun.ac.za]" userId="b519a442-dcea-4a28-9c45-7e29f1df5837" providerId="ADAL" clId="{8BC8A5CF-2DB3-45E9-BF57-F2ED810C291E}" dt="2026-10-11T17:56:36.175" v="7880" actId="478"/>
          <ac:picMkLst>
            <pc:docMk/>
            <pc:sldMk cId="4186517736" sldId="664"/>
            <ac:picMk id="4" creationId="{3E97FF1D-C49D-71AF-6C50-16D8C0669EE4}"/>
          </ac:picMkLst>
        </pc:picChg>
        <pc:picChg chg="add del mod ord">
          <ac:chgData name="Khobo, IL, Dr [ilkhobo@sun.ac.za]" userId="b519a442-dcea-4a28-9c45-7e29f1df5837" providerId="ADAL" clId="{8BC8A5CF-2DB3-45E9-BF57-F2ED810C291E}" dt="2026-10-11T18:00:36.279" v="7921" actId="478"/>
          <ac:picMkLst>
            <pc:docMk/>
            <pc:sldMk cId="4186517736" sldId="664"/>
            <ac:picMk id="5" creationId="{1073A987-9A72-0068-8069-4FCAA8122207}"/>
          </ac:picMkLst>
        </pc:picChg>
        <pc:picChg chg="add ord">
          <ac:chgData name="Khobo, IL, Dr [ilkhobo@sun.ac.za]" userId="b519a442-dcea-4a28-9c45-7e29f1df5837" providerId="ADAL" clId="{8BC8A5CF-2DB3-45E9-BF57-F2ED810C291E}" dt="2026-10-11T18:00:40.901" v="7923" actId="167"/>
          <ac:picMkLst>
            <pc:docMk/>
            <pc:sldMk cId="4186517736" sldId="664"/>
            <ac:picMk id="7" creationId="{530D4467-E0A4-63A0-4D39-ED59B445E64D}"/>
          </ac:picMkLst>
        </pc:picChg>
        <pc:picChg chg="add ord">
          <ac:chgData name="Khobo, IL, Dr [ilkhobo@sun.ac.za]" userId="b519a442-dcea-4a28-9c45-7e29f1df5837" providerId="ADAL" clId="{8BC8A5CF-2DB3-45E9-BF57-F2ED810C291E}" dt="2026-10-11T18:00:40.901" v="7923" actId="167"/>
          <ac:picMkLst>
            <pc:docMk/>
            <pc:sldMk cId="4186517736" sldId="664"/>
            <ac:picMk id="9" creationId="{7509F2C6-FED1-8BFE-43D3-20E51541EC07}"/>
          </ac:picMkLst>
        </pc:picChg>
      </pc:sldChg>
      <pc:sldChg chg="addSp delSp modSp add mod ord">
        <pc:chgData name="Khobo, IL, Dr [ilkhobo@sun.ac.za]" userId="b519a442-dcea-4a28-9c45-7e29f1df5837" providerId="ADAL" clId="{8BC8A5CF-2DB3-45E9-BF57-F2ED810C291E}" dt="2026-10-11T18:00:31.168" v="7920" actId="22"/>
        <pc:sldMkLst>
          <pc:docMk/>
          <pc:sldMk cId="1594713226" sldId="665"/>
        </pc:sldMkLst>
        <pc:picChg chg="add del mod">
          <ac:chgData name="Khobo, IL, Dr [ilkhobo@sun.ac.za]" userId="b519a442-dcea-4a28-9c45-7e29f1df5837" providerId="ADAL" clId="{8BC8A5CF-2DB3-45E9-BF57-F2ED810C291E}" dt="2026-10-11T18:00:30.685" v="7919" actId="478"/>
          <ac:picMkLst>
            <pc:docMk/>
            <pc:sldMk cId="1594713226" sldId="665"/>
            <ac:picMk id="4" creationId="{D1AA4E5E-A82B-9349-9924-B314545E4C92}"/>
          </ac:picMkLst>
        </pc:picChg>
        <pc:picChg chg="del">
          <ac:chgData name="Khobo, IL, Dr [ilkhobo@sun.ac.za]" userId="b519a442-dcea-4a28-9c45-7e29f1df5837" providerId="ADAL" clId="{8BC8A5CF-2DB3-45E9-BF57-F2ED810C291E}" dt="2026-10-11T17:50:06.955" v="7877" actId="478"/>
          <ac:picMkLst>
            <pc:docMk/>
            <pc:sldMk cId="1594713226" sldId="665"/>
            <ac:picMk id="6" creationId="{8CBBA9FD-7362-361C-584E-34D281544DD2}"/>
          </ac:picMkLst>
        </pc:picChg>
        <pc:picChg chg="add del">
          <ac:chgData name="Khobo, IL, Dr [ilkhobo@sun.ac.za]" userId="b519a442-dcea-4a28-9c45-7e29f1df5837" providerId="ADAL" clId="{8BC8A5CF-2DB3-45E9-BF57-F2ED810C291E}" dt="2026-10-11T18:00:15.035" v="7910" actId="22"/>
          <ac:picMkLst>
            <pc:docMk/>
            <pc:sldMk cId="1594713226" sldId="665"/>
            <ac:picMk id="7" creationId="{8C7C7390-3CE1-A412-5DD0-1FC9C69F0DD8}"/>
          </ac:picMkLst>
        </pc:picChg>
        <pc:picChg chg="add del">
          <ac:chgData name="Khobo, IL, Dr [ilkhobo@sun.ac.za]" userId="b519a442-dcea-4a28-9c45-7e29f1df5837" providerId="ADAL" clId="{8BC8A5CF-2DB3-45E9-BF57-F2ED810C291E}" dt="2026-10-11T18:00:15.035" v="7910" actId="22"/>
          <ac:picMkLst>
            <pc:docMk/>
            <pc:sldMk cId="1594713226" sldId="665"/>
            <ac:picMk id="9" creationId="{E27699A8-125A-47CA-0B17-FC9ED65104B5}"/>
          </ac:picMkLst>
        </pc:picChg>
        <pc:picChg chg="add">
          <ac:chgData name="Khobo, IL, Dr [ilkhobo@sun.ac.za]" userId="b519a442-dcea-4a28-9c45-7e29f1df5837" providerId="ADAL" clId="{8BC8A5CF-2DB3-45E9-BF57-F2ED810C291E}" dt="2026-10-11T18:00:31.168" v="7920" actId="22"/>
          <ac:picMkLst>
            <pc:docMk/>
            <pc:sldMk cId="1594713226" sldId="665"/>
            <ac:picMk id="11" creationId="{3930708A-0713-25B6-95E6-FAF4619162FC}"/>
          </ac:picMkLst>
        </pc:picChg>
        <pc:picChg chg="add">
          <ac:chgData name="Khobo, IL, Dr [ilkhobo@sun.ac.za]" userId="b519a442-dcea-4a28-9c45-7e29f1df5837" providerId="ADAL" clId="{8BC8A5CF-2DB3-45E9-BF57-F2ED810C291E}" dt="2026-10-11T18:00:31.168" v="7920" actId="22"/>
          <ac:picMkLst>
            <pc:docMk/>
            <pc:sldMk cId="1594713226" sldId="665"/>
            <ac:picMk id="13" creationId="{26A04132-DC9E-2500-7E75-BF1D5BDCE397}"/>
          </ac:picMkLst>
        </pc:picChg>
      </pc:sldChg>
      <pc:sldChg chg="addSp delSp modSp add del mod">
        <pc:chgData name="Khobo, IL, Dr [ilkhobo@sun.ac.za]" userId="b519a442-dcea-4a28-9c45-7e29f1df5837" providerId="ADAL" clId="{8BC8A5CF-2DB3-45E9-BF57-F2ED810C291E}" dt="2026-10-11T18:08:03.554" v="7934" actId="1076"/>
        <pc:sldMkLst>
          <pc:docMk/>
          <pc:sldMk cId="3123273671" sldId="666"/>
        </pc:sldMkLst>
        <pc:grpChg chg="mod">
          <ac:chgData name="Khobo, IL, Dr [ilkhobo@sun.ac.za]" userId="b519a442-dcea-4a28-9c45-7e29f1df5837" providerId="ADAL" clId="{8BC8A5CF-2DB3-45E9-BF57-F2ED810C291E}" dt="2026-10-11T18:08:03.554" v="7934" actId="1076"/>
          <ac:grpSpMkLst>
            <pc:docMk/>
            <pc:sldMk cId="3123273671" sldId="666"/>
            <ac:grpSpMk id="51" creationId="{EE2E9DDC-01CE-0120-EEAE-DB58B495B7DB}"/>
          </ac:grpSpMkLst>
        </pc:grpChg>
        <pc:grpChg chg="mod">
          <ac:chgData name="Khobo, IL, Dr [ilkhobo@sun.ac.za]" userId="b519a442-dcea-4a28-9c45-7e29f1df5837" providerId="ADAL" clId="{8BC8A5CF-2DB3-45E9-BF57-F2ED810C291E}" dt="2026-10-11T18:08:03.554" v="7934" actId="1076"/>
          <ac:grpSpMkLst>
            <pc:docMk/>
            <pc:sldMk cId="3123273671" sldId="666"/>
            <ac:grpSpMk id="74" creationId="{E3E650B7-6E56-7578-3312-ECF81E85B6F3}"/>
          </ac:grpSpMkLst>
        </pc:grpChg>
        <pc:grpChg chg="mod">
          <ac:chgData name="Khobo, IL, Dr [ilkhobo@sun.ac.za]" userId="b519a442-dcea-4a28-9c45-7e29f1df5837" providerId="ADAL" clId="{8BC8A5CF-2DB3-45E9-BF57-F2ED810C291E}" dt="2026-10-11T18:08:03.554" v="7934" actId="1076"/>
          <ac:grpSpMkLst>
            <pc:docMk/>
            <pc:sldMk cId="3123273671" sldId="666"/>
            <ac:grpSpMk id="75" creationId="{870D3F72-826F-B231-1F9E-07539E34228B}"/>
          </ac:grpSpMkLst>
        </pc:grpChg>
        <pc:grpChg chg="mod">
          <ac:chgData name="Khobo, IL, Dr [ilkhobo@sun.ac.za]" userId="b519a442-dcea-4a28-9c45-7e29f1df5837" providerId="ADAL" clId="{8BC8A5CF-2DB3-45E9-BF57-F2ED810C291E}" dt="2026-10-11T18:08:03.554" v="7934" actId="1076"/>
          <ac:grpSpMkLst>
            <pc:docMk/>
            <pc:sldMk cId="3123273671" sldId="666"/>
            <ac:grpSpMk id="76" creationId="{9BA9D718-937B-8732-4B52-90BC621DA347}"/>
          </ac:grpSpMkLst>
        </pc:grpChg>
        <pc:grpChg chg="mod">
          <ac:chgData name="Khobo, IL, Dr [ilkhobo@sun.ac.za]" userId="b519a442-dcea-4a28-9c45-7e29f1df5837" providerId="ADAL" clId="{8BC8A5CF-2DB3-45E9-BF57-F2ED810C291E}" dt="2026-10-11T18:08:03.554" v="7934" actId="1076"/>
          <ac:grpSpMkLst>
            <pc:docMk/>
            <pc:sldMk cId="3123273671" sldId="666"/>
            <ac:grpSpMk id="77" creationId="{2CF031E5-7DCB-6EB1-D042-E73205590A8C}"/>
          </ac:grpSpMkLst>
        </pc:grpChg>
        <pc:grpChg chg="mod">
          <ac:chgData name="Khobo, IL, Dr [ilkhobo@sun.ac.za]" userId="b519a442-dcea-4a28-9c45-7e29f1df5837" providerId="ADAL" clId="{8BC8A5CF-2DB3-45E9-BF57-F2ED810C291E}" dt="2026-10-11T18:08:03.554" v="7934" actId="1076"/>
          <ac:grpSpMkLst>
            <pc:docMk/>
            <pc:sldMk cId="3123273671" sldId="666"/>
            <ac:grpSpMk id="78" creationId="{6F18710F-2175-796E-E7B9-8178DFCC5066}"/>
          </ac:grpSpMkLst>
        </pc:grpChg>
        <pc:picChg chg="del mod">
          <ac:chgData name="Khobo, IL, Dr [ilkhobo@sun.ac.za]" userId="b519a442-dcea-4a28-9c45-7e29f1df5837" providerId="ADAL" clId="{8BC8A5CF-2DB3-45E9-BF57-F2ED810C291E}" dt="2026-10-11T18:00:25.524" v="7917" actId="478"/>
          <ac:picMkLst>
            <pc:docMk/>
            <pc:sldMk cId="3123273671" sldId="666"/>
            <ac:picMk id="4" creationId="{F1F48F67-5D60-461F-9DA3-83BAEE764EB7}"/>
          </ac:picMkLst>
        </pc:picChg>
        <pc:picChg chg="add del mod">
          <ac:chgData name="Khobo, IL, Dr [ilkhobo@sun.ac.za]" userId="b519a442-dcea-4a28-9c45-7e29f1df5837" providerId="ADAL" clId="{8BC8A5CF-2DB3-45E9-BF57-F2ED810C291E}" dt="2026-10-11T18:00:16.681" v="7913" actId="22"/>
          <ac:picMkLst>
            <pc:docMk/>
            <pc:sldMk cId="3123273671" sldId="666"/>
            <ac:picMk id="5" creationId="{8015A576-F7D8-1993-A5F5-16F349140EFC}"/>
          </ac:picMkLst>
        </pc:picChg>
        <pc:picChg chg="add">
          <ac:chgData name="Khobo, IL, Dr [ilkhobo@sun.ac.za]" userId="b519a442-dcea-4a28-9c45-7e29f1df5837" providerId="ADAL" clId="{8BC8A5CF-2DB3-45E9-BF57-F2ED810C291E}" dt="2026-10-11T18:00:26.042" v="7918" actId="22"/>
          <ac:picMkLst>
            <pc:docMk/>
            <pc:sldMk cId="3123273671" sldId="666"/>
            <ac:picMk id="7" creationId="{2056BF7F-7CEA-27D0-D0CB-320965BD9AF7}"/>
          </ac:picMkLst>
        </pc:picChg>
        <pc:picChg chg="add">
          <ac:chgData name="Khobo, IL, Dr [ilkhobo@sun.ac.za]" userId="b519a442-dcea-4a28-9c45-7e29f1df5837" providerId="ADAL" clId="{8BC8A5CF-2DB3-45E9-BF57-F2ED810C291E}" dt="2026-10-11T18:00:26.042" v="7918" actId="22"/>
          <ac:picMkLst>
            <pc:docMk/>
            <pc:sldMk cId="3123273671" sldId="666"/>
            <ac:picMk id="9" creationId="{1BBDC4B1-6BE3-8099-3BCB-62CA218BA262}"/>
          </ac:picMkLst>
        </pc:picChg>
      </pc:sldChg>
      <pc:sldChg chg="addSp delSp modSp add mod modAnim modNotesTx">
        <pc:chgData name="Khobo, IL, Dr [ilkhobo@sun.ac.za]" userId="b519a442-dcea-4a28-9c45-7e29f1df5837" providerId="ADAL" clId="{8BC8A5CF-2DB3-45E9-BF57-F2ED810C291E}" dt="2026-10-11T19:07:38.310" v="8023" actId="6549"/>
        <pc:sldMkLst>
          <pc:docMk/>
          <pc:sldMk cId="1220411752" sldId="667"/>
        </pc:sldMkLst>
        <pc:spChg chg="mod">
          <ac:chgData name="Khobo, IL, Dr [ilkhobo@sun.ac.za]" userId="b519a442-dcea-4a28-9c45-7e29f1df5837" providerId="ADAL" clId="{8BC8A5CF-2DB3-45E9-BF57-F2ED810C291E}" dt="2026-10-11T18:45:14.097" v="7966" actId="20577"/>
          <ac:spMkLst>
            <pc:docMk/>
            <pc:sldMk cId="1220411752" sldId="667"/>
            <ac:spMk id="5" creationId="{10B6F267-4AA7-A36D-D74B-9E46B2576FAE}"/>
          </ac:spMkLst>
        </pc:spChg>
        <pc:spChg chg="del">
          <ac:chgData name="Khobo, IL, Dr [ilkhobo@sun.ac.za]" userId="b519a442-dcea-4a28-9c45-7e29f1df5837" providerId="ADAL" clId="{8BC8A5CF-2DB3-45E9-BF57-F2ED810C291E}" dt="2026-10-11T18:45:05.269" v="7958" actId="478"/>
          <ac:spMkLst>
            <pc:docMk/>
            <pc:sldMk cId="1220411752" sldId="667"/>
            <ac:spMk id="17" creationId="{C80BA0AF-28A4-5170-51EE-CA1A39F52674}"/>
          </ac:spMkLst>
        </pc:spChg>
        <pc:spChg chg="del">
          <ac:chgData name="Khobo, IL, Dr [ilkhobo@sun.ac.za]" userId="b519a442-dcea-4a28-9c45-7e29f1df5837" providerId="ADAL" clId="{8BC8A5CF-2DB3-45E9-BF57-F2ED810C291E}" dt="2026-10-11T18:45:05.269" v="7958" actId="478"/>
          <ac:spMkLst>
            <pc:docMk/>
            <pc:sldMk cId="1220411752" sldId="667"/>
            <ac:spMk id="19" creationId="{B87A17D1-A2F2-B891-2529-B94FD8FBF6C0}"/>
          </ac:spMkLst>
        </pc:spChg>
        <pc:spChg chg="del">
          <ac:chgData name="Khobo, IL, Dr [ilkhobo@sun.ac.za]" userId="b519a442-dcea-4a28-9c45-7e29f1df5837" providerId="ADAL" clId="{8BC8A5CF-2DB3-45E9-BF57-F2ED810C291E}" dt="2026-10-11T18:45:07.852" v="7959" actId="478"/>
          <ac:spMkLst>
            <pc:docMk/>
            <pc:sldMk cId="1220411752" sldId="667"/>
            <ac:spMk id="22" creationId="{4ED53FEB-BED4-9511-E4E6-52F247550EC3}"/>
          </ac:spMkLst>
        </pc:spChg>
        <pc:spChg chg="del">
          <ac:chgData name="Khobo, IL, Dr [ilkhobo@sun.ac.za]" userId="b519a442-dcea-4a28-9c45-7e29f1df5837" providerId="ADAL" clId="{8BC8A5CF-2DB3-45E9-BF57-F2ED810C291E}" dt="2026-10-11T18:45:05.269" v="7958" actId="478"/>
          <ac:spMkLst>
            <pc:docMk/>
            <pc:sldMk cId="1220411752" sldId="667"/>
            <ac:spMk id="29" creationId="{BD07A2FB-2B60-8518-3305-820CE97E0D4D}"/>
          </ac:spMkLst>
        </pc:spChg>
        <pc:spChg chg="del">
          <ac:chgData name="Khobo, IL, Dr [ilkhobo@sun.ac.za]" userId="b519a442-dcea-4a28-9c45-7e29f1df5837" providerId="ADAL" clId="{8BC8A5CF-2DB3-45E9-BF57-F2ED810C291E}" dt="2026-10-11T18:45:05.269" v="7958" actId="478"/>
          <ac:spMkLst>
            <pc:docMk/>
            <pc:sldMk cId="1220411752" sldId="667"/>
            <ac:spMk id="32" creationId="{50A9034B-C50C-BA61-E981-04F11F4E19E5}"/>
          </ac:spMkLst>
        </pc:spChg>
        <pc:spChg chg="del">
          <ac:chgData name="Khobo, IL, Dr [ilkhobo@sun.ac.za]" userId="b519a442-dcea-4a28-9c45-7e29f1df5837" providerId="ADAL" clId="{8BC8A5CF-2DB3-45E9-BF57-F2ED810C291E}" dt="2026-10-11T18:45:05.269" v="7958" actId="478"/>
          <ac:spMkLst>
            <pc:docMk/>
            <pc:sldMk cId="1220411752" sldId="667"/>
            <ac:spMk id="35" creationId="{8E076E10-5895-FB41-13F4-87FEA794BA92}"/>
          </ac:spMkLst>
        </pc:spChg>
        <pc:spChg chg="del">
          <ac:chgData name="Khobo, IL, Dr [ilkhobo@sun.ac.za]" userId="b519a442-dcea-4a28-9c45-7e29f1df5837" providerId="ADAL" clId="{8BC8A5CF-2DB3-45E9-BF57-F2ED810C291E}" dt="2026-10-11T18:45:05.269" v="7958" actId="478"/>
          <ac:spMkLst>
            <pc:docMk/>
            <pc:sldMk cId="1220411752" sldId="667"/>
            <ac:spMk id="47" creationId="{2113E385-91C4-8E45-7468-B42E1D3B4B6F}"/>
          </ac:spMkLst>
        </pc:spChg>
        <pc:spChg chg="del">
          <ac:chgData name="Khobo, IL, Dr [ilkhobo@sun.ac.za]" userId="b519a442-dcea-4a28-9c45-7e29f1df5837" providerId="ADAL" clId="{8BC8A5CF-2DB3-45E9-BF57-F2ED810C291E}" dt="2026-10-11T18:45:05.269" v="7958" actId="478"/>
          <ac:spMkLst>
            <pc:docMk/>
            <pc:sldMk cId="1220411752" sldId="667"/>
            <ac:spMk id="49" creationId="{E8963322-68BD-B7FC-928A-90A02C48D065}"/>
          </ac:spMkLst>
        </pc:spChg>
        <pc:spChg chg="del">
          <ac:chgData name="Khobo, IL, Dr [ilkhobo@sun.ac.za]" userId="b519a442-dcea-4a28-9c45-7e29f1df5837" providerId="ADAL" clId="{8BC8A5CF-2DB3-45E9-BF57-F2ED810C291E}" dt="2026-10-11T18:45:05.269" v="7958" actId="478"/>
          <ac:spMkLst>
            <pc:docMk/>
            <pc:sldMk cId="1220411752" sldId="667"/>
            <ac:spMk id="51" creationId="{47262922-2D14-AD6F-BF7C-332BEC99B067}"/>
          </ac:spMkLst>
        </pc:spChg>
        <pc:spChg chg="del">
          <ac:chgData name="Khobo, IL, Dr [ilkhobo@sun.ac.za]" userId="b519a442-dcea-4a28-9c45-7e29f1df5837" providerId="ADAL" clId="{8BC8A5CF-2DB3-45E9-BF57-F2ED810C291E}" dt="2026-10-11T18:45:05.269" v="7958" actId="478"/>
          <ac:spMkLst>
            <pc:docMk/>
            <pc:sldMk cId="1220411752" sldId="667"/>
            <ac:spMk id="55" creationId="{81068FEF-A987-C32C-8AD1-A7EADBF0611B}"/>
          </ac:spMkLst>
        </pc:spChg>
        <pc:spChg chg="del">
          <ac:chgData name="Khobo, IL, Dr [ilkhobo@sun.ac.za]" userId="b519a442-dcea-4a28-9c45-7e29f1df5837" providerId="ADAL" clId="{8BC8A5CF-2DB3-45E9-BF57-F2ED810C291E}" dt="2026-10-11T18:45:05.269" v="7958" actId="478"/>
          <ac:spMkLst>
            <pc:docMk/>
            <pc:sldMk cId="1220411752" sldId="667"/>
            <ac:spMk id="59" creationId="{448EBB90-54C0-8055-95AA-7BE5AAFF8CDF}"/>
          </ac:spMkLst>
        </pc:spChg>
        <pc:picChg chg="add mod">
          <ac:chgData name="Khobo, IL, Dr [ilkhobo@sun.ac.za]" userId="b519a442-dcea-4a28-9c45-7e29f1df5837" providerId="ADAL" clId="{8BC8A5CF-2DB3-45E9-BF57-F2ED810C291E}" dt="2026-10-11T18:45:46.065" v="7971" actId="1076"/>
          <ac:picMkLst>
            <pc:docMk/>
            <pc:sldMk cId="1220411752" sldId="667"/>
            <ac:picMk id="6" creationId="{25BCD85F-5072-2BF1-C515-6173858EE515}"/>
          </ac:picMkLst>
        </pc:picChg>
        <pc:picChg chg="add mod">
          <ac:chgData name="Khobo, IL, Dr [ilkhobo@sun.ac.za]" userId="b519a442-dcea-4a28-9c45-7e29f1df5837" providerId="ADAL" clId="{8BC8A5CF-2DB3-45E9-BF57-F2ED810C291E}" dt="2026-10-11T18:46:32.857" v="7982" actId="14100"/>
          <ac:picMkLst>
            <pc:docMk/>
            <pc:sldMk cId="1220411752" sldId="667"/>
            <ac:picMk id="9" creationId="{BB376D8E-0980-5AE3-BDD3-3634B82A9617}"/>
          </ac:picMkLst>
        </pc:picChg>
      </pc:sldChg>
      <pc:sldChg chg="addSp delSp modSp add mod delAnim modNotesTx">
        <pc:chgData name="Khobo, IL, Dr [ilkhobo@sun.ac.za]" userId="b519a442-dcea-4a28-9c45-7e29f1df5837" providerId="ADAL" clId="{8BC8A5CF-2DB3-45E9-BF57-F2ED810C291E}" dt="2026-10-12T05:58:49.943" v="8279" actId="1076"/>
        <pc:sldMkLst>
          <pc:docMk/>
          <pc:sldMk cId="2989978101" sldId="668"/>
        </pc:sldMkLst>
        <pc:picChg chg="del">
          <ac:chgData name="Khobo, IL, Dr [ilkhobo@sun.ac.za]" userId="b519a442-dcea-4a28-9c45-7e29f1df5837" providerId="ADAL" clId="{8BC8A5CF-2DB3-45E9-BF57-F2ED810C291E}" dt="2026-10-11T18:50:44.009" v="7985" actId="478"/>
          <ac:picMkLst>
            <pc:docMk/>
            <pc:sldMk cId="2989978101" sldId="668"/>
            <ac:picMk id="6" creationId="{FEFBD01C-8A02-88DE-1F68-F145029E1A3E}"/>
          </ac:picMkLst>
        </pc:picChg>
        <pc:picChg chg="add mod">
          <ac:chgData name="Khobo, IL, Dr [ilkhobo@sun.ac.za]" userId="b519a442-dcea-4a28-9c45-7e29f1df5837" providerId="ADAL" clId="{8BC8A5CF-2DB3-45E9-BF57-F2ED810C291E}" dt="2026-10-12T05:53:54.025" v="8277" actId="1076"/>
          <ac:picMkLst>
            <pc:docMk/>
            <pc:sldMk cId="2989978101" sldId="668"/>
            <ac:picMk id="8" creationId="{2555055D-5430-BE91-0CEB-1F7AF064DA11}"/>
          </ac:picMkLst>
        </pc:picChg>
        <pc:picChg chg="del">
          <ac:chgData name="Khobo, IL, Dr [ilkhobo@sun.ac.za]" userId="b519a442-dcea-4a28-9c45-7e29f1df5837" providerId="ADAL" clId="{8BC8A5CF-2DB3-45E9-BF57-F2ED810C291E}" dt="2026-10-11T18:50:44.009" v="7985" actId="478"/>
          <ac:picMkLst>
            <pc:docMk/>
            <pc:sldMk cId="2989978101" sldId="668"/>
            <ac:picMk id="9" creationId="{49E853E8-D3D4-3218-40E5-A59390405F46}"/>
          </ac:picMkLst>
        </pc:picChg>
        <pc:picChg chg="add mod">
          <ac:chgData name="Khobo, IL, Dr [ilkhobo@sun.ac.za]" userId="b519a442-dcea-4a28-9c45-7e29f1df5837" providerId="ADAL" clId="{8BC8A5CF-2DB3-45E9-BF57-F2ED810C291E}" dt="2026-10-12T05:58:49.943" v="8279" actId="1076"/>
          <ac:picMkLst>
            <pc:docMk/>
            <pc:sldMk cId="2989978101" sldId="668"/>
            <ac:picMk id="12" creationId="{DE4C18E5-A643-53EF-EA1C-D7FD2957753C}"/>
          </ac:picMkLst>
        </pc:picChg>
      </pc:sldChg>
      <pc:sldChg chg="addSp delSp modSp add mod modAnim modNotesTx">
        <pc:chgData name="Khobo, IL, Dr [ilkhobo@sun.ac.za]" userId="b519a442-dcea-4a28-9c45-7e29f1df5837" providerId="ADAL" clId="{8BC8A5CF-2DB3-45E9-BF57-F2ED810C291E}" dt="2026-10-12T06:14:11.654" v="8310" actId="27297"/>
        <pc:sldMkLst>
          <pc:docMk/>
          <pc:sldMk cId="55244396" sldId="669"/>
        </pc:sldMkLst>
        <pc:spChg chg="mod">
          <ac:chgData name="Khobo, IL, Dr [ilkhobo@sun.ac.za]" userId="b519a442-dcea-4a28-9c45-7e29f1df5837" providerId="ADAL" clId="{8BC8A5CF-2DB3-45E9-BF57-F2ED810C291E}" dt="2026-10-11T19:23:44.962" v="8029" actId="20577"/>
          <ac:spMkLst>
            <pc:docMk/>
            <pc:sldMk cId="55244396" sldId="669"/>
            <ac:spMk id="5" creationId="{C8D28871-E294-3FCB-A753-B2A302F144E0}"/>
          </ac:spMkLst>
        </pc:spChg>
        <pc:graphicFrameChg chg="add mod modGraphic">
          <ac:chgData name="Khobo, IL, Dr [ilkhobo@sun.ac.za]" userId="b519a442-dcea-4a28-9c45-7e29f1df5837" providerId="ADAL" clId="{8BC8A5CF-2DB3-45E9-BF57-F2ED810C291E}" dt="2026-10-12T06:14:11.654" v="8310" actId="27297"/>
          <ac:graphicFrameMkLst>
            <pc:docMk/>
            <pc:sldMk cId="55244396" sldId="669"/>
            <ac:graphicFrameMk id="21" creationId="{3E087BD0-F3AF-DE88-CC7B-9FBF47A058CE}"/>
          </ac:graphicFrameMkLst>
        </pc:graphicFrameChg>
        <pc:picChg chg="add mod">
          <ac:chgData name="Khobo, IL, Dr [ilkhobo@sun.ac.za]" userId="b519a442-dcea-4a28-9c45-7e29f1df5837" providerId="ADAL" clId="{8BC8A5CF-2DB3-45E9-BF57-F2ED810C291E}" dt="2026-10-11T18:52:50.975" v="7992" actId="1076"/>
          <ac:picMkLst>
            <pc:docMk/>
            <pc:sldMk cId="55244396" sldId="669"/>
            <ac:picMk id="6" creationId="{835DA5F9-EB7A-7E3C-6D1A-7076832E08D2}"/>
          </ac:picMkLst>
        </pc:picChg>
        <pc:picChg chg="del">
          <ac:chgData name="Khobo, IL, Dr [ilkhobo@sun.ac.za]" userId="b519a442-dcea-4a28-9c45-7e29f1df5837" providerId="ADAL" clId="{8BC8A5CF-2DB3-45E9-BF57-F2ED810C291E}" dt="2026-10-11T18:52:45.670" v="7990" actId="478"/>
          <ac:picMkLst>
            <pc:docMk/>
            <pc:sldMk cId="55244396" sldId="669"/>
            <ac:picMk id="8" creationId="{F89DB856-E0EE-BB0C-65AA-572EF2683470}"/>
          </ac:picMkLst>
        </pc:picChg>
        <pc:picChg chg="add mod">
          <ac:chgData name="Khobo, IL, Dr [ilkhobo@sun.ac.za]" userId="b519a442-dcea-4a28-9c45-7e29f1df5837" providerId="ADAL" clId="{8BC8A5CF-2DB3-45E9-BF57-F2ED810C291E}" dt="2026-10-11T18:53:47.569" v="7999" actId="29295"/>
          <ac:picMkLst>
            <pc:docMk/>
            <pc:sldMk cId="55244396" sldId="669"/>
            <ac:picMk id="10" creationId="{F26A5BAB-EA10-2CF4-6EE1-27B310EE34A8}"/>
          </ac:picMkLst>
        </pc:picChg>
        <pc:picChg chg="add mod">
          <ac:chgData name="Khobo, IL, Dr [ilkhobo@sun.ac.za]" userId="b519a442-dcea-4a28-9c45-7e29f1df5837" providerId="ADAL" clId="{8BC8A5CF-2DB3-45E9-BF57-F2ED810C291E}" dt="2026-10-11T18:54:53.071" v="8006" actId="29295"/>
          <ac:picMkLst>
            <pc:docMk/>
            <pc:sldMk cId="55244396" sldId="669"/>
            <ac:picMk id="15" creationId="{28CA5263-445F-2177-366B-DC6E4A28DE1F}"/>
          </ac:picMkLst>
        </pc:picChg>
        <pc:picChg chg="add mod">
          <ac:chgData name="Khobo, IL, Dr [ilkhobo@sun.ac.za]" userId="b519a442-dcea-4a28-9c45-7e29f1df5837" providerId="ADAL" clId="{8BC8A5CF-2DB3-45E9-BF57-F2ED810C291E}" dt="2026-10-11T18:56:06.576" v="8016" actId="29295"/>
          <ac:picMkLst>
            <pc:docMk/>
            <pc:sldMk cId="55244396" sldId="669"/>
            <ac:picMk id="17" creationId="{362514D4-B939-0E61-B02E-1635F4E5747B}"/>
          </ac:picMkLst>
        </pc:picChg>
        <pc:picChg chg="add mod">
          <ac:chgData name="Khobo, IL, Dr [ilkhobo@sun.ac.za]" userId="b519a442-dcea-4a28-9c45-7e29f1df5837" providerId="ADAL" clId="{8BC8A5CF-2DB3-45E9-BF57-F2ED810C291E}" dt="2026-10-11T19:06:32.595" v="8020" actId="1076"/>
          <ac:picMkLst>
            <pc:docMk/>
            <pc:sldMk cId="55244396" sldId="669"/>
            <ac:picMk id="19" creationId="{FA9BF99C-7DB9-3180-E436-288694D35CFB}"/>
          </ac:picMkLst>
        </pc:picChg>
      </pc:sldChg>
      <pc:sldChg chg="addSp delSp modSp add mod delAnim modAnim">
        <pc:chgData name="Khobo, IL, Dr [ilkhobo@sun.ac.za]" userId="b519a442-dcea-4a28-9c45-7e29f1df5837" providerId="ADAL" clId="{8BC8A5CF-2DB3-45E9-BF57-F2ED810C291E}" dt="2026-10-11T20:08:21.526" v="8062" actId="29295"/>
        <pc:sldMkLst>
          <pc:docMk/>
          <pc:sldMk cId="3796586149" sldId="670"/>
        </pc:sldMkLst>
        <pc:spChg chg="mod">
          <ac:chgData name="Khobo, IL, Dr [ilkhobo@sun.ac.za]" userId="b519a442-dcea-4a28-9c45-7e29f1df5837" providerId="ADAL" clId="{8BC8A5CF-2DB3-45E9-BF57-F2ED810C291E}" dt="2026-10-11T19:23:56.212" v="8033" actId="20577"/>
          <ac:spMkLst>
            <pc:docMk/>
            <pc:sldMk cId="3796586149" sldId="670"/>
            <ac:spMk id="5" creationId="{6A641C61-93E8-3EEB-9AAA-252717A9B479}"/>
          </ac:spMkLst>
        </pc:spChg>
        <pc:picChg chg="del">
          <ac:chgData name="Khobo, IL, Dr [ilkhobo@sun.ac.za]" userId="b519a442-dcea-4a28-9c45-7e29f1df5837" providerId="ADAL" clId="{8BC8A5CF-2DB3-45E9-BF57-F2ED810C291E}" dt="2026-10-11T19:24:06.939" v="8038" actId="478"/>
          <ac:picMkLst>
            <pc:docMk/>
            <pc:sldMk cId="3796586149" sldId="670"/>
            <ac:picMk id="6" creationId="{28127102-382F-84F9-FF38-61F3C7FBA059}"/>
          </ac:picMkLst>
        </pc:picChg>
        <pc:picChg chg="add mod">
          <ac:chgData name="Khobo, IL, Dr [ilkhobo@sun.ac.za]" userId="b519a442-dcea-4a28-9c45-7e29f1df5837" providerId="ADAL" clId="{8BC8A5CF-2DB3-45E9-BF57-F2ED810C291E}" dt="2026-10-11T19:25:09.512" v="8040" actId="1076"/>
          <ac:picMkLst>
            <pc:docMk/>
            <pc:sldMk cId="3796586149" sldId="670"/>
            <ac:picMk id="8" creationId="{4530248E-69E8-7541-E704-23038C03D468}"/>
          </ac:picMkLst>
        </pc:picChg>
        <pc:picChg chg="del">
          <ac:chgData name="Khobo, IL, Dr [ilkhobo@sun.ac.za]" userId="b519a442-dcea-4a28-9c45-7e29f1df5837" providerId="ADAL" clId="{8BC8A5CF-2DB3-45E9-BF57-F2ED810C291E}" dt="2026-10-11T19:24:04.762" v="8037" actId="478"/>
          <ac:picMkLst>
            <pc:docMk/>
            <pc:sldMk cId="3796586149" sldId="670"/>
            <ac:picMk id="10" creationId="{2EABD17E-A3BC-F4AE-BBA9-2058E948D80E}"/>
          </ac:picMkLst>
        </pc:picChg>
        <pc:picChg chg="add mod">
          <ac:chgData name="Khobo, IL, Dr [ilkhobo@sun.ac.za]" userId="b519a442-dcea-4a28-9c45-7e29f1df5837" providerId="ADAL" clId="{8BC8A5CF-2DB3-45E9-BF57-F2ED810C291E}" dt="2026-10-11T20:06:00.155" v="8042" actId="1076"/>
          <ac:picMkLst>
            <pc:docMk/>
            <pc:sldMk cId="3796586149" sldId="670"/>
            <ac:picMk id="12" creationId="{CD2B5FD2-DED0-2184-2482-76D399629CCB}"/>
          </ac:picMkLst>
        </pc:picChg>
        <pc:picChg chg="del">
          <ac:chgData name="Khobo, IL, Dr [ilkhobo@sun.ac.za]" userId="b519a442-dcea-4a28-9c45-7e29f1df5837" providerId="ADAL" clId="{8BC8A5CF-2DB3-45E9-BF57-F2ED810C291E}" dt="2026-10-11T19:24:03.437" v="8036" actId="478"/>
          <ac:picMkLst>
            <pc:docMk/>
            <pc:sldMk cId="3796586149" sldId="670"/>
            <ac:picMk id="15" creationId="{572FB5BA-9074-6265-E465-FD811983393F}"/>
          </ac:picMkLst>
        </pc:picChg>
        <pc:picChg chg="del">
          <ac:chgData name="Khobo, IL, Dr [ilkhobo@sun.ac.za]" userId="b519a442-dcea-4a28-9c45-7e29f1df5837" providerId="ADAL" clId="{8BC8A5CF-2DB3-45E9-BF57-F2ED810C291E}" dt="2026-10-11T19:24:02.174" v="8035" actId="478"/>
          <ac:picMkLst>
            <pc:docMk/>
            <pc:sldMk cId="3796586149" sldId="670"/>
            <ac:picMk id="17" creationId="{A1316A5D-4DF0-E511-FEC8-3BC06FF68D3A}"/>
          </ac:picMkLst>
        </pc:picChg>
        <pc:picChg chg="add mod">
          <ac:chgData name="Khobo, IL, Dr [ilkhobo@sun.ac.za]" userId="b519a442-dcea-4a28-9c45-7e29f1df5837" providerId="ADAL" clId="{8BC8A5CF-2DB3-45E9-BF57-F2ED810C291E}" dt="2026-10-11T20:06:43.716" v="8047" actId="29295"/>
          <ac:picMkLst>
            <pc:docMk/>
            <pc:sldMk cId="3796586149" sldId="670"/>
            <ac:picMk id="18" creationId="{B93DACF0-0694-5461-8834-3D2585E66A1F}"/>
          </ac:picMkLst>
        </pc:picChg>
        <pc:picChg chg="del">
          <ac:chgData name="Khobo, IL, Dr [ilkhobo@sun.ac.za]" userId="b519a442-dcea-4a28-9c45-7e29f1df5837" providerId="ADAL" clId="{8BC8A5CF-2DB3-45E9-BF57-F2ED810C291E}" dt="2026-10-11T19:23:59.887" v="8034" actId="478"/>
          <ac:picMkLst>
            <pc:docMk/>
            <pc:sldMk cId="3796586149" sldId="670"/>
            <ac:picMk id="19" creationId="{99740078-73B4-F75B-A6B6-43A04A228BB5}"/>
          </ac:picMkLst>
        </pc:picChg>
        <pc:picChg chg="add mod">
          <ac:chgData name="Khobo, IL, Dr [ilkhobo@sun.ac.za]" userId="b519a442-dcea-4a28-9c45-7e29f1df5837" providerId="ADAL" clId="{8BC8A5CF-2DB3-45E9-BF57-F2ED810C291E}" dt="2026-10-11T20:07:12.615" v="8051" actId="29295"/>
          <ac:picMkLst>
            <pc:docMk/>
            <pc:sldMk cId="3796586149" sldId="670"/>
            <ac:picMk id="21" creationId="{2B694D1F-7CFF-8588-67C9-BAC8080AFE29}"/>
          </ac:picMkLst>
        </pc:picChg>
        <pc:picChg chg="add mod">
          <ac:chgData name="Khobo, IL, Dr [ilkhobo@sun.ac.za]" userId="b519a442-dcea-4a28-9c45-7e29f1df5837" providerId="ADAL" clId="{8BC8A5CF-2DB3-45E9-BF57-F2ED810C291E}" dt="2026-10-11T20:07:40.983" v="8056" actId="29295"/>
          <ac:picMkLst>
            <pc:docMk/>
            <pc:sldMk cId="3796586149" sldId="670"/>
            <ac:picMk id="23" creationId="{C8411A13-C21C-BBD8-2C46-26A6BC08D6B7}"/>
          </ac:picMkLst>
        </pc:picChg>
        <pc:picChg chg="add mod">
          <ac:chgData name="Khobo, IL, Dr [ilkhobo@sun.ac.za]" userId="b519a442-dcea-4a28-9c45-7e29f1df5837" providerId="ADAL" clId="{8BC8A5CF-2DB3-45E9-BF57-F2ED810C291E}" dt="2026-10-11T20:08:21.526" v="8062" actId="29295"/>
          <ac:picMkLst>
            <pc:docMk/>
            <pc:sldMk cId="3796586149" sldId="670"/>
            <ac:picMk id="25" creationId="{FD9CB881-164F-9FF3-AED9-618D4D5C178A}"/>
          </ac:picMkLst>
        </pc:picChg>
      </pc:sldChg>
      <pc:sldChg chg="addSp delSp modSp add mod delAnim">
        <pc:chgData name="Khobo, IL, Dr [ilkhobo@sun.ac.za]" userId="b519a442-dcea-4a28-9c45-7e29f1df5837" providerId="ADAL" clId="{8BC8A5CF-2DB3-45E9-BF57-F2ED810C291E}" dt="2026-10-11T20:11:57.295" v="8082" actId="1076"/>
        <pc:sldMkLst>
          <pc:docMk/>
          <pc:sldMk cId="989185397" sldId="671"/>
        </pc:sldMkLst>
        <pc:spChg chg="mod">
          <ac:chgData name="Khobo, IL, Dr [ilkhobo@sun.ac.za]" userId="b519a442-dcea-4a28-9c45-7e29f1df5837" providerId="ADAL" clId="{8BC8A5CF-2DB3-45E9-BF57-F2ED810C291E}" dt="2026-10-11T20:10:59.221" v="8074" actId="20577"/>
          <ac:spMkLst>
            <pc:docMk/>
            <pc:sldMk cId="989185397" sldId="671"/>
            <ac:spMk id="5" creationId="{F23B6B19-B71B-C641-4745-6B4147BFCD2A}"/>
          </ac:spMkLst>
        </pc:spChg>
        <pc:picChg chg="add mod">
          <ac:chgData name="Khobo, IL, Dr [ilkhobo@sun.ac.za]" userId="b519a442-dcea-4a28-9c45-7e29f1df5837" providerId="ADAL" clId="{8BC8A5CF-2DB3-45E9-BF57-F2ED810C291E}" dt="2026-10-11T20:11:24.796" v="8078" actId="1076"/>
          <ac:picMkLst>
            <pc:docMk/>
            <pc:sldMk cId="989185397" sldId="671"/>
            <ac:picMk id="6" creationId="{AB1E678E-CCCD-9B5B-4764-BABF8CFA49B6}"/>
          </ac:picMkLst>
        </pc:picChg>
        <pc:picChg chg="del">
          <ac:chgData name="Khobo, IL, Dr [ilkhobo@sun.ac.za]" userId="b519a442-dcea-4a28-9c45-7e29f1df5837" providerId="ADAL" clId="{8BC8A5CF-2DB3-45E9-BF57-F2ED810C291E}" dt="2026-10-11T20:09:34.733" v="8065" actId="478"/>
          <ac:picMkLst>
            <pc:docMk/>
            <pc:sldMk cId="989185397" sldId="671"/>
            <ac:picMk id="8" creationId="{7C864D6B-922C-BA6D-5B2F-BD82F8E930D6}"/>
          </ac:picMkLst>
        </pc:picChg>
        <pc:picChg chg="add mod">
          <ac:chgData name="Khobo, IL, Dr [ilkhobo@sun.ac.za]" userId="b519a442-dcea-4a28-9c45-7e29f1df5837" providerId="ADAL" clId="{8BC8A5CF-2DB3-45E9-BF57-F2ED810C291E}" dt="2026-10-11T20:11:57.295" v="8082" actId="1076"/>
          <ac:picMkLst>
            <pc:docMk/>
            <pc:sldMk cId="989185397" sldId="671"/>
            <ac:picMk id="10" creationId="{33A7B3E4-5CFF-E398-BBF9-3C5C49B4BAFB}"/>
          </ac:picMkLst>
        </pc:picChg>
        <pc:picChg chg="del">
          <ac:chgData name="Khobo, IL, Dr [ilkhobo@sun.ac.za]" userId="b519a442-dcea-4a28-9c45-7e29f1df5837" providerId="ADAL" clId="{8BC8A5CF-2DB3-45E9-BF57-F2ED810C291E}" dt="2026-10-11T20:09:32.814" v="8064" actId="478"/>
          <ac:picMkLst>
            <pc:docMk/>
            <pc:sldMk cId="989185397" sldId="671"/>
            <ac:picMk id="12" creationId="{792770FA-7260-1866-866C-49EEB712C0F6}"/>
          </ac:picMkLst>
        </pc:picChg>
        <pc:picChg chg="del">
          <ac:chgData name="Khobo, IL, Dr [ilkhobo@sun.ac.za]" userId="b519a442-dcea-4a28-9c45-7e29f1df5837" providerId="ADAL" clId="{8BC8A5CF-2DB3-45E9-BF57-F2ED810C291E}" dt="2026-10-11T20:09:32.814" v="8064" actId="478"/>
          <ac:picMkLst>
            <pc:docMk/>
            <pc:sldMk cId="989185397" sldId="671"/>
            <ac:picMk id="18" creationId="{88690929-E695-9274-0D85-2078301D0528}"/>
          </ac:picMkLst>
        </pc:picChg>
        <pc:picChg chg="del">
          <ac:chgData name="Khobo, IL, Dr [ilkhobo@sun.ac.za]" userId="b519a442-dcea-4a28-9c45-7e29f1df5837" providerId="ADAL" clId="{8BC8A5CF-2DB3-45E9-BF57-F2ED810C291E}" dt="2026-10-11T20:09:32.814" v="8064" actId="478"/>
          <ac:picMkLst>
            <pc:docMk/>
            <pc:sldMk cId="989185397" sldId="671"/>
            <ac:picMk id="21" creationId="{0E48091F-DDAC-6CE7-5234-5F49FF5D3297}"/>
          </ac:picMkLst>
        </pc:picChg>
        <pc:picChg chg="del">
          <ac:chgData name="Khobo, IL, Dr [ilkhobo@sun.ac.za]" userId="b519a442-dcea-4a28-9c45-7e29f1df5837" providerId="ADAL" clId="{8BC8A5CF-2DB3-45E9-BF57-F2ED810C291E}" dt="2026-10-11T20:09:32.814" v="8064" actId="478"/>
          <ac:picMkLst>
            <pc:docMk/>
            <pc:sldMk cId="989185397" sldId="671"/>
            <ac:picMk id="23" creationId="{8FD010B0-2D0D-459C-D656-63DBFF48DC56}"/>
          </ac:picMkLst>
        </pc:picChg>
        <pc:picChg chg="del">
          <ac:chgData name="Khobo, IL, Dr [ilkhobo@sun.ac.za]" userId="b519a442-dcea-4a28-9c45-7e29f1df5837" providerId="ADAL" clId="{8BC8A5CF-2DB3-45E9-BF57-F2ED810C291E}" dt="2026-10-11T20:09:32.814" v="8064" actId="478"/>
          <ac:picMkLst>
            <pc:docMk/>
            <pc:sldMk cId="989185397" sldId="671"/>
            <ac:picMk id="25" creationId="{37506F0D-F8F0-55AB-9930-3C1069A1E73C}"/>
          </ac:picMkLst>
        </pc:picChg>
      </pc:sldChg>
      <pc:sldChg chg="addSp delSp modSp add mod modNotesTx">
        <pc:chgData name="Khobo, IL, Dr [ilkhobo@sun.ac.za]" userId="b519a442-dcea-4a28-9c45-7e29f1df5837" providerId="ADAL" clId="{8BC8A5CF-2DB3-45E9-BF57-F2ED810C291E}" dt="2026-10-12T06:34:26.866" v="8314" actId="1076"/>
        <pc:sldMkLst>
          <pc:docMk/>
          <pc:sldMk cId="678185995" sldId="672"/>
        </pc:sldMkLst>
        <pc:picChg chg="del">
          <ac:chgData name="Khobo, IL, Dr [ilkhobo@sun.ac.za]" userId="b519a442-dcea-4a28-9c45-7e29f1df5837" providerId="ADAL" clId="{8BC8A5CF-2DB3-45E9-BF57-F2ED810C291E}" dt="2026-10-11T20:12:05.311" v="8084" actId="478"/>
          <ac:picMkLst>
            <pc:docMk/>
            <pc:sldMk cId="678185995" sldId="672"/>
            <ac:picMk id="6" creationId="{BAB5F5DE-20D8-6735-1BAE-67F406411B29}"/>
          </ac:picMkLst>
        </pc:picChg>
        <pc:picChg chg="add mod">
          <ac:chgData name="Khobo, IL, Dr [ilkhobo@sun.ac.za]" userId="b519a442-dcea-4a28-9c45-7e29f1df5837" providerId="ADAL" clId="{8BC8A5CF-2DB3-45E9-BF57-F2ED810C291E}" dt="2026-10-12T06:34:04.390" v="8311" actId="1076"/>
          <ac:picMkLst>
            <pc:docMk/>
            <pc:sldMk cId="678185995" sldId="672"/>
            <ac:picMk id="8" creationId="{C7F44171-B5CA-0C4C-C0AE-4051CE3CFC0A}"/>
          </ac:picMkLst>
        </pc:picChg>
        <pc:picChg chg="del">
          <ac:chgData name="Khobo, IL, Dr [ilkhobo@sun.ac.za]" userId="b519a442-dcea-4a28-9c45-7e29f1df5837" providerId="ADAL" clId="{8BC8A5CF-2DB3-45E9-BF57-F2ED810C291E}" dt="2026-10-11T20:12:05.311" v="8084" actId="478"/>
          <ac:picMkLst>
            <pc:docMk/>
            <pc:sldMk cId="678185995" sldId="672"/>
            <ac:picMk id="10" creationId="{A861C2B3-A223-DC36-42C6-347A03486ECD}"/>
          </ac:picMkLst>
        </pc:picChg>
        <pc:picChg chg="add mod">
          <ac:chgData name="Khobo, IL, Dr [ilkhobo@sun.ac.za]" userId="b519a442-dcea-4a28-9c45-7e29f1df5837" providerId="ADAL" clId="{8BC8A5CF-2DB3-45E9-BF57-F2ED810C291E}" dt="2026-10-12T06:34:26.866" v="8314" actId="1076"/>
          <ac:picMkLst>
            <pc:docMk/>
            <pc:sldMk cId="678185995" sldId="672"/>
            <ac:picMk id="12" creationId="{C5D56EC9-FD5A-9CA5-97BF-EF4DCD3E2684}"/>
          </ac:picMkLst>
        </pc:picChg>
      </pc:sldChg>
      <pc:sldChg chg="addSp delSp modSp add mod modAnim">
        <pc:chgData name="Khobo, IL, Dr [ilkhobo@sun.ac.za]" userId="b519a442-dcea-4a28-9c45-7e29f1df5837" providerId="ADAL" clId="{8BC8A5CF-2DB3-45E9-BF57-F2ED810C291E}" dt="2026-10-11T20:17:23.441" v="8126" actId="1076"/>
        <pc:sldMkLst>
          <pc:docMk/>
          <pc:sldMk cId="1750593025" sldId="673"/>
        </pc:sldMkLst>
        <pc:spChg chg="mod">
          <ac:chgData name="Khobo, IL, Dr [ilkhobo@sun.ac.za]" userId="b519a442-dcea-4a28-9c45-7e29f1df5837" providerId="ADAL" clId="{8BC8A5CF-2DB3-45E9-BF57-F2ED810C291E}" dt="2026-10-11T20:13:11.780" v="8106" actId="20577"/>
          <ac:spMkLst>
            <pc:docMk/>
            <pc:sldMk cId="1750593025" sldId="673"/>
            <ac:spMk id="5" creationId="{EE1410FB-76B7-976C-EE56-79BB656CCC19}"/>
          </ac:spMkLst>
        </pc:spChg>
        <pc:picChg chg="add mod">
          <ac:chgData name="Khobo, IL, Dr [ilkhobo@sun.ac.za]" userId="b519a442-dcea-4a28-9c45-7e29f1df5837" providerId="ADAL" clId="{8BC8A5CF-2DB3-45E9-BF57-F2ED810C291E}" dt="2026-10-11T20:15:02.262" v="8108" actId="1076"/>
          <ac:picMkLst>
            <pc:docMk/>
            <pc:sldMk cId="1750593025" sldId="673"/>
            <ac:picMk id="6" creationId="{D5EA82DC-561D-F870-058C-150F82BC8C71}"/>
          </ac:picMkLst>
        </pc:picChg>
        <pc:picChg chg="del">
          <ac:chgData name="Khobo, IL, Dr [ilkhobo@sun.ac.za]" userId="b519a442-dcea-4a28-9c45-7e29f1df5837" providerId="ADAL" clId="{8BC8A5CF-2DB3-45E9-BF57-F2ED810C291E}" dt="2026-10-11T20:13:03.081" v="8097" actId="478"/>
          <ac:picMkLst>
            <pc:docMk/>
            <pc:sldMk cId="1750593025" sldId="673"/>
            <ac:picMk id="8" creationId="{06FB5FB1-5B11-8C7E-C6E7-CDE546A11EDB}"/>
          </ac:picMkLst>
        </pc:picChg>
        <pc:picChg chg="add mod">
          <ac:chgData name="Khobo, IL, Dr [ilkhobo@sun.ac.za]" userId="b519a442-dcea-4a28-9c45-7e29f1df5837" providerId="ADAL" clId="{8BC8A5CF-2DB3-45E9-BF57-F2ED810C291E}" dt="2026-10-11T20:15:23.970" v="8112" actId="29295"/>
          <ac:picMkLst>
            <pc:docMk/>
            <pc:sldMk cId="1750593025" sldId="673"/>
            <ac:picMk id="10" creationId="{F6E651CA-F690-D89D-9CD3-C4F3DBA95B61}"/>
          </ac:picMkLst>
        </pc:picChg>
        <pc:picChg chg="add mod">
          <ac:chgData name="Khobo, IL, Dr [ilkhobo@sun.ac.za]" userId="b519a442-dcea-4a28-9c45-7e29f1df5837" providerId="ADAL" clId="{8BC8A5CF-2DB3-45E9-BF57-F2ED810C291E}" dt="2026-10-11T20:15:50.682" v="8117" actId="29295"/>
          <ac:picMkLst>
            <pc:docMk/>
            <pc:sldMk cId="1750593025" sldId="673"/>
            <ac:picMk id="15" creationId="{89DE6E6F-9F46-02EB-BFC4-3144BB7F9365}"/>
          </ac:picMkLst>
        </pc:picChg>
        <pc:picChg chg="add mod">
          <ac:chgData name="Khobo, IL, Dr [ilkhobo@sun.ac.za]" userId="b519a442-dcea-4a28-9c45-7e29f1df5837" providerId="ADAL" clId="{8BC8A5CF-2DB3-45E9-BF57-F2ED810C291E}" dt="2026-10-11T20:16:17.134" v="8122" actId="29295"/>
          <ac:picMkLst>
            <pc:docMk/>
            <pc:sldMk cId="1750593025" sldId="673"/>
            <ac:picMk id="17" creationId="{0DE62ADC-B83C-9B55-F2EB-3552E4147813}"/>
          </ac:picMkLst>
        </pc:picChg>
        <pc:picChg chg="add mod">
          <ac:chgData name="Khobo, IL, Dr [ilkhobo@sun.ac.za]" userId="b519a442-dcea-4a28-9c45-7e29f1df5837" providerId="ADAL" clId="{8BC8A5CF-2DB3-45E9-BF57-F2ED810C291E}" dt="2026-10-11T20:17:23.441" v="8126" actId="1076"/>
          <ac:picMkLst>
            <pc:docMk/>
            <pc:sldMk cId="1750593025" sldId="673"/>
            <ac:picMk id="19" creationId="{7BD5EB2F-F329-A9F2-8882-304CEA685B0A}"/>
          </ac:picMkLst>
        </pc:picChg>
      </pc:sldChg>
      <pc:sldChg chg="addSp delSp modSp add mod delAnim modAnim">
        <pc:chgData name="Khobo, IL, Dr [ilkhobo@sun.ac.za]" userId="b519a442-dcea-4a28-9c45-7e29f1df5837" providerId="ADAL" clId="{8BC8A5CF-2DB3-45E9-BF57-F2ED810C291E}" dt="2026-10-11T20:21:58.774" v="8161"/>
        <pc:sldMkLst>
          <pc:docMk/>
          <pc:sldMk cId="1527520041" sldId="674"/>
        </pc:sldMkLst>
        <pc:spChg chg="mod">
          <ac:chgData name="Khobo, IL, Dr [ilkhobo@sun.ac.za]" userId="b519a442-dcea-4a28-9c45-7e29f1df5837" providerId="ADAL" clId="{8BC8A5CF-2DB3-45E9-BF57-F2ED810C291E}" dt="2026-10-11T20:18:00.533" v="8135" actId="20577"/>
          <ac:spMkLst>
            <pc:docMk/>
            <pc:sldMk cId="1527520041" sldId="674"/>
            <ac:spMk id="5" creationId="{962EAE92-81EA-0CE1-9521-DF8CF0A34327}"/>
          </ac:spMkLst>
        </pc:spChg>
        <pc:picChg chg="del">
          <ac:chgData name="Khobo, IL, Dr [ilkhobo@sun.ac.za]" userId="b519a442-dcea-4a28-9c45-7e29f1df5837" providerId="ADAL" clId="{8BC8A5CF-2DB3-45E9-BF57-F2ED810C291E}" dt="2026-10-11T20:17:52.903" v="8131" actId="478"/>
          <ac:picMkLst>
            <pc:docMk/>
            <pc:sldMk cId="1527520041" sldId="674"/>
            <ac:picMk id="6" creationId="{1409FDEA-CD53-D6F1-033B-B63638FFD516}"/>
          </ac:picMkLst>
        </pc:picChg>
        <pc:picChg chg="add mod">
          <ac:chgData name="Khobo, IL, Dr [ilkhobo@sun.ac.za]" userId="b519a442-dcea-4a28-9c45-7e29f1df5837" providerId="ADAL" clId="{8BC8A5CF-2DB3-45E9-BF57-F2ED810C291E}" dt="2026-10-11T20:19:28.897" v="8137" actId="1076"/>
          <ac:picMkLst>
            <pc:docMk/>
            <pc:sldMk cId="1527520041" sldId="674"/>
            <ac:picMk id="8" creationId="{04E2E273-1461-179E-0FAF-4991446F8032}"/>
          </ac:picMkLst>
        </pc:picChg>
        <pc:picChg chg="del">
          <ac:chgData name="Khobo, IL, Dr [ilkhobo@sun.ac.za]" userId="b519a442-dcea-4a28-9c45-7e29f1df5837" providerId="ADAL" clId="{8BC8A5CF-2DB3-45E9-BF57-F2ED810C291E}" dt="2026-10-11T20:17:51.775" v="8130" actId="478"/>
          <ac:picMkLst>
            <pc:docMk/>
            <pc:sldMk cId="1527520041" sldId="674"/>
            <ac:picMk id="10" creationId="{9EB1A3B9-F14B-EDC0-D04F-39DD6A816E65}"/>
          </ac:picMkLst>
        </pc:picChg>
        <pc:picChg chg="add mod">
          <ac:chgData name="Khobo, IL, Dr [ilkhobo@sun.ac.za]" userId="b519a442-dcea-4a28-9c45-7e29f1df5837" providerId="ADAL" clId="{8BC8A5CF-2DB3-45E9-BF57-F2ED810C291E}" dt="2026-10-11T20:19:56.531" v="8139" actId="1076"/>
          <ac:picMkLst>
            <pc:docMk/>
            <pc:sldMk cId="1527520041" sldId="674"/>
            <ac:picMk id="12" creationId="{E595973F-0D2D-B5FB-AB65-32A775834398}"/>
          </ac:picMkLst>
        </pc:picChg>
        <pc:picChg chg="del">
          <ac:chgData name="Khobo, IL, Dr [ilkhobo@sun.ac.za]" userId="b519a442-dcea-4a28-9c45-7e29f1df5837" providerId="ADAL" clId="{8BC8A5CF-2DB3-45E9-BF57-F2ED810C291E}" dt="2026-10-11T20:17:50.706" v="8129" actId="478"/>
          <ac:picMkLst>
            <pc:docMk/>
            <pc:sldMk cId="1527520041" sldId="674"/>
            <ac:picMk id="15" creationId="{75894FC4-EF68-8F4E-19F1-E77E4D2B97B8}"/>
          </ac:picMkLst>
        </pc:picChg>
        <pc:picChg chg="del">
          <ac:chgData name="Khobo, IL, Dr [ilkhobo@sun.ac.za]" userId="b519a442-dcea-4a28-9c45-7e29f1df5837" providerId="ADAL" clId="{8BC8A5CF-2DB3-45E9-BF57-F2ED810C291E}" dt="2026-10-11T20:17:49.194" v="8128" actId="478"/>
          <ac:picMkLst>
            <pc:docMk/>
            <pc:sldMk cId="1527520041" sldId="674"/>
            <ac:picMk id="17" creationId="{BEAD5E7A-3B9F-7575-6249-45092788DF48}"/>
          </ac:picMkLst>
        </pc:picChg>
        <pc:picChg chg="add mod">
          <ac:chgData name="Khobo, IL, Dr [ilkhobo@sun.ac.za]" userId="b519a442-dcea-4a28-9c45-7e29f1df5837" providerId="ADAL" clId="{8BC8A5CF-2DB3-45E9-BF57-F2ED810C291E}" dt="2026-10-11T20:20:22.803" v="8143" actId="29295"/>
          <ac:picMkLst>
            <pc:docMk/>
            <pc:sldMk cId="1527520041" sldId="674"/>
            <ac:picMk id="18" creationId="{E7D7450A-977A-CFF0-D46A-83A4F1EB652F}"/>
          </ac:picMkLst>
        </pc:picChg>
        <pc:picChg chg="del">
          <ac:chgData name="Khobo, IL, Dr [ilkhobo@sun.ac.za]" userId="b519a442-dcea-4a28-9c45-7e29f1df5837" providerId="ADAL" clId="{8BC8A5CF-2DB3-45E9-BF57-F2ED810C291E}" dt="2026-10-11T20:17:49.194" v="8128" actId="478"/>
          <ac:picMkLst>
            <pc:docMk/>
            <pc:sldMk cId="1527520041" sldId="674"/>
            <ac:picMk id="19" creationId="{29E8930E-9710-50BF-7FC2-7EF5CD6F653F}"/>
          </ac:picMkLst>
        </pc:picChg>
        <pc:picChg chg="add mod">
          <ac:chgData name="Khobo, IL, Dr [ilkhobo@sun.ac.za]" userId="b519a442-dcea-4a28-9c45-7e29f1df5837" providerId="ADAL" clId="{8BC8A5CF-2DB3-45E9-BF57-F2ED810C291E}" dt="2026-10-11T20:20:48.742" v="8148" actId="29295"/>
          <ac:picMkLst>
            <pc:docMk/>
            <pc:sldMk cId="1527520041" sldId="674"/>
            <ac:picMk id="21" creationId="{4BA36376-2F7F-B936-E9B9-C4AA6D65152F}"/>
          </ac:picMkLst>
        </pc:picChg>
        <pc:picChg chg="add mod">
          <ac:chgData name="Khobo, IL, Dr [ilkhobo@sun.ac.za]" userId="b519a442-dcea-4a28-9c45-7e29f1df5837" providerId="ADAL" clId="{8BC8A5CF-2DB3-45E9-BF57-F2ED810C291E}" dt="2026-10-11T20:21:18.401" v="8153" actId="29295"/>
          <ac:picMkLst>
            <pc:docMk/>
            <pc:sldMk cId="1527520041" sldId="674"/>
            <ac:picMk id="23" creationId="{89492E65-584D-13D6-C1FC-415A2BD98E04}"/>
          </ac:picMkLst>
        </pc:picChg>
        <pc:picChg chg="add mod">
          <ac:chgData name="Khobo, IL, Dr [ilkhobo@sun.ac.za]" userId="b519a442-dcea-4a28-9c45-7e29f1df5837" providerId="ADAL" clId="{8BC8A5CF-2DB3-45E9-BF57-F2ED810C291E}" dt="2026-10-11T20:21:53.451" v="8160" actId="29295"/>
          <ac:picMkLst>
            <pc:docMk/>
            <pc:sldMk cId="1527520041" sldId="674"/>
            <ac:picMk id="25" creationId="{108489A8-ED56-9D77-738B-7882C244FD22}"/>
          </ac:picMkLst>
        </pc:picChg>
      </pc:sldChg>
      <pc:sldChg chg="addSp delSp modSp new mod">
        <pc:chgData name="Khobo, IL, Dr [ilkhobo@sun.ac.za]" userId="b519a442-dcea-4a28-9c45-7e29f1df5837" providerId="ADAL" clId="{8BC8A5CF-2DB3-45E9-BF57-F2ED810C291E}" dt="2026-10-12T06:13:29.044" v="8305" actId="14100"/>
        <pc:sldMkLst>
          <pc:docMk/>
          <pc:sldMk cId="3603255609" sldId="675"/>
        </pc:sldMkLst>
        <pc:spChg chg="del">
          <ac:chgData name="Khobo, IL, Dr [ilkhobo@sun.ac.za]" userId="b519a442-dcea-4a28-9c45-7e29f1df5837" providerId="ADAL" clId="{8BC8A5CF-2DB3-45E9-BF57-F2ED810C291E}" dt="2026-10-12T06:02:24.443" v="8281" actId="478"/>
          <ac:spMkLst>
            <pc:docMk/>
            <pc:sldMk cId="3603255609" sldId="675"/>
            <ac:spMk id="2" creationId="{1B6BAFA0-D5EC-5128-8333-45F66839505D}"/>
          </ac:spMkLst>
        </pc:spChg>
        <pc:spChg chg="del">
          <ac:chgData name="Khobo, IL, Dr [ilkhobo@sun.ac.za]" userId="b519a442-dcea-4a28-9c45-7e29f1df5837" providerId="ADAL" clId="{8BC8A5CF-2DB3-45E9-BF57-F2ED810C291E}" dt="2026-10-12T06:02:24.443" v="8281" actId="478"/>
          <ac:spMkLst>
            <pc:docMk/>
            <pc:sldMk cId="3603255609" sldId="675"/>
            <ac:spMk id="3" creationId="{28BD73B2-85D6-1A7B-A0ED-9684FE9F8F00}"/>
          </ac:spMkLst>
        </pc:spChg>
        <pc:spChg chg="add mod">
          <ac:chgData name="Khobo, IL, Dr [ilkhobo@sun.ac.za]" userId="b519a442-dcea-4a28-9c45-7e29f1df5837" providerId="ADAL" clId="{8BC8A5CF-2DB3-45E9-BF57-F2ED810C291E}" dt="2026-10-12T06:13:29.044" v="8305" actId="14100"/>
          <ac:spMkLst>
            <pc:docMk/>
            <pc:sldMk cId="3603255609" sldId="675"/>
            <ac:spMk id="16" creationId="{DFA141E0-D29F-24A6-21D2-034713727767}"/>
          </ac:spMkLst>
        </pc:spChg>
        <pc:picChg chg="add del">
          <ac:chgData name="Khobo, IL, Dr [ilkhobo@sun.ac.za]" userId="b519a442-dcea-4a28-9c45-7e29f1df5837" providerId="ADAL" clId="{8BC8A5CF-2DB3-45E9-BF57-F2ED810C291E}" dt="2026-10-12T06:02:28.991" v="8283" actId="478"/>
          <ac:picMkLst>
            <pc:docMk/>
            <pc:sldMk cId="3603255609" sldId="675"/>
            <ac:picMk id="5" creationId="{B0D85D05-9331-FBED-80AA-E1C527F2AE70}"/>
          </ac:picMkLst>
        </pc:picChg>
        <pc:picChg chg="add del">
          <ac:chgData name="Khobo, IL, Dr [ilkhobo@sun.ac.za]" userId="b519a442-dcea-4a28-9c45-7e29f1df5837" providerId="ADAL" clId="{8BC8A5CF-2DB3-45E9-BF57-F2ED810C291E}" dt="2026-10-12T06:06:03.249" v="8285" actId="478"/>
          <ac:picMkLst>
            <pc:docMk/>
            <pc:sldMk cId="3603255609" sldId="675"/>
            <ac:picMk id="7" creationId="{485EEE6E-488C-C1CC-58C9-742063180110}"/>
          </ac:picMkLst>
        </pc:picChg>
        <pc:picChg chg="add del mod">
          <ac:chgData name="Khobo, IL, Dr [ilkhobo@sun.ac.za]" userId="b519a442-dcea-4a28-9c45-7e29f1df5837" providerId="ADAL" clId="{8BC8A5CF-2DB3-45E9-BF57-F2ED810C291E}" dt="2026-10-12T06:12:20.994" v="8295" actId="478"/>
          <ac:picMkLst>
            <pc:docMk/>
            <pc:sldMk cId="3603255609" sldId="675"/>
            <ac:picMk id="9" creationId="{099E1FE5-39B9-99FC-D985-BB45A0254385}"/>
          </ac:picMkLst>
        </pc:picChg>
        <pc:picChg chg="add del mod">
          <ac:chgData name="Khobo, IL, Dr [ilkhobo@sun.ac.za]" userId="b519a442-dcea-4a28-9c45-7e29f1df5837" providerId="ADAL" clId="{8BC8A5CF-2DB3-45E9-BF57-F2ED810C291E}" dt="2026-10-12T06:12:52.690" v="8298" actId="478"/>
          <ac:picMkLst>
            <pc:docMk/>
            <pc:sldMk cId="3603255609" sldId="675"/>
            <ac:picMk id="11" creationId="{7549E064-D178-3592-EAD5-865A8E137E3C}"/>
          </ac:picMkLst>
        </pc:picChg>
        <pc:picChg chg="add mod">
          <ac:chgData name="Khobo, IL, Dr [ilkhobo@sun.ac.za]" userId="b519a442-dcea-4a28-9c45-7e29f1df5837" providerId="ADAL" clId="{8BC8A5CF-2DB3-45E9-BF57-F2ED810C291E}" dt="2026-10-12T06:12:26.259" v="8297" actId="1076"/>
          <ac:picMkLst>
            <pc:docMk/>
            <pc:sldMk cId="3603255609" sldId="675"/>
            <ac:picMk id="13" creationId="{EE06F303-33E5-5D85-4B52-905CC6E53303}"/>
          </ac:picMkLst>
        </pc:picChg>
        <pc:picChg chg="add mod">
          <ac:chgData name="Khobo, IL, Dr [ilkhobo@sun.ac.za]" userId="b519a442-dcea-4a28-9c45-7e29f1df5837" providerId="ADAL" clId="{8BC8A5CF-2DB3-45E9-BF57-F2ED810C291E}" dt="2026-10-12T06:13:04.570" v="8301" actId="1076"/>
          <ac:picMkLst>
            <pc:docMk/>
            <pc:sldMk cId="3603255609" sldId="675"/>
            <ac:picMk id="15" creationId="{6FB83AAC-FA6C-49C8-28A3-766999422877}"/>
          </ac:picMkLst>
        </pc:picChg>
      </pc:sldChg>
      <pc:sldChg chg="addSp delSp modSp add mod">
        <pc:chgData name="Khobo, IL, Dr [ilkhobo@sun.ac.za]" userId="b519a442-dcea-4a28-9c45-7e29f1df5837" providerId="ADAL" clId="{8BC8A5CF-2DB3-45E9-BF57-F2ED810C291E}" dt="2026-10-12T06:43:15.538" v="8336" actId="478"/>
        <pc:sldMkLst>
          <pc:docMk/>
          <pc:sldMk cId="3814007990" sldId="676"/>
        </pc:sldMkLst>
        <pc:spChg chg="mod">
          <ac:chgData name="Khobo, IL, Dr [ilkhobo@sun.ac.za]" userId="b519a442-dcea-4a28-9c45-7e29f1df5837" providerId="ADAL" clId="{8BC8A5CF-2DB3-45E9-BF57-F2ED810C291E}" dt="2026-10-12T06:42:40.414" v="8331" actId="20577"/>
          <ac:spMkLst>
            <pc:docMk/>
            <pc:sldMk cId="3814007990" sldId="676"/>
            <ac:spMk id="36" creationId="{411C82F6-976B-B26C-F482-03A2937EBBA7}"/>
          </ac:spMkLst>
        </pc:spChg>
        <pc:picChg chg="add del">
          <ac:chgData name="Khobo, IL, Dr [ilkhobo@sun.ac.za]" userId="b519a442-dcea-4a28-9c45-7e29f1df5837" providerId="ADAL" clId="{8BC8A5CF-2DB3-45E9-BF57-F2ED810C291E}" dt="2026-10-12T06:43:15.538" v="8336" actId="478"/>
          <ac:picMkLst>
            <pc:docMk/>
            <pc:sldMk cId="3814007990" sldId="676"/>
            <ac:picMk id="80" creationId="{A8511A41-45C8-2A55-3E12-B4F35FB419D2}"/>
          </ac:picMkLst>
        </pc:picChg>
        <pc:picChg chg="add del">
          <ac:chgData name="Khobo, IL, Dr [ilkhobo@sun.ac.za]" userId="b519a442-dcea-4a28-9c45-7e29f1df5837" providerId="ADAL" clId="{8BC8A5CF-2DB3-45E9-BF57-F2ED810C291E}" dt="2026-10-12T06:43:15.538" v="8336" actId="478"/>
          <ac:picMkLst>
            <pc:docMk/>
            <pc:sldMk cId="3814007990" sldId="676"/>
            <ac:picMk id="82" creationId="{11AFD2BD-AC9A-C208-CB90-D11101E9D83B}"/>
          </ac:picMkLst>
        </pc:picChg>
      </pc:sldChg>
      <pc:sldChg chg="modSp add">
        <pc:chgData name="Khobo, IL, Dr [ilkhobo@sun.ac.za]" userId="b519a442-dcea-4a28-9c45-7e29f1df5837" providerId="ADAL" clId="{8BC8A5CF-2DB3-45E9-BF57-F2ED810C291E}" dt="2026-10-12T06:42:45.973" v="8332"/>
        <pc:sldMkLst>
          <pc:docMk/>
          <pc:sldMk cId="155525028" sldId="677"/>
        </pc:sldMkLst>
        <pc:spChg chg="mod">
          <ac:chgData name="Khobo, IL, Dr [ilkhobo@sun.ac.za]" userId="b519a442-dcea-4a28-9c45-7e29f1df5837" providerId="ADAL" clId="{8BC8A5CF-2DB3-45E9-BF57-F2ED810C291E}" dt="2026-10-12T06:42:45.973" v="8332"/>
          <ac:spMkLst>
            <pc:docMk/>
            <pc:sldMk cId="155525028" sldId="677"/>
            <ac:spMk id="36" creationId="{18E6CC98-E66B-0F16-CF8C-D24E8BF001F6}"/>
          </ac:spMkLst>
        </pc:spChg>
      </pc:sldChg>
      <pc:sldChg chg="modSp add">
        <pc:chgData name="Khobo, IL, Dr [ilkhobo@sun.ac.za]" userId="b519a442-dcea-4a28-9c45-7e29f1df5837" providerId="ADAL" clId="{8BC8A5CF-2DB3-45E9-BF57-F2ED810C291E}" dt="2026-10-12T06:42:50.601" v="8333"/>
        <pc:sldMkLst>
          <pc:docMk/>
          <pc:sldMk cId="3147476520" sldId="678"/>
        </pc:sldMkLst>
        <pc:spChg chg="mod">
          <ac:chgData name="Khobo, IL, Dr [ilkhobo@sun.ac.za]" userId="b519a442-dcea-4a28-9c45-7e29f1df5837" providerId="ADAL" clId="{8BC8A5CF-2DB3-45E9-BF57-F2ED810C291E}" dt="2026-10-12T06:42:50.601" v="8333"/>
          <ac:spMkLst>
            <pc:docMk/>
            <pc:sldMk cId="3147476520" sldId="678"/>
            <ac:spMk id="36" creationId="{F2E381D2-EE9F-7C8F-0AB7-66FE3A5AECC3}"/>
          </ac:spMkLst>
        </pc:spChg>
      </pc:sldChg>
      <pc:sldChg chg="addSp delSp modSp add mod">
        <pc:chgData name="Khobo, IL, Dr [ilkhobo@sun.ac.za]" userId="b519a442-dcea-4a28-9c45-7e29f1df5837" providerId="ADAL" clId="{8BC8A5CF-2DB3-45E9-BF57-F2ED810C291E}" dt="2026-10-12T06:43:31.188" v="8338" actId="22"/>
        <pc:sldMkLst>
          <pc:docMk/>
          <pc:sldMk cId="1756426459" sldId="679"/>
        </pc:sldMkLst>
        <pc:spChg chg="mod">
          <ac:chgData name="Khobo, IL, Dr [ilkhobo@sun.ac.za]" userId="b519a442-dcea-4a28-9c45-7e29f1df5837" providerId="ADAL" clId="{8BC8A5CF-2DB3-45E9-BF57-F2ED810C291E}" dt="2026-10-12T06:42:55.661" v="8334"/>
          <ac:spMkLst>
            <pc:docMk/>
            <pc:sldMk cId="1756426459" sldId="679"/>
            <ac:spMk id="36" creationId="{DE264841-597E-1C1D-B088-E9F16A496777}"/>
          </ac:spMkLst>
        </pc:spChg>
        <pc:picChg chg="add">
          <ac:chgData name="Khobo, IL, Dr [ilkhobo@sun.ac.za]" userId="b519a442-dcea-4a28-9c45-7e29f1df5837" providerId="ADAL" clId="{8BC8A5CF-2DB3-45E9-BF57-F2ED810C291E}" dt="2026-10-12T06:43:31.188" v="8338" actId="22"/>
          <ac:picMkLst>
            <pc:docMk/>
            <pc:sldMk cId="1756426459" sldId="679"/>
            <ac:picMk id="4" creationId="{CB2606C6-2190-D373-0BED-0C189218AFC1}"/>
          </ac:picMkLst>
        </pc:picChg>
        <pc:picChg chg="del">
          <ac:chgData name="Khobo, IL, Dr [ilkhobo@sun.ac.za]" userId="b519a442-dcea-4a28-9c45-7e29f1df5837" providerId="ADAL" clId="{8BC8A5CF-2DB3-45E9-BF57-F2ED810C291E}" dt="2026-10-12T06:43:30.703" v="8337" actId="478"/>
          <ac:picMkLst>
            <pc:docMk/>
            <pc:sldMk cId="1756426459" sldId="679"/>
            <ac:picMk id="6" creationId="{DA87C0DB-03D8-4982-E82D-650F97E15A0C}"/>
          </ac:picMkLst>
        </pc:picChg>
        <pc:picChg chg="add">
          <ac:chgData name="Khobo, IL, Dr [ilkhobo@sun.ac.za]" userId="b519a442-dcea-4a28-9c45-7e29f1df5837" providerId="ADAL" clId="{8BC8A5CF-2DB3-45E9-BF57-F2ED810C291E}" dt="2026-10-12T06:43:31.188" v="8338" actId="22"/>
          <ac:picMkLst>
            <pc:docMk/>
            <pc:sldMk cId="1756426459" sldId="679"/>
            <ac:picMk id="7" creationId="{35BC0696-E633-3161-4FCB-D224493062BC}"/>
          </ac:picMkLst>
        </pc:picChg>
      </pc:sldChg>
    </pc:docChg>
  </pc:docChgLst>
  <pc:docChgLst>
    <pc:chgData name="Khobo, IL, Dr [ilkhobo@sun.ac.za]" userId="b519a442-dcea-4a28-9c45-7e29f1df5837" providerId="ADAL" clId="{D25D1C45-A404-4E0F-8657-49BD4E4887CA}"/>
    <pc:docChg chg="undo redo custSel addSld delSld modSld">
      <pc:chgData name="Khobo, IL, Dr [ilkhobo@sun.ac.za]" userId="b519a442-dcea-4a28-9c45-7e29f1df5837" providerId="ADAL" clId="{D25D1C45-A404-4E0F-8657-49BD4E4887CA}" dt="2026-10-09T05:43:58.078" v="5728" actId="20577"/>
      <pc:docMkLst>
        <pc:docMk/>
      </pc:docMkLst>
      <pc:sldChg chg="addSp delSp modSp add del mod modNotesTx">
        <pc:chgData name="Khobo, IL, Dr [ilkhobo@sun.ac.za]" userId="b519a442-dcea-4a28-9c45-7e29f1df5837" providerId="ADAL" clId="{D25D1C45-A404-4E0F-8657-49BD4E4887CA}" dt="2026-10-09T05:22:45.850" v="5707" actId="20577"/>
        <pc:sldMkLst>
          <pc:docMk/>
          <pc:sldMk cId="2601401026" sldId="597"/>
        </pc:sldMkLst>
        <pc:spChg chg="mod">
          <ac:chgData name="Khobo, IL, Dr [ilkhobo@sun.ac.za]" userId="b519a442-dcea-4a28-9c45-7e29f1df5837" providerId="ADAL" clId="{D25D1C45-A404-4E0F-8657-49BD4E4887CA}" dt="2026-10-09T05:22:45.850" v="5707" actId="20577"/>
          <ac:spMkLst>
            <pc:docMk/>
            <pc:sldMk cId="2601401026" sldId="597"/>
            <ac:spMk id="13" creationId="{20076924-44A7-AFA3-D2D3-FEB8DE4DD9A9}"/>
          </ac:spMkLst>
        </pc:spChg>
        <pc:spChg chg="mod">
          <ac:chgData name="Khobo, IL, Dr [ilkhobo@sun.ac.za]" userId="b519a442-dcea-4a28-9c45-7e29f1df5837" providerId="ADAL" clId="{D25D1C45-A404-4E0F-8657-49BD4E4887CA}" dt="2026-10-09T05:20:26.375" v="5650" actId="20577"/>
          <ac:spMkLst>
            <pc:docMk/>
            <pc:sldMk cId="2601401026" sldId="597"/>
            <ac:spMk id="17" creationId="{7EC74C40-289A-CA47-2A9E-CB243EF9FF06}"/>
          </ac:spMkLst>
        </pc:spChg>
        <pc:spChg chg="mod">
          <ac:chgData name="Khobo, IL, Dr [ilkhobo@sun.ac.za]" userId="b519a442-dcea-4a28-9c45-7e29f1df5837" providerId="ADAL" clId="{D25D1C45-A404-4E0F-8657-49BD4E4887CA}" dt="2026-10-08T10:54:32.297" v="3407" actId="1076"/>
          <ac:spMkLst>
            <pc:docMk/>
            <pc:sldMk cId="2601401026" sldId="597"/>
            <ac:spMk id="19" creationId="{799DE2B1-C8C5-DEBE-B93A-8AC9B1EB7547}"/>
          </ac:spMkLst>
        </pc:spChg>
        <pc:spChg chg="mod">
          <ac:chgData name="Khobo, IL, Dr [ilkhobo@sun.ac.za]" userId="b519a442-dcea-4a28-9c45-7e29f1df5837" providerId="ADAL" clId="{D25D1C45-A404-4E0F-8657-49BD4E4887CA}" dt="2026-10-08T10:55:51.001" v="3491" actId="20577"/>
          <ac:spMkLst>
            <pc:docMk/>
            <pc:sldMk cId="2601401026" sldId="597"/>
            <ac:spMk id="34" creationId="{593DD671-6E7B-06CE-9A2D-78AB0133EE61}"/>
          </ac:spMkLst>
        </pc:spChg>
        <pc:picChg chg="add mod">
          <ac:chgData name="Khobo, IL, Dr [ilkhobo@sun.ac.za]" userId="b519a442-dcea-4a28-9c45-7e29f1df5837" providerId="ADAL" clId="{D25D1C45-A404-4E0F-8657-49BD4E4887CA}" dt="2026-10-08T10:55:35.518" v="3489" actId="1076"/>
          <ac:picMkLst>
            <pc:docMk/>
            <pc:sldMk cId="2601401026" sldId="597"/>
            <ac:picMk id="4" creationId="{D528E8A1-98C1-21A7-C00A-F2090CAA7BD2}"/>
          </ac:picMkLst>
        </pc:picChg>
      </pc:sldChg>
      <pc:sldChg chg="addSp delSp modSp add mod">
        <pc:chgData name="Khobo, IL, Dr [ilkhobo@sun.ac.za]" userId="b519a442-dcea-4a28-9c45-7e29f1df5837" providerId="ADAL" clId="{D25D1C45-A404-4E0F-8657-49BD4E4887CA}" dt="2026-10-08T11:28:00.950" v="3502" actId="22"/>
        <pc:sldMkLst>
          <pc:docMk/>
          <pc:sldMk cId="338082082" sldId="609"/>
        </pc:sldMkLst>
        <pc:spChg chg="mod">
          <ac:chgData name="Khobo, IL, Dr [ilkhobo@sun.ac.za]" userId="b519a442-dcea-4a28-9c45-7e29f1df5837" providerId="ADAL" clId="{D25D1C45-A404-4E0F-8657-49BD4E4887CA}" dt="2026-10-08T10:56:35.575" v="3500" actId="20577"/>
          <ac:spMkLst>
            <pc:docMk/>
            <pc:sldMk cId="338082082" sldId="609"/>
            <ac:spMk id="34" creationId="{F1E50580-54BF-5667-527F-E6168B0C7A2F}"/>
          </ac:spMkLst>
        </pc:spChg>
      </pc:sldChg>
      <pc:sldChg chg="addSp delSp modSp mod">
        <pc:chgData name="Khobo, IL, Dr [ilkhobo@sun.ac.za]" userId="b519a442-dcea-4a28-9c45-7e29f1df5837" providerId="ADAL" clId="{D25D1C45-A404-4E0F-8657-49BD4E4887CA}" dt="2026-10-08T11:28:19.800" v="3504" actId="22"/>
        <pc:sldMkLst>
          <pc:docMk/>
          <pc:sldMk cId="4109929451" sldId="626"/>
        </pc:sldMkLst>
        <pc:spChg chg="mod">
          <ac:chgData name="Khobo, IL, Dr [ilkhobo@sun.ac.za]" userId="b519a442-dcea-4a28-9c45-7e29f1df5837" providerId="ADAL" clId="{D25D1C45-A404-4E0F-8657-49BD4E4887CA}" dt="2026-10-08T10:56:29.146" v="3498" actId="20577"/>
          <ac:spMkLst>
            <pc:docMk/>
            <pc:sldMk cId="4109929451" sldId="626"/>
            <ac:spMk id="34" creationId="{DBFF1010-ADFA-6395-0608-846BDF0AEA54}"/>
          </ac:spMkLst>
        </pc:spChg>
      </pc:sldChg>
      <pc:sldChg chg="addSp delSp modSp add mod modTransition">
        <pc:chgData name="Khobo, IL, Dr [ilkhobo@sun.ac.za]" userId="b519a442-dcea-4a28-9c45-7e29f1df5837" providerId="ADAL" clId="{D25D1C45-A404-4E0F-8657-49BD4E4887CA}" dt="2026-10-08T13:35:52.129" v="5582" actId="1076"/>
        <pc:sldMkLst>
          <pc:docMk/>
          <pc:sldMk cId="226961491" sldId="63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A4F8E5-B141-4125-AE90-AB7E5CBBF318}" type="datetimeFigureOut">
              <a:rPr lang="en-ZA" smtClean="0"/>
              <a:t>2026/10/11</a:t>
            </a:fld>
            <a:endParaRPr lang="en-Z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Z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D4BACC-9E44-4D5F-A407-4AC8A14A1A3B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9112111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4FD383-9F30-7F88-BD61-47F2BFE226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47B729-C356-F1ED-4A68-5F571B6BEA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76E9E0-55EF-83D2-E7BC-B836169232F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69AB1F-4700-36D7-8D2E-F4808B0E4D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8998581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6EC84-82B9-929A-81DC-D855E88EB2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3D6A82-CB64-8A8A-CBFB-F54FE0DAC4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5632FC4-3AC6-2E77-6CE4-BA52852AFA0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185BB-CE41-2F93-B18B-33C0EB0530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99581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4C36F1-FBBF-E5B2-198C-90BB78695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BFDF5A-3ED6-00BA-E068-220D6ADF80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38BFA6-5B90-F24C-0BC0-D421E69087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D8CD5B-30E6-8B8A-1394-F2B7B74E2C2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860494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D6551-7CBD-43EC-C955-20F14742C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7E57D8A-733B-338D-60FE-CEC8814B83C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F4DF15-CF7D-A5F0-C860-75FFF35620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5F1BD-F910-D41D-81D7-94CC11FB91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490709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138CA1-5D89-26C5-6705-41C7DC195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C60A49-2B07-58DB-C473-184D2D6B2DB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6FAFF5-B9D4-1418-8888-40E5E2A2C9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730807A-7197-4756-8487-8EE2DC2E23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75928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B2DD2-1601-77BE-A381-FB3BB2FC7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265BA3F-CB73-4572-60AF-AFBAA44AA01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885B0CB-9986-9138-851B-057650D003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38BA62-38DA-4E7B-575B-4E4888AEFE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6538991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86E4E-56F5-DCA2-08F4-6E8F0BAA7E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F02BC29-99F8-E420-6B95-9A8D906A7FD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26B4096-7E41-5024-1007-3BC5588815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5ADA71-DBD8-9468-C967-4209BDCCA1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265063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42104F-C378-617E-BB4A-83C01C49B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705149-F011-21A2-4F50-7F09E4C7037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1F37CD-212A-0059-3C6B-6AFB508164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ADABBC-8527-620C-A8B7-CF49172C055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5226376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C031B-9890-305E-C9D4-A40592709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1D0AF94-329C-8F7B-FB00-272A37413A3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42AF1B-180F-A049-41A9-FC771509B17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B8FCA1-EA9A-75E4-9F99-D772DD9B77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83493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95608-D9E9-0223-72D3-EAF80A157E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8696EA-5ECA-12F7-5804-A6D7FD212E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F03FF18-EDD8-5214-92A8-CE282632E59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74CC1-34F0-A21A-BB35-ED869E95FD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733324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1E5F3C2-D86C-E974-49F8-2F84DF834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1105D2-E515-BAAA-B1A8-1D1D9418B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E47EC6-D0A9-3351-755B-AE48AE4457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A9C5CB-02DC-B24E-5A6E-CBE1E569C2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434946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381D9F-619B-3905-D41B-64130B0A0F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658EF80-31A1-F7B0-C9A7-4E64795113F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8E64699-161F-CA8B-D370-3ADF8175F83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A data structure is a method of organizing and storing data so it can be accessed and modified efficiently.</a:t>
            </a:r>
          </a:p>
          <a:p>
            <a:r>
              <a:rPr lang="en-US"/>
              <a:t>Linear – data is organized in a sequence (one after another)</a:t>
            </a:r>
          </a:p>
          <a:p>
            <a:r>
              <a:rPr lang="en-US"/>
              <a:t>Non-linear data structure – the elements are not arranged sequentially</a:t>
            </a:r>
          </a:p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80BF7-9158-547F-BAC4-FEF26091C6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785116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00EA5C-5719-33BE-883B-2062B2AF9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9A1972A-29DD-C0E8-3930-4185D0D20C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55892B-0AAA-A7C1-8A2F-199CEF0578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064E9B-541E-42E0-0989-D3EE416DBE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997410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632A6B-6868-FED9-0076-22E985D61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E679071-6A06-0BCD-A4C0-8C38F412D9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DB6CF09-028C-F172-10F1-DC5359B28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dirty="0"/>
              <a:t>A stack node is initialised as a linked list (sequence of self-referencing structures)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189C3-4BCB-EBDF-A7D9-A69D710FE52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647238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38DDA-EDC7-6728-2D35-272184BA4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891D7B-E590-2F7C-0568-08DCF074B6A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CAC02D-25DF-6627-B536-A1E6E54DCE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2BBDA-96C1-B2E2-D7FD-E62D262C33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873886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42D52-8176-D416-6E87-C3527CCB7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1B83B2-F95A-1AD5-D9B6-894D128A04B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4BF312B-719F-97FE-E61A-BA3D49178B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EF5755-51D4-95CD-DE28-2217ECF306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642976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4A58CD-5A9F-1458-291A-4A7037C3C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36D84-D9E0-93BA-08EC-4C71D2A6A4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0FFB735-C633-77D9-6C36-C8A4BFFD13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811219-E2AB-AFE8-F384-0FF276496E1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510102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475DD8-20E8-11AC-A837-56BF4FCA30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1D532C-3BFC-B5F5-E30F-1998640B1D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3C5C8F-68A5-2A86-5133-118906FBC7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ZA" dirty="0"/>
              <a:t>A queue node is initialised as a linked list (sequence of self-referencing structures)</a:t>
            </a:r>
          </a:p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484065C-F349-541C-59B8-D3AB80E60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970866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386DE7-2D6D-FBD5-036D-2B450F45E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8A6F0C8-0483-F149-71C6-FEEBE42835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3D0D713-81E8-1509-D63B-496FE372DD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9D6308C-A74A-9C1C-8AD8-9E7F76D416B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2793263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2A91DE-E87A-47A6-C0D9-31D1A5555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F117A5B-EEC1-ABB0-78B9-8F11D047FE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6FE9B24-3A43-1B75-4174-DA0322E4FD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3AF2C4-9FF7-5011-98D3-2C38123181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4211243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C7B1D-3B53-631C-9E99-9A0F608CB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ABABAF9-ED66-068A-B400-5DB9439FAB7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B5FC3E-1628-C7D3-325A-A65739E345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0DE4B1-207E-0A5A-40C3-62B4A4DD1A6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225341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DD76DC-FBF7-C7EA-D48B-C8F7E1841D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37A9DDD-9827-B998-4A9F-FCCB6C3195F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FAD922-258B-B9B0-1EE2-CFEB2EA9E6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AE15F8-D650-AF2B-C8DE-F6B7DAA4D1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25681930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94F286-B886-BCCD-719F-DA4D6D886A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12EFCFB-5E82-202A-A501-A9E5EA031C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53A5304-647D-AEAC-2662-52C198E6BA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D8CE5D-D44F-4072-84DD-54BBDB8825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0255740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537EDA-9671-76C7-C299-E2528E9048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4C3703-F45A-44E7-62AA-6A307F46671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3238B91-A44A-CDCC-307F-5FBE76D45D5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F7AC6D-41FE-A0DD-A8ED-BF237FED0F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44104464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E0713E-303D-FB5D-40D6-D29A4FDFB2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BBF236C-8C6A-939A-3D1B-297399D5D10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C4E754-5425-A0EC-073E-B57BA142D2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1FE717-982A-1C2A-85E5-5BC79FE104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26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6714344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91F53F-B84D-3B88-1A71-A9AE17D118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5E334AE-5310-358E-0080-01E65B6807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456DB5C-A591-8829-464E-779650A37C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 err="1"/>
              <a:t>F,lashback</a:t>
            </a:r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CCBC37-EF04-229C-7908-7EDC2B00C4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73557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16D91B-6F18-FE20-87F8-CFE123A6DB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3ABD43B-3FE6-7431-2E35-E6C0F9871B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1CD0955-1371-2DE0-FB7B-C3F17A2DE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ZA"/>
              <a:t>F,lashback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687F9A-3C43-D5E7-CAFB-7ECD7774329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41C7434-D88E-439C-AA15-1FCF62473102}" type="slidenum">
              <a:rPr kumimoji="0" lang="en-ZA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ZA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041574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ECCF25-1556-466E-864B-A3C07847E4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17426E-2BE7-1883-9660-3581ADAE059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8C9FEC-FAC9-0518-2A1C-E2EB486603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E9E6A5-FDDD-53A9-3038-937E45940E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2285B7-3B0C-9FA6-B7F5-5A461BB54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67325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4540D9-C6CB-2719-8934-6B01145675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85C497-C0D5-1152-D24E-35CD89CB33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E2283D-6827-3224-BC6A-899C99B9B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3EC184-718B-DF52-F070-95D42A727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4FFF9D-4A4F-264A-2FFE-D4307E6669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440024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D4C11-491D-0E57-7CCE-41165E8BAB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09D483-A042-128F-D3B7-E8C14E00E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D57B0-F5E6-58C9-CA4D-6872DB62E3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C6BF4A-F8B6-8B61-91B0-EB042AEB7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598B23-E53B-A5A8-6B2D-F2A26ECE78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70176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FFA65-E34C-9606-E1B7-63258C955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E39D4-4B5B-3C82-39F5-EDE849A3A9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375FF4-621C-9E0E-57BB-6949EACEF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D9EB6-5CCD-15CE-8137-300A28FD5E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2026/10/11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DDBD1E-1AE4-B3D7-5A79-752D06B70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1B3833-B89B-EC2B-94A9-59B64A1A6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722743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544B8-36C8-0A93-4FFA-AB7E201D5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91B294-8CCE-2035-6577-2154E852C3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0139742-7175-1597-B067-66BF0362ECC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526E28A-39A1-D1AA-1169-BA9A9F7646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94291F6-3067-CBE3-27F0-70A9D4A4E8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9FE68EA-B0EE-B285-E9FB-C1A95C56B0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2026/10/11</a:t>
            </a:fld>
            <a:endParaRPr lang="en-Z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91F9E5-C35E-CC2F-16E7-12BBC912F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8D05B2-B2C3-8729-4DA8-81FE8BD73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374020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580390-E35D-1322-BF0E-545E9C0C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F9A727-219A-CDA4-A0E3-88E592B9E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2026/10/11</a:t>
            </a:fld>
            <a:endParaRPr lang="en-Z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37D0CD-7FBD-6DEB-7CBF-CD1C43756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AF934C-C7E1-5738-4872-2F317D653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734199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17D8D04-C266-AB3A-F877-5A1AAB9A6A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2026/10/11</a:t>
            </a:fld>
            <a:endParaRPr lang="en-Z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7AE0A76-5CEC-8CAE-CD48-0FD64CFC7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69582D-403E-A828-C4E6-08D8C3F9BC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9705067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99E1B-96FE-02AF-207E-7C0924C21B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B784E2-8218-99F8-2483-E5C6086226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4DFA9-EE10-1A6E-748E-B66AE2F8A6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462A653-1997-95E5-A7FA-E5240EB8A3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2026/10/11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6F7CAA-BA83-8786-7016-E655CA66CA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0DAEA5-50F2-F37C-4F99-75A30DAC1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3094405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CF57E-ED87-0DEE-EB59-8BEE35949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F4DAFC-04FB-F01B-9FF1-7A5FCC4FFC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70F361-E8C4-456F-DACA-AB422B6517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FB1B53-7080-A3CE-DAD5-F6D8E373E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2026/10/11</a:t>
            </a:fld>
            <a:endParaRPr lang="en-Z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75F7F7-AA20-E76C-EA29-F89E2F1C1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26AFB5-91BC-C8C0-A5E3-339EB3A5D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776666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1E7BA6-5167-5A15-0F5B-10A1AD9B0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7D7E56-63E1-98BE-EEF3-7A64C48B4A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A5A0C1-EFEE-E432-DD54-7A73B2916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D42985-481D-2551-40AF-C4AD8E74B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8EE37-3C0D-4ACA-1B4B-F74FF3F481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57309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9459BF8-4887-7102-ED14-A5E5A228FA8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1B6688-8957-8A74-2CA2-5FE1FF28F6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D28AC5-1562-C603-1FD6-BBECEA2EE9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7883AC-2ECA-4D97-B466-56E37F2202F1}" type="datetimeFigureOut">
              <a:rPr lang="en-ZA" smtClean="0"/>
              <a:t>2026/10/11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B17385-48A1-0DD6-0E9D-F70D3E5EE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7B9B3-5DAA-A964-0A3D-5112F8F0C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53216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0FE460-70E4-9C9D-EBA5-CDDC2C318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B588BF-3A1D-615F-321D-DE3E54CDF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6B3DD7-E6D9-ADAC-2CB6-2B60A2C8E72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7883AC-2ECA-4D97-B466-56E37F2202F1}" type="datetimeFigureOut">
              <a:rPr lang="en-ZA" smtClean="0"/>
              <a:t>2026/10/11</a:t>
            </a:fld>
            <a:endParaRPr lang="en-Z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45C6D6-F4F6-C773-B807-0710444E93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Z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CC1813-D1E4-4495-4962-08C7FE7383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D2A938-D59F-478B-A9D2-AD3C8CBE6246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7071729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ilkhobo@sun.ac.za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5.jpe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5.jpe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5.jpe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5.jpe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0.png"/><Relationship Id="rId5" Type="http://schemas.openxmlformats.org/officeDocument/2006/relationships/slide" Target="slide27.xml"/><Relationship Id="rId4" Type="http://schemas.openxmlformats.org/officeDocument/2006/relationships/image" Target="../media/image43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5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2B5248-0A11-1014-9595-284654579A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Box 16">
            <a:extLst>
              <a:ext uri="{FF2B5EF4-FFF2-40B4-BE49-F238E27FC236}">
                <a16:creationId xmlns:a16="http://schemas.microsoft.com/office/drawing/2014/main" id="{7EC74C40-289A-CA47-2A9E-CB243EF9FF06}"/>
              </a:ext>
            </a:extLst>
          </p:cNvPr>
          <p:cNvSpPr txBox="1"/>
          <p:nvPr/>
        </p:nvSpPr>
        <p:spPr>
          <a:xfrm>
            <a:off x="322513" y="1882740"/>
            <a:ext cx="11332779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8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12. </a:t>
            </a:r>
            <a:r>
              <a:rPr lang="en-ZA" sz="8800" dirty="0">
                <a:solidFill>
                  <a:prstClr val="black"/>
                </a:solidFill>
                <a:latin typeface="LM Roman 12" panose="00000500000000000000" pitchFamily="50" charset="0"/>
              </a:rPr>
              <a:t>Dynamic Data Structures II</a:t>
            </a:r>
            <a:endParaRPr kumimoji="0" lang="en-ZA" sz="4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Lecture </a:t>
            </a: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28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| Stacks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prstClr val="black"/>
                </a:solidFill>
                <a:latin typeface="LM Roman 12" panose="00000500000000000000" pitchFamily="50" charset="0"/>
              </a:rPr>
              <a:t>	    Queues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LM Roman 12" panose="00000500000000000000" pitchFamily="50" charset="0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99DE2B1-C8C5-DEBE-B93A-8AC9B1EB7547}"/>
              </a:ext>
            </a:extLst>
          </p:cNvPr>
          <p:cNvSpPr txBox="1"/>
          <p:nvPr/>
        </p:nvSpPr>
        <p:spPr>
          <a:xfrm>
            <a:off x="322513" y="6124216"/>
            <a:ext cx="60944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Isaac Khobo, PhD (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  <a:hlinkClick r:id="rId3"/>
              </a:rPr>
              <a:t>ilkhobo@sun.ac.za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) </a:t>
            </a: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3594C48-601C-D5CE-431C-D921186F132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9B5681A8-2EBE-6A64-9DDA-1BE624E59B75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1078CB2-B273-986D-CD04-FAC5C419FB3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A7D41F6-C4F6-42E9-1E60-17867AA4F1C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DB167F92-740E-6BA7-27A0-DB69BBAD4AD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593DD671-6E7B-06CE-9A2D-78AB0133EE6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12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F6909DB-321F-0D3E-C4DE-934341ACBEE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Lecture Overview</a:t>
              </a:r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20076924-44A7-AFA3-D2D3-FEB8DE4DD9A9}"/>
              </a:ext>
            </a:extLst>
          </p:cNvPr>
          <p:cNvSpPr txBox="1"/>
          <p:nvPr/>
        </p:nvSpPr>
        <p:spPr>
          <a:xfrm>
            <a:off x="8564849" y="6488628"/>
            <a:ext cx="3235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ZA" sz="1800" b="1" i="0" u="sng" strike="noStrike" kern="1200" cap="none" spc="0" normalizeH="0" baseline="0" noProof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rPr>
              <a:t>Chapters 12: Data structures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528E8A1-98C1-21A7-C00A-F2090CAA7BD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93040" y="3119268"/>
            <a:ext cx="5276447" cy="32695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01026"/>
      </p:ext>
    </p:extLst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88885E-639A-373F-8FE5-24922D645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BBD7B2A4-4D43-D364-FD8F-4BE25376CA10}"/>
              </a:ext>
            </a:extLst>
          </p:cNvPr>
          <p:cNvGrpSpPr/>
          <p:nvPr/>
        </p:nvGrpSpPr>
        <p:grpSpPr>
          <a:xfrm>
            <a:off x="20406413" y="4047410"/>
            <a:ext cx="3300848" cy="2368630"/>
            <a:chOff x="6733855" y="1784984"/>
            <a:chExt cx="3797582" cy="2939416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11AEC71-3756-AC58-5E99-0F3E6A3C5D03}"/>
                </a:ext>
              </a:extLst>
            </p:cNvPr>
            <p:cNvSpPr/>
            <p:nvPr/>
          </p:nvSpPr>
          <p:spPr>
            <a:xfrm>
              <a:off x="6733855" y="1784984"/>
              <a:ext cx="3797582" cy="293941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Name = “Jane”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ID = 295641232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</a:t>
              </a:r>
              <a:r>
                <a:rPr lang="en-US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nextPtr</a:t>
              </a:r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 = NULL</a:t>
              </a:r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30A05460-8514-B01A-B1CB-7D6C91E6DFC6}"/>
                </a:ext>
              </a:extLst>
            </p:cNvPr>
            <p:cNvSpPr/>
            <p:nvPr/>
          </p:nvSpPr>
          <p:spPr>
            <a:xfrm>
              <a:off x="6733855" y="1935837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Node6: beau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D87C34E-9B68-CE53-4432-D0C49E159534}"/>
              </a:ext>
            </a:extLst>
          </p:cNvPr>
          <p:cNvGrpSpPr/>
          <p:nvPr/>
        </p:nvGrpSpPr>
        <p:grpSpPr>
          <a:xfrm>
            <a:off x="16382229" y="4047410"/>
            <a:ext cx="4988011" cy="2368630"/>
            <a:chOff x="16382229" y="4047410"/>
            <a:chExt cx="4988011" cy="236863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4A95476-EF1F-AB06-0AAC-A43968CDC745}"/>
                </a:ext>
              </a:extLst>
            </p:cNvPr>
            <p:cNvGrpSpPr/>
            <p:nvPr/>
          </p:nvGrpSpPr>
          <p:grpSpPr>
            <a:xfrm>
              <a:off x="16382229" y="4047410"/>
              <a:ext cx="3300848" cy="2368630"/>
              <a:chOff x="6733855" y="1784984"/>
              <a:chExt cx="3797582" cy="2939416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A4F2963-2332-BACC-7422-C772520AC646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“Julie”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31223234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&amp;beau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D00946E-D275-26A4-3025-99AC3F84AD2E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Node5: </a:t>
                </a:r>
                <a:r>
                  <a:rPr lang="en-ZA" dirty="0" err="1">
                    <a:latin typeface="LM Roman 12" panose="00000500000000000000" pitchFamily="50" charset="0"/>
                  </a:rPr>
                  <a:t>julie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73" name="Arrow: Right 72">
              <a:extLst>
                <a:ext uri="{FF2B5EF4-FFF2-40B4-BE49-F238E27FC236}">
                  <a16:creationId xmlns:a16="http://schemas.microsoft.com/office/drawing/2014/main" id="{96221C3F-7119-9880-AF28-81DB49F33ADE}"/>
                </a:ext>
              </a:extLst>
            </p:cNvPr>
            <p:cNvSpPr/>
            <p:nvPr/>
          </p:nvSpPr>
          <p:spPr>
            <a:xfrm>
              <a:off x="19442586" y="5461258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4AA9DA6C-BF83-9594-7575-A19020CD2989}"/>
              </a:ext>
            </a:extLst>
          </p:cNvPr>
          <p:cNvGrpSpPr/>
          <p:nvPr/>
        </p:nvGrpSpPr>
        <p:grpSpPr>
          <a:xfrm>
            <a:off x="12358045" y="4047410"/>
            <a:ext cx="4988011" cy="2368630"/>
            <a:chOff x="12358045" y="4047410"/>
            <a:chExt cx="4988011" cy="236863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5352FEF-7785-0D7E-209E-2EDAA8B8EC25}"/>
                </a:ext>
              </a:extLst>
            </p:cNvPr>
            <p:cNvGrpSpPr/>
            <p:nvPr/>
          </p:nvGrpSpPr>
          <p:grpSpPr>
            <a:xfrm>
              <a:off x="12358045" y="4047410"/>
              <a:ext cx="3300848" cy="2368630"/>
              <a:chOff x="6733855" y="1784984"/>
              <a:chExt cx="3797582" cy="2939416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93162F6-5308-4C30-5E7B-97CD95B4CD63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35215462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julie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A9FF2D0-A009-8EA7-84AA-E6B1226311A9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Node4: may</a:t>
                </a:r>
              </a:p>
            </p:txBody>
          </p:sp>
        </p:grpSp>
        <p:sp>
          <p:nvSpPr>
            <p:cNvPr id="71" name="Arrow: Right 70">
              <a:extLst>
                <a:ext uri="{FF2B5EF4-FFF2-40B4-BE49-F238E27FC236}">
                  <a16:creationId xmlns:a16="http://schemas.microsoft.com/office/drawing/2014/main" id="{A4B82536-686E-0245-BF1D-45F9181685F1}"/>
                </a:ext>
              </a:extLst>
            </p:cNvPr>
            <p:cNvSpPr/>
            <p:nvPr/>
          </p:nvSpPr>
          <p:spPr>
            <a:xfrm>
              <a:off x="15418402" y="5465591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A252251-FA3D-10C7-8FAA-7B45954C2A35}"/>
              </a:ext>
            </a:extLst>
          </p:cNvPr>
          <p:cNvGrpSpPr/>
          <p:nvPr/>
        </p:nvGrpSpPr>
        <p:grpSpPr>
          <a:xfrm>
            <a:off x="8398453" y="4047410"/>
            <a:ext cx="4923419" cy="2368630"/>
            <a:chOff x="8398453" y="4047410"/>
            <a:chExt cx="4923419" cy="236863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A11F4B74-55EE-A1EA-7223-99180E40828C}"/>
                </a:ext>
              </a:extLst>
            </p:cNvPr>
            <p:cNvGrpSpPr/>
            <p:nvPr/>
          </p:nvGrpSpPr>
          <p:grpSpPr>
            <a:xfrm>
              <a:off x="8398453" y="4047410"/>
              <a:ext cx="3300848" cy="2368630"/>
              <a:chOff x="6733855" y="1784984"/>
              <a:chExt cx="3797582" cy="2939416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8C25C575-11D4-4F9F-A0D0-476A611B5068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“Mary”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24569852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&amp;may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660CD9F-753B-695E-08AC-9F6AC6769063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Node3: </a:t>
                </a:r>
                <a:r>
                  <a:rPr lang="en-ZA" dirty="0" err="1">
                    <a:latin typeface="LM Roman 12" panose="00000500000000000000" pitchFamily="50" charset="0"/>
                  </a:rPr>
                  <a:t>mary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69" name="Arrow: Right 68">
              <a:extLst>
                <a:ext uri="{FF2B5EF4-FFF2-40B4-BE49-F238E27FC236}">
                  <a16:creationId xmlns:a16="http://schemas.microsoft.com/office/drawing/2014/main" id="{AAFCDE91-4727-F46A-7B25-C50A683C4B46}"/>
                </a:ext>
              </a:extLst>
            </p:cNvPr>
            <p:cNvSpPr/>
            <p:nvPr/>
          </p:nvSpPr>
          <p:spPr>
            <a:xfrm>
              <a:off x="11394218" y="5453449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B2BDDCB3-9C6C-0195-16DE-57555242D096}"/>
              </a:ext>
            </a:extLst>
          </p:cNvPr>
          <p:cNvGrpSpPr/>
          <p:nvPr/>
        </p:nvGrpSpPr>
        <p:grpSpPr>
          <a:xfrm>
            <a:off x="4282105" y="4047410"/>
            <a:ext cx="5080175" cy="2368630"/>
            <a:chOff x="4282105" y="4047410"/>
            <a:chExt cx="5080175" cy="236863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7D8FA11E-A049-889E-3B5C-3CCC36DA3DFE}"/>
                </a:ext>
              </a:extLst>
            </p:cNvPr>
            <p:cNvGrpSpPr/>
            <p:nvPr/>
          </p:nvGrpSpPr>
          <p:grpSpPr>
            <a:xfrm>
              <a:off x="4282105" y="4047410"/>
              <a:ext cx="3300848" cy="2368630"/>
              <a:chOff x="6733855" y="1784984"/>
              <a:chExt cx="3797582" cy="2939416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BD07C2EF-2FA6-49E4-88C0-0CAE68E09E4D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“John”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302154656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mary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BCAFF3E5-5B07-A2D7-B580-A56BA68D8FF6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Node2: john</a:t>
                </a:r>
              </a:p>
            </p:txBody>
          </p:sp>
        </p:grpSp>
        <p:sp>
          <p:nvSpPr>
            <p:cNvPr id="67" name="Arrow: Right 66">
              <a:extLst>
                <a:ext uri="{FF2B5EF4-FFF2-40B4-BE49-F238E27FC236}">
                  <a16:creationId xmlns:a16="http://schemas.microsoft.com/office/drawing/2014/main" id="{0D8702DF-21D8-5858-FB22-9062EB4F1EA4}"/>
                </a:ext>
              </a:extLst>
            </p:cNvPr>
            <p:cNvSpPr/>
            <p:nvPr/>
          </p:nvSpPr>
          <p:spPr>
            <a:xfrm>
              <a:off x="7434626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FA82E5E-B56C-0B25-2C4C-BD4EA27B1AD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7751247-5DEB-D8FC-EC5B-56BA462E38B7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B37EA304-5A77-54D2-1399-43FBC7E63314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2A33A8B3-7988-1317-0BA3-695A05ECF785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E9233CA0-AF85-85EB-75ED-6DF37A70E06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13235D48-BC8F-DB3A-F625-6E42CFE7F049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D9852CF-F5CE-DF64-D92F-6885F19AE8A0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Recap: Linked lists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6B6D34C0-0EAD-DDB7-382F-70E511019758}"/>
              </a:ext>
            </a:extLst>
          </p:cNvPr>
          <p:cNvGrpSpPr/>
          <p:nvPr/>
        </p:nvGrpSpPr>
        <p:grpSpPr>
          <a:xfrm>
            <a:off x="322513" y="4047410"/>
            <a:ext cx="4949703" cy="2368630"/>
            <a:chOff x="322513" y="4047410"/>
            <a:chExt cx="4949703" cy="236863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21D430B-3BC4-714A-6CA9-841361225A73}"/>
                </a:ext>
              </a:extLst>
            </p:cNvPr>
            <p:cNvGrpSpPr/>
            <p:nvPr/>
          </p:nvGrpSpPr>
          <p:grpSpPr>
            <a:xfrm>
              <a:off x="322513" y="4047410"/>
              <a:ext cx="3300848" cy="2368630"/>
              <a:chOff x="6733855" y="1784984"/>
              <a:chExt cx="3797582" cy="293941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12DED6B-8FA1-AE35-4CD6-6DCB2B5AD0F1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“Jane”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2953545424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&amp;john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EA7A9DEF-F49B-5C4E-30D3-45BBE6984421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Node1: jane</a:t>
                </a:r>
              </a:p>
            </p:txBody>
          </p:sp>
        </p:grpSp>
        <p:sp>
          <p:nvSpPr>
            <p:cNvPr id="65" name="Arrow: Right 64">
              <a:extLst>
                <a:ext uri="{FF2B5EF4-FFF2-40B4-BE49-F238E27FC236}">
                  <a16:creationId xmlns:a16="http://schemas.microsoft.com/office/drawing/2014/main" id="{768048CD-EAD4-3769-41CB-580E65D5985B}"/>
                </a:ext>
              </a:extLst>
            </p:cNvPr>
            <p:cNvSpPr/>
            <p:nvPr/>
          </p:nvSpPr>
          <p:spPr>
            <a:xfrm>
              <a:off x="3344562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pic>
        <p:nvPicPr>
          <p:cNvPr id="80" name="Picture 79">
            <a:extLst>
              <a:ext uri="{FF2B5EF4-FFF2-40B4-BE49-F238E27FC236}">
                <a16:creationId xmlns:a16="http://schemas.microsoft.com/office/drawing/2014/main" id="{7F6D6A11-7E87-285F-ACC6-64583587B6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36" y="1926794"/>
            <a:ext cx="3330229" cy="1341236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0E832E97-7D8C-9E3B-850C-D82573BA82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1607" y="1547271"/>
            <a:ext cx="5997460" cy="181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961491"/>
      </p:ext>
    </p:extLst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721352-D7BD-8976-CB44-B19B313B6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39E93B1B-B798-0EFB-F8F1-80D4043F1A90}"/>
              </a:ext>
            </a:extLst>
          </p:cNvPr>
          <p:cNvGrpSpPr/>
          <p:nvPr/>
        </p:nvGrpSpPr>
        <p:grpSpPr>
          <a:xfrm>
            <a:off x="15491513" y="4126414"/>
            <a:ext cx="3300848" cy="2368630"/>
            <a:chOff x="6733855" y="1784984"/>
            <a:chExt cx="3797582" cy="2939416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24CBDC24-9BD4-D24B-455E-A2D3149DEEAD}"/>
                </a:ext>
              </a:extLst>
            </p:cNvPr>
            <p:cNvSpPr/>
            <p:nvPr/>
          </p:nvSpPr>
          <p:spPr>
            <a:xfrm>
              <a:off x="6733855" y="1784984"/>
              <a:ext cx="3797582" cy="293941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Name = “Jane”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ID = 295641232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</a:t>
              </a:r>
              <a:r>
                <a:rPr lang="en-US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nextPtr</a:t>
              </a:r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 = NULL</a:t>
              </a:r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62AF7B77-6481-7C21-B9E6-24A48E10BB0C}"/>
                </a:ext>
              </a:extLst>
            </p:cNvPr>
            <p:cNvSpPr/>
            <p:nvPr/>
          </p:nvSpPr>
          <p:spPr>
            <a:xfrm>
              <a:off x="6733855" y="1935837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Node6: beau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64CDCCA-F92A-360C-C565-B62F668850C3}"/>
              </a:ext>
            </a:extLst>
          </p:cNvPr>
          <p:cNvGrpSpPr/>
          <p:nvPr/>
        </p:nvGrpSpPr>
        <p:grpSpPr>
          <a:xfrm>
            <a:off x="11467329" y="4126414"/>
            <a:ext cx="4988011" cy="2368630"/>
            <a:chOff x="16382229" y="4047410"/>
            <a:chExt cx="4988011" cy="236863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725565BB-B69B-F913-974B-A31B1A4C28DD}"/>
                </a:ext>
              </a:extLst>
            </p:cNvPr>
            <p:cNvGrpSpPr/>
            <p:nvPr/>
          </p:nvGrpSpPr>
          <p:grpSpPr>
            <a:xfrm>
              <a:off x="16382229" y="4047410"/>
              <a:ext cx="3300848" cy="2368630"/>
              <a:chOff x="6733855" y="1784984"/>
              <a:chExt cx="3797582" cy="2939416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29F648DC-14D1-1C92-F8BF-FB214F5DC1CE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“Julie”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31223234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&amp;beau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BE0DBF5C-D65C-78D5-58E3-77FD66FDF0C5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Node5: </a:t>
                </a:r>
                <a:r>
                  <a:rPr lang="en-ZA" dirty="0" err="1">
                    <a:latin typeface="LM Roman 12" panose="00000500000000000000" pitchFamily="50" charset="0"/>
                  </a:rPr>
                  <a:t>julie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73" name="Arrow: Right 72">
              <a:extLst>
                <a:ext uri="{FF2B5EF4-FFF2-40B4-BE49-F238E27FC236}">
                  <a16:creationId xmlns:a16="http://schemas.microsoft.com/office/drawing/2014/main" id="{737ED310-AA4A-C581-2A9E-62C49B4C1A55}"/>
                </a:ext>
              </a:extLst>
            </p:cNvPr>
            <p:cNvSpPr/>
            <p:nvPr/>
          </p:nvSpPr>
          <p:spPr>
            <a:xfrm>
              <a:off x="19442586" y="5461258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6613E1C8-1B52-92D4-3F3E-5DB44FCAF91A}"/>
              </a:ext>
            </a:extLst>
          </p:cNvPr>
          <p:cNvGrpSpPr/>
          <p:nvPr/>
        </p:nvGrpSpPr>
        <p:grpSpPr>
          <a:xfrm>
            <a:off x="7443145" y="4126414"/>
            <a:ext cx="4988011" cy="2368630"/>
            <a:chOff x="12358045" y="4047410"/>
            <a:chExt cx="4988011" cy="236863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C80D4616-42EA-F70C-5E2C-2D90FBBF817B}"/>
                </a:ext>
              </a:extLst>
            </p:cNvPr>
            <p:cNvGrpSpPr/>
            <p:nvPr/>
          </p:nvGrpSpPr>
          <p:grpSpPr>
            <a:xfrm>
              <a:off x="12358045" y="4047410"/>
              <a:ext cx="3300848" cy="2368630"/>
              <a:chOff x="6733855" y="1784984"/>
              <a:chExt cx="3797582" cy="2939416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F500DF96-3073-519E-DC70-6F0549ADDA6B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35215462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julie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F4643C7B-DDDA-5415-F232-F5879F569A1F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Node4: may</a:t>
                </a:r>
              </a:p>
            </p:txBody>
          </p:sp>
        </p:grpSp>
        <p:sp>
          <p:nvSpPr>
            <p:cNvPr id="71" name="Arrow: Right 70">
              <a:extLst>
                <a:ext uri="{FF2B5EF4-FFF2-40B4-BE49-F238E27FC236}">
                  <a16:creationId xmlns:a16="http://schemas.microsoft.com/office/drawing/2014/main" id="{9DAC0B3C-2411-39AD-7664-B28F4D38640B}"/>
                </a:ext>
              </a:extLst>
            </p:cNvPr>
            <p:cNvSpPr/>
            <p:nvPr/>
          </p:nvSpPr>
          <p:spPr>
            <a:xfrm>
              <a:off x="15418402" y="5465591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C468055-EDB8-B182-18A6-5C4FEA253345}"/>
              </a:ext>
            </a:extLst>
          </p:cNvPr>
          <p:cNvGrpSpPr/>
          <p:nvPr/>
        </p:nvGrpSpPr>
        <p:grpSpPr>
          <a:xfrm>
            <a:off x="3483553" y="4126414"/>
            <a:ext cx="4923419" cy="2368630"/>
            <a:chOff x="8398453" y="4047410"/>
            <a:chExt cx="4923419" cy="236863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46A2A66-1F61-7D76-6372-4D2E4915FDCC}"/>
                </a:ext>
              </a:extLst>
            </p:cNvPr>
            <p:cNvGrpSpPr/>
            <p:nvPr/>
          </p:nvGrpSpPr>
          <p:grpSpPr>
            <a:xfrm>
              <a:off x="8398453" y="4047410"/>
              <a:ext cx="3300848" cy="2368630"/>
              <a:chOff x="6733855" y="1784984"/>
              <a:chExt cx="3797582" cy="2939416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BAFC857-0F6D-A434-7D15-AF2A173A096C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“Mary”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24569852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&amp;may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49F1F48-BA0E-BA55-85D5-0A880B4E8852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Node3: </a:t>
                </a:r>
                <a:r>
                  <a:rPr lang="en-ZA" dirty="0" err="1">
                    <a:latin typeface="LM Roman 12" panose="00000500000000000000" pitchFamily="50" charset="0"/>
                  </a:rPr>
                  <a:t>mary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69" name="Arrow: Right 68">
              <a:extLst>
                <a:ext uri="{FF2B5EF4-FFF2-40B4-BE49-F238E27FC236}">
                  <a16:creationId xmlns:a16="http://schemas.microsoft.com/office/drawing/2014/main" id="{077B9C57-886D-DDDA-7B28-95AE4E0AD6E1}"/>
                </a:ext>
              </a:extLst>
            </p:cNvPr>
            <p:cNvSpPr/>
            <p:nvPr/>
          </p:nvSpPr>
          <p:spPr>
            <a:xfrm>
              <a:off x="11394218" y="5453449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C0CA75CF-19EE-D241-5ED3-5E849A19F3DB}"/>
              </a:ext>
            </a:extLst>
          </p:cNvPr>
          <p:cNvGrpSpPr/>
          <p:nvPr/>
        </p:nvGrpSpPr>
        <p:grpSpPr>
          <a:xfrm>
            <a:off x="-632795" y="4126414"/>
            <a:ext cx="5080175" cy="2368630"/>
            <a:chOff x="4282105" y="4047410"/>
            <a:chExt cx="5080175" cy="236863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E8ABD53-B175-2853-507E-8CA984604686}"/>
                </a:ext>
              </a:extLst>
            </p:cNvPr>
            <p:cNvGrpSpPr/>
            <p:nvPr/>
          </p:nvGrpSpPr>
          <p:grpSpPr>
            <a:xfrm>
              <a:off x="4282105" y="4047410"/>
              <a:ext cx="3300848" cy="2368630"/>
              <a:chOff x="6733855" y="1784984"/>
              <a:chExt cx="3797582" cy="2939416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04570C33-4330-9C7E-F3E4-D35D298F647D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“John”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302154656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mary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6DA9DBCB-2E87-DC1A-6364-09DD4E39390F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Node2: john</a:t>
                </a:r>
              </a:p>
            </p:txBody>
          </p:sp>
        </p:grpSp>
        <p:sp>
          <p:nvSpPr>
            <p:cNvPr id="67" name="Arrow: Right 66">
              <a:extLst>
                <a:ext uri="{FF2B5EF4-FFF2-40B4-BE49-F238E27FC236}">
                  <a16:creationId xmlns:a16="http://schemas.microsoft.com/office/drawing/2014/main" id="{6226C1B6-6168-2583-BA59-82F2F880A7F0}"/>
                </a:ext>
              </a:extLst>
            </p:cNvPr>
            <p:cNvSpPr/>
            <p:nvPr/>
          </p:nvSpPr>
          <p:spPr>
            <a:xfrm>
              <a:off x="7434626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3FBC717-909D-2B22-F04D-39F412DB1B6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34544856-75FA-592E-6CA1-5792A34FDD16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7CFA1B2-676A-C8D0-FACA-48E8331B7118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D693F6F-566F-C345-CD3D-2E7E46E020B2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1057817D-27DD-3B33-C1D3-E7C2F87C63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161C4AE-9BB1-C44D-54A3-6DB98CFAA512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3E60B97-2141-EAB9-EB20-3F55900476A8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Recap: Linked lists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8AF164A9-D70D-37A0-8280-EADCB582ACE2}"/>
              </a:ext>
            </a:extLst>
          </p:cNvPr>
          <p:cNvGrpSpPr/>
          <p:nvPr/>
        </p:nvGrpSpPr>
        <p:grpSpPr>
          <a:xfrm>
            <a:off x="-4592387" y="4126414"/>
            <a:ext cx="4949703" cy="2368630"/>
            <a:chOff x="322513" y="4047410"/>
            <a:chExt cx="4949703" cy="236863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F88C752-420A-A4AE-23B2-22D1F86B838F}"/>
                </a:ext>
              </a:extLst>
            </p:cNvPr>
            <p:cNvGrpSpPr/>
            <p:nvPr/>
          </p:nvGrpSpPr>
          <p:grpSpPr>
            <a:xfrm>
              <a:off x="322513" y="4047410"/>
              <a:ext cx="3300848" cy="2368630"/>
              <a:chOff x="6733855" y="1784984"/>
              <a:chExt cx="3797582" cy="293941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2D4F23D-A247-29AA-8D88-838AA07E9331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“Jane”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2953545424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&amp;john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D2DA7545-369C-E383-C935-AB12FF1E68FB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Node1: jane</a:t>
                </a:r>
              </a:p>
            </p:txBody>
          </p:sp>
        </p:grpSp>
        <p:sp>
          <p:nvSpPr>
            <p:cNvPr id="65" name="Arrow: Right 64">
              <a:extLst>
                <a:ext uri="{FF2B5EF4-FFF2-40B4-BE49-F238E27FC236}">
                  <a16:creationId xmlns:a16="http://schemas.microsoft.com/office/drawing/2014/main" id="{80BF9F1D-1601-CA55-060A-CC0373C3A4D7}"/>
                </a:ext>
              </a:extLst>
            </p:cNvPr>
            <p:cNvSpPr/>
            <p:nvPr/>
          </p:nvSpPr>
          <p:spPr>
            <a:xfrm>
              <a:off x="3344562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pic>
        <p:nvPicPr>
          <p:cNvPr id="80" name="Picture 79">
            <a:extLst>
              <a:ext uri="{FF2B5EF4-FFF2-40B4-BE49-F238E27FC236}">
                <a16:creationId xmlns:a16="http://schemas.microsoft.com/office/drawing/2014/main" id="{F72CF453-103E-655C-74CF-B1DE1E3D01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36" y="1926794"/>
            <a:ext cx="3330229" cy="1341236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91BC62C2-D996-9600-B8BC-B09F701822D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1607" y="1547271"/>
            <a:ext cx="5997460" cy="181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642506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1FF008-923D-8E01-DCE4-B500A0F8E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DE1C8A65-7E33-97A2-642F-EDFD79C1DD55}"/>
              </a:ext>
            </a:extLst>
          </p:cNvPr>
          <p:cNvGrpSpPr/>
          <p:nvPr/>
        </p:nvGrpSpPr>
        <p:grpSpPr>
          <a:xfrm>
            <a:off x="8589340" y="4042141"/>
            <a:ext cx="3300848" cy="2368630"/>
            <a:chOff x="6733855" y="1784984"/>
            <a:chExt cx="3797582" cy="2939416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F90E2EA-8FBF-EB4A-E518-89044C006973}"/>
                </a:ext>
              </a:extLst>
            </p:cNvPr>
            <p:cNvSpPr/>
            <p:nvPr/>
          </p:nvSpPr>
          <p:spPr>
            <a:xfrm>
              <a:off x="6733855" y="1784984"/>
              <a:ext cx="3797582" cy="293941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Name = “Jane”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ID = 295641232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</a:t>
              </a:r>
              <a:r>
                <a:rPr lang="en-US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nextPtr</a:t>
              </a:r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 = NULL</a:t>
              </a:r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7A31CEE3-472F-A7A4-FD9E-F66F023A4813}"/>
                </a:ext>
              </a:extLst>
            </p:cNvPr>
            <p:cNvSpPr/>
            <p:nvPr/>
          </p:nvSpPr>
          <p:spPr>
            <a:xfrm>
              <a:off x="6733855" y="1935837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Node6: beau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0B24706-1922-2080-B69E-501614C5A9E4}"/>
              </a:ext>
            </a:extLst>
          </p:cNvPr>
          <p:cNvGrpSpPr/>
          <p:nvPr/>
        </p:nvGrpSpPr>
        <p:grpSpPr>
          <a:xfrm>
            <a:off x="4565156" y="4042141"/>
            <a:ext cx="4988011" cy="2368630"/>
            <a:chOff x="16382229" y="4047410"/>
            <a:chExt cx="4988011" cy="236863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B34FF38D-32D8-9C2F-6516-A02DA8372959}"/>
                </a:ext>
              </a:extLst>
            </p:cNvPr>
            <p:cNvGrpSpPr/>
            <p:nvPr/>
          </p:nvGrpSpPr>
          <p:grpSpPr>
            <a:xfrm>
              <a:off x="16382229" y="4047410"/>
              <a:ext cx="3300848" cy="2368630"/>
              <a:chOff x="6733855" y="1784984"/>
              <a:chExt cx="3797582" cy="2939416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7966D64F-D319-AA18-9DEF-BD026B3E06F3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“Julie”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31223234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&amp;beau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370D9BAE-3B2A-E54F-7D8F-C56B75EA8B0A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Node5: </a:t>
                </a:r>
                <a:r>
                  <a:rPr lang="en-ZA" dirty="0" err="1">
                    <a:latin typeface="LM Roman 12" panose="00000500000000000000" pitchFamily="50" charset="0"/>
                  </a:rPr>
                  <a:t>julie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73" name="Arrow: Right 72">
              <a:extLst>
                <a:ext uri="{FF2B5EF4-FFF2-40B4-BE49-F238E27FC236}">
                  <a16:creationId xmlns:a16="http://schemas.microsoft.com/office/drawing/2014/main" id="{5F8FA838-4562-B614-8F4C-F8077E4B35C1}"/>
                </a:ext>
              </a:extLst>
            </p:cNvPr>
            <p:cNvSpPr/>
            <p:nvPr/>
          </p:nvSpPr>
          <p:spPr>
            <a:xfrm>
              <a:off x="19442586" y="5461258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30E8C66-2EBF-E1D2-9412-489B6446059D}"/>
              </a:ext>
            </a:extLst>
          </p:cNvPr>
          <p:cNvGrpSpPr/>
          <p:nvPr/>
        </p:nvGrpSpPr>
        <p:grpSpPr>
          <a:xfrm>
            <a:off x="540972" y="4042141"/>
            <a:ext cx="4988011" cy="2368630"/>
            <a:chOff x="12358045" y="4047410"/>
            <a:chExt cx="4988011" cy="236863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2BFEACB5-5CD7-09E1-A864-2C87D1085520}"/>
                </a:ext>
              </a:extLst>
            </p:cNvPr>
            <p:cNvGrpSpPr/>
            <p:nvPr/>
          </p:nvGrpSpPr>
          <p:grpSpPr>
            <a:xfrm>
              <a:off x="12358045" y="4047410"/>
              <a:ext cx="3300848" cy="2368630"/>
              <a:chOff x="6733855" y="1784984"/>
              <a:chExt cx="3797582" cy="2939416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2082F481-65C7-80AF-9AF6-D2E27074FE2F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35215462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julie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EDCD8FB3-41A1-FECB-C5E6-198337632AEC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Node4: may</a:t>
                </a:r>
              </a:p>
            </p:txBody>
          </p:sp>
        </p:grpSp>
        <p:sp>
          <p:nvSpPr>
            <p:cNvPr id="71" name="Arrow: Right 70">
              <a:extLst>
                <a:ext uri="{FF2B5EF4-FFF2-40B4-BE49-F238E27FC236}">
                  <a16:creationId xmlns:a16="http://schemas.microsoft.com/office/drawing/2014/main" id="{F683D8CD-4AB6-FBA2-906F-2B9ED2CBF925}"/>
                </a:ext>
              </a:extLst>
            </p:cNvPr>
            <p:cNvSpPr/>
            <p:nvPr/>
          </p:nvSpPr>
          <p:spPr>
            <a:xfrm>
              <a:off x="15418402" y="5465591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090F317-475C-55B8-A758-B48750F98E5E}"/>
              </a:ext>
            </a:extLst>
          </p:cNvPr>
          <p:cNvGrpSpPr/>
          <p:nvPr/>
        </p:nvGrpSpPr>
        <p:grpSpPr>
          <a:xfrm>
            <a:off x="-3418620" y="4042141"/>
            <a:ext cx="4923419" cy="2368630"/>
            <a:chOff x="8398453" y="4047410"/>
            <a:chExt cx="4923419" cy="236863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FAD649F-527C-6F90-6A9F-05875C111A6E}"/>
                </a:ext>
              </a:extLst>
            </p:cNvPr>
            <p:cNvGrpSpPr/>
            <p:nvPr/>
          </p:nvGrpSpPr>
          <p:grpSpPr>
            <a:xfrm>
              <a:off x="8398453" y="4047410"/>
              <a:ext cx="3300848" cy="2368630"/>
              <a:chOff x="6733855" y="1784984"/>
              <a:chExt cx="3797582" cy="2939416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83FA7BB-B5FD-C2EB-48DE-6B333C559FFE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“Mary”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24569852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&amp;may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01092907-442F-5CF8-0294-4E68932A4FBF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Node3: </a:t>
                </a:r>
                <a:r>
                  <a:rPr lang="en-ZA" dirty="0" err="1">
                    <a:latin typeface="LM Roman 12" panose="00000500000000000000" pitchFamily="50" charset="0"/>
                  </a:rPr>
                  <a:t>mary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69" name="Arrow: Right 68">
              <a:extLst>
                <a:ext uri="{FF2B5EF4-FFF2-40B4-BE49-F238E27FC236}">
                  <a16:creationId xmlns:a16="http://schemas.microsoft.com/office/drawing/2014/main" id="{0A254374-DC76-BA91-F804-FE7E615B386D}"/>
                </a:ext>
              </a:extLst>
            </p:cNvPr>
            <p:cNvSpPr/>
            <p:nvPr/>
          </p:nvSpPr>
          <p:spPr>
            <a:xfrm>
              <a:off x="11394218" y="5453449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71EACB3-7E11-19B6-65ED-268A54D979AE}"/>
              </a:ext>
            </a:extLst>
          </p:cNvPr>
          <p:cNvGrpSpPr/>
          <p:nvPr/>
        </p:nvGrpSpPr>
        <p:grpSpPr>
          <a:xfrm>
            <a:off x="-7534968" y="4042141"/>
            <a:ext cx="5080175" cy="2368630"/>
            <a:chOff x="4282105" y="4047410"/>
            <a:chExt cx="5080175" cy="236863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3167254E-4058-F6F5-BF54-D2421F3BDD76}"/>
                </a:ext>
              </a:extLst>
            </p:cNvPr>
            <p:cNvGrpSpPr/>
            <p:nvPr/>
          </p:nvGrpSpPr>
          <p:grpSpPr>
            <a:xfrm>
              <a:off x="4282105" y="4047410"/>
              <a:ext cx="3300848" cy="2368630"/>
              <a:chOff x="6733855" y="1784984"/>
              <a:chExt cx="3797582" cy="2939416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06FB3AC9-78EB-92B0-2971-650C2748475F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“John”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302154656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mary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44F8A67E-AAB0-C129-CB3F-15365FAED19F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Node2: john</a:t>
                </a:r>
              </a:p>
            </p:txBody>
          </p:sp>
        </p:grpSp>
        <p:sp>
          <p:nvSpPr>
            <p:cNvPr id="67" name="Arrow: Right 66">
              <a:extLst>
                <a:ext uri="{FF2B5EF4-FFF2-40B4-BE49-F238E27FC236}">
                  <a16:creationId xmlns:a16="http://schemas.microsoft.com/office/drawing/2014/main" id="{BBEF5075-8B91-85C7-5BBC-BE25B43D14A6}"/>
                </a:ext>
              </a:extLst>
            </p:cNvPr>
            <p:cNvSpPr/>
            <p:nvPr/>
          </p:nvSpPr>
          <p:spPr>
            <a:xfrm>
              <a:off x="7434626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B29644E-3875-406B-D72F-87A7A0D247B9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728F658-0C36-79B2-0E54-D5FF378F9F0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E2E86DC-24A2-189F-7526-656EABE2F65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5F421637-9967-C2E3-55E4-235598F7350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7AD1FF13-969A-DD7D-6406-C292553FB05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9E952B5-4B08-1AEB-CC58-A241000AC679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C60634CE-73C0-55B8-8ED4-5DEEADF06BB1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Recap: Linked lists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35D8E0E5-2032-BA38-E6BF-C1919CB96F32}"/>
              </a:ext>
            </a:extLst>
          </p:cNvPr>
          <p:cNvGrpSpPr/>
          <p:nvPr/>
        </p:nvGrpSpPr>
        <p:grpSpPr>
          <a:xfrm>
            <a:off x="-11494560" y="4042141"/>
            <a:ext cx="4949703" cy="2368630"/>
            <a:chOff x="322513" y="4047410"/>
            <a:chExt cx="4949703" cy="236863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6D7C54A8-3888-6CE3-2486-DCD9C034A47E}"/>
                </a:ext>
              </a:extLst>
            </p:cNvPr>
            <p:cNvGrpSpPr/>
            <p:nvPr/>
          </p:nvGrpSpPr>
          <p:grpSpPr>
            <a:xfrm>
              <a:off x="322513" y="4047410"/>
              <a:ext cx="3300848" cy="2368630"/>
              <a:chOff x="6733855" y="1784984"/>
              <a:chExt cx="3797582" cy="293941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8C64176-2AE9-D6AA-18E8-6DB9D48E43CD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“Jane”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2953545424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&amp;john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E70848A-BDBD-BF02-45DE-46E388926B86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Node1: jane</a:t>
                </a:r>
              </a:p>
            </p:txBody>
          </p:sp>
        </p:grpSp>
        <p:sp>
          <p:nvSpPr>
            <p:cNvPr id="65" name="Arrow: Right 64">
              <a:extLst>
                <a:ext uri="{FF2B5EF4-FFF2-40B4-BE49-F238E27FC236}">
                  <a16:creationId xmlns:a16="http://schemas.microsoft.com/office/drawing/2014/main" id="{9B5922AE-E40B-48FC-3BAA-490E3BC6FC7E}"/>
                </a:ext>
              </a:extLst>
            </p:cNvPr>
            <p:cNvSpPr/>
            <p:nvPr/>
          </p:nvSpPr>
          <p:spPr>
            <a:xfrm>
              <a:off x="3344562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pic>
        <p:nvPicPr>
          <p:cNvPr id="80" name="Picture 79">
            <a:extLst>
              <a:ext uri="{FF2B5EF4-FFF2-40B4-BE49-F238E27FC236}">
                <a16:creationId xmlns:a16="http://schemas.microsoft.com/office/drawing/2014/main" id="{7653FFC2-1CB4-8B39-AAEE-3372235FF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36" y="1926794"/>
            <a:ext cx="3330229" cy="1341236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8BF561DB-A593-3C9F-A34B-D442B02D8D9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1607" y="1547271"/>
            <a:ext cx="5997460" cy="181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733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40C23-3604-CBD6-2D21-D45A44BAC5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646129D8-2A26-94C3-A312-4A4E42A6DD0B}"/>
              </a:ext>
            </a:extLst>
          </p:cNvPr>
          <p:cNvGrpSpPr/>
          <p:nvPr/>
        </p:nvGrpSpPr>
        <p:grpSpPr>
          <a:xfrm>
            <a:off x="8589340" y="4042141"/>
            <a:ext cx="3300848" cy="2368630"/>
            <a:chOff x="6733855" y="1784984"/>
            <a:chExt cx="3797582" cy="2939416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46EB4D7-6A54-424E-64EC-B3A5F877A334}"/>
                </a:ext>
              </a:extLst>
            </p:cNvPr>
            <p:cNvSpPr/>
            <p:nvPr/>
          </p:nvSpPr>
          <p:spPr>
            <a:xfrm>
              <a:off x="6733855" y="1784984"/>
              <a:ext cx="3797582" cy="293941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Name = “Jane”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ID = 295641232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</a:t>
              </a:r>
              <a:r>
                <a:rPr lang="en-US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nextPtr</a:t>
              </a:r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 = NULL</a:t>
              </a:r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DB2331CF-38DA-77B7-2761-2678060F403D}"/>
                </a:ext>
              </a:extLst>
            </p:cNvPr>
            <p:cNvSpPr/>
            <p:nvPr/>
          </p:nvSpPr>
          <p:spPr>
            <a:xfrm>
              <a:off x="6733855" y="1935837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Node6: beau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0CD9AB7-F40A-B760-A155-396A56EE198A}"/>
              </a:ext>
            </a:extLst>
          </p:cNvPr>
          <p:cNvGrpSpPr/>
          <p:nvPr/>
        </p:nvGrpSpPr>
        <p:grpSpPr>
          <a:xfrm>
            <a:off x="4565156" y="4042141"/>
            <a:ext cx="4988011" cy="2368630"/>
            <a:chOff x="16382229" y="4047410"/>
            <a:chExt cx="4988011" cy="236863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C8D72AFF-68DA-F743-6B3A-22C5E6624A5B}"/>
                </a:ext>
              </a:extLst>
            </p:cNvPr>
            <p:cNvGrpSpPr/>
            <p:nvPr/>
          </p:nvGrpSpPr>
          <p:grpSpPr>
            <a:xfrm>
              <a:off x="16382229" y="4047410"/>
              <a:ext cx="3300848" cy="2368630"/>
              <a:chOff x="6733855" y="1784984"/>
              <a:chExt cx="3797582" cy="2939416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09456A4-1AAE-C1E6-5081-8A2CD847EB11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“Julie”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31223234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&amp;beau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B3196347-7EB3-0542-6F8C-925E722410AA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Node5: </a:t>
                </a:r>
                <a:r>
                  <a:rPr lang="en-ZA" dirty="0" err="1">
                    <a:latin typeface="LM Roman 12" panose="00000500000000000000" pitchFamily="50" charset="0"/>
                  </a:rPr>
                  <a:t>julie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73" name="Arrow: Right 72">
              <a:extLst>
                <a:ext uri="{FF2B5EF4-FFF2-40B4-BE49-F238E27FC236}">
                  <a16:creationId xmlns:a16="http://schemas.microsoft.com/office/drawing/2014/main" id="{0B089FBD-9B25-D3A7-E586-96C32E94B7BD}"/>
                </a:ext>
              </a:extLst>
            </p:cNvPr>
            <p:cNvSpPr/>
            <p:nvPr/>
          </p:nvSpPr>
          <p:spPr>
            <a:xfrm>
              <a:off x="19442586" y="5461258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68C4B70-69ED-84F9-16FF-AE9B9FB9B90F}"/>
              </a:ext>
            </a:extLst>
          </p:cNvPr>
          <p:cNvGrpSpPr/>
          <p:nvPr/>
        </p:nvGrpSpPr>
        <p:grpSpPr>
          <a:xfrm>
            <a:off x="540972" y="4042141"/>
            <a:ext cx="4988011" cy="2368630"/>
            <a:chOff x="12358045" y="4047410"/>
            <a:chExt cx="4988011" cy="236863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6456F30-1DE7-B786-BF9D-14D510E87A0F}"/>
                </a:ext>
              </a:extLst>
            </p:cNvPr>
            <p:cNvGrpSpPr/>
            <p:nvPr/>
          </p:nvGrpSpPr>
          <p:grpSpPr>
            <a:xfrm>
              <a:off x="12358045" y="4047410"/>
              <a:ext cx="3300848" cy="2368630"/>
              <a:chOff x="6733855" y="1784984"/>
              <a:chExt cx="3797582" cy="2939416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90B8A0E4-4239-5585-B635-C214AE8793BA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35215462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julie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1803A80E-A994-EF50-EEF4-E2726B5EBD0E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Node4: may</a:t>
                </a:r>
              </a:p>
            </p:txBody>
          </p:sp>
        </p:grpSp>
        <p:sp>
          <p:nvSpPr>
            <p:cNvPr id="71" name="Arrow: Right 70">
              <a:extLst>
                <a:ext uri="{FF2B5EF4-FFF2-40B4-BE49-F238E27FC236}">
                  <a16:creationId xmlns:a16="http://schemas.microsoft.com/office/drawing/2014/main" id="{6F712E99-A16E-5D29-2623-D28CF16DD1F9}"/>
                </a:ext>
              </a:extLst>
            </p:cNvPr>
            <p:cNvSpPr/>
            <p:nvPr/>
          </p:nvSpPr>
          <p:spPr>
            <a:xfrm>
              <a:off x="15418402" y="5465591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618F67C-3B28-8D58-2DE2-03DAD18E3E9B}"/>
              </a:ext>
            </a:extLst>
          </p:cNvPr>
          <p:cNvGrpSpPr/>
          <p:nvPr/>
        </p:nvGrpSpPr>
        <p:grpSpPr>
          <a:xfrm>
            <a:off x="-3418620" y="4042141"/>
            <a:ext cx="4923419" cy="2368630"/>
            <a:chOff x="8398453" y="4047410"/>
            <a:chExt cx="4923419" cy="236863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ADA61DE-E917-15A2-8A1D-8827A437D2C4}"/>
                </a:ext>
              </a:extLst>
            </p:cNvPr>
            <p:cNvGrpSpPr/>
            <p:nvPr/>
          </p:nvGrpSpPr>
          <p:grpSpPr>
            <a:xfrm>
              <a:off x="8398453" y="4047410"/>
              <a:ext cx="3300848" cy="2368630"/>
              <a:chOff x="6733855" y="1784984"/>
              <a:chExt cx="3797582" cy="2939416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176F862-8004-ADD9-31B1-0CAAF15E3192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“Mary”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24569852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&amp;may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7C0B6751-5BBA-1E2F-CE2E-B972E07E9A13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Node3: </a:t>
                </a:r>
                <a:r>
                  <a:rPr lang="en-ZA" dirty="0" err="1">
                    <a:latin typeface="LM Roman 12" panose="00000500000000000000" pitchFamily="50" charset="0"/>
                  </a:rPr>
                  <a:t>mary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69" name="Arrow: Right 68">
              <a:extLst>
                <a:ext uri="{FF2B5EF4-FFF2-40B4-BE49-F238E27FC236}">
                  <a16:creationId xmlns:a16="http://schemas.microsoft.com/office/drawing/2014/main" id="{8DAB95C9-E0C2-0AC2-F579-72687847881B}"/>
                </a:ext>
              </a:extLst>
            </p:cNvPr>
            <p:cNvSpPr/>
            <p:nvPr/>
          </p:nvSpPr>
          <p:spPr>
            <a:xfrm>
              <a:off x="11394218" y="5453449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978A3E7-D20C-8EE8-6FB1-A139CF4EEF40}"/>
              </a:ext>
            </a:extLst>
          </p:cNvPr>
          <p:cNvGrpSpPr/>
          <p:nvPr/>
        </p:nvGrpSpPr>
        <p:grpSpPr>
          <a:xfrm>
            <a:off x="-7534968" y="4042141"/>
            <a:ext cx="5080175" cy="2368630"/>
            <a:chOff x="4282105" y="4047410"/>
            <a:chExt cx="5080175" cy="236863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4EAD2800-3EDA-B9B5-B5C2-A04C85EF7660}"/>
                </a:ext>
              </a:extLst>
            </p:cNvPr>
            <p:cNvGrpSpPr/>
            <p:nvPr/>
          </p:nvGrpSpPr>
          <p:grpSpPr>
            <a:xfrm>
              <a:off x="4282105" y="4047410"/>
              <a:ext cx="3300848" cy="2368630"/>
              <a:chOff x="6733855" y="1784984"/>
              <a:chExt cx="3797582" cy="2939416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3D525675-8F17-0AE2-C17F-2F83685385C0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“John”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302154656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mary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2CC79DD-B9E4-C0AC-26C1-350956CED6D7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Node2: john</a:t>
                </a:r>
              </a:p>
            </p:txBody>
          </p:sp>
        </p:grpSp>
        <p:sp>
          <p:nvSpPr>
            <p:cNvPr id="67" name="Arrow: Right 66">
              <a:extLst>
                <a:ext uri="{FF2B5EF4-FFF2-40B4-BE49-F238E27FC236}">
                  <a16:creationId xmlns:a16="http://schemas.microsoft.com/office/drawing/2014/main" id="{6F35C5EC-AF0B-D80D-E388-1E317373588A}"/>
                </a:ext>
              </a:extLst>
            </p:cNvPr>
            <p:cNvSpPr/>
            <p:nvPr/>
          </p:nvSpPr>
          <p:spPr>
            <a:xfrm>
              <a:off x="7434626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D841AFD-315B-EF22-08AF-28BF84191F9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88923169-DFA6-05B4-0D49-ED7F2CAC4176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CBF7DCC-3942-D11C-0F01-B181EE54BF0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E13856D-CF9F-E3C2-CE06-8EE7DA688718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33610BAC-2C19-7F87-459B-7198BE7E756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48EEB940-5F4F-FB53-E200-C79F82107F6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F1E0D72-5FAF-B296-9FA9-85315CDD188C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Recap: Linked lists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A4EE627-C78E-2D3D-55BB-456F0C4C66CD}"/>
              </a:ext>
            </a:extLst>
          </p:cNvPr>
          <p:cNvGrpSpPr/>
          <p:nvPr/>
        </p:nvGrpSpPr>
        <p:grpSpPr>
          <a:xfrm>
            <a:off x="-11494560" y="4042141"/>
            <a:ext cx="4949703" cy="2368630"/>
            <a:chOff x="322513" y="4047410"/>
            <a:chExt cx="4949703" cy="236863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62D67A7-3CDB-CCAA-4A97-9B4690124202}"/>
                </a:ext>
              </a:extLst>
            </p:cNvPr>
            <p:cNvGrpSpPr/>
            <p:nvPr/>
          </p:nvGrpSpPr>
          <p:grpSpPr>
            <a:xfrm>
              <a:off x="322513" y="4047410"/>
              <a:ext cx="3300848" cy="2368630"/>
              <a:chOff x="6733855" y="1784984"/>
              <a:chExt cx="3797582" cy="293941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42A2A937-29CD-EAAA-B47D-9B10E15C5F84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“Jane”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2953545424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&amp;john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71886E9-F0BD-7EC3-68C1-72F7362AD13C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Node1: jane</a:t>
                </a:r>
              </a:p>
            </p:txBody>
          </p:sp>
        </p:grpSp>
        <p:sp>
          <p:nvSpPr>
            <p:cNvPr id="65" name="Arrow: Right 64">
              <a:extLst>
                <a:ext uri="{FF2B5EF4-FFF2-40B4-BE49-F238E27FC236}">
                  <a16:creationId xmlns:a16="http://schemas.microsoft.com/office/drawing/2014/main" id="{A500D281-2E31-9FB6-243D-214BECE009CA}"/>
                </a:ext>
              </a:extLst>
            </p:cNvPr>
            <p:cNvSpPr/>
            <p:nvPr/>
          </p:nvSpPr>
          <p:spPr>
            <a:xfrm>
              <a:off x="3344562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85BA5F6-AB7E-89F0-AE63-4D0518A412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8555" y="971372"/>
            <a:ext cx="5380186" cy="3086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75996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1128E5-0929-B8E1-FD72-652E9B2D3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7132F147-F62F-0806-01EC-8DF26B3C2515}"/>
              </a:ext>
            </a:extLst>
          </p:cNvPr>
          <p:cNvGrpSpPr/>
          <p:nvPr/>
        </p:nvGrpSpPr>
        <p:grpSpPr>
          <a:xfrm>
            <a:off x="8589340" y="4042141"/>
            <a:ext cx="3300848" cy="2368630"/>
            <a:chOff x="6733855" y="1784984"/>
            <a:chExt cx="3797582" cy="2939416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AB3594F-CB86-39CE-56CD-90EB20709FD0}"/>
                </a:ext>
              </a:extLst>
            </p:cNvPr>
            <p:cNvSpPr/>
            <p:nvPr/>
          </p:nvSpPr>
          <p:spPr>
            <a:xfrm>
              <a:off x="6733855" y="1784984"/>
              <a:ext cx="3797582" cy="293941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Name = “Jane”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ID = 295641232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</a:t>
              </a:r>
              <a:r>
                <a:rPr lang="en-US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nextPtr</a:t>
              </a:r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 = NULL</a:t>
              </a:r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150651C2-57A4-B43A-37D3-5C83A45FD6B5}"/>
                </a:ext>
              </a:extLst>
            </p:cNvPr>
            <p:cNvSpPr/>
            <p:nvPr/>
          </p:nvSpPr>
          <p:spPr>
            <a:xfrm>
              <a:off x="6733855" y="1935837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Node6: beau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B1F07294-4B72-75AB-17B0-AFFE0FFEA741}"/>
              </a:ext>
            </a:extLst>
          </p:cNvPr>
          <p:cNvGrpSpPr/>
          <p:nvPr/>
        </p:nvGrpSpPr>
        <p:grpSpPr>
          <a:xfrm>
            <a:off x="4565156" y="4042141"/>
            <a:ext cx="4988011" cy="2368630"/>
            <a:chOff x="16382229" y="4047410"/>
            <a:chExt cx="4988011" cy="236863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95F0AC1F-9A64-9B87-5DBB-54EF528BB49E}"/>
                </a:ext>
              </a:extLst>
            </p:cNvPr>
            <p:cNvGrpSpPr/>
            <p:nvPr/>
          </p:nvGrpSpPr>
          <p:grpSpPr>
            <a:xfrm>
              <a:off x="16382229" y="4047410"/>
              <a:ext cx="3300848" cy="2368630"/>
              <a:chOff x="6733855" y="1784984"/>
              <a:chExt cx="3797582" cy="2939416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3BD8722F-EBAF-BB9A-CA31-137BED2420E9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“Julie”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31223234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&amp;beau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DC6D818A-CA9A-7AD4-A202-3FF08C63CA4C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Node5: </a:t>
                </a:r>
                <a:r>
                  <a:rPr lang="en-ZA" dirty="0" err="1">
                    <a:latin typeface="LM Roman 12" panose="00000500000000000000" pitchFamily="50" charset="0"/>
                  </a:rPr>
                  <a:t>julie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73" name="Arrow: Right 72">
              <a:extLst>
                <a:ext uri="{FF2B5EF4-FFF2-40B4-BE49-F238E27FC236}">
                  <a16:creationId xmlns:a16="http://schemas.microsoft.com/office/drawing/2014/main" id="{E694E8DB-9198-E330-6F5A-D40AF67C9236}"/>
                </a:ext>
              </a:extLst>
            </p:cNvPr>
            <p:cNvSpPr/>
            <p:nvPr/>
          </p:nvSpPr>
          <p:spPr>
            <a:xfrm>
              <a:off x="19442586" y="5461258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82B1ABD-38F0-D279-9376-B2B45AF108D1}"/>
              </a:ext>
            </a:extLst>
          </p:cNvPr>
          <p:cNvGrpSpPr/>
          <p:nvPr/>
        </p:nvGrpSpPr>
        <p:grpSpPr>
          <a:xfrm>
            <a:off x="-3418620" y="4042141"/>
            <a:ext cx="4923419" cy="2368630"/>
            <a:chOff x="8398453" y="4047410"/>
            <a:chExt cx="4923419" cy="236863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2987557C-3470-B352-70E8-F08BFBDE8833}"/>
                </a:ext>
              </a:extLst>
            </p:cNvPr>
            <p:cNvGrpSpPr/>
            <p:nvPr/>
          </p:nvGrpSpPr>
          <p:grpSpPr>
            <a:xfrm>
              <a:off x="8398453" y="4047410"/>
              <a:ext cx="3300848" cy="2368630"/>
              <a:chOff x="6733855" y="1784984"/>
              <a:chExt cx="3797582" cy="2939416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5D57C82-A44F-304E-AC95-5D972A5B8CE4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“Mary”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24569852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&amp;may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9683C0E-5399-A1FA-F6E0-BACE92D68C92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Node3: </a:t>
                </a:r>
                <a:r>
                  <a:rPr lang="en-ZA" dirty="0" err="1">
                    <a:latin typeface="LM Roman 12" panose="00000500000000000000" pitchFamily="50" charset="0"/>
                  </a:rPr>
                  <a:t>mary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69" name="Arrow: Right 68">
              <a:extLst>
                <a:ext uri="{FF2B5EF4-FFF2-40B4-BE49-F238E27FC236}">
                  <a16:creationId xmlns:a16="http://schemas.microsoft.com/office/drawing/2014/main" id="{FCB6B8D7-E8B5-16DF-AC5A-1AE9EDAAC63B}"/>
                </a:ext>
              </a:extLst>
            </p:cNvPr>
            <p:cNvSpPr/>
            <p:nvPr/>
          </p:nvSpPr>
          <p:spPr>
            <a:xfrm>
              <a:off x="11394218" y="5453449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30D0DDA-67DD-FE4E-DC08-8F4F56F94C3A}"/>
              </a:ext>
            </a:extLst>
          </p:cNvPr>
          <p:cNvGrpSpPr/>
          <p:nvPr/>
        </p:nvGrpSpPr>
        <p:grpSpPr>
          <a:xfrm>
            <a:off x="119793" y="2203241"/>
            <a:ext cx="4935590" cy="2368630"/>
            <a:chOff x="11908427" y="2249954"/>
            <a:chExt cx="4935590" cy="236863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05F6475C-BD98-A8ED-EC1F-08092F950DAB}"/>
                </a:ext>
              </a:extLst>
            </p:cNvPr>
            <p:cNvGrpSpPr/>
            <p:nvPr/>
          </p:nvGrpSpPr>
          <p:grpSpPr>
            <a:xfrm>
              <a:off x="11908427" y="2249954"/>
              <a:ext cx="3300849" cy="2368630"/>
              <a:chOff x="6216575" y="-445619"/>
              <a:chExt cx="3797583" cy="2939416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4C3C6525-B7A4-AB7A-2B99-F0E75198CA54}"/>
                  </a:ext>
                </a:extLst>
              </p:cNvPr>
              <p:cNvSpPr/>
              <p:nvPr/>
            </p:nvSpPr>
            <p:spPr>
              <a:xfrm>
                <a:off x="6216575" y="-445619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35215462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julie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2A120BE6-E7F5-DC9C-8B61-1F059892152C}"/>
                  </a:ext>
                </a:extLst>
              </p:cNvPr>
              <p:cNvSpPr/>
              <p:nvPr/>
            </p:nvSpPr>
            <p:spPr>
              <a:xfrm>
                <a:off x="6216576" y="-294765"/>
                <a:ext cx="3797582" cy="506631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Node4: may</a:t>
                </a:r>
              </a:p>
            </p:txBody>
          </p:sp>
        </p:grpSp>
        <p:sp>
          <p:nvSpPr>
            <p:cNvPr id="71" name="Arrow: Right 70">
              <a:extLst>
                <a:ext uri="{FF2B5EF4-FFF2-40B4-BE49-F238E27FC236}">
                  <a16:creationId xmlns:a16="http://schemas.microsoft.com/office/drawing/2014/main" id="{215D024D-B124-5F30-D726-1BA5E8CFCB06}"/>
                </a:ext>
              </a:extLst>
            </p:cNvPr>
            <p:cNvSpPr/>
            <p:nvPr/>
          </p:nvSpPr>
          <p:spPr>
            <a:xfrm>
              <a:off x="14916363" y="3637689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05B48919-EE1C-5C91-010B-84644C5A0C76}"/>
              </a:ext>
            </a:extLst>
          </p:cNvPr>
          <p:cNvGrpSpPr/>
          <p:nvPr/>
        </p:nvGrpSpPr>
        <p:grpSpPr>
          <a:xfrm>
            <a:off x="-7534968" y="4042141"/>
            <a:ext cx="5080175" cy="2368630"/>
            <a:chOff x="4282105" y="4047410"/>
            <a:chExt cx="5080175" cy="236863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240780A-3D1F-7C11-C8EF-55D472B93879}"/>
                </a:ext>
              </a:extLst>
            </p:cNvPr>
            <p:cNvGrpSpPr/>
            <p:nvPr/>
          </p:nvGrpSpPr>
          <p:grpSpPr>
            <a:xfrm>
              <a:off x="4282105" y="4047410"/>
              <a:ext cx="3300848" cy="2368630"/>
              <a:chOff x="6733855" y="1784984"/>
              <a:chExt cx="3797582" cy="2939416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A680E506-6B14-3C58-CBE2-32137D565D4B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“John”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302154656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mary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E393A1A0-B7E6-7D10-455E-99F70E89AE5E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Node2: john</a:t>
                </a:r>
              </a:p>
            </p:txBody>
          </p:sp>
        </p:grpSp>
        <p:sp>
          <p:nvSpPr>
            <p:cNvPr id="67" name="Arrow: Right 66">
              <a:extLst>
                <a:ext uri="{FF2B5EF4-FFF2-40B4-BE49-F238E27FC236}">
                  <a16:creationId xmlns:a16="http://schemas.microsoft.com/office/drawing/2014/main" id="{14B70817-2DA7-6226-2698-54C465FC41D7}"/>
                </a:ext>
              </a:extLst>
            </p:cNvPr>
            <p:cNvSpPr/>
            <p:nvPr/>
          </p:nvSpPr>
          <p:spPr>
            <a:xfrm>
              <a:off x="7434626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066BB56-32A2-E073-A011-645DBD8048C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2D1412A6-1E40-E137-E770-382942089D61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3E66BE8-0EE0-D922-27F1-4352CE1DB85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5B874F3-D257-089C-B1AC-9EFB516972D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65A35289-97E4-220E-83D4-C7853F29C4A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9F46173-5B87-A720-69C0-C05F414528BB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F0E4158-84C9-3887-F69F-794F33944F6B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Recap: Linked lists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BCB166E-B9FF-42F3-F46D-A6E2F22940A8}"/>
              </a:ext>
            </a:extLst>
          </p:cNvPr>
          <p:cNvGrpSpPr/>
          <p:nvPr/>
        </p:nvGrpSpPr>
        <p:grpSpPr>
          <a:xfrm>
            <a:off x="-11494560" y="4042141"/>
            <a:ext cx="4949703" cy="2368630"/>
            <a:chOff x="322513" y="4047410"/>
            <a:chExt cx="4949703" cy="236863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E488390-5221-F571-51B6-F2D994160517}"/>
                </a:ext>
              </a:extLst>
            </p:cNvPr>
            <p:cNvGrpSpPr/>
            <p:nvPr/>
          </p:nvGrpSpPr>
          <p:grpSpPr>
            <a:xfrm>
              <a:off x="322513" y="4047410"/>
              <a:ext cx="3300848" cy="2368630"/>
              <a:chOff x="6733855" y="1784984"/>
              <a:chExt cx="3797582" cy="293941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1D5E91B-E628-249E-82E0-D9C007C5822F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“Jane”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2953545424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&amp;john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0532E837-3AFD-549D-8345-48BB215E861B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Node1: jane</a:t>
                </a:r>
              </a:p>
            </p:txBody>
          </p:sp>
        </p:grpSp>
        <p:sp>
          <p:nvSpPr>
            <p:cNvPr id="65" name="Arrow: Right 64">
              <a:extLst>
                <a:ext uri="{FF2B5EF4-FFF2-40B4-BE49-F238E27FC236}">
                  <a16:creationId xmlns:a16="http://schemas.microsoft.com/office/drawing/2014/main" id="{5D6EEE17-DB72-94BC-A19D-2DE7807A3A78}"/>
                </a:ext>
              </a:extLst>
            </p:cNvPr>
            <p:cNvSpPr/>
            <p:nvPr/>
          </p:nvSpPr>
          <p:spPr>
            <a:xfrm>
              <a:off x="3344562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2B0BE13-0365-AEF5-2ADC-5702C896AD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692" y="1108611"/>
            <a:ext cx="4785775" cy="24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10441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7EA423-8204-CC55-A6E0-C852FFAD11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F571EB6C-7A76-4743-DDB5-79A2CBB079E0}"/>
              </a:ext>
            </a:extLst>
          </p:cNvPr>
          <p:cNvGrpSpPr/>
          <p:nvPr/>
        </p:nvGrpSpPr>
        <p:grpSpPr>
          <a:xfrm>
            <a:off x="8589340" y="4042141"/>
            <a:ext cx="3300848" cy="2368630"/>
            <a:chOff x="6733855" y="1784984"/>
            <a:chExt cx="3797582" cy="2939416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969C245B-3C8E-F752-7C86-99F508B3FF3C}"/>
                </a:ext>
              </a:extLst>
            </p:cNvPr>
            <p:cNvSpPr/>
            <p:nvPr/>
          </p:nvSpPr>
          <p:spPr>
            <a:xfrm>
              <a:off x="6733855" y="1784984"/>
              <a:ext cx="3797582" cy="293941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Name = “Jane”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ID = 295641232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</a:t>
              </a:r>
              <a:r>
                <a:rPr lang="en-US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nextPtr</a:t>
              </a:r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 = NULL</a:t>
              </a:r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0705936B-385D-1CFA-B9DA-21A6DF4BF97F}"/>
                </a:ext>
              </a:extLst>
            </p:cNvPr>
            <p:cNvSpPr/>
            <p:nvPr/>
          </p:nvSpPr>
          <p:spPr>
            <a:xfrm>
              <a:off x="6733855" y="1935837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Node6: beau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B247906-9162-EDD3-2BAF-BD8C646979B9}"/>
              </a:ext>
            </a:extLst>
          </p:cNvPr>
          <p:cNvGrpSpPr/>
          <p:nvPr/>
        </p:nvGrpSpPr>
        <p:grpSpPr>
          <a:xfrm>
            <a:off x="4565156" y="4042141"/>
            <a:ext cx="4988011" cy="2368630"/>
            <a:chOff x="16382229" y="4047410"/>
            <a:chExt cx="4988011" cy="236863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92887F1-0545-CE92-5D9E-5BEA2FC9FD95}"/>
                </a:ext>
              </a:extLst>
            </p:cNvPr>
            <p:cNvGrpSpPr/>
            <p:nvPr/>
          </p:nvGrpSpPr>
          <p:grpSpPr>
            <a:xfrm>
              <a:off x="16382229" y="4047410"/>
              <a:ext cx="3300848" cy="2368630"/>
              <a:chOff x="6733855" y="1784984"/>
              <a:chExt cx="3797582" cy="2939416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EEC62EB0-0C87-9DCD-1E22-2CE44360F28A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“Julie”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31223234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&amp;beau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FD54FF9E-F788-6166-6DC4-B385551EAB4C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Node5: </a:t>
                </a:r>
                <a:r>
                  <a:rPr lang="en-ZA" dirty="0" err="1">
                    <a:latin typeface="LM Roman 12" panose="00000500000000000000" pitchFamily="50" charset="0"/>
                  </a:rPr>
                  <a:t>julie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73" name="Arrow: Right 72">
              <a:extLst>
                <a:ext uri="{FF2B5EF4-FFF2-40B4-BE49-F238E27FC236}">
                  <a16:creationId xmlns:a16="http://schemas.microsoft.com/office/drawing/2014/main" id="{6D4ADEDF-006F-9819-3903-565D2E9BC1FF}"/>
                </a:ext>
              </a:extLst>
            </p:cNvPr>
            <p:cNvSpPr/>
            <p:nvPr/>
          </p:nvSpPr>
          <p:spPr>
            <a:xfrm>
              <a:off x="19442586" y="5461258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62D507AB-6D97-90DE-F034-A3243A18D798}"/>
              </a:ext>
            </a:extLst>
          </p:cNvPr>
          <p:cNvGrpSpPr/>
          <p:nvPr/>
        </p:nvGrpSpPr>
        <p:grpSpPr>
          <a:xfrm>
            <a:off x="543780" y="4042141"/>
            <a:ext cx="4923419" cy="2368630"/>
            <a:chOff x="8398453" y="4047410"/>
            <a:chExt cx="4923419" cy="236863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FF5BE512-C467-52D1-14CA-D7AF7AA5CF1D}"/>
                </a:ext>
              </a:extLst>
            </p:cNvPr>
            <p:cNvGrpSpPr/>
            <p:nvPr/>
          </p:nvGrpSpPr>
          <p:grpSpPr>
            <a:xfrm>
              <a:off x="8398453" y="4047410"/>
              <a:ext cx="3300848" cy="2368630"/>
              <a:chOff x="6733855" y="1784984"/>
              <a:chExt cx="3797582" cy="2939416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6BC88A96-D1F3-E4B3-1807-A493B1B4A3AF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“Mary”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24569852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julie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2FE044C6-4751-6E1C-AE8F-42BF78248310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Node3: </a:t>
                </a:r>
                <a:r>
                  <a:rPr lang="en-ZA" dirty="0" err="1">
                    <a:latin typeface="LM Roman 12" panose="00000500000000000000" pitchFamily="50" charset="0"/>
                  </a:rPr>
                  <a:t>mary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69" name="Arrow: Right 68">
              <a:extLst>
                <a:ext uri="{FF2B5EF4-FFF2-40B4-BE49-F238E27FC236}">
                  <a16:creationId xmlns:a16="http://schemas.microsoft.com/office/drawing/2014/main" id="{0F2DCB5C-4D3A-55F6-7491-77C63E161B39}"/>
                </a:ext>
              </a:extLst>
            </p:cNvPr>
            <p:cNvSpPr/>
            <p:nvPr/>
          </p:nvSpPr>
          <p:spPr>
            <a:xfrm>
              <a:off x="11394218" y="5453449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04B1C48-D056-3C81-4A95-DDE77EC8DEBF}"/>
              </a:ext>
            </a:extLst>
          </p:cNvPr>
          <p:cNvGrpSpPr/>
          <p:nvPr/>
        </p:nvGrpSpPr>
        <p:grpSpPr>
          <a:xfrm>
            <a:off x="-3572568" y="4042141"/>
            <a:ext cx="5080175" cy="2368630"/>
            <a:chOff x="4282105" y="4047410"/>
            <a:chExt cx="5080175" cy="236863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1444BEE0-3921-0AFC-1699-CB5C89475E19}"/>
                </a:ext>
              </a:extLst>
            </p:cNvPr>
            <p:cNvGrpSpPr/>
            <p:nvPr/>
          </p:nvGrpSpPr>
          <p:grpSpPr>
            <a:xfrm>
              <a:off x="4282105" y="4047410"/>
              <a:ext cx="3300848" cy="2368630"/>
              <a:chOff x="6733855" y="1784984"/>
              <a:chExt cx="3797582" cy="2939416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DADEACA-EA4D-2587-6A0E-07C639C47820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“John”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302154656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mary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7A76E81A-FDED-E319-EF2B-2EA003685258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Node2: john</a:t>
                </a:r>
              </a:p>
            </p:txBody>
          </p:sp>
        </p:grpSp>
        <p:sp>
          <p:nvSpPr>
            <p:cNvPr id="67" name="Arrow: Right 66">
              <a:extLst>
                <a:ext uri="{FF2B5EF4-FFF2-40B4-BE49-F238E27FC236}">
                  <a16:creationId xmlns:a16="http://schemas.microsoft.com/office/drawing/2014/main" id="{8E1BCC9D-ABDB-D0C2-DC13-50D41B84EE52}"/>
                </a:ext>
              </a:extLst>
            </p:cNvPr>
            <p:cNvSpPr/>
            <p:nvPr/>
          </p:nvSpPr>
          <p:spPr>
            <a:xfrm>
              <a:off x="7434626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3B0D7C4-144F-0A72-0937-3E9F60B279C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CFAAECD9-595E-566E-A29D-963C3B42BD67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7B51181-8413-B1A2-98F1-FDD259E3511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7234B633-A3C6-FC57-B72F-9F5AD9B9FAB4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B382365C-C3E8-ACF8-C51D-41B35CAD536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EAC193B-9035-FF6F-4AC5-DD8971AAB6E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B2EF454-CE6B-0D2A-EB8A-CCB1F4248E5A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Recap: Linked lists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23DCD28-0B8D-1C1B-1DB4-79DE10E224A3}"/>
              </a:ext>
            </a:extLst>
          </p:cNvPr>
          <p:cNvGrpSpPr/>
          <p:nvPr/>
        </p:nvGrpSpPr>
        <p:grpSpPr>
          <a:xfrm>
            <a:off x="-7532160" y="4042141"/>
            <a:ext cx="4949703" cy="2368630"/>
            <a:chOff x="322513" y="4047410"/>
            <a:chExt cx="4949703" cy="236863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35B9DCF2-4255-5C3F-8377-44CAF6DBFE32}"/>
                </a:ext>
              </a:extLst>
            </p:cNvPr>
            <p:cNvGrpSpPr/>
            <p:nvPr/>
          </p:nvGrpSpPr>
          <p:grpSpPr>
            <a:xfrm>
              <a:off x="322513" y="4047410"/>
              <a:ext cx="3300848" cy="2368630"/>
              <a:chOff x="6733855" y="1784984"/>
              <a:chExt cx="3797582" cy="293941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9AF90FB7-BDE7-0D82-1B5D-B1C1B86F0EFE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“Jane”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2953545424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&amp;john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6F522BFF-E6F9-5DB4-A1A5-5CC538EC6FBD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Node1: jane</a:t>
                </a:r>
              </a:p>
            </p:txBody>
          </p:sp>
        </p:grpSp>
        <p:sp>
          <p:nvSpPr>
            <p:cNvPr id="65" name="Arrow: Right 64">
              <a:extLst>
                <a:ext uri="{FF2B5EF4-FFF2-40B4-BE49-F238E27FC236}">
                  <a16:creationId xmlns:a16="http://schemas.microsoft.com/office/drawing/2014/main" id="{D2C69BB2-65F0-5772-0319-1937050367DB}"/>
                </a:ext>
              </a:extLst>
            </p:cNvPr>
            <p:cNvSpPr/>
            <p:nvPr/>
          </p:nvSpPr>
          <p:spPr>
            <a:xfrm>
              <a:off x="3344562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7BAD1089-1DF9-E5B3-0848-52D94BEFB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692" y="1108611"/>
            <a:ext cx="4785775" cy="24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6100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C28856-0667-6CB0-6222-C4E09E5D3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BA40FC3E-C4E9-71C0-BD76-366281537CF5}"/>
              </a:ext>
            </a:extLst>
          </p:cNvPr>
          <p:cNvGrpSpPr/>
          <p:nvPr/>
        </p:nvGrpSpPr>
        <p:grpSpPr>
          <a:xfrm>
            <a:off x="15843580" y="4164061"/>
            <a:ext cx="3300848" cy="2368630"/>
            <a:chOff x="6733855" y="1784984"/>
            <a:chExt cx="3797582" cy="2939416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6C69747-B032-3023-46BC-753412E984EA}"/>
                </a:ext>
              </a:extLst>
            </p:cNvPr>
            <p:cNvSpPr/>
            <p:nvPr/>
          </p:nvSpPr>
          <p:spPr>
            <a:xfrm>
              <a:off x="6733855" y="1784984"/>
              <a:ext cx="3797582" cy="293941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Name = “Jane”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ID = 295641232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</a:t>
              </a:r>
              <a:r>
                <a:rPr lang="en-US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nextPtr</a:t>
              </a:r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 = NULL</a:t>
              </a:r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415412C4-1506-DE39-FFFA-4EACCE588704}"/>
                </a:ext>
              </a:extLst>
            </p:cNvPr>
            <p:cNvSpPr/>
            <p:nvPr/>
          </p:nvSpPr>
          <p:spPr>
            <a:xfrm>
              <a:off x="6733855" y="1935837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Node6: beau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08F8ADF1-8876-E285-38EF-51E78DA55A09}"/>
              </a:ext>
            </a:extLst>
          </p:cNvPr>
          <p:cNvGrpSpPr/>
          <p:nvPr/>
        </p:nvGrpSpPr>
        <p:grpSpPr>
          <a:xfrm>
            <a:off x="11819396" y="4164061"/>
            <a:ext cx="4988011" cy="2368630"/>
            <a:chOff x="16382229" y="4047410"/>
            <a:chExt cx="4988011" cy="236863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A54F5D3F-6E3C-230D-58D6-3CBC376745CC}"/>
                </a:ext>
              </a:extLst>
            </p:cNvPr>
            <p:cNvGrpSpPr/>
            <p:nvPr/>
          </p:nvGrpSpPr>
          <p:grpSpPr>
            <a:xfrm>
              <a:off x="16382229" y="4047410"/>
              <a:ext cx="3300848" cy="2368630"/>
              <a:chOff x="6733855" y="1784984"/>
              <a:chExt cx="3797582" cy="2939416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90AA6FE6-DBAA-D00F-7591-FA71F6DD3B0D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“Julie”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31223234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&amp;beau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6ECF7C24-9CB3-6EBA-3ED7-166752333A5F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Node5: </a:t>
                </a:r>
                <a:r>
                  <a:rPr lang="en-ZA" dirty="0" err="1">
                    <a:latin typeface="LM Roman 12" panose="00000500000000000000" pitchFamily="50" charset="0"/>
                  </a:rPr>
                  <a:t>julie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73" name="Arrow: Right 72">
              <a:extLst>
                <a:ext uri="{FF2B5EF4-FFF2-40B4-BE49-F238E27FC236}">
                  <a16:creationId xmlns:a16="http://schemas.microsoft.com/office/drawing/2014/main" id="{55E92459-2335-9266-98C3-92CC9783D8A4}"/>
                </a:ext>
              </a:extLst>
            </p:cNvPr>
            <p:cNvSpPr/>
            <p:nvPr/>
          </p:nvSpPr>
          <p:spPr>
            <a:xfrm>
              <a:off x="19442586" y="5461258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1419B15B-DF0C-9659-EBFC-401045610D48}"/>
              </a:ext>
            </a:extLst>
          </p:cNvPr>
          <p:cNvGrpSpPr/>
          <p:nvPr/>
        </p:nvGrpSpPr>
        <p:grpSpPr>
          <a:xfrm>
            <a:off x="7798020" y="4164061"/>
            <a:ext cx="4923419" cy="2368630"/>
            <a:chOff x="8398453" y="4047410"/>
            <a:chExt cx="4923419" cy="236863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AD0BEF4-7B0E-1CC1-DD1B-FF7A8B5DA153}"/>
                </a:ext>
              </a:extLst>
            </p:cNvPr>
            <p:cNvGrpSpPr/>
            <p:nvPr/>
          </p:nvGrpSpPr>
          <p:grpSpPr>
            <a:xfrm>
              <a:off x="8398453" y="4047410"/>
              <a:ext cx="3300848" cy="2368630"/>
              <a:chOff x="6733855" y="1784984"/>
              <a:chExt cx="3797582" cy="2939416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70170791-4DB2-5016-628C-3E112296A96F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“Mary”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24569852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julie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BCACEF64-6BDA-D0D2-74DE-95457720D9A0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Node3: </a:t>
                </a:r>
                <a:r>
                  <a:rPr lang="en-ZA" dirty="0" err="1">
                    <a:latin typeface="LM Roman 12" panose="00000500000000000000" pitchFamily="50" charset="0"/>
                  </a:rPr>
                  <a:t>mary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69" name="Arrow: Right 68">
              <a:extLst>
                <a:ext uri="{FF2B5EF4-FFF2-40B4-BE49-F238E27FC236}">
                  <a16:creationId xmlns:a16="http://schemas.microsoft.com/office/drawing/2014/main" id="{82ACE592-887C-76D6-C8A9-4F4627BB0919}"/>
                </a:ext>
              </a:extLst>
            </p:cNvPr>
            <p:cNvSpPr/>
            <p:nvPr/>
          </p:nvSpPr>
          <p:spPr>
            <a:xfrm>
              <a:off x="11394218" y="5453449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1FC4B1B7-A3DF-3AE1-EEAE-26C9682C9CD7}"/>
              </a:ext>
            </a:extLst>
          </p:cNvPr>
          <p:cNvGrpSpPr/>
          <p:nvPr/>
        </p:nvGrpSpPr>
        <p:grpSpPr>
          <a:xfrm>
            <a:off x="3681672" y="4164061"/>
            <a:ext cx="5080175" cy="2368630"/>
            <a:chOff x="4282105" y="4047410"/>
            <a:chExt cx="5080175" cy="236863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BFD70FAD-3F8E-81D7-8ABC-3FD4E1219624}"/>
                </a:ext>
              </a:extLst>
            </p:cNvPr>
            <p:cNvGrpSpPr/>
            <p:nvPr/>
          </p:nvGrpSpPr>
          <p:grpSpPr>
            <a:xfrm>
              <a:off x="4282105" y="4047410"/>
              <a:ext cx="3300848" cy="2368630"/>
              <a:chOff x="6733855" y="1784984"/>
              <a:chExt cx="3797582" cy="2939416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7055005-D6B8-FFFC-FD06-164A8C035EBE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“John”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302154656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mary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9E291105-D2B6-3C3E-7C96-7A76591CA2BC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Node2: john</a:t>
                </a:r>
              </a:p>
            </p:txBody>
          </p:sp>
        </p:grpSp>
        <p:sp>
          <p:nvSpPr>
            <p:cNvPr id="67" name="Arrow: Right 66">
              <a:extLst>
                <a:ext uri="{FF2B5EF4-FFF2-40B4-BE49-F238E27FC236}">
                  <a16:creationId xmlns:a16="http://schemas.microsoft.com/office/drawing/2014/main" id="{C4262395-ADA2-3737-C537-3A6FE3A22CE0}"/>
                </a:ext>
              </a:extLst>
            </p:cNvPr>
            <p:cNvSpPr/>
            <p:nvPr/>
          </p:nvSpPr>
          <p:spPr>
            <a:xfrm>
              <a:off x="7434626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DAB2BCC9-969D-1F15-19C1-3AE49ACEAEA9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B12F2C67-084E-09CA-5E21-0DB03A13834C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6732C84C-3A03-B1CF-96C5-D40FF049BD6E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41D1A1F-A12D-9B19-3798-8B258C925207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8B17E49E-D263-49EE-9D8F-40D31D6504E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32D17F2-8C27-A259-766D-D818AD448A40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57250013-D394-AA6E-0668-F01645774902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Recap: Linked lists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74DC0390-9C89-6594-9458-75F3D79258AD}"/>
              </a:ext>
            </a:extLst>
          </p:cNvPr>
          <p:cNvGrpSpPr/>
          <p:nvPr/>
        </p:nvGrpSpPr>
        <p:grpSpPr>
          <a:xfrm>
            <a:off x="-277920" y="4164061"/>
            <a:ext cx="4949703" cy="2368630"/>
            <a:chOff x="322513" y="4047410"/>
            <a:chExt cx="4949703" cy="236863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C0A57A56-E8BB-3CBC-1913-0712DFA57490}"/>
                </a:ext>
              </a:extLst>
            </p:cNvPr>
            <p:cNvGrpSpPr/>
            <p:nvPr/>
          </p:nvGrpSpPr>
          <p:grpSpPr>
            <a:xfrm>
              <a:off x="322513" y="4047410"/>
              <a:ext cx="3300848" cy="2368630"/>
              <a:chOff x="6733855" y="1784984"/>
              <a:chExt cx="3797582" cy="293941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433BE22-CBF9-97BE-CF13-92431F7FD8D2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“Jane”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2953545424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&amp;john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2025DCE4-F72C-0FEE-DAEA-7B9A2CBE61C7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Node1: jane</a:t>
                </a:r>
              </a:p>
            </p:txBody>
          </p:sp>
        </p:grpSp>
        <p:sp>
          <p:nvSpPr>
            <p:cNvPr id="65" name="Arrow: Right 64">
              <a:extLst>
                <a:ext uri="{FF2B5EF4-FFF2-40B4-BE49-F238E27FC236}">
                  <a16:creationId xmlns:a16="http://schemas.microsoft.com/office/drawing/2014/main" id="{CEA0FB3D-C405-E19E-644B-83DA33251C69}"/>
                </a:ext>
              </a:extLst>
            </p:cNvPr>
            <p:cNvSpPr/>
            <p:nvPr/>
          </p:nvSpPr>
          <p:spPr>
            <a:xfrm>
              <a:off x="3344562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8CBB5B2A-15B4-B167-CAC7-2F2CD3B8A9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22692" y="1108611"/>
            <a:ext cx="4785775" cy="2491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5001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C73A32-007A-8311-3EF6-04F18F0BC1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530D4467-E0A4-63A0-4D39-ED59B445E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0060" y="947263"/>
            <a:ext cx="6530906" cy="27205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509F2C6-FED1-8BFE-43D3-20E51541EC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525" y="1325636"/>
            <a:ext cx="4328535" cy="823031"/>
          </a:xfrm>
          <a:prstGeom prst="rect">
            <a:avLst/>
          </a:prstGeom>
        </p:spPr>
      </p:pic>
      <p:grpSp>
        <p:nvGrpSpPr>
          <p:cNvPr id="51" name="Group 50">
            <a:extLst>
              <a:ext uri="{FF2B5EF4-FFF2-40B4-BE49-F238E27FC236}">
                <a16:creationId xmlns:a16="http://schemas.microsoft.com/office/drawing/2014/main" id="{ADB12EB5-6777-44A0-5B66-7DB12E9C9E22}"/>
              </a:ext>
            </a:extLst>
          </p:cNvPr>
          <p:cNvGrpSpPr/>
          <p:nvPr/>
        </p:nvGrpSpPr>
        <p:grpSpPr>
          <a:xfrm>
            <a:off x="8589340" y="4042141"/>
            <a:ext cx="3300848" cy="2368630"/>
            <a:chOff x="6733855" y="1784984"/>
            <a:chExt cx="3797582" cy="2939416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598D0EA-DCF7-D56D-AA8B-4BD29183337D}"/>
                </a:ext>
              </a:extLst>
            </p:cNvPr>
            <p:cNvSpPr/>
            <p:nvPr/>
          </p:nvSpPr>
          <p:spPr>
            <a:xfrm>
              <a:off x="6733855" y="1784984"/>
              <a:ext cx="3797582" cy="293941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Name = “Jane”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ID = 295641232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</a:t>
              </a:r>
              <a:r>
                <a:rPr lang="en-US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nextPtr</a:t>
              </a:r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 = NULL</a:t>
              </a:r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E6275353-F366-4BC0-4225-E62A730B424F}"/>
                </a:ext>
              </a:extLst>
            </p:cNvPr>
            <p:cNvSpPr/>
            <p:nvPr/>
          </p:nvSpPr>
          <p:spPr>
            <a:xfrm>
              <a:off x="6733855" y="1935837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Node6: beau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16BCD485-7CCE-593B-817E-4E5F16EE922E}"/>
              </a:ext>
            </a:extLst>
          </p:cNvPr>
          <p:cNvGrpSpPr/>
          <p:nvPr/>
        </p:nvGrpSpPr>
        <p:grpSpPr>
          <a:xfrm>
            <a:off x="4565156" y="4042141"/>
            <a:ext cx="4988011" cy="2368630"/>
            <a:chOff x="16382229" y="4047410"/>
            <a:chExt cx="4988011" cy="236863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396A7D07-2292-9474-95A2-ED33DD497B53}"/>
                </a:ext>
              </a:extLst>
            </p:cNvPr>
            <p:cNvGrpSpPr/>
            <p:nvPr/>
          </p:nvGrpSpPr>
          <p:grpSpPr>
            <a:xfrm>
              <a:off x="16382229" y="4047410"/>
              <a:ext cx="3300848" cy="2368630"/>
              <a:chOff x="6733855" y="1784984"/>
              <a:chExt cx="3797582" cy="2939416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1ACB62C1-A549-A7B3-BCB0-5E692CE2DA90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“Julie”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31223234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&amp;beau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26B74999-7456-1925-0F84-AE2B253009F7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Node5: </a:t>
                </a:r>
                <a:r>
                  <a:rPr lang="en-ZA" dirty="0" err="1">
                    <a:latin typeface="LM Roman 12" panose="00000500000000000000" pitchFamily="50" charset="0"/>
                  </a:rPr>
                  <a:t>julie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73" name="Arrow: Right 72">
              <a:extLst>
                <a:ext uri="{FF2B5EF4-FFF2-40B4-BE49-F238E27FC236}">
                  <a16:creationId xmlns:a16="http://schemas.microsoft.com/office/drawing/2014/main" id="{924828C8-E831-C5EE-9EFE-B42A9ADB76DE}"/>
                </a:ext>
              </a:extLst>
            </p:cNvPr>
            <p:cNvSpPr/>
            <p:nvPr/>
          </p:nvSpPr>
          <p:spPr>
            <a:xfrm>
              <a:off x="19442586" y="5461258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6E5FE8B-2567-7CCD-31B2-8D081A1E00A0}"/>
              </a:ext>
            </a:extLst>
          </p:cNvPr>
          <p:cNvGrpSpPr/>
          <p:nvPr/>
        </p:nvGrpSpPr>
        <p:grpSpPr>
          <a:xfrm>
            <a:off x="-3418620" y="4042141"/>
            <a:ext cx="4923419" cy="2368630"/>
            <a:chOff x="8398453" y="4047410"/>
            <a:chExt cx="4923419" cy="236863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49EF493-7C99-BBD1-B4A2-775B61555D7C}"/>
                </a:ext>
              </a:extLst>
            </p:cNvPr>
            <p:cNvGrpSpPr/>
            <p:nvPr/>
          </p:nvGrpSpPr>
          <p:grpSpPr>
            <a:xfrm>
              <a:off x="8398453" y="4047410"/>
              <a:ext cx="3300848" cy="2368630"/>
              <a:chOff x="6733855" y="1784984"/>
              <a:chExt cx="3797582" cy="2939416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542A821E-E9AA-E588-8F4B-B054797E2C8E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“Mary”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24569852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&amp;may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8D4F913D-B5ED-C7C1-CD82-45C885348CF9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Node3: </a:t>
                </a:r>
                <a:r>
                  <a:rPr lang="en-ZA" dirty="0" err="1">
                    <a:latin typeface="LM Roman 12" panose="00000500000000000000" pitchFamily="50" charset="0"/>
                  </a:rPr>
                  <a:t>mary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69" name="Arrow: Right 68">
              <a:extLst>
                <a:ext uri="{FF2B5EF4-FFF2-40B4-BE49-F238E27FC236}">
                  <a16:creationId xmlns:a16="http://schemas.microsoft.com/office/drawing/2014/main" id="{854CF983-CC81-BF7D-B7C6-62D4A2EBA38D}"/>
                </a:ext>
              </a:extLst>
            </p:cNvPr>
            <p:cNvSpPr/>
            <p:nvPr/>
          </p:nvSpPr>
          <p:spPr>
            <a:xfrm>
              <a:off x="11394218" y="5453449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0BE6BF2D-ACF8-CC27-6A36-F037EF973628}"/>
              </a:ext>
            </a:extLst>
          </p:cNvPr>
          <p:cNvGrpSpPr/>
          <p:nvPr/>
        </p:nvGrpSpPr>
        <p:grpSpPr>
          <a:xfrm>
            <a:off x="119793" y="2203241"/>
            <a:ext cx="4935590" cy="2368630"/>
            <a:chOff x="11908427" y="2249954"/>
            <a:chExt cx="4935590" cy="236863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D422FC4B-1118-08C0-D648-8E7236A0246C}"/>
                </a:ext>
              </a:extLst>
            </p:cNvPr>
            <p:cNvGrpSpPr/>
            <p:nvPr/>
          </p:nvGrpSpPr>
          <p:grpSpPr>
            <a:xfrm>
              <a:off x="11908427" y="2249954"/>
              <a:ext cx="3300849" cy="2368630"/>
              <a:chOff x="6216575" y="-445619"/>
              <a:chExt cx="3797583" cy="2939416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286C845-7C5E-AEE1-8177-AF1DCB0E42F3}"/>
                  </a:ext>
                </a:extLst>
              </p:cNvPr>
              <p:cNvSpPr/>
              <p:nvPr/>
            </p:nvSpPr>
            <p:spPr>
              <a:xfrm>
                <a:off x="6216575" y="-445619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35215462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julie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A888AF59-1D2F-AFD0-2D54-3CF502D196FE}"/>
                  </a:ext>
                </a:extLst>
              </p:cNvPr>
              <p:cNvSpPr/>
              <p:nvPr/>
            </p:nvSpPr>
            <p:spPr>
              <a:xfrm>
                <a:off x="6216576" y="-294765"/>
                <a:ext cx="3797582" cy="506631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Node4: may</a:t>
                </a:r>
              </a:p>
            </p:txBody>
          </p:sp>
        </p:grpSp>
        <p:sp>
          <p:nvSpPr>
            <p:cNvPr id="71" name="Arrow: Right 70">
              <a:extLst>
                <a:ext uri="{FF2B5EF4-FFF2-40B4-BE49-F238E27FC236}">
                  <a16:creationId xmlns:a16="http://schemas.microsoft.com/office/drawing/2014/main" id="{E6E02994-10B8-555B-86F9-1C5D1C376F4B}"/>
                </a:ext>
              </a:extLst>
            </p:cNvPr>
            <p:cNvSpPr/>
            <p:nvPr/>
          </p:nvSpPr>
          <p:spPr>
            <a:xfrm>
              <a:off x="14916363" y="3637689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3ADA19A-C8D1-163D-7569-65F7179CD1E7}"/>
              </a:ext>
            </a:extLst>
          </p:cNvPr>
          <p:cNvGrpSpPr/>
          <p:nvPr/>
        </p:nvGrpSpPr>
        <p:grpSpPr>
          <a:xfrm>
            <a:off x="-7534968" y="4042141"/>
            <a:ext cx="5080175" cy="2368630"/>
            <a:chOff x="4282105" y="4047410"/>
            <a:chExt cx="5080175" cy="236863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C7B65EA-B0AF-5E6E-FBDD-8A1939DF58E7}"/>
                </a:ext>
              </a:extLst>
            </p:cNvPr>
            <p:cNvGrpSpPr/>
            <p:nvPr/>
          </p:nvGrpSpPr>
          <p:grpSpPr>
            <a:xfrm>
              <a:off x="4282105" y="4047410"/>
              <a:ext cx="3300848" cy="2368630"/>
              <a:chOff x="6733855" y="1784984"/>
              <a:chExt cx="3797582" cy="2939416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65C96B1D-C028-584D-97B1-C4233FA86523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“John”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302154656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mary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16092E36-60DD-7330-F1A0-29CE39B08BA8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Node2: john</a:t>
                </a:r>
              </a:p>
            </p:txBody>
          </p:sp>
        </p:grpSp>
        <p:sp>
          <p:nvSpPr>
            <p:cNvPr id="67" name="Arrow: Right 66">
              <a:extLst>
                <a:ext uri="{FF2B5EF4-FFF2-40B4-BE49-F238E27FC236}">
                  <a16:creationId xmlns:a16="http://schemas.microsoft.com/office/drawing/2014/main" id="{CE764D12-BCDE-E308-6342-86E15B6D11CF}"/>
                </a:ext>
              </a:extLst>
            </p:cNvPr>
            <p:cNvSpPr/>
            <p:nvPr/>
          </p:nvSpPr>
          <p:spPr>
            <a:xfrm>
              <a:off x="7434626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3BE4A728-01AF-447A-3827-5D5B378D5AA1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7A800D8-BB95-E97D-BD76-649FD51A927F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ADD6DDE-C628-FFFD-9FF0-F875573289A3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3920003-4EE7-93B8-D7F3-514CB739DED9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9560D0D9-3B9C-3F36-8080-E495C611449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5CC5949-066A-03C5-5058-6EBE6B26BEB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8D88A906-A2C5-E316-133F-BBA6FD9D1233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Recap: Linked lists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0211F8E-6278-6E6D-9E7A-1E081FD9415E}"/>
              </a:ext>
            </a:extLst>
          </p:cNvPr>
          <p:cNvGrpSpPr/>
          <p:nvPr/>
        </p:nvGrpSpPr>
        <p:grpSpPr>
          <a:xfrm>
            <a:off x="-11494560" y="4042141"/>
            <a:ext cx="4949703" cy="2368630"/>
            <a:chOff x="322513" y="4047410"/>
            <a:chExt cx="4949703" cy="236863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E3621582-6F0B-5E99-B841-39FB039083D8}"/>
                </a:ext>
              </a:extLst>
            </p:cNvPr>
            <p:cNvGrpSpPr/>
            <p:nvPr/>
          </p:nvGrpSpPr>
          <p:grpSpPr>
            <a:xfrm>
              <a:off x="322513" y="4047410"/>
              <a:ext cx="3300848" cy="2368630"/>
              <a:chOff x="6733855" y="1784984"/>
              <a:chExt cx="3797582" cy="293941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348E0B4-76DF-8CA0-63CF-4C47B3CEC946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“Jane”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2953545424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&amp;john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C8BC10B1-DC76-60C6-FCEA-5E6D6F50E5A0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Node1: jane</a:t>
                </a:r>
              </a:p>
            </p:txBody>
          </p:sp>
        </p:grpSp>
        <p:sp>
          <p:nvSpPr>
            <p:cNvPr id="65" name="Arrow: Right 64">
              <a:extLst>
                <a:ext uri="{FF2B5EF4-FFF2-40B4-BE49-F238E27FC236}">
                  <a16:creationId xmlns:a16="http://schemas.microsoft.com/office/drawing/2014/main" id="{5266378C-D581-D2CB-E08C-D8DB7CF8697C}"/>
                </a:ext>
              </a:extLst>
            </p:cNvPr>
            <p:cNvSpPr/>
            <p:nvPr/>
          </p:nvSpPr>
          <p:spPr>
            <a:xfrm>
              <a:off x="3344562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</p:spTree>
    <p:extLst>
      <p:ext uri="{BB962C8B-B14F-4D97-AF65-F5344CB8AC3E}">
        <p14:creationId xmlns:p14="http://schemas.microsoft.com/office/powerpoint/2010/main" val="41865177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EA45A-C0BF-A2F6-657B-307E13949B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819EE7C6-7C6D-7A65-C401-B51EF8E88CEF}"/>
              </a:ext>
            </a:extLst>
          </p:cNvPr>
          <p:cNvGrpSpPr/>
          <p:nvPr/>
        </p:nvGrpSpPr>
        <p:grpSpPr>
          <a:xfrm>
            <a:off x="8589340" y="4042141"/>
            <a:ext cx="3300848" cy="2368630"/>
            <a:chOff x="6733855" y="1784984"/>
            <a:chExt cx="3797582" cy="2939416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8B23F884-D7E4-0FF3-16CC-B84FDE6F34FA}"/>
                </a:ext>
              </a:extLst>
            </p:cNvPr>
            <p:cNvSpPr/>
            <p:nvPr/>
          </p:nvSpPr>
          <p:spPr>
            <a:xfrm>
              <a:off x="6733855" y="1784984"/>
              <a:ext cx="3797582" cy="293941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Name = “Jane”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ID = 295641232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</a:t>
              </a:r>
              <a:r>
                <a:rPr lang="en-US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nextPtr</a:t>
              </a:r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 = NULL</a:t>
              </a:r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974042F-7772-711D-A844-7C18148A8947}"/>
                </a:ext>
              </a:extLst>
            </p:cNvPr>
            <p:cNvSpPr/>
            <p:nvPr/>
          </p:nvSpPr>
          <p:spPr>
            <a:xfrm>
              <a:off x="6733855" y="1935837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Node6: beau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EEB32DC-C1E5-6F62-69B7-D557B0E033D7}"/>
              </a:ext>
            </a:extLst>
          </p:cNvPr>
          <p:cNvGrpSpPr/>
          <p:nvPr/>
        </p:nvGrpSpPr>
        <p:grpSpPr>
          <a:xfrm>
            <a:off x="4565156" y="4042141"/>
            <a:ext cx="4988011" cy="2368630"/>
            <a:chOff x="16382229" y="4047410"/>
            <a:chExt cx="4988011" cy="236863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9C5622C6-7056-DF65-15A9-98566EE3D568}"/>
                </a:ext>
              </a:extLst>
            </p:cNvPr>
            <p:cNvGrpSpPr/>
            <p:nvPr/>
          </p:nvGrpSpPr>
          <p:grpSpPr>
            <a:xfrm>
              <a:off x="16382229" y="4047410"/>
              <a:ext cx="3300848" cy="2368630"/>
              <a:chOff x="6733855" y="1784984"/>
              <a:chExt cx="3797582" cy="2939416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B11805CF-2599-5672-4A6A-2B9F9C23B60D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“Julie”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31223234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&amp;beau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CBC8BF41-850D-7FD2-BA87-96B2ED6050E2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Node5: </a:t>
                </a:r>
                <a:r>
                  <a:rPr lang="en-ZA" dirty="0" err="1">
                    <a:latin typeface="LM Roman 12" panose="00000500000000000000" pitchFamily="50" charset="0"/>
                  </a:rPr>
                  <a:t>julie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73" name="Arrow: Right 72">
              <a:extLst>
                <a:ext uri="{FF2B5EF4-FFF2-40B4-BE49-F238E27FC236}">
                  <a16:creationId xmlns:a16="http://schemas.microsoft.com/office/drawing/2014/main" id="{DF4CC365-09A2-182D-B0BC-B113ABF60F25}"/>
                </a:ext>
              </a:extLst>
            </p:cNvPr>
            <p:cNvSpPr/>
            <p:nvPr/>
          </p:nvSpPr>
          <p:spPr>
            <a:xfrm>
              <a:off x="19442586" y="5461258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74FBAAD2-78D5-7561-683A-BD2FE2523F66}"/>
              </a:ext>
            </a:extLst>
          </p:cNvPr>
          <p:cNvGrpSpPr/>
          <p:nvPr/>
        </p:nvGrpSpPr>
        <p:grpSpPr>
          <a:xfrm>
            <a:off x="540972" y="4042141"/>
            <a:ext cx="4988011" cy="2368630"/>
            <a:chOff x="12358045" y="4047410"/>
            <a:chExt cx="4988011" cy="236863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49673CFD-FC17-B0F2-C670-E7D252083570}"/>
                </a:ext>
              </a:extLst>
            </p:cNvPr>
            <p:cNvGrpSpPr/>
            <p:nvPr/>
          </p:nvGrpSpPr>
          <p:grpSpPr>
            <a:xfrm>
              <a:off x="12358045" y="4047410"/>
              <a:ext cx="3300848" cy="2368630"/>
              <a:chOff x="6733855" y="1784984"/>
              <a:chExt cx="3797582" cy="2939416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EF5C5E43-5044-4AD8-80C1-6128521CCB1C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35215462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julie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B8838552-3E08-C7D3-8A09-17E88BD55F1B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Node4: may</a:t>
                </a:r>
              </a:p>
            </p:txBody>
          </p:sp>
        </p:grpSp>
        <p:sp>
          <p:nvSpPr>
            <p:cNvPr id="71" name="Arrow: Right 70">
              <a:extLst>
                <a:ext uri="{FF2B5EF4-FFF2-40B4-BE49-F238E27FC236}">
                  <a16:creationId xmlns:a16="http://schemas.microsoft.com/office/drawing/2014/main" id="{DB1392F8-033E-424C-5663-800B5A71F2AB}"/>
                </a:ext>
              </a:extLst>
            </p:cNvPr>
            <p:cNvSpPr/>
            <p:nvPr/>
          </p:nvSpPr>
          <p:spPr>
            <a:xfrm>
              <a:off x="15418402" y="5465591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A4D39FE-2562-0C47-02A9-0102606BE5AF}"/>
              </a:ext>
            </a:extLst>
          </p:cNvPr>
          <p:cNvGrpSpPr/>
          <p:nvPr/>
        </p:nvGrpSpPr>
        <p:grpSpPr>
          <a:xfrm>
            <a:off x="-3418620" y="4042141"/>
            <a:ext cx="4923419" cy="2368630"/>
            <a:chOff x="8398453" y="4047410"/>
            <a:chExt cx="4923419" cy="236863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9A230FC0-408E-02DF-8759-304240A71401}"/>
                </a:ext>
              </a:extLst>
            </p:cNvPr>
            <p:cNvGrpSpPr/>
            <p:nvPr/>
          </p:nvGrpSpPr>
          <p:grpSpPr>
            <a:xfrm>
              <a:off x="8398453" y="4047410"/>
              <a:ext cx="3300848" cy="2368630"/>
              <a:chOff x="6733855" y="1784984"/>
              <a:chExt cx="3797582" cy="2939416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39B1CE33-7D39-2D94-C377-DD5EF1705559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“Mary”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24569852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&amp;may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679F449F-05D4-4611-86BC-0FC8C3AF95AD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Node3: </a:t>
                </a:r>
                <a:r>
                  <a:rPr lang="en-ZA" dirty="0" err="1">
                    <a:latin typeface="LM Roman 12" panose="00000500000000000000" pitchFamily="50" charset="0"/>
                  </a:rPr>
                  <a:t>mary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69" name="Arrow: Right 68">
              <a:extLst>
                <a:ext uri="{FF2B5EF4-FFF2-40B4-BE49-F238E27FC236}">
                  <a16:creationId xmlns:a16="http://schemas.microsoft.com/office/drawing/2014/main" id="{02DFE30A-C42E-F291-B395-9F26A244BEF5}"/>
                </a:ext>
              </a:extLst>
            </p:cNvPr>
            <p:cNvSpPr/>
            <p:nvPr/>
          </p:nvSpPr>
          <p:spPr>
            <a:xfrm>
              <a:off x="11394218" y="5453449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FB45F87E-1911-CD81-A339-553A984D81F2}"/>
              </a:ext>
            </a:extLst>
          </p:cNvPr>
          <p:cNvGrpSpPr/>
          <p:nvPr/>
        </p:nvGrpSpPr>
        <p:grpSpPr>
          <a:xfrm>
            <a:off x="-7534968" y="4042141"/>
            <a:ext cx="5080175" cy="2368630"/>
            <a:chOff x="4282105" y="4047410"/>
            <a:chExt cx="5080175" cy="236863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C0208A77-61D0-959A-6D4D-DF58AC86BEB1}"/>
                </a:ext>
              </a:extLst>
            </p:cNvPr>
            <p:cNvGrpSpPr/>
            <p:nvPr/>
          </p:nvGrpSpPr>
          <p:grpSpPr>
            <a:xfrm>
              <a:off x="4282105" y="4047410"/>
              <a:ext cx="3300848" cy="2368630"/>
              <a:chOff x="6733855" y="1784984"/>
              <a:chExt cx="3797582" cy="2939416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5A75BD6B-A97C-93DC-3459-AB7F7598BEE3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“John”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302154656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mary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DAA17C0-1077-56DD-6473-3A9200D86A5D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Node2: john</a:t>
                </a:r>
              </a:p>
            </p:txBody>
          </p:sp>
        </p:grpSp>
        <p:sp>
          <p:nvSpPr>
            <p:cNvPr id="67" name="Arrow: Right 66">
              <a:extLst>
                <a:ext uri="{FF2B5EF4-FFF2-40B4-BE49-F238E27FC236}">
                  <a16:creationId xmlns:a16="http://schemas.microsoft.com/office/drawing/2014/main" id="{C72053D3-DFCC-6179-2C2E-312D94E89F7C}"/>
                </a:ext>
              </a:extLst>
            </p:cNvPr>
            <p:cNvSpPr/>
            <p:nvPr/>
          </p:nvSpPr>
          <p:spPr>
            <a:xfrm>
              <a:off x="7434626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FEC2E7B-268B-61D1-7529-E7CC1C40309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29EE61B-FCF0-1590-5EBA-5B4BFAF3B06F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72E2790-D8F8-94B3-A573-5ABFF2AFE23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9E5262A-6DFE-B95E-D4A2-71FD51968F3A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B52A066E-22B8-A3B9-8C3F-D4649FC1A51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D2C362C-5354-6916-18F6-1A419EA48978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06E37C46-EE98-97E6-7831-7F7F55A276EA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Recap: Linked lists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C38727A9-6FA6-0A42-4991-76C92C480C52}"/>
              </a:ext>
            </a:extLst>
          </p:cNvPr>
          <p:cNvGrpSpPr/>
          <p:nvPr/>
        </p:nvGrpSpPr>
        <p:grpSpPr>
          <a:xfrm>
            <a:off x="-11494560" y="4042141"/>
            <a:ext cx="4949703" cy="2368630"/>
            <a:chOff x="322513" y="4047410"/>
            <a:chExt cx="4949703" cy="236863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ACFAE6F-3A9D-D46B-0176-34ECA04E0F24}"/>
                </a:ext>
              </a:extLst>
            </p:cNvPr>
            <p:cNvGrpSpPr/>
            <p:nvPr/>
          </p:nvGrpSpPr>
          <p:grpSpPr>
            <a:xfrm>
              <a:off x="322513" y="4047410"/>
              <a:ext cx="3300848" cy="2368630"/>
              <a:chOff x="6733855" y="1784984"/>
              <a:chExt cx="3797582" cy="293941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D87B622-B16C-9A43-A1C7-8325B61129BE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“Jane”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2953545424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&amp;john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893D581A-44D9-B770-1330-E09BBFBC2CB1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Node1: jane</a:t>
                </a:r>
              </a:p>
            </p:txBody>
          </p:sp>
        </p:grpSp>
        <p:sp>
          <p:nvSpPr>
            <p:cNvPr id="65" name="Arrow: Right 64">
              <a:extLst>
                <a:ext uri="{FF2B5EF4-FFF2-40B4-BE49-F238E27FC236}">
                  <a16:creationId xmlns:a16="http://schemas.microsoft.com/office/drawing/2014/main" id="{F2CB4251-837C-814F-F800-A378E4688DF6}"/>
                </a:ext>
              </a:extLst>
            </p:cNvPr>
            <p:cNvSpPr/>
            <p:nvPr/>
          </p:nvSpPr>
          <p:spPr>
            <a:xfrm>
              <a:off x="3344562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3930708A-0713-25B6-95E6-FAF4619162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0060" y="947263"/>
            <a:ext cx="6530906" cy="272057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6A04132-DC9E-2500-7E75-BF1D5BDCE3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25" y="1325636"/>
            <a:ext cx="4328535" cy="82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7132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E338BA-D041-000B-213B-586B8C4116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EE2E9DDC-01CE-0120-EEAE-DB58B495B7DB}"/>
              </a:ext>
            </a:extLst>
          </p:cNvPr>
          <p:cNvGrpSpPr/>
          <p:nvPr/>
        </p:nvGrpSpPr>
        <p:grpSpPr>
          <a:xfrm>
            <a:off x="12033580" y="4194541"/>
            <a:ext cx="3300848" cy="2368630"/>
            <a:chOff x="6733855" y="1784984"/>
            <a:chExt cx="3797582" cy="2939416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E27503A-B570-5E14-7679-BA4F9C9709EE}"/>
                </a:ext>
              </a:extLst>
            </p:cNvPr>
            <p:cNvSpPr/>
            <p:nvPr/>
          </p:nvSpPr>
          <p:spPr>
            <a:xfrm>
              <a:off x="6733855" y="1784984"/>
              <a:ext cx="3797582" cy="293941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Name = “Jane”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ID = 295641232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</a:t>
              </a:r>
              <a:r>
                <a:rPr lang="en-US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nextPtr</a:t>
              </a:r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 = NULL</a:t>
              </a:r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D6643E2-9B80-140B-7F06-AA0188AFC64F}"/>
                </a:ext>
              </a:extLst>
            </p:cNvPr>
            <p:cNvSpPr/>
            <p:nvPr/>
          </p:nvSpPr>
          <p:spPr>
            <a:xfrm>
              <a:off x="6733855" y="1935837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Node6: beau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6F18710F-2175-796E-E7B9-8178DFCC5066}"/>
              </a:ext>
            </a:extLst>
          </p:cNvPr>
          <p:cNvGrpSpPr/>
          <p:nvPr/>
        </p:nvGrpSpPr>
        <p:grpSpPr>
          <a:xfrm>
            <a:off x="8009396" y="4194541"/>
            <a:ext cx="4988011" cy="2368630"/>
            <a:chOff x="16382229" y="4047410"/>
            <a:chExt cx="4988011" cy="236863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D2389274-D980-934A-AAFB-84259E1B47B8}"/>
                </a:ext>
              </a:extLst>
            </p:cNvPr>
            <p:cNvGrpSpPr/>
            <p:nvPr/>
          </p:nvGrpSpPr>
          <p:grpSpPr>
            <a:xfrm>
              <a:off x="16382229" y="4047410"/>
              <a:ext cx="3300848" cy="2368630"/>
              <a:chOff x="6733855" y="1784984"/>
              <a:chExt cx="3797582" cy="2939416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C49BBE22-6A12-607A-3151-D3829FA22F37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“Julie”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31223234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&amp;beau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891676D7-2315-99E1-0E70-3D75AAB6CDD3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Node5: </a:t>
                </a:r>
                <a:r>
                  <a:rPr lang="en-ZA" dirty="0" err="1">
                    <a:latin typeface="LM Roman 12" panose="00000500000000000000" pitchFamily="50" charset="0"/>
                  </a:rPr>
                  <a:t>julie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73" name="Arrow: Right 72">
              <a:extLst>
                <a:ext uri="{FF2B5EF4-FFF2-40B4-BE49-F238E27FC236}">
                  <a16:creationId xmlns:a16="http://schemas.microsoft.com/office/drawing/2014/main" id="{819866B5-E463-8D72-6796-76818AD71B2F}"/>
                </a:ext>
              </a:extLst>
            </p:cNvPr>
            <p:cNvSpPr/>
            <p:nvPr/>
          </p:nvSpPr>
          <p:spPr>
            <a:xfrm>
              <a:off x="19442586" y="5461258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CF031E5-7DCB-6EB1-D042-E73205590A8C}"/>
              </a:ext>
            </a:extLst>
          </p:cNvPr>
          <p:cNvGrpSpPr/>
          <p:nvPr/>
        </p:nvGrpSpPr>
        <p:grpSpPr>
          <a:xfrm>
            <a:off x="3985212" y="4194541"/>
            <a:ext cx="4988011" cy="2368630"/>
            <a:chOff x="12358045" y="4047410"/>
            <a:chExt cx="4988011" cy="236863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1CBD0710-03A9-C40B-ED13-F148A374531C}"/>
                </a:ext>
              </a:extLst>
            </p:cNvPr>
            <p:cNvGrpSpPr/>
            <p:nvPr/>
          </p:nvGrpSpPr>
          <p:grpSpPr>
            <a:xfrm>
              <a:off x="12358045" y="4047410"/>
              <a:ext cx="3300848" cy="2368630"/>
              <a:chOff x="6733855" y="1784984"/>
              <a:chExt cx="3797582" cy="2939416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3AFD4A45-DA43-B58D-BE14-6965B60E2214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35215462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julie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4A5D6E0B-5902-D56C-0EBB-09EED80CBD84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Node4: may</a:t>
                </a:r>
              </a:p>
            </p:txBody>
          </p:sp>
        </p:grpSp>
        <p:sp>
          <p:nvSpPr>
            <p:cNvPr id="71" name="Arrow: Right 70">
              <a:extLst>
                <a:ext uri="{FF2B5EF4-FFF2-40B4-BE49-F238E27FC236}">
                  <a16:creationId xmlns:a16="http://schemas.microsoft.com/office/drawing/2014/main" id="{C9BDFEB4-C8A3-BA76-EC18-FE73688D37EF}"/>
                </a:ext>
              </a:extLst>
            </p:cNvPr>
            <p:cNvSpPr/>
            <p:nvPr/>
          </p:nvSpPr>
          <p:spPr>
            <a:xfrm>
              <a:off x="15418402" y="5465591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9BA9D718-937B-8732-4B52-90BC621DA347}"/>
              </a:ext>
            </a:extLst>
          </p:cNvPr>
          <p:cNvGrpSpPr/>
          <p:nvPr/>
        </p:nvGrpSpPr>
        <p:grpSpPr>
          <a:xfrm>
            <a:off x="25620" y="4194541"/>
            <a:ext cx="4923419" cy="2368630"/>
            <a:chOff x="8398453" y="4047410"/>
            <a:chExt cx="4923419" cy="236863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22ADE1C-5BF3-0667-68C3-55DEF9F36479}"/>
                </a:ext>
              </a:extLst>
            </p:cNvPr>
            <p:cNvGrpSpPr/>
            <p:nvPr/>
          </p:nvGrpSpPr>
          <p:grpSpPr>
            <a:xfrm>
              <a:off x="8398453" y="4047410"/>
              <a:ext cx="3300848" cy="2368630"/>
              <a:chOff x="6733855" y="1784984"/>
              <a:chExt cx="3797582" cy="2939416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E914AF66-F6A6-0C18-FF72-CE150CA6E64A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“Mary”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24569852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&amp;may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535E77AD-3937-21AF-EA80-B2829598A3C2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Node3: </a:t>
                </a:r>
                <a:r>
                  <a:rPr lang="en-ZA" dirty="0" err="1">
                    <a:latin typeface="LM Roman 12" panose="00000500000000000000" pitchFamily="50" charset="0"/>
                  </a:rPr>
                  <a:t>mary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69" name="Arrow: Right 68">
              <a:extLst>
                <a:ext uri="{FF2B5EF4-FFF2-40B4-BE49-F238E27FC236}">
                  <a16:creationId xmlns:a16="http://schemas.microsoft.com/office/drawing/2014/main" id="{90B1BF44-BEB7-DEE7-EA7E-D49BA49C50DF}"/>
                </a:ext>
              </a:extLst>
            </p:cNvPr>
            <p:cNvSpPr/>
            <p:nvPr/>
          </p:nvSpPr>
          <p:spPr>
            <a:xfrm>
              <a:off x="11394218" y="5453449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70D3F72-826F-B231-1F9E-07539E34228B}"/>
              </a:ext>
            </a:extLst>
          </p:cNvPr>
          <p:cNvGrpSpPr/>
          <p:nvPr/>
        </p:nvGrpSpPr>
        <p:grpSpPr>
          <a:xfrm>
            <a:off x="-4090728" y="4194541"/>
            <a:ext cx="5080175" cy="2368630"/>
            <a:chOff x="4282105" y="4047410"/>
            <a:chExt cx="5080175" cy="236863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3745778-7C11-2F7D-55AB-A15531A73325}"/>
                </a:ext>
              </a:extLst>
            </p:cNvPr>
            <p:cNvGrpSpPr/>
            <p:nvPr/>
          </p:nvGrpSpPr>
          <p:grpSpPr>
            <a:xfrm>
              <a:off x="4282105" y="4047410"/>
              <a:ext cx="3300848" cy="2368630"/>
              <a:chOff x="6733855" y="1784984"/>
              <a:chExt cx="3797582" cy="2939416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0503C382-7D78-DBCA-68B4-B2CC1D14BA63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“John”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302154656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mary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31E059A9-0DFF-6A23-9998-DB3349EA74BB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Node2: john</a:t>
                </a:r>
              </a:p>
            </p:txBody>
          </p:sp>
        </p:grpSp>
        <p:sp>
          <p:nvSpPr>
            <p:cNvPr id="67" name="Arrow: Right 66">
              <a:extLst>
                <a:ext uri="{FF2B5EF4-FFF2-40B4-BE49-F238E27FC236}">
                  <a16:creationId xmlns:a16="http://schemas.microsoft.com/office/drawing/2014/main" id="{E0A23917-B922-B5EE-C063-91B47AF19B8E}"/>
                </a:ext>
              </a:extLst>
            </p:cNvPr>
            <p:cNvSpPr/>
            <p:nvPr/>
          </p:nvSpPr>
          <p:spPr>
            <a:xfrm>
              <a:off x="7434626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B0617476-ABD0-A2FB-3DDB-B2C7D78D20E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A56A15FF-A8E7-1ABA-F6EF-2427AD98D44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C08701C-CA4E-48FD-4ABF-3B1FC4827B6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AF47BEEB-935F-CC46-6FCC-307CBB573DF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578BB486-FBC1-B0AC-9D73-DFD7756F690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4116EBD-243D-9CF0-DEB7-4E94339E1994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A10AD57-D96F-7105-2C63-A268A40DAB80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Recap: Linked lists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3E650B7-6E56-7578-3312-ECF81E85B6F3}"/>
              </a:ext>
            </a:extLst>
          </p:cNvPr>
          <p:cNvGrpSpPr/>
          <p:nvPr/>
        </p:nvGrpSpPr>
        <p:grpSpPr>
          <a:xfrm>
            <a:off x="-8050320" y="4194541"/>
            <a:ext cx="4949703" cy="2368630"/>
            <a:chOff x="322513" y="4047410"/>
            <a:chExt cx="4949703" cy="236863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5913D7E-D454-2285-34AE-36CF7B5993A1}"/>
                </a:ext>
              </a:extLst>
            </p:cNvPr>
            <p:cNvGrpSpPr/>
            <p:nvPr/>
          </p:nvGrpSpPr>
          <p:grpSpPr>
            <a:xfrm>
              <a:off x="322513" y="4047410"/>
              <a:ext cx="3300848" cy="2368630"/>
              <a:chOff x="6733855" y="1784984"/>
              <a:chExt cx="3797582" cy="293941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7073427A-D442-9A0F-D327-1103A785D88F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“Jane”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2953545424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&amp;john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22747C9-5501-2729-5782-91E55E86EF2B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Node1: jane</a:t>
                </a:r>
              </a:p>
            </p:txBody>
          </p:sp>
        </p:grpSp>
        <p:sp>
          <p:nvSpPr>
            <p:cNvPr id="65" name="Arrow: Right 64">
              <a:extLst>
                <a:ext uri="{FF2B5EF4-FFF2-40B4-BE49-F238E27FC236}">
                  <a16:creationId xmlns:a16="http://schemas.microsoft.com/office/drawing/2014/main" id="{3899DBBC-265F-C748-6CBF-2C9823FFA2C5}"/>
                </a:ext>
              </a:extLst>
            </p:cNvPr>
            <p:cNvSpPr/>
            <p:nvPr/>
          </p:nvSpPr>
          <p:spPr>
            <a:xfrm>
              <a:off x="3344562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2056BF7F-7CEA-27D0-D0CB-320965BD9A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0060" y="947263"/>
            <a:ext cx="6530906" cy="272057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BBDC4B1-6BE3-8099-3BCB-62CA218BA26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525" y="1325636"/>
            <a:ext cx="4328535" cy="823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27367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590CCA-195D-15C5-AFE7-61954CA5A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B64C235-5615-F5C5-E258-34983E908B3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A96DDE9C-13BB-32BC-664F-6E747E84B819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21387D0-2287-0BAD-E030-2264662E565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A5116DB8-6DBC-9AF2-B362-74C980B7FD17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13" name="Picture 12" descr="Stellenbosch_University_new_logo_slogan_for-web-02 | SMF News">
                <a:extLst>
                  <a:ext uri="{FF2B5EF4-FFF2-40B4-BE49-F238E27FC236}">
                    <a16:creationId xmlns:a16="http://schemas.microsoft.com/office/drawing/2014/main" id="{D384197B-A2E7-EDEB-5801-F26B5452660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60F77E37-B118-0590-5DAC-2499E0F6C0F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20038F80-8FFF-E817-D185-3A12956642DB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Chapter 12: Data structures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548ED562-7A89-0712-4D55-CE56F854E8F2}"/>
              </a:ext>
            </a:extLst>
          </p:cNvPr>
          <p:cNvSpPr/>
          <p:nvPr/>
        </p:nvSpPr>
        <p:spPr>
          <a:xfrm>
            <a:off x="3965424" y="2613178"/>
            <a:ext cx="2514655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Linear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10D0FB5-5AE5-AA69-54B3-C18527CB2325}"/>
              </a:ext>
            </a:extLst>
          </p:cNvPr>
          <p:cNvSpPr/>
          <p:nvPr/>
        </p:nvSpPr>
        <p:spPr>
          <a:xfrm>
            <a:off x="8812618" y="2613178"/>
            <a:ext cx="2514655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Non-linear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6F4750F-7141-EE39-43CF-664B337EB01C}"/>
              </a:ext>
            </a:extLst>
          </p:cNvPr>
          <p:cNvSpPr/>
          <p:nvPr/>
        </p:nvSpPr>
        <p:spPr>
          <a:xfrm>
            <a:off x="6385936" y="1107756"/>
            <a:ext cx="2514655" cy="438667"/>
          </a:xfrm>
          <a:prstGeom prst="rect">
            <a:avLst/>
          </a:prstGeom>
          <a:solidFill>
            <a:schemeClr val="accent5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Data structures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4E9EB143-5CAD-621F-003D-8196B9632239}"/>
              </a:ext>
            </a:extLst>
          </p:cNvPr>
          <p:cNvSpPr/>
          <p:nvPr/>
        </p:nvSpPr>
        <p:spPr>
          <a:xfrm>
            <a:off x="870740" y="3479953"/>
            <a:ext cx="2514655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static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C25246B1-592D-4C0F-7937-682930E2861F}"/>
              </a:ext>
            </a:extLst>
          </p:cNvPr>
          <p:cNvSpPr/>
          <p:nvPr/>
        </p:nvSpPr>
        <p:spPr>
          <a:xfrm>
            <a:off x="3964213" y="3479952"/>
            <a:ext cx="2514655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dynamic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0D6E3145-5AD9-151C-F969-4BEFE7DA5AD4}"/>
              </a:ext>
            </a:extLst>
          </p:cNvPr>
          <p:cNvSpPr/>
          <p:nvPr/>
        </p:nvSpPr>
        <p:spPr>
          <a:xfrm>
            <a:off x="1375181" y="4661753"/>
            <a:ext cx="1505771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array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B047D8-E782-E4C2-A828-5B885A1D304B}"/>
              </a:ext>
            </a:extLst>
          </p:cNvPr>
          <p:cNvSpPr/>
          <p:nvPr/>
        </p:nvSpPr>
        <p:spPr>
          <a:xfrm>
            <a:off x="3128426" y="4689264"/>
            <a:ext cx="1505771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Linked list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94B60CD-A2B7-7977-E9E8-F2ED31C04B42}"/>
              </a:ext>
            </a:extLst>
          </p:cNvPr>
          <p:cNvSpPr/>
          <p:nvPr/>
        </p:nvSpPr>
        <p:spPr>
          <a:xfrm>
            <a:off x="4897790" y="4689264"/>
            <a:ext cx="1505771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Stack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1A3FF482-B1E9-2E39-8520-0DD796F57011}"/>
              </a:ext>
            </a:extLst>
          </p:cNvPr>
          <p:cNvSpPr/>
          <p:nvPr/>
        </p:nvSpPr>
        <p:spPr>
          <a:xfrm>
            <a:off x="6645221" y="4689263"/>
            <a:ext cx="1505771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Queue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FBD31B7-AA5C-38FB-0029-EFBF74132565}"/>
              </a:ext>
            </a:extLst>
          </p:cNvPr>
          <p:cNvSpPr/>
          <p:nvPr/>
        </p:nvSpPr>
        <p:spPr>
          <a:xfrm>
            <a:off x="8414585" y="4689263"/>
            <a:ext cx="1505771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Tree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8E21D746-7943-12B2-846D-1CA3236D4476}"/>
              </a:ext>
            </a:extLst>
          </p:cNvPr>
          <p:cNvSpPr/>
          <p:nvPr/>
        </p:nvSpPr>
        <p:spPr>
          <a:xfrm>
            <a:off x="10069946" y="4689263"/>
            <a:ext cx="1505771" cy="438667"/>
          </a:xfrm>
          <a:prstGeom prst="rect">
            <a:avLst/>
          </a:prstGeom>
          <a:solidFill>
            <a:srgbClr val="0070C0"/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ZA">
                <a:latin typeface="LM Roman 12" panose="00000500000000000000" pitchFamily="50" charset="0"/>
              </a:rPr>
              <a:t>Graph</a:t>
            </a:r>
          </a:p>
        </p:txBody>
      </p: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E9AA946B-B2E6-EF9B-6178-5C67D4426AD3}"/>
              </a:ext>
            </a:extLst>
          </p:cNvPr>
          <p:cNvCxnSpPr>
            <a:stCxn id="17" idx="2"/>
            <a:endCxn id="32" idx="0"/>
          </p:cNvCxnSpPr>
          <p:nvPr/>
        </p:nvCxnSpPr>
        <p:spPr>
          <a:xfrm flipH="1">
            <a:off x="5221541" y="3051845"/>
            <a:ext cx="1211" cy="428107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: Elbow 81">
            <a:extLst>
              <a:ext uri="{FF2B5EF4-FFF2-40B4-BE49-F238E27FC236}">
                <a16:creationId xmlns:a16="http://schemas.microsoft.com/office/drawing/2014/main" id="{8B1CC129-9500-FCC3-9496-17111F3A810A}"/>
              </a:ext>
            </a:extLst>
          </p:cNvPr>
          <p:cNvCxnSpPr>
            <a:stCxn id="17" idx="2"/>
            <a:endCxn id="29" idx="0"/>
          </p:cNvCxnSpPr>
          <p:nvPr/>
        </p:nvCxnSpPr>
        <p:spPr>
          <a:xfrm rot="5400000">
            <a:off x="3461356" y="1718557"/>
            <a:ext cx="428108" cy="3094684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>
            <a:extLst>
              <a:ext uri="{FF2B5EF4-FFF2-40B4-BE49-F238E27FC236}">
                <a16:creationId xmlns:a16="http://schemas.microsoft.com/office/drawing/2014/main" id="{A8B9A6AF-D69C-3AB8-3E4A-66FBAB506E68}"/>
              </a:ext>
            </a:extLst>
          </p:cNvPr>
          <p:cNvCxnSpPr>
            <a:stCxn id="29" idx="2"/>
            <a:endCxn id="35" idx="0"/>
          </p:cNvCxnSpPr>
          <p:nvPr/>
        </p:nvCxnSpPr>
        <p:spPr>
          <a:xfrm flipH="1">
            <a:off x="2128067" y="3918620"/>
            <a:ext cx="1" cy="7431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: Elbow 85">
            <a:extLst>
              <a:ext uri="{FF2B5EF4-FFF2-40B4-BE49-F238E27FC236}">
                <a16:creationId xmlns:a16="http://schemas.microsoft.com/office/drawing/2014/main" id="{BF18FD3D-D46B-BE86-74D5-C98CC9E362AF}"/>
              </a:ext>
            </a:extLst>
          </p:cNvPr>
          <p:cNvCxnSpPr>
            <a:stCxn id="32" idx="2"/>
            <a:endCxn id="47" idx="0"/>
          </p:cNvCxnSpPr>
          <p:nvPr/>
        </p:nvCxnSpPr>
        <p:spPr>
          <a:xfrm rot="5400000">
            <a:off x="4166105" y="3633827"/>
            <a:ext cx="770645" cy="134022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3FDA1828-28F9-0181-001B-D0206FD9C396}"/>
              </a:ext>
            </a:extLst>
          </p:cNvPr>
          <p:cNvCxnSpPr>
            <a:cxnSpLocks/>
            <a:stCxn id="32" idx="2"/>
            <a:endCxn id="49" idx="0"/>
          </p:cNvCxnSpPr>
          <p:nvPr/>
        </p:nvCxnSpPr>
        <p:spPr>
          <a:xfrm rot="16200000" flipH="1">
            <a:off x="5050786" y="4089373"/>
            <a:ext cx="770645" cy="42913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: Elbow 89">
            <a:extLst>
              <a:ext uri="{FF2B5EF4-FFF2-40B4-BE49-F238E27FC236}">
                <a16:creationId xmlns:a16="http://schemas.microsoft.com/office/drawing/2014/main" id="{6D202CE5-E732-1A52-567E-244F4518F4D1}"/>
              </a:ext>
            </a:extLst>
          </p:cNvPr>
          <p:cNvCxnSpPr>
            <a:stCxn id="32" idx="2"/>
            <a:endCxn id="51" idx="0"/>
          </p:cNvCxnSpPr>
          <p:nvPr/>
        </p:nvCxnSpPr>
        <p:spPr>
          <a:xfrm rot="16200000" flipH="1">
            <a:off x="5924502" y="3215658"/>
            <a:ext cx="770644" cy="217656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B7B62A0D-3DA4-BA4D-9CCC-5485FC85CFBA}"/>
              </a:ext>
            </a:extLst>
          </p:cNvPr>
          <p:cNvCxnSpPr>
            <a:stCxn id="19" idx="2"/>
            <a:endCxn id="55" idx="0"/>
          </p:cNvCxnSpPr>
          <p:nvPr/>
        </p:nvCxnSpPr>
        <p:spPr>
          <a:xfrm rot="5400000">
            <a:off x="8800000" y="3419317"/>
            <a:ext cx="1637418" cy="90247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: Elbow 93">
            <a:extLst>
              <a:ext uri="{FF2B5EF4-FFF2-40B4-BE49-F238E27FC236}">
                <a16:creationId xmlns:a16="http://schemas.microsoft.com/office/drawing/2014/main" id="{535035F3-2015-B482-8187-B90C5E0934AA}"/>
              </a:ext>
            </a:extLst>
          </p:cNvPr>
          <p:cNvCxnSpPr>
            <a:stCxn id="19" idx="2"/>
            <a:endCxn id="59" idx="0"/>
          </p:cNvCxnSpPr>
          <p:nvPr/>
        </p:nvCxnSpPr>
        <p:spPr>
          <a:xfrm rot="16200000" flipH="1">
            <a:off x="9627680" y="3494111"/>
            <a:ext cx="1637418" cy="752886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: Elbow 97">
            <a:extLst>
              <a:ext uri="{FF2B5EF4-FFF2-40B4-BE49-F238E27FC236}">
                <a16:creationId xmlns:a16="http://schemas.microsoft.com/office/drawing/2014/main" id="{16FC6451-4CDA-9A97-68AB-686A96421552}"/>
              </a:ext>
            </a:extLst>
          </p:cNvPr>
          <p:cNvCxnSpPr>
            <a:stCxn id="22" idx="2"/>
            <a:endCxn id="17" idx="0"/>
          </p:cNvCxnSpPr>
          <p:nvPr/>
        </p:nvCxnSpPr>
        <p:spPr>
          <a:xfrm rot="5400000">
            <a:off x="5899631" y="869544"/>
            <a:ext cx="1066755" cy="242051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: Elbow 99">
            <a:extLst>
              <a:ext uri="{FF2B5EF4-FFF2-40B4-BE49-F238E27FC236}">
                <a16:creationId xmlns:a16="http://schemas.microsoft.com/office/drawing/2014/main" id="{E61C26C6-EB82-1B76-7C23-BA71DC5A78C7}"/>
              </a:ext>
            </a:extLst>
          </p:cNvPr>
          <p:cNvCxnSpPr>
            <a:stCxn id="22" idx="2"/>
            <a:endCxn id="19" idx="0"/>
          </p:cNvCxnSpPr>
          <p:nvPr/>
        </p:nvCxnSpPr>
        <p:spPr>
          <a:xfrm rot="16200000" flipH="1">
            <a:off x="8323228" y="866459"/>
            <a:ext cx="1066755" cy="242668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41589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36F2A-A110-67B3-3006-BCD1E15F3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B2EF20D7-1D3E-C870-1F8A-A46FA66CC75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880BE5A-E418-7DD5-0B8A-F15BB17408E4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C8FDD4FB-567B-7C50-F0C3-DDD77A26864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05E2E5B-46E9-5D1B-89D1-15FA529A7CE7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13" name="Picture 12" descr="Stellenbosch_University_new_logo_slogan_for-web-02 | SMF News">
                <a:extLst>
                  <a:ext uri="{FF2B5EF4-FFF2-40B4-BE49-F238E27FC236}">
                    <a16:creationId xmlns:a16="http://schemas.microsoft.com/office/drawing/2014/main" id="{144BF35A-1381-CDE4-0947-28DFB7F70A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1ACE136-E908-E5AD-A041-14E109EEC660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0B6F267-4AA7-A36D-D74B-9E46B2576FAE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Stack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25BCD85F-5072-2BF1-C515-6173858EE5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2397" y="1045905"/>
            <a:ext cx="10237966" cy="230689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B376D8E-0980-5AE3-BDD3-3634B82A961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92397" y="4003249"/>
            <a:ext cx="10311345" cy="154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04117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4BEB7-0DFC-4F72-FB32-BF24C627B1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A0C08B0E-C22D-76F0-4188-ABBD0938610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DA27E56-56D1-A44D-CBD1-7C2979311AAF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A73629AF-25D3-B231-9E5E-121C72F5B49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CA9AA6-F20F-1CA8-9E2B-ACED51BF9D76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13" name="Picture 12" descr="Stellenbosch_University_new_logo_slogan_for-web-02 | SMF News">
                <a:extLst>
                  <a:ext uri="{FF2B5EF4-FFF2-40B4-BE49-F238E27FC236}">
                    <a16:creationId xmlns:a16="http://schemas.microsoft.com/office/drawing/2014/main" id="{FE2964E6-0925-8C76-5DBF-E31567B100D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566EFB4-35F2-E317-1F48-88F1BE89B83C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85F5AF9-29F7-3101-DA6E-C1EED971186C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Stack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2555055D-5430-BE91-0CEB-1F7AF064DA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4923" y="1129308"/>
            <a:ext cx="10141212" cy="221138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E4C18E5-A643-53EF-EA1C-D7FD2957753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23583" y="4616076"/>
            <a:ext cx="5349704" cy="11126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997810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3AF02F-9FF6-8EB7-D170-759468EBBD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DE1AF534-19FF-98B0-D25C-D5D664F3D887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20672BAA-5376-6988-8661-A621D9EAFC08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4E5FC295-AF30-1B3C-7598-B24648FDC5DC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477D905-F4FA-D7B8-93E2-AF6284BB1F3A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13" name="Picture 12" descr="Stellenbosch_University_new_logo_slogan_for-web-02 | SMF News">
                <a:extLst>
                  <a:ext uri="{FF2B5EF4-FFF2-40B4-BE49-F238E27FC236}">
                    <a16:creationId xmlns:a16="http://schemas.microsoft.com/office/drawing/2014/main" id="{F2ADF6CE-A6A2-8629-B48E-22F62BCDE6F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38945BE3-EF25-9236-F133-F436CEFA3A3D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8D28871-E294-3FCB-A753-B2A302F144E0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Stack: PUSH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835DA5F9-EB7A-7E3C-6D1A-7076832E08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11307" y="3837559"/>
            <a:ext cx="8809483" cy="21718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26A5BAB-EA10-2CF4-6EE1-27B310EE34A8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41395" y="4137611"/>
            <a:ext cx="8949306" cy="205749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28CA5263-445F-2177-366B-DC6E4A28DE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34169" y="4187101"/>
            <a:ext cx="8786621" cy="195851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362514D4-B939-0E61-B02E-1635F4E5747B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873597" y="4228095"/>
            <a:ext cx="8817104" cy="1806097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FA9BF99C-7DB9-3180-E436-288694D35CF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5373" y="1528184"/>
            <a:ext cx="5921253" cy="1120237"/>
          </a:xfrm>
          <a:prstGeom prst="rect">
            <a:avLst/>
          </a:prstGeom>
        </p:spPr>
      </p:pic>
      <mc:AlternateContent xmlns:mc="http://schemas.openxmlformats.org/markup-compatibility/2006">
        <mc:Choice xmlns:pslz="http://schemas.microsoft.com/office/powerpoint/2016/slidezoom" Requires="pslz">
          <p:graphicFrame>
            <p:nvGraphicFramePr>
              <p:cNvPr id="21" name="Slide Zoom 20">
                <a:extLst>
                  <a:ext uri="{FF2B5EF4-FFF2-40B4-BE49-F238E27FC236}">
                    <a16:creationId xmlns:a16="http://schemas.microsoft.com/office/drawing/2014/main" id="{3E087BD0-F3AF-DE88-CC7B-9FBF47A058C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556992178"/>
                  </p:ext>
                </p:extLst>
              </p:nvPr>
            </p:nvGraphicFramePr>
            <p:xfrm>
              <a:off x="10336505" y="5814284"/>
              <a:ext cx="1855495" cy="1043716"/>
            </p:xfrm>
            <a:graphic>
              <a:graphicData uri="http://schemas.microsoft.com/office/powerpoint/2016/slidezoom">
                <pslz:sldZm>
                  <pslz:sldZmObj sldId="675" cId="3603255609">
                    <pslz:zmPr id="{C1C57CA2-4381-4A30-A8EA-7F9479B376FD}" returnToParent="0" transitionDur="1000" showBg="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855495" cy="1043716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>
          <p:pic>
            <p:nvPicPr>
              <p:cNvPr id="21" name="Slide Zoom 20">
                <a:extLst>
                  <a:ext uri="{FF2B5EF4-FFF2-40B4-BE49-F238E27FC236}">
                    <a16:creationId xmlns:a16="http://schemas.microsoft.com/office/drawing/2014/main" id="{3E087BD0-F3AF-DE88-CC7B-9FBF47A058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336505" y="5814284"/>
                <a:ext cx="1855495" cy="1043716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52443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EE06F303-33E5-5D85-4B52-905CC6E533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3542" y="182597"/>
            <a:ext cx="7369179" cy="649280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FB83AAC-FA6C-49C8-28A3-7669994228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05" y="2400209"/>
            <a:ext cx="4686706" cy="2057578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DFA141E0-D29F-24A6-21D2-034713727767}"/>
              </a:ext>
            </a:extLst>
          </p:cNvPr>
          <p:cNvSpPr/>
          <p:nvPr/>
        </p:nvSpPr>
        <p:spPr>
          <a:xfrm>
            <a:off x="4552121" y="0"/>
            <a:ext cx="7742583" cy="685800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6032556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DC71DE-6E5F-D0B8-E93D-DF24AD704B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0363746C-EFF1-780B-D8FD-E1A6D5EFE06C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42952540-B5F1-5648-D0EB-9AE750AE6341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5267372B-B0F9-A82C-A4AE-6C124EDEE30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C8166B52-AFF6-57F0-2E2B-F66148DEB27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13" name="Picture 12" descr="Stellenbosch_University_new_logo_slogan_for-web-02 | SMF News">
                <a:extLst>
                  <a:ext uri="{FF2B5EF4-FFF2-40B4-BE49-F238E27FC236}">
                    <a16:creationId xmlns:a16="http://schemas.microsoft.com/office/drawing/2014/main" id="{E1D84576-E295-C5EE-07F3-1472ED63743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8621093-6AEA-E5D0-49EB-61C72F4560C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A641C61-93E8-3EEB-9AAA-252717A9B479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Stack: POP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4530248E-69E8-7541-E704-23038C03D4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13132" y="1129308"/>
            <a:ext cx="4290432" cy="119644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D2B5FD2-DED0-2184-2482-76D399629CC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54171" y="3552994"/>
            <a:ext cx="8283658" cy="1958510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93DACF0-0694-5461-8834-3D2585E66A1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39381" y="3514891"/>
            <a:ext cx="8237934" cy="1996613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2B694D1F-7CFF-8588-67C9-BAC8080AFE29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27122" y="3533942"/>
            <a:ext cx="8016935" cy="195851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C8411A13-C21C-BBD8-2C46-26A6BC08D6B7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896536" y="3514890"/>
            <a:ext cx="8123624" cy="1958510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D9CB881-164F-9FF3-AED9-618D4D5C178A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946070" y="3533942"/>
            <a:ext cx="8024555" cy="2103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658614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350601-6785-11EE-BC76-7D406DD73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1BF10BBD-EDFC-63AD-0AB9-E9F6228AFDE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C981A848-3443-4B10-B972-A1B9BA309277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DB63C15-998F-4B0C-1360-FA9839EBD3A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0CF14CB-328A-2FF4-134D-B68A61A67D53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13" name="Picture 12" descr="Stellenbosch_University_new_logo_slogan_for-web-02 | SMF News">
                <a:extLst>
                  <a:ext uri="{FF2B5EF4-FFF2-40B4-BE49-F238E27FC236}">
                    <a16:creationId xmlns:a16="http://schemas.microsoft.com/office/drawing/2014/main" id="{CE4C4E80-201D-E80D-76AE-A1A0A3C5961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19B58AE-69BF-DC40-AF88-7DD10F30F32C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F23B6B19-B71B-C641-4745-6B4147BFCD2A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Queue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AB1E678E-CCCD-9B5B-4764-BABF8CFA49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2484" y="1099066"/>
            <a:ext cx="9812725" cy="2431624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3A7B3E4-5CFF-E398-BBF9-3C5C49B4BAF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2484" y="4640826"/>
            <a:ext cx="9988968" cy="1805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918539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73BA7-864B-DAB8-6E6C-B6D3CBAF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1470BAC-B17C-20B2-6992-0E9193157636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FF98D3CB-EF06-2F46-7BD1-37ABE941CFEF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6EF74DA-FDD5-48F2-EA4C-F5DE09E6D02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820C8CFE-439D-C8A6-04E9-DBC5A9A6BA9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13" name="Picture 12" descr="Stellenbosch_University_new_logo_slogan_for-web-02 | SMF News">
                <a:extLst>
                  <a:ext uri="{FF2B5EF4-FFF2-40B4-BE49-F238E27FC236}">
                    <a16:creationId xmlns:a16="http://schemas.microsoft.com/office/drawing/2014/main" id="{3F7E6631-C7A1-BC26-BECB-7B96D13AA24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62DA4BB-206A-234F-596D-671A5C91944A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19D37527-56D4-9E73-C010-34B9DFD3DDE3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Queue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C7F44171-B5CA-0C4C-C0AE-4051CE3CFC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8125" y="1460549"/>
            <a:ext cx="11035848" cy="230279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5D56EC9-FD5A-9CA5-97BF-EF4DCD3E26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32913" y="4360974"/>
            <a:ext cx="5349704" cy="19127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818599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C8D2F-7604-5E3F-65B4-D5D22E177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901AF3EE-7C38-14F1-70BB-9A644026C6E9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DC48B738-9375-DE6C-DD5E-C87D240EB6FF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D2572FE3-AA03-E113-FD40-C19D0C3E872F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EF5B457-8D56-ECFA-094F-16F3FBD85051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13" name="Picture 12" descr="Stellenbosch_University_new_logo_slogan_for-web-02 | SMF News">
                <a:extLst>
                  <a:ext uri="{FF2B5EF4-FFF2-40B4-BE49-F238E27FC236}">
                    <a16:creationId xmlns:a16="http://schemas.microsoft.com/office/drawing/2014/main" id="{B491A73B-DFA1-5E47-F22A-E58FAA3CCAF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C5B880-F7E4-6E2F-B48E-15E95B8C7CF6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EE1410FB-76B7-976C-EE56-79BB656CCC19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Queue: ENQUEUE</a:t>
              </a:r>
            </a:p>
          </p:txBody>
        </p:sp>
      </p:grpSp>
      <p:pic>
        <p:nvPicPr>
          <p:cNvPr id="6" name="Picture 5">
            <a:extLst>
              <a:ext uri="{FF2B5EF4-FFF2-40B4-BE49-F238E27FC236}">
                <a16:creationId xmlns:a16="http://schemas.microsoft.com/office/drawing/2014/main" id="{D5EA82DC-561D-F870-058C-150F82BC8C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72291" y="3429000"/>
            <a:ext cx="8047417" cy="229381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E651CA-F690-D89D-9CD3-C4F3DBA95B61}"/>
              </a:ext>
            </a:extLst>
          </p:cNvPr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108519" y="3429000"/>
            <a:ext cx="8131245" cy="233954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9DE6E6F-9F46-02EB-BFC4-3144BB7F9365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108519" y="3429000"/>
            <a:ext cx="8016935" cy="230143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0DE62ADC-B83C-9B55-F2EB-3552E4147813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078036" y="3408303"/>
            <a:ext cx="8077900" cy="2339543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7BD5EB2F-F329-A9F2-8882-304CEA685B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30630" y="1474110"/>
            <a:ext cx="5730737" cy="1409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059302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388CE1-4F23-9C60-7DDB-3F3E290B6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">
            <a:extLst>
              <a:ext uri="{FF2B5EF4-FFF2-40B4-BE49-F238E27FC236}">
                <a16:creationId xmlns:a16="http://schemas.microsoft.com/office/drawing/2014/main" id="{38485015-8BE9-14DE-3436-5FDAD179E0E2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522B3C77-B460-79D1-6E5B-B7236464D00B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7349400-5E6B-E05F-29B1-39EA63C6F95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97F08E1-6895-A32B-92CB-298BA9B19A8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13" name="Picture 12" descr="Stellenbosch_University_new_logo_slogan_for-web-02 | SMF News">
                <a:extLst>
                  <a:ext uri="{FF2B5EF4-FFF2-40B4-BE49-F238E27FC236}">
                    <a16:creationId xmlns:a16="http://schemas.microsoft.com/office/drawing/2014/main" id="{7488A367-C49A-EDDD-2199-352DEB6ADA7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71720CA8-A7E6-CEEE-11F6-5D29D2AD965E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962EAE92-81EA-0CE1-9521-DF8CF0A34327}"/>
                </a:ext>
              </a:extLst>
            </p:cNvPr>
            <p:cNvSpPr/>
            <p:nvPr/>
          </p:nvSpPr>
          <p:spPr>
            <a:xfrm>
              <a:off x="3708455" y="584240"/>
              <a:ext cx="3538728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Queue: </a:t>
              </a:r>
              <a:r>
                <a:rPr lang="en-ZA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DE</a:t>
              </a:r>
              <a:r>
                <a:rPr kumimoji="0" lang="en-ZA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QUEUE</a:t>
              </a:r>
            </a:p>
          </p:txBody>
        </p:sp>
      </p:grpSp>
      <p:pic>
        <p:nvPicPr>
          <p:cNvPr id="8" name="Picture 7">
            <a:extLst>
              <a:ext uri="{FF2B5EF4-FFF2-40B4-BE49-F238E27FC236}">
                <a16:creationId xmlns:a16="http://schemas.microsoft.com/office/drawing/2014/main" id="{04E2E273-1461-179E-0FAF-4991446F803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6872" y="1129308"/>
            <a:ext cx="5258256" cy="1310754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E595973F-0D2D-B5FB-AB65-32A7758343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8913" y="3566305"/>
            <a:ext cx="8474174" cy="2301439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E7D7450A-977A-CFF0-D46A-83A4F1EB652F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58913" y="3566305"/>
            <a:ext cx="8428450" cy="236240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BA36376-2F7F-B936-E9B9-C4AA6D65152F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1904637" y="3604408"/>
            <a:ext cx="8466554" cy="2263336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9492E65-584D-13D6-C1FC-415A2BD98E04}"/>
              </a:ext>
            </a:extLst>
          </p:cNvPr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931309" y="3604408"/>
            <a:ext cx="8329382" cy="2331922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108489A8-ED56-9D77-738B-7882C244FD22}"/>
              </a:ext>
            </a:extLst>
          </p:cNvPr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877964" y="3604408"/>
            <a:ext cx="8436071" cy="2347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75200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8A6BA9-0691-802F-2859-B2D19EBD50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BB3F44B8-D864-A3D9-4C35-A5AD39707F8F}"/>
              </a:ext>
            </a:extLst>
          </p:cNvPr>
          <p:cNvGrpSpPr/>
          <p:nvPr/>
        </p:nvGrpSpPr>
        <p:grpSpPr>
          <a:xfrm>
            <a:off x="20406413" y="4047410"/>
            <a:ext cx="3300848" cy="2368630"/>
            <a:chOff x="6733855" y="1784984"/>
            <a:chExt cx="3797582" cy="2939416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60352835-9234-0C51-B47E-C72C154E7A14}"/>
                </a:ext>
              </a:extLst>
            </p:cNvPr>
            <p:cNvSpPr/>
            <p:nvPr/>
          </p:nvSpPr>
          <p:spPr>
            <a:xfrm>
              <a:off x="6733855" y="1784984"/>
              <a:ext cx="3797582" cy="293941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Name = “Jane”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ID = 295641232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</a:t>
              </a:r>
              <a:r>
                <a:rPr lang="en-US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nextPtr</a:t>
              </a:r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 = NULL</a:t>
              </a:r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7D2B377-8653-3A7A-3B32-E82E95482D89}"/>
                </a:ext>
              </a:extLst>
            </p:cNvPr>
            <p:cNvSpPr/>
            <p:nvPr/>
          </p:nvSpPr>
          <p:spPr>
            <a:xfrm>
              <a:off x="6733855" y="1935837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Node6: beau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F6AFAD3C-FF4A-85B8-83CA-9904D110751D}"/>
              </a:ext>
            </a:extLst>
          </p:cNvPr>
          <p:cNvGrpSpPr/>
          <p:nvPr/>
        </p:nvGrpSpPr>
        <p:grpSpPr>
          <a:xfrm>
            <a:off x="16382229" y="4047410"/>
            <a:ext cx="4988011" cy="2368630"/>
            <a:chOff x="16382229" y="4047410"/>
            <a:chExt cx="4988011" cy="236863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82017628-CDA0-D65B-9AB5-05530142BA7C}"/>
                </a:ext>
              </a:extLst>
            </p:cNvPr>
            <p:cNvGrpSpPr/>
            <p:nvPr/>
          </p:nvGrpSpPr>
          <p:grpSpPr>
            <a:xfrm>
              <a:off x="16382229" y="4047410"/>
              <a:ext cx="3300848" cy="2368630"/>
              <a:chOff x="6733855" y="1784984"/>
              <a:chExt cx="3797582" cy="2939416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91932B83-4265-7F75-0B6F-366CAD6D0580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“Julie”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31223234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&amp;beau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71CF191E-A630-DD3C-671C-32F2F98ED1DF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Node5: </a:t>
                </a:r>
                <a:r>
                  <a:rPr lang="en-ZA" dirty="0" err="1">
                    <a:latin typeface="LM Roman 12" panose="00000500000000000000" pitchFamily="50" charset="0"/>
                  </a:rPr>
                  <a:t>julie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73" name="Arrow: Right 72">
              <a:extLst>
                <a:ext uri="{FF2B5EF4-FFF2-40B4-BE49-F238E27FC236}">
                  <a16:creationId xmlns:a16="http://schemas.microsoft.com/office/drawing/2014/main" id="{3CE22EE4-1FC6-D305-9EEE-EEAA22CA4107}"/>
                </a:ext>
              </a:extLst>
            </p:cNvPr>
            <p:cNvSpPr/>
            <p:nvPr/>
          </p:nvSpPr>
          <p:spPr>
            <a:xfrm>
              <a:off x="19442586" y="5461258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E2BFF045-184E-97E4-DAF1-615E62DAD885}"/>
              </a:ext>
            </a:extLst>
          </p:cNvPr>
          <p:cNvGrpSpPr/>
          <p:nvPr/>
        </p:nvGrpSpPr>
        <p:grpSpPr>
          <a:xfrm>
            <a:off x="12358045" y="4047410"/>
            <a:ext cx="4988011" cy="2368630"/>
            <a:chOff x="12358045" y="4047410"/>
            <a:chExt cx="4988011" cy="236863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4D64E07F-ACC0-6BFD-FD7A-17354BB65D07}"/>
                </a:ext>
              </a:extLst>
            </p:cNvPr>
            <p:cNvGrpSpPr/>
            <p:nvPr/>
          </p:nvGrpSpPr>
          <p:grpSpPr>
            <a:xfrm>
              <a:off x="12358045" y="4047410"/>
              <a:ext cx="3300848" cy="2368630"/>
              <a:chOff x="6733855" y="1784984"/>
              <a:chExt cx="3797582" cy="2939416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B365227F-A3BA-157B-74B7-A2FCADDE99A5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35215462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julie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D9BAB0E7-2538-5DC3-0292-BFF82DB174C0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Node4: may</a:t>
                </a:r>
              </a:p>
            </p:txBody>
          </p:sp>
        </p:grpSp>
        <p:sp>
          <p:nvSpPr>
            <p:cNvPr id="71" name="Arrow: Right 70">
              <a:extLst>
                <a:ext uri="{FF2B5EF4-FFF2-40B4-BE49-F238E27FC236}">
                  <a16:creationId xmlns:a16="http://schemas.microsoft.com/office/drawing/2014/main" id="{B18DE10E-10F4-7C61-61D8-353AD83EC9F8}"/>
                </a:ext>
              </a:extLst>
            </p:cNvPr>
            <p:cNvSpPr/>
            <p:nvPr/>
          </p:nvSpPr>
          <p:spPr>
            <a:xfrm>
              <a:off x="15418402" y="5465591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3502B3F9-A1CA-2204-525D-A4CCB27DD37B}"/>
              </a:ext>
            </a:extLst>
          </p:cNvPr>
          <p:cNvGrpSpPr/>
          <p:nvPr/>
        </p:nvGrpSpPr>
        <p:grpSpPr>
          <a:xfrm>
            <a:off x="8398453" y="4047410"/>
            <a:ext cx="4923419" cy="2368630"/>
            <a:chOff x="8398453" y="4047410"/>
            <a:chExt cx="4923419" cy="236863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B319E000-1C5C-DBD3-287B-D5CF258A09D7}"/>
                </a:ext>
              </a:extLst>
            </p:cNvPr>
            <p:cNvGrpSpPr/>
            <p:nvPr/>
          </p:nvGrpSpPr>
          <p:grpSpPr>
            <a:xfrm>
              <a:off x="8398453" y="4047410"/>
              <a:ext cx="3300848" cy="2368630"/>
              <a:chOff x="6733855" y="1784984"/>
              <a:chExt cx="3797582" cy="2939416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4488FD7F-9712-66E4-02D3-241F185B5925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“Mary”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24569852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&amp;may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C018F678-A921-CF81-F225-2937427A2720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Node3: </a:t>
                </a:r>
                <a:r>
                  <a:rPr lang="en-ZA" dirty="0" err="1">
                    <a:latin typeface="LM Roman 12" panose="00000500000000000000" pitchFamily="50" charset="0"/>
                  </a:rPr>
                  <a:t>mary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69" name="Arrow: Right 68">
              <a:extLst>
                <a:ext uri="{FF2B5EF4-FFF2-40B4-BE49-F238E27FC236}">
                  <a16:creationId xmlns:a16="http://schemas.microsoft.com/office/drawing/2014/main" id="{D6F1502A-ED66-6E6E-0F08-C5417F8A276B}"/>
                </a:ext>
              </a:extLst>
            </p:cNvPr>
            <p:cNvSpPr/>
            <p:nvPr/>
          </p:nvSpPr>
          <p:spPr>
            <a:xfrm>
              <a:off x="11394218" y="5453449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E2E77085-3204-7037-D622-9E43B5057E06}"/>
              </a:ext>
            </a:extLst>
          </p:cNvPr>
          <p:cNvGrpSpPr/>
          <p:nvPr/>
        </p:nvGrpSpPr>
        <p:grpSpPr>
          <a:xfrm>
            <a:off x="4282105" y="4047410"/>
            <a:ext cx="5080175" cy="2368630"/>
            <a:chOff x="4282105" y="4047410"/>
            <a:chExt cx="5080175" cy="236863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FC7A5548-97EB-F1F6-F884-DDC34D365910}"/>
                </a:ext>
              </a:extLst>
            </p:cNvPr>
            <p:cNvGrpSpPr/>
            <p:nvPr/>
          </p:nvGrpSpPr>
          <p:grpSpPr>
            <a:xfrm>
              <a:off x="4282105" y="4047410"/>
              <a:ext cx="3300848" cy="2368630"/>
              <a:chOff x="6733855" y="1784984"/>
              <a:chExt cx="3797582" cy="2939416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C2F6C338-6378-431E-E0C9-A690E462DB31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“John”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302154656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mary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C1594123-19C6-E5C4-9634-499E4FBD44A5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Node2: john</a:t>
                </a:r>
              </a:p>
            </p:txBody>
          </p:sp>
        </p:grpSp>
        <p:sp>
          <p:nvSpPr>
            <p:cNvPr id="67" name="Arrow: Right 66">
              <a:extLst>
                <a:ext uri="{FF2B5EF4-FFF2-40B4-BE49-F238E27FC236}">
                  <a16:creationId xmlns:a16="http://schemas.microsoft.com/office/drawing/2014/main" id="{4F9713D3-F659-3442-5190-2C779BD4B63E}"/>
                </a:ext>
              </a:extLst>
            </p:cNvPr>
            <p:cNvSpPr/>
            <p:nvPr/>
          </p:nvSpPr>
          <p:spPr>
            <a:xfrm>
              <a:off x="7434626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075CCB9D-3449-4212-1C14-0C8FA695D44B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7F28F10-3FFC-A89A-1A8D-79CD6C9C4709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5C220255-3AC7-1EEF-BCF4-38FBBD71C069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E6C3BF9-78D7-AF50-FCA8-545CBDED7CD2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22E54811-B2DC-AE11-32B4-17DF536200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7F50E61-58A8-8E6D-A4AB-1A5AF5ACD179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411C82F6-976B-B26C-F482-03A2937EBBA7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Student Linked lists example</a:t>
              </a:r>
              <a:endParaRPr kumimoji="0" lang="en-ZA" sz="1800" b="0" i="0" u="none" strike="noStrike" kern="1200" cap="none" spc="0" normalizeH="0" baseline="0" noProof="0" dirty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A8A3CA32-46C2-2270-1090-DAA4002DC631}"/>
              </a:ext>
            </a:extLst>
          </p:cNvPr>
          <p:cNvGrpSpPr/>
          <p:nvPr/>
        </p:nvGrpSpPr>
        <p:grpSpPr>
          <a:xfrm>
            <a:off x="322513" y="4047410"/>
            <a:ext cx="4949703" cy="2368630"/>
            <a:chOff x="322513" y="4047410"/>
            <a:chExt cx="4949703" cy="236863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1058E37A-FFF2-15D0-599F-AAE88BDC8A3F}"/>
                </a:ext>
              </a:extLst>
            </p:cNvPr>
            <p:cNvGrpSpPr/>
            <p:nvPr/>
          </p:nvGrpSpPr>
          <p:grpSpPr>
            <a:xfrm>
              <a:off x="322513" y="4047410"/>
              <a:ext cx="3300848" cy="2368630"/>
              <a:chOff x="6733855" y="1784984"/>
              <a:chExt cx="3797582" cy="293941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6739F472-80A7-12BE-DA5D-C8AF55A8F3A0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“Jane”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2953545424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&amp;john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4FB3A080-6A49-31FB-160C-9032503FC4BF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Node1: jane</a:t>
                </a:r>
              </a:p>
            </p:txBody>
          </p:sp>
        </p:grpSp>
        <p:sp>
          <p:nvSpPr>
            <p:cNvPr id="65" name="Arrow: Right 64">
              <a:extLst>
                <a:ext uri="{FF2B5EF4-FFF2-40B4-BE49-F238E27FC236}">
                  <a16:creationId xmlns:a16="http://schemas.microsoft.com/office/drawing/2014/main" id="{DB422CB6-EC9F-10D7-84BF-30BCAA8E2C20}"/>
                </a:ext>
              </a:extLst>
            </p:cNvPr>
            <p:cNvSpPr/>
            <p:nvPr/>
          </p:nvSpPr>
          <p:spPr>
            <a:xfrm>
              <a:off x="3344562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pic>
        <p:nvPicPr>
          <p:cNvPr id="80" name="Picture 79">
            <a:extLst>
              <a:ext uri="{FF2B5EF4-FFF2-40B4-BE49-F238E27FC236}">
                <a16:creationId xmlns:a16="http://schemas.microsoft.com/office/drawing/2014/main" id="{A8511A41-45C8-2A55-3E12-B4F35FB419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36" y="1926794"/>
            <a:ext cx="3330229" cy="1341236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11AFD2BD-AC9A-C208-CB90-D11101E9D83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1607" y="1547271"/>
            <a:ext cx="5997460" cy="181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4007990"/>
      </p:ext>
    </p:extLst>
  </p:cSld>
  <p:clrMapOvr>
    <a:masterClrMapping/>
  </p:clrMapOvr>
  <p:transition spd="slow">
    <p:push dir="u"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A877F0-EFD3-972E-EC56-807C67CEEE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5BF61F02-AC32-DB28-EC99-17B27E174F91}"/>
              </a:ext>
            </a:extLst>
          </p:cNvPr>
          <p:cNvGrpSpPr/>
          <p:nvPr/>
        </p:nvGrpSpPr>
        <p:grpSpPr>
          <a:xfrm>
            <a:off x="15491513" y="4126414"/>
            <a:ext cx="3300848" cy="2368630"/>
            <a:chOff x="6733855" y="1784984"/>
            <a:chExt cx="3797582" cy="2939416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BE5E7993-0C12-BCD7-D25B-EEEF1E12A505}"/>
                </a:ext>
              </a:extLst>
            </p:cNvPr>
            <p:cNvSpPr/>
            <p:nvPr/>
          </p:nvSpPr>
          <p:spPr>
            <a:xfrm>
              <a:off x="6733855" y="1784984"/>
              <a:ext cx="3797582" cy="293941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Name = “Jane”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ID = 295641232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</a:t>
              </a:r>
              <a:r>
                <a:rPr lang="en-US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nextPtr</a:t>
              </a:r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 = NULL</a:t>
              </a:r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FF28836C-9111-F220-BDE7-EB6CAF847A91}"/>
                </a:ext>
              </a:extLst>
            </p:cNvPr>
            <p:cNvSpPr/>
            <p:nvPr/>
          </p:nvSpPr>
          <p:spPr>
            <a:xfrm>
              <a:off x="6733855" y="1935837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Node6: beau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726CDEA-A6A3-0A95-43A8-BBF6E4026BA6}"/>
              </a:ext>
            </a:extLst>
          </p:cNvPr>
          <p:cNvGrpSpPr/>
          <p:nvPr/>
        </p:nvGrpSpPr>
        <p:grpSpPr>
          <a:xfrm>
            <a:off x="11467329" y="4126414"/>
            <a:ext cx="4988011" cy="2368630"/>
            <a:chOff x="16382229" y="4047410"/>
            <a:chExt cx="4988011" cy="236863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E909231F-D137-EF6D-9697-C8E3208BE0F1}"/>
                </a:ext>
              </a:extLst>
            </p:cNvPr>
            <p:cNvGrpSpPr/>
            <p:nvPr/>
          </p:nvGrpSpPr>
          <p:grpSpPr>
            <a:xfrm>
              <a:off x="16382229" y="4047410"/>
              <a:ext cx="3300848" cy="2368630"/>
              <a:chOff x="6733855" y="1784984"/>
              <a:chExt cx="3797582" cy="2939416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A987C06F-97E7-7FC4-2C2A-678CBA99C11A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“Julie”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31223234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&amp;beau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D00CE993-91A6-BF8A-EF86-D2BB7DA24999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Node5: </a:t>
                </a:r>
                <a:r>
                  <a:rPr lang="en-ZA" dirty="0" err="1">
                    <a:latin typeface="LM Roman 12" panose="00000500000000000000" pitchFamily="50" charset="0"/>
                  </a:rPr>
                  <a:t>julie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73" name="Arrow: Right 72">
              <a:extLst>
                <a:ext uri="{FF2B5EF4-FFF2-40B4-BE49-F238E27FC236}">
                  <a16:creationId xmlns:a16="http://schemas.microsoft.com/office/drawing/2014/main" id="{C0F0FD23-12F9-3F1A-E703-EACD7FA63C03}"/>
                </a:ext>
              </a:extLst>
            </p:cNvPr>
            <p:cNvSpPr/>
            <p:nvPr/>
          </p:nvSpPr>
          <p:spPr>
            <a:xfrm>
              <a:off x="19442586" y="5461258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3B2A400-1192-AC08-F13F-9582A1A94CF5}"/>
              </a:ext>
            </a:extLst>
          </p:cNvPr>
          <p:cNvGrpSpPr/>
          <p:nvPr/>
        </p:nvGrpSpPr>
        <p:grpSpPr>
          <a:xfrm>
            <a:off x="7443145" y="4126414"/>
            <a:ext cx="4988011" cy="2368630"/>
            <a:chOff x="12358045" y="4047410"/>
            <a:chExt cx="4988011" cy="236863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50D6F8AC-A136-51AE-E0DE-2687A1830281}"/>
                </a:ext>
              </a:extLst>
            </p:cNvPr>
            <p:cNvGrpSpPr/>
            <p:nvPr/>
          </p:nvGrpSpPr>
          <p:grpSpPr>
            <a:xfrm>
              <a:off x="12358045" y="4047410"/>
              <a:ext cx="3300848" cy="2368630"/>
              <a:chOff x="6733855" y="1784984"/>
              <a:chExt cx="3797582" cy="2939416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8018B5BD-E2FD-8AF6-0A96-9331E7928E12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35215462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julie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C8083F12-B9A4-F659-ACBD-1566B7B1355F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Node4: may</a:t>
                </a:r>
              </a:p>
            </p:txBody>
          </p:sp>
        </p:grpSp>
        <p:sp>
          <p:nvSpPr>
            <p:cNvPr id="71" name="Arrow: Right 70">
              <a:extLst>
                <a:ext uri="{FF2B5EF4-FFF2-40B4-BE49-F238E27FC236}">
                  <a16:creationId xmlns:a16="http://schemas.microsoft.com/office/drawing/2014/main" id="{C36CD822-0FE3-A34F-B451-C4C4164013AE}"/>
                </a:ext>
              </a:extLst>
            </p:cNvPr>
            <p:cNvSpPr/>
            <p:nvPr/>
          </p:nvSpPr>
          <p:spPr>
            <a:xfrm>
              <a:off x="15418402" y="5465591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82767E4D-39A1-D8E5-AADA-FFE3BB5C8D8A}"/>
              </a:ext>
            </a:extLst>
          </p:cNvPr>
          <p:cNvGrpSpPr/>
          <p:nvPr/>
        </p:nvGrpSpPr>
        <p:grpSpPr>
          <a:xfrm>
            <a:off x="3483553" y="4126414"/>
            <a:ext cx="4923419" cy="2368630"/>
            <a:chOff x="8398453" y="4047410"/>
            <a:chExt cx="4923419" cy="236863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20DE3A2-4210-FD93-200D-27C2FE72BCEC}"/>
                </a:ext>
              </a:extLst>
            </p:cNvPr>
            <p:cNvGrpSpPr/>
            <p:nvPr/>
          </p:nvGrpSpPr>
          <p:grpSpPr>
            <a:xfrm>
              <a:off x="8398453" y="4047410"/>
              <a:ext cx="3300848" cy="2368630"/>
              <a:chOff x="6733855" y="1784984"/>
              <a:chExt cx="3797582" cy="2939416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C6F6FE12-3FA9-D35C-02D5-0AEE301EB6E4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“Mary”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24569852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&amp;may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D5A24D9-ECE7-3D50-5200-F726BEA34ACA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Node3: </a:t>
                </a:r>
                <a:r>
                  <a:rPr lang="en-ZA" dirty="0" err="1">
                    <a:latin typeface="LM Roman 12" panose="00000500000000000000" pitchFamily="50" charset="0"/>
                  </a:rPr>
                  <a:t>mary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69" name="Arrow: Right 68">
              <a:extLst>
                <a:ext uri="{FF2B5EF4-FFF2-40B4-BE49-F238E27FC236}">
                  <a16:creationId xmlns:a16="http://schemas.microsoft.com/office/drawing/2014/main" id="{FC1145CE-8D3E-BB76-3DE8-4AF9D5270D9E}"/>
                </a:ext>
              </a:extLst>
            </p:cNvPr>
            <p:cNvSpPr/>
            <p:nvPr/>
          </p:nvSpPr>
          <p:spPr>
            <a:xfrm>
              <a:off x="11394218" y="5453449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797A711-0C6D-49F0-AD32-BC0F3A128D21}"/>
              </a:ext>
            </a:extLst>
          </p:cNvPr>
          <p:cNvGrpSpPr/>
          <p:nvPr/>
        </p:nvGrpSpPr>
        <p:grpSpPr>
          <a:xfrm>
            <a:off x="-632795" y="4126414"/>
            <a:ext cx="5080175" cy="2368630"/>
            <a:chOff x="4282105" y="4047410"/>
            <a:chExt cx="5080175" cy="236863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D120612A-E4F4-6111-475A-1ED9014E760B}"/>
                </a:ext>
              </a:extLst>
            </p:cNvPr>
            <p:cNvGrpSpPr/>
            <p:nvPr/>
          </p:nvGrpSpPr>
          <p:grpSpPr>
            <a:xfrm>
              <a:off x="4282105" y="4047410"/>
              <a:ext cx="3300848" cy="2368630"/>
              <a:chOff x="6733855" y="1784984"/>
              <a:chExt cx="3797582" cy="2939416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4435C19-A89C-2A2B-60EC-8225E2DE5C7B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“John”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302154656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mary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2741F4AC-21F9-66C9-F3E8-CB42276D7FDC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Node2: john</a:t>
                </a:r>
              </a:p>
            </p:txBody>
          </p:sp>
        </p:grpSp>
        <p:sp>
          <p:nvSpPr>
            <p:cNvPr id="67" name="Arrow: Right 66">
              <a:extLst>
                <a:ext uri="{FF2B5EF4-FFF2-40B4-BE49-F238E27FC236}">
                  <a16:creationId xmlns:a16="http://schemas.microsoft.com/office/drawing/2014/main" id="{CD8501AF-B83A-03D8-C18E-A2E94058DD1F}"/>
                </a:ext>
              </a:extLst>
            </p:cNvPr>
            <p:cNvSpPr/>
            <p:nvPr/>
          </p:nvSpPr>
          <p:spPr>
            <a:xfrm>
              <a:off x="7434626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11C9619A-0D8A-AB95-5D05-8892AB53A245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039A7CFE-3FEB-1CAC-6BF7-7E577FA06F4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D8D843B3-A75D-9AE4-1F9B-39A623F9417A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1EDA756-69F0-FEBC-7B78-73A9F6918F3C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71839CAD-B104-582C-11F8-5659F9161B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EAC69171-558A-6ED4-70EA-053FCD4A9AA2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18E6CC98-E66B-0F16-CF8C-D24E8BF001F6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Student Linked lists example</a:t>
              </a:r>
              <a:endParaRPr lang="en-ZA" dirty="0">
                <a:solidFill>
                  <a:srgbClr val="FFFF00"/>
                </a:solidFill>
                <a:latin typeface="LM Roman 12" panose="00000500000000000000" pitchFamily="50" charset="0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6509EED-C5A1-97EE-B571-358CE427E644}"/>
              </a:ext>
            </a:extLst>
          </p:cNvPr>
          <p:cNvGrpSpPr/>
          <p:nvPr/>
        </p:nvGrpSpPr>
        <p:grpSpPr>
          <a:xfrm>
            <a:off x="-4592387" y="4126414"/>
            <a:ext cx="4949703" cy="2368630"/>
            <a:chOff x="322513" y="4047410"/>
            <a:chExt cx="4949703" cy="236863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7A7A1181-DE3A-2DE9-7A78-5B248A302964}"/>
                </a:ext>
              </a:extLst>
            </p:cNvPr>
            <p:cNvGrpSpPr/>
            <p:nvPr/>
          </p:nvGrpSpPr>
          <p:grpSpPr>
            <a:xfrm>
              <a:off x="322513" y="4047410"/>
              <a:ext cx="3300848" cy="2368630"/>
              <a:chOff x="6733855" y="1784984"/>
              <a:chExt cx="3797582" cy="293941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75CDCB1-D2ED-9614-FEC9-C00AF82DB386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“Jane”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2953545424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&amp;john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7EDD1DD-6C33-98E0-49A6-21EF58FF0A0A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Node1: jane</a:t>
                </a:r>
              </a:p>
            </p:txBody>
          </p:sp>
        </p:grpSp>
        <p:sp>
          <p:nvSpPr>
            <p:cNvPr id="65" name="Arrow: Right 64">
              <a:extLst>
                <a:ext uri="{FF2B5EF4-FFF2-40B4-BE49-F238E27FC236}">
                  <a16:creationId xmlns:a16="http://schemas.microsoft.com/office/drawing/2014/main" id="{D5FEC5BB-001E-7CE2-8016-95A32EFDD79E}"/>
                </a:ext>
              </a:extLst>
            </p:cNvPr>
            <p:cNvSpPr/>
            <p:nvPr/>
          </p:nvSpPr>
          <p:spPr>
            <a:xfrm>
              <a:off x="3344562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pic>
        <p:nvPicPr>
          <p:cNvPr id="80" name="Picture 79">
            <a:extLst>
              <a:ext uri="{FF2B5EF4-FFF2-40B4-BE49-F238E27FC236}">
                <a16:creationId xmlns:a16="http://schemas.microsoft.com/office/drawing/2014/main" id="{A2755ACB-A99E-EB2F-F73C-D9BFC08F2B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36" y="1926794"/>
            <a:ext cx="3330229" cy="1341236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88EB52B6-8808-F8AE-E4CC-8D0BA8B293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1607" y="1547271"/>
            <a:ext cx="5997460" cy="181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52502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D2E0F8-B61B-5708-58F5-AD5E7B7C69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E61A1DAF-16A9-8E5A-FFFD-E4CDA2274DDE}"/>
              </a:ext>
            </a:extLst>
          </p:cNvPr>
          <p:cNvGrpSpPr/>
          <p:nvPr/>
        </p:nvGrpSpPr>
        <p:grpSpPr>
          <a:xfrm>
            <a:off x="8589340" y="4042141"/>
            <a:ext cx="3300848" cy="2368630"/>
            <a:chOff x="6733855" y="1784984"/>
            <a:chExt cx="3797582" cy="2939416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50BA5A1F-21A9-A4DB-8A75-4DDC2556E25E}"/>
                </a:ext>
              </a:extLst>
            </p:cNvPr>
            <p:cNvSpPr/>
            <p:nvPr/>
          </p:nvSpPr>
          <p:spPr>
            <a:xfrm>
              <a:off x="6733855" y="1784984"/>
              <a:ext cx="3797582" cy="293941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Name = “Jane”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ID = 295641232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</a:t>
              </a:r>
              <a:r>
                <a:rPr lang="en-US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nextPtr</a:t>
              </a:r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 = NULL</a:t>
              </a:r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8F5EBC84-E86C-F2CF-74C8-6A686AE5F14A}"/>
                </a:ext>
              </a:extLst>
            </p:cNvPr>
            <p:cNvSpPr/>
            <p:nvPr/>
          </p:nvSpPr>
          <p:spPr>
            <a:xfrm>
              <a:off x="6733855" y="1935837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Node6: beau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8AB8589C-132E-E28C-9C94-11C5C7FCC08F}"/>
              </a:ext>
            </a:extLst>
          </p:cNvPr>
          <p:cNvGrpSpPr/>
          <p:nvPr/>
        </p:nvGrpSpPr>
        <p:grpSpPr>
          <a:xfrm>
            <a:off x="4565156" y="4042141"/>
            <a:ext cx="4988011" cy="2368630"/>
            <a:chOff x="16382229" y="4047410"/>
            <a:chExt cx="4988011" cy="236863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6B100926-AD4F-68BF-5BB0-50A619D0B457}"/>
                </a:ext>
              </a:extLst>
            </p:cNvPr>
            <p:cNvGrpSpPr/>
            <p:nvPr/>
          </p:nvGrpSpPr>
          <p:grpSpPr>
            <a:xfrm>
              <a:off x="16382229" y="4047410"/>
              <a:ext cx="3300848" cy="2368630"/>
              <a:chOff x="6733855" y="1784984"/>
              <a:chExt cx="3797582" cy="2939416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C1F40107-3272-2050-2E76-F9722336339E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“Julie”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31223234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&amp;beau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693B7036-0F5E-6A7B-F182-A342D388EF61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Node5: </a:t>
                </a:r>
                <a:r>
                  <a:rPr lang="en-ZA" dirty="0" err="1">
                    <a:latin typeface="LM Roman 12" panose="00000500000000000000" pitchFamily="50" charset="0"/>
                  </a:rPr>
                  <a:t>julie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73" name="Arrow: Right 72">
              <a:extLst>
                <a:ext uri="{FF2B5EF4-FFF2-40B4-BE49-F238E27FC236}">
                  <a16:creationId xmlns:a16="http://schemas.microsoft.com/office/drawing/2014/main" id="{04C5BDEC-C01A-D4F3-B420-B40DF63C6080}"/>
                </a:ext>
              </a:extLst>
            </p:cNvPr>
            <p:cNvSpPr/>
            <p:nvPr/>
          </p:nvSpPr>
          <p:spPr>
            <a:xfrm>
              <a:off x="19442586" y="5461258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B8D78A6-1EA2-B0AF-5284-8019ED2F628F}"/>
              </a:ext>
            </a:extLst>
          </p:cNvPr>
          <p:cNvGrpSpPr/>
          <p:nvPr/>
        </p:nvGrpSpPr>
        <p:grpSpPr>
          <a:xfrm>
            <a:off x="540972" y="4042141"/>
            <a:ext cx="4988011" cy="2368630"/>
            <a:chOff x="12358045" y="4047410"/>
            <a:chExt cx="4988011" cy="236863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6A38E205-0E5D-8E4D-D5B9-FE31811D3478}"/>
                </a:ext>
              </a:extLst>
            </p:cNvPr>
            <p:cNvGrpSpPr/>
            <p:nvPr/>
          </p:nvGrpSpPr>
          <p:grpSpPr>
            <a:xfrm>
              <a:off x="12358045" y="4047410"/>
              <a:ext cx="3300848" cy="2368630"/>
              <a:chOff x="6733855" y="1784984"/>
              <a:chExt cx="3797582" cy="2939416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69E3B912-9F1F-7872-ADA4-4658376BA3D7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35215462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julie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0F8EA03F-A4A6-FA2C-C321-0137DA093D20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Node4: may</a:t>
                </a:r>
              </a:p>
            </p:txBody>
          </p:sp>
        </p:grpSp>
        <p:sp>
          <p:nvSpPr>
            <p:cNvPr id="71" name="Arrow: Right 70">
              <a:extLst>
                <a:ext uri="{FF2B5EF4-FFF2-40B4-BE49-F238E27FC236}">
                  <a16:creationId xmlns:a16="http://schemas.microsoft.com/office/drawing/2014/main" id="{D5B861AF-2DCC-D916-3FF8-E2EB02425B6B}"/>
                </a:ext>
              </a:extLst>
            </p:cNvPr>
            <p:cNvSpPr/>
            <p:nvPr/>
          </p:nvSpPr>
          <p:spPr>
            <a:xfrm>
              <a:off x="15418402" y="5465591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D66A53A2-8136-D4DA-8628-6A027F293C15}"/>
              </a:ext>
            </a:extLst>
          </p:cNvPr>
          <p:cNvGrpSpPr/>
          <p:nvPr/>
        </p:nvGrpSpPr>
        <p:grpSpPr>
          <a:xfrm>
            <a:off x="-3418620" y="4042141"/>
            <a:ext cx="4923419" cy="2368630"/>
            <a:chOff x="8398453" y="4047410"/>
            <a:chExt cx="4923419" cy="236863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5D3FCA6-DDF8-64E8-4D20-50A5E161B400}"/>
                </a:ext>
              </a:extLst>
            </p:cNvPr>
            <p:cNvGrpSpPr/>
            <p:nvPr/>
          </p:nvGrpSpPr>
          <p:grpSpPr>
            <a:xfrm>
              <a:off x="8398453" y="4047410"/>
              <a:ext cx="3300848" cy="2368630"/>
              <a:chOff x="6733855" y="1784984"/>
              <a:chExt cx="3797582" cy="2939416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B9A0CB7D-A86E-173E-7983-4CBFE806075E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“Mary”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24569852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&amp;may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9043D5CE-7B4C-3152-2B8B-F3CF15D24D66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Node3: </a:t>
                </a:r>
                <a:r>
                  <a:rPr lang="en-ZA" dirty="0" err="1">
                    <a:latin typeface="LM Roman 12" panose="00000500000000000000" pitchFamily="50" charset="0"/>
                  </a:rPr>
                  <a:t>mary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69" name="Arrow: Right 68">
              <a:extLst>
                <a:ext uri="{FF2B5EF4-FFF2-40B4-BE49-F238E27FC236}">
                  <a16:creationId xmlns:a16="http://schemas.microsoft.com/office/drawing/2014/main" id="{605F4593-CDBA-99E5-ACFA-F77665A60917}"/>
                </a:ext>
              </a:extLst>
            </p:cNvPr>
            <p:cNvSpPr/>
            <p:nvPr/>
          </p:nvSpPr>
          <p:spPr>
            <a:xfrm>
              <a:off x="11394218" y="5453449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8C858116-89E3-9C23-5A4B-62BCE30A92EC}"/>
              </a:ext>
            </a:extLst>
          </p:cNvPr>
          <p:cNvGrpSpPr/>
          <p:nvPr/>
        </p:nvGrpSpPr>
        <p:grpSpPr>
          <a:xfrm>
            <a:off x="-7534968" y="4042141"/>
            <a:ext cx="5080175" cy="2368630"/>
            <a:chOff x="4282105" y="4047410"/>
            <a:chExt cx="5080175" cy="236863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6DC8F8B3-AC33-D690-7529-25FA6A6197AE}"/>
                </a:ext>
              </a:extLst>
            </p:cNvPr>
            <p:cNvGrpSpPr/>
            <p:nvPr/>
          </p:nvGrpSpPr>
          <p:grpSpPr>
            <a:xfrm>
              <a:off x="4282105" y="4047410"/>
              <a:ext cx="3300848" cy="2368630"/>
              <a:chOff x="6733855" y="1784984"/>
              <a:chExt cx="3797582" cy="2939416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28A6720E-D1A1-A4B4-2C1F-075C2829FBC7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“John”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302154656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mary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55F7B0C3-B30B-C6DA-824E-7FCE3DB98A5A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Node2: john</a:t>
                </a:r>
              </a:p>
            </p:txBody>
          </p:sp>
        </p:grpSp>
        <p:sp>
          <p:nvSpPr>
            <p:cNvPr id="67" name="Arrow: Right 66">
              <a:extLst>
                <a:ext uri="{FF2B5EF4-FFF2-40B4-BE49-F238E27FC236}">
                  <a16:creationId xmlns:a16="http://schemas.microsoft.com/office/drawing/2014/main" id="{8F9A2080-7FC4-9F38-EE08-7023E0A4F4C7}"/>
                </a:ext>
              </a:extLst>
            </p:cNvPr>
            <p:cNvSpPr/>
            <p:nvPr/>
          </p:nvSpPr>
          <p:spPr>
            <a:xfrm>
              <a:off x="7434626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A760C051-0724-521F-D186-84913630A1F3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719CAF52-E865-C89E-146E-F292CD8CB30C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5635117-65B9-4F34-496B-BA36FDF42435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EA686732-C630-F2F5-C418-99F674F6681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67C91A3F-ACA6-288E-CCF6-82B68A258DF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955DD7FC-A6C2-D635-543C-A808BC5CD348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F2E381D2-EE9F-7C8F-0AB7-66FE3A5AECC3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Student Linked lists example</a:t>
              </a:r>
              <a:endParaRPr lang="en-ZA" dirty="0">
                <a:solidFill>
                  <a:srgbClr val="FFFF00"/>
                </a:solidFill>
                <a:latin typeface="LM Roman 12" panose="00000500000000000000" pitchFamily="50" charset="0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4A8A2FA2-0374-5530-588A-B69CB76D79E1}"/>
              </a:ext>
            </a:extLst>
          </p:cNvPr>
          <p:cNvGrpSpPr/>
          <p:nvPr/>
        </p:nvGrpSpPr>
        <p:grpSpPr>
          <a:xfrm>
            <a:off x="-11494560" y="4042141"/>
            <a:ext cx="4949703" cy="2368630"/>
            <a:chOff x="322513" y="4047410"/>
            <a:chExt cx="4949703" cy="236863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BA6AABB9-8B15-9683-D49F-BAABEB32B0BF}"/>
                </a:ext>
              </a:extLst>
            </p:cNvPr>
            <p:cNvGrpSpPr/>
            <p:nvPr/>
          </p:nvGrpSpPr>
          <p:grpSpPr>
            <a:xfrm>
              <a:off x="322513" y="4047410"/>
              <a:ext cx="3300848" cy="2368630"/>
              <a:chOff x="6733855" y="1784984"/>
              <a:chExt cx="3797582" cy="293941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DAD9B322-FDA5-1F2D-E32B-CE89B3583320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“Jane”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2953545424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&amp;john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5045D79D-A481-EE72-7690-B63EFC4C9FE4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Node1: jane</a:t>
                </a:r>
              </a:p>
            </p:txBody>
          </p:sp>
        </p:grpSp>
        <p:sp>
          <p:nvSpPr>
            <p:cNvPr id="65" name="Arrow: Right 64">
              <a:extLst>
                <a:ext uri="{FF2B5EF4-FFF2-40B4-BE49-F238E27FC236}">
                  <a16:creationId xmlns:a16="http://schemas.microsoft.com/office/drawing/2014/main" id="{26D7EE25-77EB-6798-9F98-DF4C0497C81B}"/>
                </a:ext>
              </a:extLst>
            </p:cNvPr>
            <p:cNvSpPr/>
            <p:nvPr/>
          </p:nvSpPr>
          <p:spPr>
            <a:xfrm>
              <a:off x="3344562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pic>
        <p:nvPicPr>
          <p:cNvPr id="80" name="Picture 79">
            <a:extLst>
              <a:ext uri="{FF2B5EF4-FFF2-40B4-BE49-F238E27FC236}">
                <a16:creationId xmlns:a16="http://schemas.microsoft.com/office/drawing/2014/main" id="{611129F7-CAE4-D27B-1706-978BCFF54A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36" y="1926794"/>
            <a:ext cx="3330229" cy="1341236"/>
          </a:xfrm>
          <a:prstGeom prst="rect">
            <a:avLst/>
          </a:prstGeom>
        </p:spPr>
      </p:pic>
      <p:pic>
        <p:nvPicPr>
          <p:cNvPr id="82" name="Picture 81">
            <a:extLst>
              <a:ext uri="{FF2B5EF4-FFF2-40B4-BE49-F238E27FC236}">
                <a16:creationId xmlns:a16="http://schemas.microsoft.com/office/drawing/2014/main" id="{A5BAB527-7B61-0F75-0CD4-688F597458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1607" y="1547271"/>
            <a:ext cx="5997460" cy="181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747652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2D7FD-5408-EA0E-A3C9-C52281637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>
            <a:extLst>
              <a:ext uri="{FF2B5EF4-FFF2-40B4-BE49-F238E27FC236}">
                <a16:creationId xmlns:a16="http://schemas.microsoft.com/office/drawing/2014/main" id="{28F91D73-E557-EA43-CCAA-CB72CE75C685}"/>
              </a:ext>
            </a:extLst>
          </p:cNvPr>
          <p:cNvGrpSpPr/>
          <p:nvPr/>
        </p:nvGrpSpPr>
        <p:grpSpPr>
          <a:xfrm>
            <a:off x="8589340" y="4042141"/>
            <a:ext cx="3300848" cy="2368630"/>
            <a:chOff x="6733855" y="1784984"/>
            <a:chExt cx="3797582" cy="2939416"/>
          </a:xfrm>
        </p:grpSpPr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04CFFD71-EDB0-7748-225A-27740B411681}"/>
                </a:ext>
              </a:extLst>
            </p:cNvPr>
            <p:cNvSpPr/>
            <p:nvPr/>
          </p:nvSpPr>
          <p:spPr>
            <a:xfrm>
              <a:off x="6733855" y="1784984"/>
              <a:ext cx="3797582" cy="2939416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Name = “Jane”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ID = 295641232</a:t>
              </a:r>
            </a:p>
            <a:p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	</a:t>
              </a:r>
              <a:r>
                <a:rPr lang="en-US" sz="2000" b="1" dirty="0" err="1">
                  <a:solidFill>
                    <a:schemeClr val="tx1"/>
                  </a:solidFill>
                  <a:latin typeface="LM Roman 12" panose="00000500000000000000" pitchFamily="50" charset="0"/>
                </a:rPr>
                <a:t>nextPtr</a:t>
              </a:r>
              <a:r>
                <a:rPr lang="en-US" sz="2000" b="1" dirty="0">
                  <a:solidFill>
                    <a:schemeClr val="tx1"/>
                  </a:solidFill>
                  <a:latin typeface="LM Roman 12" panose="00000500000000000000" pitchFamily="50" charset="0"/>
                </a:rPr>
                <a:t> = NULL</a:t>
              </a:r>
              <a:endParaRPr lang="en-ZA" sz="2000" b="1" dirty="0">
                <a:solidFill>
                  <a:schemeClr val="tx1"/>
                </a:solidFill>
                <a:latin typeface="LM Roman 12" panose="00000500000000000000" pitchFamily="50" charset="0"/>
              </a:endParaRP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95F67511-A7B1-1500-5EA1-AC2E8F0ACA44}"/>
                </a:ext>
              </a:extLst>
            </p:cNvPr>
            <p:cNvSpPr/>
            <p:nvPr/>
          </p:nvSpPr>
          <p:spPr>
            <a:xfrm>
              <a:off x="6733855" y="1935837"/>
              <a:ext cx="3797582" cy="506632"/>
            </a:xfrm>
            <a:prstGeom prst="rect">
              <a:avLst/>
            </a:prstGeom>
            <a:solidFill>
              <a:srgbClr val="00206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ZA" dirty="0">
                  <a:latin typeface="LM Roman 12" panose="00000500000000000000" pitchFamily="50" charset="0"/>
                </a:rPr>
                <a:t>Node6: beau</a:t>
              </a: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409BDD0C-F564-467A-C42D-7FE259112FE6}"/>
              </a:ext>
            </a:extLst>
          </p:cNvPr>
          <p:cNvGrpSpPr/>
          <p:nvPr/>
        </p:nvGrpSpPr>
        <p:grpSpPr>
          <a:xfrm>
            <a:off x="4565156" y="4042141"/>
            <a:ext cx="4988011" cy="2368630"/>
            <a:chOff x="16382229" y="4047410"/>
            <a:chExt cx="4988011" cy="2368630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07764BEF-E620-8396-1559-E62F79B7D319}"/>
                </a:ext>
              </a:extLst>
            </p:cNvPr>
            <p:cNvGrpSpPr/>
            <p:nvPr/>
          </p:nvGrpSpPr>
          <p:grpSpPr>
            <a:xfrm>
              <a:off x="16382229" y="4047410"/>
              <a:ext cx="3300848" cy="2368630"/>
              <a:chOff x="6733855" y="1784984"/>
              <a:chExt cx="3797582" cy="2939416"/>
            </a:xfrm>
          </p:grpSpPr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89A9B9D4-B076-ADBA-0A51-CD2486ECB2B7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“Julie”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31223234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&amp;beau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F61CF178-355E-ED79-8868-918B2C0FDEE4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Node5: </a:t>
                </a:r>
                <a:r>
                  <a:rPr lang="en-ZA" dirty="0" err="1">
                    <a:latin typeface="LM Roman 12" panose="00000500000000000000" pitchFamily="50" charset="0"/>
                  </a:rPr>
                  <a:t>julie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73" name="Arrow: Right 72">
              <a:extLst>
                <a:ext uri="{FF2B5EF4-FFF2-40B4-BE49-F238E27FC236}">
                  <a16:creationId xmlns:a16="http://schemas.microsoft.com/office/drawing/2014/main" id="{EE3D2B00-445F-17DF-6873-DC77FADA3ED6}"/>
                </a:ext>
              </a:extLst>
            </p:cNvPr>
            <p:cNvSpPr/>
            <p:nvPr/>
          </p:nvSpPr>
          <p:spPr>
            <a:xfrm>
              <a:off x="19442586" y="5461258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938E7A4A-8F32-3BFB-CB4E-1591BCA385BB}"/>
              </a:ext>
            </a:extLst>
          </p:cNvPr>
          <p:cNvGrpSpPr/>
          <p:nvPr/>
        </p:nvGrpSpPr>
        <p:grpSpPr>
          <a:xfrm>
            <a:off x="540972" y="4042141"/>
            <a:ext cx="4988011" cy="2368630"/>
            <a:chOff x="12358045" y="4047410"/>
            <a:chExt cx="4988011" cy="236863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B73C53F8-6BDF-DFD4-5401-94ED48405FB3}"/>
                </a:ext>
              </a:extLst>
            </p:cNvPr>
            <p:cNvGrpSpPr/>
            <p:nvPr/>
          </p:nvGrpSpPr>
          <p:grpSpPr>
            <a:xfrm>
              <a:off x="12358045" y="4047410"/>
              <a:ext cx="3300848" cy="2368630"/>
              <a:chOff x="6733855" y="1784984"/>
              <a:chExt cx="3797582" cy="2939416"/>
            </a:xfrm>
          </p:grpSpPr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B3F77FF8-904B-1882-4DCC-2363167C79C2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35215462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julie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3A47A8AE-9B33-7587-961E-581C57E1F096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Node4: may</a:t>
                </a:r>
              </a:p>
            </p:txBody>
          </p:sp>
        </p:grpSp>
        <p:sp>
          <p:nvSpPr>
            <p:cNvPr id="71" name="Arrow: Right 70">
              <a:extLst>
                <a:ext uri="{FF2B5EF4-FFF2-40B4-BE49-F238E27FC236}">
                  <a16:creationId xmlns:a16="http://schemas.microsoft.com/office/drawing/2014/main" id="{7A97E29B-2CAE-5682-FE6C-9CD418377AA1}"/>
                </a:ext>
              </a:extLst>
            </p:cNvPr>
            <p:cNvSpPr/>
            <p:nvPr/>
          </p:nvSpPr>
          <p:spPr>
            <a:xfrm>
              <a:off x="15418402" y="5465591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5FE984E8-141C-EF27-D1BB-C544B2D103C1}"/>
              </a:ext>
            </a:extLst>
          </p:cNvPr>
          <p:cNvGrpSpPr/>
          <p:nvPr/>
        </p:nvGrpSpPr>
        <p:grpSpPr>
          <a:xfrm>
            <a:off x="-3418620" y="4042141"/>
            <a:ext cx="4923419" cy="2368630"/>
            <a:chOff x="8398453" y="4047410"/>
            <a:chExt cx="4923419" cy="236863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32CC1860-BB48-F12A-70F8-F9594AE00E1C}"/>
                </a:ext>
              </a:extLst>
            </p:cNvPr>
            <p:cNvGrpSpPr/>
            <p:nvPr/>
          </p:nvGrpSpPr>
          <p:grpSpPr>
            <a:xfrm>
              <a:off x="8398453" y="4047410"/>
              <a:ext cx="3300848" cy="2368630"/>
              <a:chOff x="6733855" y="1784984"/>
              <a:chExt cx="3797582" cy="2939416"/>
            </a:xfrm>
          </p:grpSpPr>
          <p:sp>
            <p:nvSpPr>
              <p:cNvPr id="29" name="Rectangle 28">
                <a:extLst>
                  <a:ext uri="{FF2B5EF4-FFF2-40B4-BE49-F238E27FC236}">
                    <a16:creationId xmlns:a16="http://schemas.microsoft.com/office/drawing/2014/main" id="{A4F1DA28-5133-3E59-9C46-685B295C62DC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“Mary”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24569852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&amp;may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19A75B9C-FD9B-0AA8-2109-44B5721D38EC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Node3: </a:t>
                </a:r>
                <a:r>
                  <a:rPr lang="en-ZA" dirty="0" err="1">
                    <a:latin typeface="LM Roman 12" panose="00000500000000000000" pitchFamily="50" charset="0"/>
                  </a:rPr>
                  <a:t>mary</a:t>
                </a:r>
                <a:endParaRPr lang="en-ZA" dirty="0">
                  <a:latin typeface="LM Roman 12" panose="00000500000000000000" pitchFamily="50" charset="0"/>
                </a:endParaRPr>
              </a:p>
            </p:txBody>
          </p:sp>
        </p:grpSp>
        <p:sp>
          <p:nvSpPr>
            <p:cNvPr id="69" name="Arrow: Right 68">
              <a:extLst>
                <a:ext uri="{FF2B5EF4-FFF2-40B4-BE49-F238E27FC236}">
                  <a16:creationId xmlns:a16="http://schemas.microsoft.com/office/drawing/2014/main" id="{049A0B1D-E89D-9B78-0C32-B4E60C9DDE13}"/>
                </a:ext>
              </a:extLst>
            </p:cNvPr>
            <p:cNvSpPr/>
            <p:nvPr/>
          </p:nvSpPr>
          <p:spPr>
            <a:xfrm>
              <a:off x="11394218" y="5453449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/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1A58E9C-521A-2E2B-D635-15F41F16AFEE}"/>
              </a:ext>
            </a:extLst>
          </p:cNvPr>
          <p:cNvGrpSpPr/>
          <p:nvPr/>
        </p:nvGrpSpPr>
        <p:grpSpPr>
          <a:xfrm>
            <a:off x="-7534968" y="4042141"/>
            <a:ext cx="5080175" cy="2368630"/>
            <a:chOff x="4282105" y="4047410"/>
            <a:chExt cx="5080175" cy="2368630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AC8F9504-0381-52ED-59F9-8BB3CBE89360}"/>
                </a:ext>
              </a:extLst>
            </p:cNvPr>
            <p:cNvGrpSpPr/>
            <p:nvPr/>
          </p:nvGrpSpPr>
          <p:grpSpPr>
            <a:xfrm>
              <a:off x="4282105" y="4047410"/>
              <a:ext cx="3300848" cy="2368630"/>
              <a:chOff x="6733855" y="1784984"/>
              <a:chExt cx="3797582" cy="2939416"/>
            </a:xfrm>
          </p:grpSpPr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D5316F28-6770-575E-9484-66F606E14E4E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“John”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302154656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mary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A5E38375-A9B1-3DC7-C40E-90DAB2154D0E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Node2: john</a:t>
                </a:r>
              </a:p>
            </p:txBody>
          </p:sp>
        </p:grpSp>
        <p:sp>
          <p:nvSpPr>
            <p:cNvPr id="67" name="Arrow: Right 66">
              <a:extLst>
                <a:ext uri="{FF2B5EF4-FFF2-40B4-BE49-F238E27FC236}">
                  <a16:creationId xmlns:a16="http://schemas.microsoft.com/office/drawing/2014/main" id="{3BCD0D27-043B-31CB-BA0C-AEAFB6DFF1A2}"/>
                </a:ext>
              </a:extLst>
            </p:cNvPr>
            <p:cNvSpPr/>
            <p:nvPr/>
          </p:nvSpPr>
          <p:spPr>
            <a:xfrm>
              <a:off x="7434626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679F4186-1431-EAE2-4B82-BBB74BD50BF0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DF20A62C-52F8-8FA5-7EF7-F01A4C961420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89095A65-AA59-1682-B530-56B4E9842E0B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79CA0AD-5B64-9E27-80DB-8E59237BDA7B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F15EE800-E9D9-801F-DC01-B0522F9600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3C39682-85D3-1014-49E2-71BAF4E5715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DE264841-597E-1C1D-B088-E9F16A496777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>
                <a:defRPr/>
              </a:pPr>
              <a:r>
                <a:rPr lang="en-US" dirty="0">
                  <a:solidFill>
                    <a:srgbClr val="FFFF00"/>
                  </a:solidFill>
                  <a:latin typeface="LM Roman 12" panose="00000500000000000000" pitchFamily="50" charset="0"/>
                </a:rPr>
                <a:t>Student Linked lists example</a:t>
              </a:r>
              <a:endParaRPr lang="en-ZA" dirty="0">
                <a:solidFill>
                  <a:srgbClr val="FFFF00"/>
                </a:solidFill>
                <a:latin typeface="LM Roman 12" panose="00000500000000000000" pitchFamily="50" charset="0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E50C8B8A-E447-9FB1-3327-69E5CF166919}"/>
              </a:ext>
            </a:extLst>
          </p:cNvPr>
          <p:cNvGrpSpPr/>
          <p:nvPr/>
        </p:nvGrpSpPr>
        <p:grpSpPr>
          <a:xfrm>
            <a:off x="-11494560" y="4042141"/>
            <a:ext cx="4949703" cy="2368630"/>
            <a:chOff x="322513" y="4047410"/>
            <a:chExt cx="4949703" cy="2368630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A8AD51E8-B281-3C7B-8033-90ADFB40C331}"/>
                </a:ext>
              </a:extLst>
            </p:cNvPr>
            <p:cNvGrpSpPr/>
            <p:nvPr/>
          </p:nvGrpSpPr>
          <p:grpSpPr>
            <a:xfrm>
              <a:off x="322513" y="4047410"/>
              <a:ext cx="3300848" cy="2368630"/>
              <a:chOff x="6733855" y="1784984"/>
              <a:chExt cx="3797582" cy="293941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F9CA1F66-728C-7EDB-65E3-027F45D3D06C}"/>
                  </a:ext>
                </a:extLst>
              </p:cNvPr>
              <p:cNvSpPr/>
              <p:nvPr/>
            </p:nvSpPr>
            <p:spPr>
              <a:xfrm>
                <a:off x="6733855" y="1784984"/>
                <a:ext cx="3797582" cy="2939416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>
                <a:outerShdw blurRad="44450" dist="27940" dir="5400000" algn="ctr">
                  <a:srgbClr val="000000">
                    <a:alpha val="32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balanced" dir="t">
                  <a:rot lat="0" lon="0" rev="8700000"/>
                </a:lightRig>
              </a:scene3d>
              <a:sp3d>
                <a:bevelT w="190500" h="38100"/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Name = “Jane”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ID = 2953545424</a:t>
                </a:r>
              </a:p>
              <a:p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	</a:t>
                </a:r>
                <a:r>
                  <a:rPr lang="en-US" sz="2000" b="1" dirty="0" err="1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nextPtr</a:t>
                </a:r>
                <a:r>
                  <a:rPr lang="en-US" sz="2000" b="1" dirty="0">
                    <a:solidFill>
                      <a:schemeClr val="tx1"/>
                    </a:solidFill>
                    <a:latin typeface="LM Roman 12" panose="00000500000000000000" pitchFamily="50" charset="0"/>
                  </a:rPr>
                  <a:t> = &amp;john</a:t>
                </a:r>
                <a:endParaRPr lang="en-ZA" sz="2000" b="1" dirty="0">
                  <a:solidFill>
                    <a:schemeClr val="tx1"/>
                  </a:solidFill>
                  <a:latin typeface="LM Roman 12" panose="00000500000000000000" pitchFamily="50" charset="0"/>
                </a:endParaRPr>
              </a:p>
            </p:txBody>
          </p:sp>
          <p:sp>
            <p:nvSpPr>
              <p:cNvPr id="21" name="Rectangle 20">
                <a:extLst>
                  <a:ext uri="{FF2B5EF4-FFF2-40B4-BE49-F238E27FC236}">
                    <a16:creationId xmlns:a16="http://schemas.microsoft.com/office/drawing/2014/main" id="{FC381540-4307-BD1A-5960-0F8FB06C944F}"/>
                  </a:ext>
                </a:extLst>
              </p:cNvPr>
              <p:cNvSpPr/>
              <p:nvPr/>
            </p:nvSpPr>
            <p:spPr>
              <a:xfrm>
                <a:off x="6733855" y="1935837"/>
                <a:ext cx="3797582" cy="506632"/>
              </a:xfrm>
              <a:prstGeom prst="rect">
                <a:avLst/>
              </a:prstGeom>
              <a:solidFill>
                <a:srgbClr val="00206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ZA" dirty="0">
                    <a:latin typeface="LM Roman 12" panose="00000500000000000000" pitchFamily="50" charset="0"/>
                  </a:rPr>
                  <a:t>Node1: jane</a:t>
                </a:r>
              </a:p>
            </p:txBody>
          </p:sp>
        </p:grpSp>
        <p:sp>
          <p:nvSpPr>
            <p:cNvPr id="65" name="Arrow: Right 64">
              <a:extLst>
                <a:ext uri="{FF2B5EF4-FFF2-40B4-BE49-F238E27FC236}">
                  <a16:creationId xmlns:a16="http://schemas.microsoft.com/office/drawing/2014/main" id="{18745497-92AF-E38C-7C02-E2A40E9015F4}"/>
                </a:ext>
              </a:extLst>
            </p:cNvPr>
            <p:cNvSpPr/>
            <p:nvPr/>
          </p:nvSpPr>
          <p:spPr>
            <a:xfrm>
              <a:off x="3344562" y="5478162"/>
              <a:ext cx="1927654" cy="230660"/>
            </a:xfrm>
            <a:prstGeom prst="rightArrow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ZA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CB2606C6-2190-D373-0BED-0C189218AF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436" y="1926794"/>
            <a:ext cx="3330229" cy="134123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5BC0696-E633-3161-4FCB-D224493062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1607" y="1547271"/>
            <a:ext cx="5997460" cy="1813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64264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7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D347C-1F85-1236-863D-CEE61B96E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FEBD169F-76BF-D77A-57AD-348794570D1F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6B4854D-E7FD-70E1-046F-EEA348E5711F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C95FD454-16C4-59B7-D1A1-D7F2561B57B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3323E68B-BA9F-4F85-8F3E-9FEA008A8EEF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CB2CAA27-B780-F333-B0AD-5E3B05D70DD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7886511D-F9B5-4C7C-5C85-6A10CBF34BD1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3BE47945-6301-50B6-C2F4-198947E02E6B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End of semester feedback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6" name="Slide Zoom 5">
                <a:extLst>
                  <a:ext uri="{FF2B5EF4-FFF2-40B4-BE49-F238E27FC236}">
                    <a16:creationId xmlns:a16="http://schemas.microsoft.com/office/drawing/2014/main" id="{35B47386-D703-C88C-6D0C-DA7402C5EF4F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1099560" y="944642"/>
              <a:ext cx="10184341" cy="5728692"/>
            </p:xfrm>
            <a:graphic>
              <a:graphicData uri="http://schemas.microsoft.com/office/powerpoint/2016/slidezoom">
                <pslz:sldZm>
                  <pslz:sldZmObj sldId="627" cId="342749209">
                    <pslz:zmPr id="{36549AF2-16DE-4A5B-A5F8-E3D9085093F4}" transitionDur="1000" showBg="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10184341" cy="5728692"/>
                        </a:xfrm>
                        <a:prstGeom prst="rect">
                          <a:avLst/>
                        </a:prstGeom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6" name="Slide Zoom 5">
                <a:hlinkClick r:id="rId5" action="ppaction://hlinksldjump"/>
                <a:extLst>
                  <a:ext uri="{FF2B5EF4-FFF2-40B4-BE49-F238E27FC236}">
                    <a16:creationId xmlns:a16="http://schemas.microsoft.com/office/drawing/2014/main" id="{35B47386-D703-C88C-6D0C-DA7402C5EF4F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1099560" y="944642"/>
                <a:ext cx="10184341" cy="5728692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93090984"/>
      </p:ext>
    </p:extLst>
  </p:cSld>
  <p:clrMapOvr>
    <a:masterClrMapping/>
  </p:clrMapOvr>
  <p:transition spd="slow">
    <p:push dir="u"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1A2B06B-3608-53A6-298E-A41FACD82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3052" y="0"/>
            <a:ext cx="504589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4920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73CC69-7BAF-913C-4A40-B4D5A53B8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FD4CCCA4-5FDE-620D-A4D2-F69B84A211D8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49C0E59D-6264-9798-9C8F-66FA3AE825CD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2CCF8522-8FD2-5B63-6716-5FFB1124A427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C997FFD9-E6A7-30BF-466D-F576CED72AE9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88241F24-F918-BB20-F81D-A446196921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DBFF1010-ADFA-6395-0608-846BDF0AEA54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E0EA51A6-04FE-68FC-81F7-DB54709FA7A2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Perspective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1F071512-5749-C95B-5223-37E976872D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0128" y="1129308"/>
            <a:ext cx="10373804" cy="4120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929451"/>
      </p:ext>
    </p:extLst>
  </p:cSld>
  <p:clrMapOvr>
    <a:masterClrMapping/>
  </p:clrMapOvr>
  <p:transition spd="slow">
    <p:push dir="u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BF1A2C-E172-96F3-7FF2-A248CFF82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Group 36">
            <a:extLst>
              <a:ext uri="{FF2B5EF4-FFF2-40B4-BE49-F238E27FC236}">
                <a16:creationId xmlns:a16="http://schemas.microsoft.com/office/drawing/2014/main" id="{BEC73604-5FD7-BFC5-D35B-DD75FBDED9FA}"/>
              </a:ext>
            </a:extLst>
          </p:cNvPr>
          <p:cNvGrpSpPr/>
          <p:nvPr/>
        </p:nvGrpSpPr>
        <p:grpSpPr>
          <a:xfrm>
            <a:off x="0" y="0"/>
            <a:ext cx="12192000" cy="1245641"/>
            <a:chOff x="0" y="0"/>
            <a:chExt cx="12192000" cy="1245641"/>
          </a:xfrm>
        </p:grpSpPr>
        <p:grpSp>
          <p:nvGrpSpPr>
            <p:cNvPr id="35" name="Group 34">
              <a:extLst>
                <a:ext uri="{FF2B5EF4-FFF2-40B4-BE49-F238E27FC236}">
                  <a16:creationId xmlns:a16="http://schemas.microsoft.com/office/drawing/2014/main" id="{152F0199-B4EA-2CFC-0C4C-DD09C9119D02}"/>
                </a:ext>
              </a:extLst>
            </p:cNvPr>
            <p:cNvGrpSpPr/>
            <p:nvPr/>
          </p:nvGrpSpPr>
          <p:grpSpPr>
            <a:xfrm>
              <a:off x="0" y="0"/>
              <a:ext cx="12192000" cy="1245641"/>
              <a:chOff x="0" y="0"/>
              <a:chExt cx="12192000" cy="1245641"/>
            </a:xfrm>
          </p:grpSpPr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431794E6-39B0-77BC-44D9-E8CE60CBBD30}"/>
                  </a:ext>
                </a:extLst>
              </p:cNvPr>
              <p:cNvSpPr txBox="1"/>
              <p:nvPr/>
            </p:nvSpPr>
            <p:spPr>
              <a:xfrm>
                <a:off x="0" y="0"/>
                <a:ext cx="12192000" cy="914400"/>
              </a:xfrm>
              <a:prstGeom prst="rect">
                <a:avLst/>
              </a:prstGeom>
              <a:solidFill>
                <a:srgbClr val="920000"/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ZA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BA0B0B3F-2013-3D29-8717-26133D80F40E}"/>
                  </a:ext>
                </a:extLst>
              </p:cNvPr>
              <p:cNvSpPr txBox="1"/>
              <p:nvPr/>
            </p:nvSpPr>
            <p:spPr>
              <a:xfrm>
                <a:off x="3965424" y="0"/>
                <a:ext cx="627434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ZA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SU FACULTY of ENGINEERING</a:t>
                </a:r>
              </a:p>
            </p:txBody>
          </p:sp>
          <p:pic>
            <p:nvPicPr>
              <p:cNvPr id="24" name="Picture 23" descr="Stellenbosch_University_new_logo_slogan_for-web-02 | SMF News">
                <a:extLst>
                  <a:ext uri="{FF2B5EF4-FFF2-40B4-BE49-F238E27FC236}">
                    <a16:creationId xmlns:a16="http://schemas.microsoft.com/office/drawing/2014/main" id="{4EF60769-267A-7EB3-45A5-D69B7FF2D4C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322513" y="0"/>
                <a:ext cx="1029971" cy="1245641"/>
              </a:xfrm>
              <a:prstGeom prst="rect">
                <a:avLst/>
              </a:prstGeom>
              <a:noFill/>
              <a:ln>
                <a:noFill/>
              </a:ln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F1E50580-54BF-5667-527F-E6168B0C7A2F}"/>
                  </a:ext>
                </a:extLst>
              </p:cNvPr>
              <p:cNvSpPr txBox="1"/>
              <p:nvPr/>
            </p:nvSpPr>
            <p:spPr>
              <a:xfrm>
                <a:off x="2488042" y="184666"/>
                <a:ext cx="745601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lvl="0">
                  <a:defRPr/>
                </a:pP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Computer Programming 143 lectures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Aptos" panose="02110004020202020204"/>
                    <a:ea typeface="+mn-ea"/>
                    <a:cs typeface="+mn-cs"/>
                  </a:rPr>
                  <a:t>| 11</a:t>
                </a:r>
                <a:r>
                  <a:rPr lang="en-ZA" sz="2400" dirty="0">
                    <a:solidFill>
                      <a:prstClr val="white"/>
                    </a:solidFill>
                  </a:rPr>
                  <a:t> October </a:t>
                </a:r>
                <a:r>
                  <a:rPr kumimoji="0" lang="en-ZA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white"/>
                    </a:solidFill>
                    <a:effectLst/>
                    <a:uLnTx/>
                    <a:uFillTx/>
                    <a:latin typeface="Bradley Hand ITC" panose="03070402050302030203" pitchFamily="66" charset="0"/>
                    <a:ea typeface="+mn-ea"/>
                    <a:cs typeface="+mn-cs"/>
                  </a:rPr>
                  <a:t>2026</a:t>
                </a:r>
              </a:p>
            </p:txBody>
          </p:sp>
        </p:grp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9BF15938-D2FF-3104-FE0A-AD538A4A67F6}"/>
                </a:ext>
              </a:extLst>
            </p:cNvPr>
            <p:cNvSpPr/>
            <p:nvPr/>
          </p:nvSpPr>
          <p:spPr>
            <a:xfrm>
              <a:off x="3708454" y="584240"/>
              <a:ext cx="4241745" cy="309463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FF00"/>
                  </a:solidFill>
                  <a:effectLst/>
                  <a:uLnTx/>
                  <a:uFillTx/>
                  <a:latin typeface="LM Roman 12" panose="00000500000000000000" pitchFamily="50" charset="0"/>
                  <a:ea typeface="+mn-ea"/>
                  <a:cs typeface="+mn-cs"/>
                </a:rPr>
                <a:t>HOMEWORK</a:t>
              </a:r>
              <a:endParaRPr kumimoji="0" lang="en-ZA" sz="1800" b="0" i="0" u="none" strike="noStrike" kern="1200" cap="none" spc="0" normalizeH="0" baseline="0" noProof="0">
                <a:ln>
                  <a:noFill/>
                </a:ln>
                <a:solidFill>
                  <a:srgbClr val="FFFF00"/>
                </a:solidFill>
                <a:effectLst/>
                <a:uLnTx/>
                <a:uFillTx/>
                <a:latin typeface="LM Roman 12" panose="00000500000000000000" pitchFamily="50" charset="0"/>
                <a:ea typeface="+mn-ea"/>
                <a:cs typeface="+mn-cs"/>
              </a:endParaRPr>
            </a:p>
          </p:txBody>
        </p:sp>
      </p:grpSp>
      <p:pic>
        <p:nvPicPr>
          <p:cNvPr id="3" name="Picture 2">
            <a:extLst>
              <a:ext uri="{FF2B5EF4-FFF2-40B4-BE49-F238E27FC236}">
                <a16:creationId xmlns:a16="http://schemas.microsoft.com/office/drawing/2014/main" id="{FA6772A2-59A3-0F2D-A329-CA02B31200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21910" y="2743140"/>
            <a:ext cx="7148179" cy="1371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82082"/>
      </p:ext>
    </p:extLst>
  </p:cSld>
  <p:clrMapOvr>
    <a:masterClrMapping/>
  </p:clrMapOvr>
  <p:transition spd="slow">
    <p:push dir="u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2021</Words>
  <Application>Microsoft Office PowerPoint</Application>
  <PresentationFormat>Widescreen</PresentationFormat>
  <Paragraphs>459</Paragraphs>
  <Slides>29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5" baseType="lpstr">
      <vt:lpstr>Aptos</vt:lpstr>
      <vt:lpstr>Aptos Display</vt:lpstr>
      <vt:lpstr>Arial</vt:lpstr>
      <vt:lpstr>Bradley Hand ITC</vt:lpstr>
      <vt:lpstr>LM Roman 12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Isaac Khobo</dc:creator>
  <cp:lastModifiedBy>Isaac Khobo</cp:lastModifiedBy>
  <cp:revision>1</cp:revision>
  <dcterms:created xsi:type="dcterms:W3CDTF">2026-09-13T12:30:06Z</dcterms:created>
  <dcterms:modified xsi:type="dcterms:W3CDTF">2026-10-12T06:43:39Z</dcterms:modified>
</cp:coreProperties>
</file>