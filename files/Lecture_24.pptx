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597" r:id="rId2"/>
    <p:sldId id="599" r:id="rId3"/>
    <p:sldId id="600" r:id="rId4"/>
    <p:sldId id="611" r:id="rId5"/>
    <p:sldId id="621" r:id="rId6"/>
    <p:sldId id="612" r:id="rId7"/>
    <p:sldId id="622" r:id="rId8"/>
    <p:sldId id="601" r:id="rId9"/>
    <p:sldId id="615" r:id="rId10"/>
    <p:sldId id="616" r:id="rId11"/>
    <p:sldId id="602" r:id="rId12"/>
    <p:sldId id="617" r:id="rId13"/>
    <p:sldId id="618" r:id="rId14"/>
    <p:sldId id="620" r:id="rId15"/>
    <p:sldId id="604" r:id="rId16"/>
    <p:sldId id="605" r:id="rId17"/>
    <p:sldId id="606" r:id="rId18"/>
    <p:sldId id="607" r:id="rId19"/>
    <p:sldId id="608" r:id="rId20"/>
    <p:sldId id="60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BF58A8-9DB9-4C09-8CC5-6DD63E0B6AA8}" v="28" dt="2026-10-02T05:30:55.3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151" autoAdjust="0"/>
    <p:restoredTop sz="94124" autoAdjust="0"/>
  </p:normalViewPr>
  <p:slideViewPr>
    <p:cSldViewPr snapToGrid="0">
      <p:cViewPr>
        <p:scale>
          <a:sx n="83" d="100"/>
          <a:sy n="83" d="100"/>
        </p:scale>
        <p:origin x="13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obo, IL, Dr [ilkhobo@sun.ac.za]" userId="b519a442-dcea-4a28-9c45-7e29f1df5837" providerId="ADAL" clId="{8BC8A5CF-2DB3-45E9-BF57-F2ED810C291E}"/>
    <pc:docChg chg="undo custSel addSld delSld modSld sldOrd">
      <pc:chgData name="Khobo, IL, Dr [ilkhobo@sun.ac.za]" userId="b519a442-dcea-4a28-9c45-7e29f1df5837" providerId="ADAL" clId="{8BC8A5CF-2DB3-45E9-BF57-F2ED810C291E}" dt="2026-10-02T06:00:32.917" v="5018" actId="20577"/>
      <pc:docMkLst>
        <pc:docMk/>
      </pc:docMkLst>
      <pc:sldChg chg="modSp mod modNotesTx">
        <pc:chgData name="Khobo, IL, Dr [ilkhobo@sun.ac.za]" userId="b519a442-dcea-4a28-9c45-7e29f1df5837" providerId="ADAL" clId="{8BC8A5CF-2DB3-45E9-BF57-F2ED810C291E}" dt="2026-10-02T05:57:32.939" v="5017" actId="20577"/>
        <pc:sldMkLst>
          <pc:docMk/>
          <pc:sldMk cId="2601401026" sldId="597"/>
        </pc:sldMkLst>
        <pc:spChg chg="mod">
          <ac:chgData name="Khobo, IL, Dr [ilkhobo@sun.ac.za]" userId="b519a442-dcea-4a28-9c45-7e29f1df5837" providerId="ADAL" clId="{8BC8A5CF-2DB3-45E9-BF57-F2ED810C291E}" dt="2026-09-15T10:02:44.178" v="55" actId="1076"/>
          <ac:spMkLst>
            <pc:docMk/>
            <pc:sldMk cId="2601401026" sldId="597"/>
            <ac:spMk id="13" creationId="{20076924-44A7-AFA3-D2D3-FEB8DE4DD9A9}"/>
          </ac:spMkLst>
        </pc:spChg>
        <pc:spChg chg="mod">
          <ac:chgData name="Khobo, IL, Dr [ilkhobo@sun.ac.za]" userId="b519a442-dcea-4a28-9c45-7e29f1df5837" providerId="ADAL" clId="{8BC8A5CF-2DB3-45E9-BF57-F2ED810C291E}" dt="2026-09-15T10:03:33.999" v="116" actId="20577"/>
          <ac:spMkLst>
            <pc:docMk/>
            <pc:sldMk cId="2601401026" sldId="597"/>
            <ac:spMk id="17" creationId="{7EC74C40-289A-CA47-2A9E-CB243EF9FF06}"/>
          </ac:spMkLst>
        </pc:spChg>
        <pc:spChg chg="mod">
          <ac:chgData name="Khobo, IL, Dr [ilkhobo@sun.ac.za]" userId="b519a442-dcea-4a28-9c45-7e29f1df5837" providerId="ADAL" clId="{8BC8A5CF-2DB3-45E9-BF57-F2ED810C291E}" dt="2026-10-01T20:16:18.729" v="4409" actId="20577"/>
          <ac:spMkLst>
            <pc:docMk/>
            <pc:sldMk cId="2601401026" sldId="597"/>
            <ac:spMk id="34" creationId="{593DD671-6E7B-06CE-9A2D-78AB0133EE61}"/>
          </ac:spMkLst>
        </pc:spChg>
      </pc:sldChg>
      <pc:sldChg chg="modSp">
        <pc:chgData name="Khobo, IL, Dr [ilkhobo@sun.ac.za]" userId="b519a442-dcea-4a28-9c45-7e29f1df5837" providerId="ADAL" clId="{8BC8A5CF-2DB3-45E9-BF57-F2ED810C291E}" dt="2026-10-01T20:16:26.975" v="4410"/>
        <pc:sldMkLst>
          <pc:docMk/>
          <pc:sldMk cId="4217422227" sldId="599"/>
        </pc:sldMkLst>
        <pc:spChg chg="mod">
          <ac:chgData name="Khobo, IL, Dr [ilkhobo@sun.ac.za]" userId="b519a442-dcea-4a28-9c45-7e29f1df5837" providerId="ADAL" clId="{8BC8A5CF-2DB3-45E9-BF57-F2ED810C291E}" dt="2026-10-01T20:16:26.975" v="4410"/>
          <ac:spMkLst>
            <pc:docMk/>
            <pc:sldMk cId="4217422227" sldId="599"/>
            <ac:spMk id="28" creationId="{50EA2319-0841-C4C0-1968-66099B0DD561}"/>
          </ac:spMkLst>
        </pc:spChg>
        <pc:spChg chg="mod">
          <ac:chgData name="Khobo, IL, Dr [ilkhobo@sun.ac.za]" userId="b519a442-dcea-4a28-9c45-7e29f1df5837" providerId="ADAL" clId="{8BC8A5CF-2DB3-45E9-BF57-F2ED810C291E}" dt="2026-10-01T20:16:26.975" v="4410"/>
          <ac:spMkLst>
            <pc:docMk/>
            <pc:sldMk cId="4217422227" sldId="599"/>
            <ac:spMk id="30" creationId="{BBD92169-A53D-E18F-925C-E4299266DDEC}"/>
          </ac:spMkLst>
        </pc:spChg>
        <pc:spChg chg="mod">
          <ac:chgData name="Khobo, IL, Dr [ilkhobo@sun.ac.za]" userId="b519a442-dcea-4a28-9c45-7e29f1df5837" providerId="ADAL" clId="{8BC8A5CF-2DB3-45E9-BF57-F2ED810C291E}" dt="2026-10-01T20:16:26.975" v="4410"/>
          <ac:spMkLst>
            <pc:docMk/>
            <pc:sldMk cId="4217422227" sldId="599"/>
            <ac:spMk id="34" creationId="{03FEF9E1-FBFC-4B6A-7F48-8A9667834489}"/>
          </ac:spMkLst>
        </pc:spChg>
        <pc:spChg chg="mod">
          <ac:chgData name="Khobo, IL, Dr [ilkhobo@sun.ac.za]" userId="b519a442-dcea-4a28-9c45-7e29f1df5837" providerId="ADAL" clId="{8BC8A5CF-2DB3-45E9-BF57-F2ED810C291E}" dt="2026-10-01T20:16:26.975" v="4410"/>
          <ac:spMkLst>
            <pc:docMk/>
            <pc:sldMk cId="4217422227" sldId="599"/>
            <ac:spMk id="36" creationId="{429E743A-632E-9EB3-5D21-ECF5187657DD}"/>
          </ac:spMkLst>
        </pc:spChg>
        <pc:grpChg chg="mod">
          <ac:chgData name="Khobo, IL, Dr [ilkhobo@sun.ac.za]" userId="b519a442-dcea-4a28-9c45-7e29f1df5837" providerId="ADAL" clId="{8BC8A5CF-2DB3-45E9-BF57-F2ED810C291E}" dt="2026-10-01T20:16:26.975" v="4410"/>
          <ac:grpSpMkLst>
            <pc:docMk/>
            <pc:sldMk cId="4217422227" sldId="599"/>
            <ac:grpSpMk id="35" creationId="{5C42DAD1-556A-FA8E-9CC4-0B6997C379C3}"/>
          </ac:grpSpMkLst>
        </pc:grpChg>
        <pc:grpChg chg="mod">
          <ac:chgData name="Khobo, IL, Dr [ilkhobo@sun.ac.za]" userId="b519a442-dcea-4a28-9c45-7e29f1df5837" providerId="ADAL" clId="{8BC8A5CF-2DB3-45E9-BF57-F2ED810C291E}" dt="2026-10-01T20:16:26.975" v="4410"/>
          <ac:grpSpMkLst>
            <pc:docMk/>
            <pc:sldMk cId="4217422227" sldId="599"/>
            <ac:grpSpMk id="37" creationId="{1AAF1644-2C68-6654-8F0A-184FF1A11925}"/>
          </ac:grpSpMkLst>
        </pc:grpChg>
        <pc:picChg chg="mod">
          <ac:chgData name="Khobo, IL, Dr [ilkhobo@sun.ac.za]" userId="b519a442-dcea-4a28-9c45-7e29f1df5837" providerId="ADAL" clId="{8BC8A5CF-2DB3-45E9-BF57-F2ED810C291E}" dt="2026-10-01T20:16:26.975" v="4410"/>
          <ac:picMkLst>
            <pc:docMk/>
            <pc:sldMk cId="4217422227" sldId="599"/>
            <ac:picMk id="24" creationId="{80DA4B42-331A-AD23-98AF-6EC59A81FE6A}"/>
          </ac:picMkLst>
        </pc:picChg>
      </pc:sldChg>
      <pc:sldChg chg="addSp delSp modSp mod">
        <pc:chgData name="Khobo, IL, Dr [ilkhobo@sun.ac.za]" userId="b519a442-dcea-4a28-9c45-7e29f1df5837" providerId="ADAL" clId="{8BC8A5CF-2DB3-45E9-BF57-F2ED810C291E}" dt="2026-10-01T20:16:34.226" v="4411"/>
        <pc:sldMkLst>
          <pc:docMk/>
          <pc:sldMk cId="2241762010" sldId="600"/>
        </pc:sldMkLst>
        <pc:spChg chg="add mod">
          <ac:chgData name="Khobo, IL, Dr [ilkhobo@sun.ac.za]" userId="b519a442-dcea-4a28-9c45-7e29f1df5837" providerId="ADAL" clId="{8BC8A5CF-2DB3-45E9-BF57-F2ED810C291E}" dt="2026-10-01T17:24:55.477" v="4307" actId="1076"/>
          <ac:spMkLst>
            <pc:docMk/>
            <pc:sldMk cId="2241762010" sldId="600"/>
            <ac:spMk id="3" creationId="{4C3FEDAA-38A9-8DE7-0145-50D793F76D73}"/>
          </ac:spMkLst>
        </pc:spChg>
        <pc:spChg chg="add mod">
          <ac:chgData name="Khobo, IL, Dr [ilkhobo@sun.ac.za]" userId="b519a442-dcea-4a28-9c45-7e29f1df5837" providerId="ADAL" clId="{8BC8A5CF-2DB3-45E9-BF57-F2ED810C291E}" dt="2026-10-01T17:30:13.126" v="4321" actId="20577"/>
          <ac:spMkLst>
            <pc:docMk/>
            <pc:sldMk cId="2241762010" sldId="600"/>
            <ac:spMk id="6" creationId="{11B911E9-AE1F-C0B6-D19D-9FDF1CF13885}"/>
          </ac:spMkLst>
        </pc:spChg>
        <pc:spChg chg="add mod">
          <ac:chgData name="Khobo, IL, Dr [ilkhobo@sun.ac.za]" userId="b519a442-dcea-4a28-9c45-7e29f1df5837" providerId="ADAL" clId="{8BC8A5CF-2DB3-45E9-BF57-F2ED810C291E}" dt="2026-10-01T17:24:55.477" v="4307" actId="1076"/>
          <ac:spMkLst>
            <pc:docMk/>
            <pc:sldMk cId="2241762010" sldId="600"/>
            <ac:spMk id="8" creationId="{905227F4-27D0-B287-3B9C-4F6D5F137BA5}"/>
          </ac:spMkLst>
        </pc:spChg>
        <pc:spChg chg="add mod">
          <ac:chgData name="Khobo, IL, Dr [ilkhobo@sun.ac.za]" userId="b519a442-dcea-4a28-9c45-7e29f1df5837" providerId="ADAL" clId="{8BC8A5CF-2DB3-45E9-BF57-F2ED810C291E}" dt="2026-10-01T17:30:33.342" v="4333" actId="20577"/>
          <ac:spMkLst>
            <pc:docMk/>
            <pc:sldMk cId="2241762010" sldId="600"/>
            <ac:spMk id="10" creationId="{612D979D-34D6-9786-B1B9-B2AF95B743B3}"/>
          </ac:spMkLst>
        </pc:spChg>
        <pc:spChg chg="mod">
          <ac:chgData name="Khobo, IL, Dr [ilkhobo@sun.ac.za]" userId="b519a442-dcea-4a28-9c45-7e29f1df5837" providerId="ADAL" clId="{8BC8A5CF-2DB3-45E9-BF57-F2ED810C291E}" dt="2026-10-01T20:16:34.226" v="4411"/>
          <ac:spMkLst>
            <pc:docMk/>
            <pc:sldMk cId="2241762010" sldId="600"/>
            <ac:spMk id="28" creationId="{2CA8F169-3299-2924-0092-B11DD9E5FAFC}"/>
          </ac:spMkLst>
        </pc:spChg>
        <pc:spChg chg="mod">
          <ac:chgData name="Khobo, IL, Dr [ilkhobo@sun.ac.za]" userId="b519a442-dcea-4a28-9c45-7e29f1df5837" providerId="ADAL" clId="{8BC8A5CF-2DB3-45E9-BF57-F2ED810C291E}" dt="2026-10-01T20:16:34.226" v="4411"/>
          <ac:spMkLst>
            <pc:docMk/>
            <pc:sldMk cId="2241762010" sldId="600"/>
            <ac:spMk id="30" creationId="{DBE62CB3-5E27-93D4-27F5-401C5FD94548}"/>
          </ac:spMkLst>
        </pc:spChg>
        <pc:spChg chg="mod">
          <ac:chgData name="Khobo, IL, Dr [ilkhobo@sun.ac.za]" userId="b519a442-dcea-4a28-9c45-7e29f1df5837" providerId="ADAL" clId="{8BC8A5CF-2DB3-45E9-BF57-F2ED810C291E}" dt="2026-10-01T20:16:34.226" v="4411"/>
          <ac:spMkLst>
            <pc:docMk/>
            <pc:sldMk cId="2241762010" sldId="600"/>
            <ac:spMk id="34" creationId="{CCCD9F2B-69F6-3BF5-C0F2-026F36F15C51}"/>
          </ac:spMkLst>
        </pc:spChg>
        <pc:spChg chg="mod">
          <ac:chgData name="Khobo, IL, Dr [ilkhobo@sun.ac.za]" userId="b519a442-dcea-4a28-9c45-7e29f1df5837" providerId="ADAL" clId="{8BC8A5CF-2DB3-45E9-BF57-F2ED810C291E}" dt="2026-10-01T20:16:34.226" v="4411"/>
          <ac:spMkLst>
            <pc:docMk/>
            <pc:sldMk cId="2241762010" sldId="600"/>
            <ac:spMk id="36" creationId="{C36D67F1-7498-BD17-B47A-32B3B94558CC}"/>
          </ac:spMkLst>
        </pc:spChg>
        <pc:grpChg chg="mod">
          <ac:chgData name="Khobo, IL, Dr [ilkhobo@sun.ac.za]" userId="b519a442-dcea-4a28-9c45-7e29f1df5837" providerId="ADAL" clId="{8BC8A5CF-2DB3-45E9-BF57-F2ED810C291E}" dt="2026-10-01T20:16:34.226" v="4411"/>
          <ac:grpSpMkLst>
            <pc:docMk/>
            <pc:sldMk cId="2241762010" sldId="600"/>
            <ac:grpSpMk id="35" creationId="{5BFF1A6D-A279-6841-B868-0A8DBB46F71A}"/>
          </ac:grpSpMkLst>
        </pc:grpChg>
        <pc:grpChg chg="mod">
          <ac:chgData name="Khobo, IL, Dr [ilkhobo@sun.ac.za]" userId="b519a442-dcea-4a28-9c45-7e29f1df5837" providerId="ADAL" clId="{8BC8A5CF-2DB3-45E9-BF57-F2ED810C291E}" dt="2026-10-01T20:16:34.226" v="4411"/>
          <ac:grpSpMkLst>
            <pc:docMk/>
            <pc:sldMk cId="2241762010" sldId="600"/>
            <ac:grpSpMk id="37" creationId="{220985EC-BD4A-CD89-C63A-2F2F0F25EF35}"/>
          </ac:grpSpMkLst>
        </pc:grpChg>
        <pc:picChg chg="del">
          <ac:chgData name="Khobo, IL, Dr [ilkhobo@sun.ac.za]" userId="b519a442-dcea-4a28-9c45-7e29f1df5837" providerId="ADAL" clId="{8BC8A5CF-2DB3-45E9-BF57-F2ED810C291E}" dt="2026-10-01T17:09:45.972" v="4305" actId="478"/>
          <ac:picMkLst>
            <pc:docMk/>
            <pc:sldMk cId="2241762010" sldId="600"/>
            <ac:picMk id="4" creationId="{CB991610-085D-B4F8-DD1E-023CDE1FA14D}"/>
          </ac:picMkLst>
        </pc:picChg>
        <pc:picChg chg="mod">
          <ac:chgData name="Khobo, IL, Dr [ilkhobo@sun.ac.za]" userId="b519a442-dcea-4a28-9c45-7e29f1df5837" providerId="ADAL" clId="{8BC8A5CF-2DB3-45E9-BF57-F2ED810C291E}" dt="2026-10-01T20:16:34.226" v="4411"/>
          <ac:picMkLst>
            <pc:docMk/>
            <pc:sldMk cId="2241762010" sldId="600"/>
            <ac:picMk id="24" creationId="{B177B615-6F76-06EA-6B2F-E5DB7B30AB7A}"/>
          </ac:picMkLst>
        </pc:picChg>
      </pc:sldChg>
      <pc:sldChg chg="addSp modSp mod">
        <pc:chgData name="Khobo, IL, Dr [ilkhobo@sun.ac.za]" userId="b519a442-dcea-4a28-9c45-7e29f1df5837" providerId="ADAL" clId="{8BC8A5CF-2DB3-45E9-BF57-F2ED810C291E}" dt="2026-10-01T20:16:52.339" v="4414"/>
        <pc:sldMkLst>
          <pc:docMk/>
          <pc:sldMk cId="948910111" sldId="601"/>
        </pc:sldMkLst>
        <pc:spChg chg="mod">
          <ac:chgData name="Khobo, IL, Dr [ilkhobo@sun.ac.za]" userId="b519a442-dcea-4a28-9c45-7e29f1df5837" providerId="ADAL" clId="{8BC8A5CF-2DB3-45E9-BF57-F2ED810C291E}" dt="2026-10-01T20:16:52.339" v="4414"/>
          <ac:spMkLst>
            <pc:docMk/>
            <pc:sldMk cId="948910111" sldId="601"/>
            <ac:spMk id="28" creationId="{C7AA6122-E73C-E438-EC4C-C1E4E0C2C6DA}"/>
          </ac:spMkLst>
        </pc:spChg>
        <pc:spChg chg="mod">
          <ac:chgData name="Khobo, IL, Dr [ilkhobo@sun.ac.za]" userId="b519a442-dcea-4a28-9c45-7e29f1df5837" providerId="ADAL" clId="{8BC8A5CF-2DB3-45E9-BF57-F2ED810C291E}" dt="2026-10-01T20:16:52.339" v="4414"/>
          <ac:spMkLst>
            <pc:docMk/>
            <pc:sldMk cId="948910111" sldId="601"/>
            <ac:spMk id="30" creationId="{CA4BC1EE-51B1-F1E6-08FD-E2E8951F42F3}"/>
          </ac:spMkLst>
        </pc:spChg>
        <pc:spChg chg="mod">
          <ac:chgData name="Khobo, IL, Dr [ilkhobo@sun.ac.za]" userId="b519a442-dcea-4a28-9c45-7e29f1df5837" providerId="ADAL" clId="{8BC8A5CF-2DB3-45E9-BF57-F2ED810C291E}" dt="2026-10-01T20:16:52.339" v="4414"/>
          <ac:spMkLst>
            <pc:docMk/>
            <pc:sldMk cId="948910111" sldId="601"/>
            <ac:spMk id="34" creationId="{FA6D9037-C9A5-9617-DB0B-77ADF0CA39AA}"/>
          </ac:spMkLst>
        </pc:spChg>
        <pc:spChg chg="mod">
          <ac:chgData name="Khobo, IL, Dr [ilkhobo@sun.ac.za]" userId="b519a442-dcea-4a28-9c45-7e29f1df5837" providerId="ADAL" clId="{8BC8A5CF-2DB3-45E9-BF57-F2ED810C291E}" dt="2026-10-01T20:16:52.339" v="4414"/>
          <ac:spMkLst>
            <pc:docMk/>
            <pc:sldMk cId="948910111" sldId="601"/>
            <ac:spMk id="36" creationId="{6555B744-FE99-3182-EB06-AD926895489C}"/>
          </ac:spMkLst>
        </pc:spChg>
        <pc:grpChg chg="mod">
          <ac:chgData name="Khobo, IL, Dr [ilkhobo@sun.ac.za]" userId="b519a442-dcea-4a28-9c45-7e29f1df5837" providerId="ADAL" clId="{8BC8A5CF-2DB3-45E9-BF57-F2ED810C291E}" dt="2026-10-01T20:16:52.339" v="4414"/>
          <ac:grpSpMkLst>
            <pc:docMk/>
            <pc:sldMk cId="948910111" sldId="601"/>
            <ac:grpSpMk id="35" creationId="{DBACF8D2-F3D6-B8AA-689B-B6E072A12E3E}"/>
          </ac:grpSpMkLst>
        </pc:grpChg>
        <pc:grpChg chg="mod">
          <ac:chgData name="Khobo, IL, Dr [ilkhobo@sun.ac.za]" userId="b519a442-dcea-4a28-9c45-7e29f1df5837" providerId="ADAL" clId="{8BC8A5CF-2DB3-45E9-BF57-F2ED810C291E}" dt="2026-10-01T20:16:52.339" v="4414"/>
          <ac:grpSpMkLst>
            <pc:docMk/>
            <pc:sldMk cId="948910111" sldId="601"/>
            <ac:grpSpMk id="37" creationId="{6F2C054B-0301-ACBD-8662-E84696CE0688}"/>
          </ac:grpSpMkLst>
        </pc:grpChg>
        <pc:graphicFrameChg chg="add mod modGraphic">
          <ac:chgData name="Khobo, IL, Dr [ilkhobo@sun.ac.za]" userId="b519a442-dcea-4a28-9c45-7e29f1df5837" providerId="ADAL" clId="{8BC8A5CF-2DB3-45E9-BF57-F2ED810C291E}" dt="2026-10-01T20:15:56.819" v="4400" actId="27297"/>
          <ac:graphicFrameMkLst>
            <pc:docMk/>
            <pc:sldMk cId="948910111" sldId="601"/>
            <ac:graphicFrameMk id="4" creationId="{CCAB4F7B-84AC-179C-3570-E22769A8ACED}"/>
          </ac:graphicFrameMkLst>
        </pc:graphicFrameChg>
        <pc:picChg chg="mod">
          <ac:chgData name="Khobo, IL, Dr [ilkhobo@sun.ac.za]" userId="b519a442-dcea-4a28-9c45-7e29f1df5837" providerId="ADAL" clId="{8BC8A5CF-2DB3-45E9-BF57-F2ED810C291E}" dt="2026-10-01T20:16:52.339" v="4414"/>
          <ac:picMkLst>
            <pc:docMk/>
            <pc:sldMk cId="948910111" sldId="601"/>
            <ac:picMk id="24" creationId="{9F46A344-CE0A-3239-EC78-B5E47CF0485E}"/>
          </ac:picMkLst>
        </pc:picChg>
      </pc:sldChg>
      <pc:sldChg chg="modSp">
        <pc:chgData name="Khobo, IL, Dr [ilkhobo@sun.ac.za]" userId="b519a442-dcea-4a28-9c45-7e29f1df5837" providerId="ADAL" clId="{8BC8A5CF-2DB3-45E9-BF57-F2ED810C291E}" dt="2026-10-01T20:17:03.577" v="4415"/>
        <pc:sldMkLst>
          <pc:docMk/>
          <pc:sldMk cId="3355225157" sldId="602"/>
        </pc:sldMkLst>
        <pc:spChg chg="mod">
          <ac:chgData name="Khobo, IL, Dr [ilkhobo@sun.ac.za]" userId="b519a442-dcea-4a28-9c45-7e29f1df5837" providerId="ADAL" clId="{8BC8A5CF-2DB3-45E9-BF57-F2ED810C291E}" dt="2026-10-01T20:17:03.577" v="4415"/>
          <ac:spMkLst>
            <pc:docMk/>
            <pc:sldMk cId="3355225157" sldId="602"/>
            <ac:spMk id="28" creationId="{D5439D11-3D77-58A1-2723-C14DA0D27E30}"/>
          </ac:spMkLst>
        </pc:spChg>
        <pc:spChg chg="mod">
          <ac:chgData name="Khobo, IL, Dr [ilkhobo@sun.ac.za]" userId="b519a442-dcea-4a28-9c45-7e29f1df5837" providerId="ADAL" clId="{8BC8A5CF-2DB3-45E9-BF57-F2ED810C291E}" dt="2026-10-01T20:17:03.577" v="4415"/>
          <ac:spMkLst>
            <pc:docMk/>
            <pc:sldMk cId="3355225157" sldId="602"/>
            <ac:spMk id="30" creationId="{C033ED9C-5294-2496-D798-54EBB59C33D7}"/>
          </ac:spMkLst>
        </pc:spChg>
        <pc:spChg chg="mod">
          <ac:chgData name="Khobo, IL, Dr [ilkhobo@sun.ac.za]" userId="b519a442-dcea-4a28-9c45-7e29f1df5837" providerId="ADAL" clId="{8BC8A5CF-2DB3-45E9-BF57-F2ED810C291E}" dt="2026-10-01T20:17:03.577" v="4415"/>
          <ac:spMkLst>
            <pc:docMk/>
            <pc:sldMk cId="3355225157" sldId="602"/>
            <ac:spMk id="34" creationId="{24D39C1B-B8B3-FC16-356F-14418DB15165}"/>
          </ac:spMkLst>
        </pc:spChg>
        <pc:spChg chg="mod">
          <ac:chgData name="Khobo, IL, Dr [ilkhobo@sun.ac.za]" userId="b519a442-dcea-4a28-9c45-7e29f1df5837" providerId="ADAL" clId="{8BC8A5CF-2DB3-45E9-BF57-F2ED810C291E}" dt="2026-10-01T20:17:03.577" v="4415"/>
          <ac:spMkLst>
            <pc:docMk/>
            <pc:sldMk cId="3355225157" sldId="602"/>
            <ac:spMk id="36" creationId="{B2888A36-C715-AF9E-FE69-C57936C7886A}"/>
          </ac:spMkLst>
        </pc:spChg>
        <pc:grpChg chg="mod">
          <ac:chgData name="Khobo, IL, Dr [ilkhobo@sun.ac.za]" userId="b519a442-dcea-4a28-9c45-7e29f1df5837" providerId="ADAL" clId="{8BC8A5CF-2DB3-45E9-BF57-F2ED810C291E}" dt="2026-10-01T20:17:03.577" v="4415"/>
          <ac:grpSpMkLst>
            <pc:docMk/>
            <pc:sldMk cId="3355225157" sldId="602"/>
            <ac:grpSpMk id="35" creationId="{F733E793-92C4-9197-0A79-6E540F9133A5}"/>
          </ac:grpSpMkLst>
        </pc:grpChg>
        <pc:grpChg chg="mod">
          <ac:chgData name="Khobo, IL, Dr [ilkhobo@sun.ac.za]" userId="b519a442-dcea-4a28-9c45-7e29f1df5837" providerId="ADAL" clId="{8BC8A5CF-2DB3-45E9-BF57-F2ED810C291E}" dt="2026-10-01T20:17:03.577" v="4415"/>
          <ac:grpSpMkLst>
            <pc:docMk/>
            <pc:sldMk cId="3355225157" sldId="602"/>
            <ac:grpSpMk id="37" creationId="{C962D85C-0CE9-8C04-45AB-1CD070D7501C}"/>
          </ac:grpSpMkLst>
        </pc:grpChg>
        <pc:picChg chg="mod">
          <ac:chgData name="Khobo, IL, Dr [ilkhobo@sun.ac.za]" userId="b519a442-dcea-4a28-9c45-7e29f1df5837" providerId="ADAL" clId="{8BC8A5CF-2DB3-45E9-BF57-F2ED810C291E}" dt="2026-10-01T20:17:03.577" v="4415"/>
          <ac:picMkLst>
            <pc:docMk/>
            <pc:sldMk cId="3355225157" sldId="602"/>
            <ac:picMk id="24" creationId="{79B164F8-38BB-E9E5-9CEB-D47CD7D9CD4A}"/>
          </ac:picMkLst>
        </pc:picChg>
      </pc:sldChg>
      <pc:sldChg chg="modSp del">
        <pc:chgData name="Khobo, IL, Dr [ilkhobo@sun.ac.za]" userId="b519a442-dcea-4a28-9c45-7e29f1df5837" providerId="ADAL" clId="{8BC8A5CF-2DB3-45E9-BF57-F2ED810C291E}" dt="2026-10-01T20:56:16.158" v="4553" actId="47"/>
        <pc:sldMkLst>
          <pc:docMk/>
          <pc:sldMk cId="2822422197" sldId="603"/>
        </pc:sldMkLst>
        <pc:spChg chg="mod">
          <ac:chgData name="Khobo, IL, Dr [ilkhobo@sun.ac.za]" userId="b519a442-dcea-4a28-9c45-7e29f1df5837" providerId="ADAL" clId="{8BC8A5CF-2DB3-45E9-BF57-F2ED810C291E}" dt="2026-10-01T20:17:08.149" v="4416"/>
          <ac:spMkLst>
            <pc:docMk/>
            <pc:sldMk cId="2822422197" sldId="603"/>
            <ac:spMk id="28" creationId="{9ACCD577-BE5C-9F15-CB59-2B6F14B3E275}"/>
          </ac:spMkLst>
        </pc:spChg>
        <pc:spChg chg="mod">
          <ac:chgData name="Khobo, IL, Dr [ilkhobo@sun.ac.za]" userId="b519a442-dcea-4a28-9c45-7e29f1df5837" providerId="ADAL" clId="{8BC8A5CF-2DB3-45E9-BF57-F2ED810C291E}" dt="2026-10-01T20:17:08.149" v="4416"/>
          <ac:spMkLst>
            <pc:docMk/>
            <pc:sldMk cId="2822422197" sldId="603"/>
            <ac:spMk id="30" creationId="{5F6F5BC4-8F95-FB9F-939A-6D28F8D79FAD}"/>
          </ac:spMkLst>
        </pc:spChg>
        <pc:spChg chg="mod">
          <ac:chgData name="Khobo, IL, Dr [ilkhobo@sun.ac.za]" userId="b519a442-dcea-4a28-9c45-7e29f1df5837" providerId="ADAL" clId="{8BC8A5CF-2DB3-45E9-BF57-F2ED810C291E}" dt="2026-10-01T20:17:08.149" v="4416"/>
          <ac:spMkLst>
            <pc:docMk/>
            <pc:sldMk cId="2822422197" sldId="603"/>
            <ac:spMk id="34" creationId="{1D0D03D5-AB41-58BA-9B1E-69F0CE16BCFD}"/>
          </ac:spMkLst>
        </pc:spChg>
        <pc:spChg chg="mod">
          <ac:chgData name="Khobo, IL, Dr [ilkhobo@sun.ac.za]" userId="b519a442-dcea-4a28-9c45-7e29f1df5837" providerId="ADAL" clId="{8BC8A5CF-2DB3-45E9-BF57-F2ED810C291E}" dt="2026-10-01T20:17:08.149" v="4416"/>
          <ac:spMkLst>
            <pc:docMk/>
            <pc:sldMk cId="2822422197" sldId="603"/>
            <ac:spMk id="36" creationId="{4E904E16-F1B5-7711-8BAE-57B2D0E02136}"/>
          </ac:spMkLst>
        </pc:spChg>
        <pc:grpChg chg="mod">
          <ac:chgData name="Khobo, IL, Dr [ilkhobo@sun.ac.za]" userId="b519a442-dcea-4a28-9c45-7e29f1df5837" providerId="ADAL" clId="{8BC8A5CF-2DB3-45E9-BF57-F2ED810C291E}" dt="2026-10-01T20:17:08.149" v="4416"/>
          <ac:grpSpMkLst>
            <pc:docMk/>
            <pc:sldMk cId="2822422197" sldId="603"/>
            <ac:grpSpMk id="35" creationId="{24745042-0644-6B7C-3A14-6EC6A926E036}"/>
          </ac:grpSpMkLst>
        </pc:grpChg>
        <pc:grpChg chg="mod">
          <ac:chgData name="Khobo, IL, Dr [ilkhobo@sun.ac.za]" userId="b519a442-dcea-4a28-9c45-7e29f1df5837" providerId="ADAL" clId="{8BC8A5CF-2DB3-45E9-BF57-F2ED810C291E}" dt="2026-10-01T20:17:08.149" v="4416"/>
          <ac:grpSpMkLst>
            <pc:docMk/>
            <pc:sldMk cId="2822422197" sldId="603"/>
            <ac:grpSpMk id="37" creationId="{6018E392-49E1-61BA-9732-1B913F226C55}"/>
          </ac:grpSpMkLst>
        </pc:grpChg>
        <pc:picChg chg="mod">
          <ac:chgData name="Khobo, IL, Dr [ilkhobo@sun.ac.za]" userId="b519a442-dcea-4a28-9c45-7e29f1df5837" providerId="ADAL" clId="{8BC8A5CF-2DB3-45E9-BF57-F2ED810C291E}" dt="2026-10-01T20:17:08.149" v="4416"/>
          <ac:picMkLst>
            <pc:docMk/>
            <pc:sldMk cId="2822422197" sldId="603"/>
            <ac:picMk id="24" creationId="{A571B28A-DCB6-D095-20D4-BEFD5A48E0D6}"/>
          </ac:picMkLst>
        </pc:picChg>
      </pc:sldChg>
      <pc:sldChg chg="modSp">
        <pc:chgData name="Khobo, IL, Dr [ilkhobo@sun.ac.za]" userId="b519a442-dcea-4a28-9c45-7e29f1df5837" providerId="ADAL" clId="{8BC8A5CF-2DB3-45E9-BF57-F2ED810C291E}" dt="2026-10-01T20:17:15.420" v="4417"/>
        <pc:sldMkLst>
          <pc:docMk/>
          <pc:sldMk cId="707679035" sldId="604"/>
        </pc:sldMkLst>
        <pc:spChg chg="mod">
          <ac:chgData name="Khobo, IL, Dr [ilkhobo@sun.ac.za]" userId="b519a442-dcea-4a28-9c45-7e29f1df5837" providerId="ADAL" clId="{8BC8A5CF-2DB3-45E9-BF57-F2ED810C291E}" dt="2026-10-01T20:17:15.420" v="4417"/>
          <ac:spMkLst>
            <pc:docMk/>
            <pc:sldMk cId="707679035" sldId="604"/>
            <ac:spMk id="28" creationId="{FB4C1C1C-80F3-16DD-ED3D-506D3D428D05}"/>
          </ac:spMkLst>
        </pc:spChg>
        <pc:spChg chg="mod">
          <ac:chgData name="Khobo, IL, Dr [ilkhobo@sun.ac.za]" userId="b519a442-dcea-4a28-9c45-7e29f1df5837" providerId="ADAL" clId="{8BC8A5CF-2DB3-45E9-BF57-F2ED810C291E}" dt="2026-10-01T20:17:15.420" v="4417"/>
          <ac:spMkLst>
            <pc:docMk/>
            <pc:sldMk cId="707679035" sldId="604"/>
            <ac:spMk id="30" creationId="{5C342602-D780-F4C3-896B-BDFEBDB2C977}"/>
          </ac:spMkLst>
        </pc:spChg>
        <pc:spChg chg="mod">
          <ac:chgData name="Khobo, IL, Dr [ilkhobo@sun.ac.za]" userId="b519a442-dcea-4a28-9c45-7e29f1df5837" providerId="ADAL" clId="{8BC8A5CF-2DB3-45E9-BF57-F2ED810C291E}" dt="2026-10-01T20:17:15.420" v="4417"/>
          <ac:spMkLst>
            <pc:docMk/>
            <pc:sldMk cId="707679035" sldId="604"/>
            <ac:spMk id="34" creationId="{ADD0BC67-59B2-6330-CDF1-A77EA91CED6A}"/>
          </ac:spMkLst>
        </pc:spChg>
        <pc:spChg chg="mod">
          <ac:chgData name="Khobo, IL, Dr [ilkhobo@sun.ac.za]" userId="b519a442-dcea-4a28-9c45-7e29f1df5837" providerId="ADAL" clId="{8BC8A5CF-2DB3-45E9-BF57-F2ED810C291E}" dt="2026-10-01T20:17:15.420" v="4417"/>
          <ac:spMkLst>
            <pc:docMk/>
            <pc:sldMk cId="707679035" sldId="604"/>
            <ac:spMk id="36" creationId="{15FE80B2-B626-44C2-E6E7-8C8E6DA290C2}"/>
          </ac:spMkLst>
        </pc:spChg>
        <pc:grpChg chg="mod">
          <ac:chgData name="Khobo, IL, Dr [ilkhobo@sun.ac.za]" userId="b519a442-dcea-4a28-9c45-7e29f1df5837" providerId="ADAL" clId="{8BC8A5CF-2DB3-45E9-BF57-F2ED810C291E}" dt="2026-10-01T20:17:15.420" v="4417"/>
          <ac:grpSpMkLst>
            <pc:docMk/>
            <pc:sldMk cId="707679035" sldId="604"/>
            <ac:grpSpMk id="35" creationId="{B0F531AA-0814-7F1A-9B50-70B0B881B2D5}"/>
          </ac:grpSpMkLst>
        </pc:grpChg>
        <pc:grpChg chg="mod">
          <ac:chgData name="Khobo, IL, Dr [ilkhobo@sun.ac.za]" userId="b519a442-dcea-4a28-9c45-7e29f1df5837" providerId="ADAL" clId="{8BC8A5CF-2DB3-45E9-BF57-F2ED810C291E}" dt="2026-10-01T20:17:15.420" v="4417"/>
          <ac:grpSpMkLst>
            <pc:docMk/>
            <pc:sldMk cId="707679035" sldId="604"/>
            <ac:grpSpMk id="37" creationId="{29F02FB9-2811-216F-3D79-60644DE9527C}"/>
          </ac:grpSpMkLst>
        </pc:grpChg>
        <pc:picChg chg="mod">
          <ac:chgData name="Khobo, IL, Dr [ilkhobo@sun.ac.za]" userId="b519a442-dcea-4a28-9c45-7e29f1df5837" providerId="ADAL" clId="{8BC8A5CF-2DB3-45E9-BF57-F2ED810C291E}" dt="2026-10-01T20:17:15.420" v="4417"/>
          <ac:picMkLst>
            <pc:docMk/>
            <pc:sldMk cId="707679035" sldId="604"/>
            <ac:picMk id="24" creationId="{C048D368-E5BF-E427-CF8A-27E01CB7E840}"/>
          </ac:picMkLst>
        </pc:picChg>
      </pc:sldChg>
      <pc:sldChg chg="modSp">
        <pc:chgData name="Khobo, IL, Dr [ilkhobo@sun.ac.za]" userId="b519a442-dcea-4a28-9c45-7e29f1df5837" providerId="ADAL" clId="{8BC8A5CF-2DB3-45E9-BF57-F2ED810C291E}" dt="2026-10-01T20:17:19.968" v="4418"/>
        <pc:sldMkLst>
          <pc:docMk/>
          <pc:sldMk cId="209627116" sldId="605"/>
        </pc:sldMkLst>
        <pc:spChg chg="mod">
          <ac:chgData name="Khobo, IL, Dr [ilkhobo@sun.ac.za]" userId="b519a442-dcea-4a28-9c45-7e29f1df5837" providerId="ADAL" clId="{8BC8A5CF-2DB3-45E9-BF57-F2ED810C291E}" dt="2026-10-01T20:17:19.968" v="4418"/>
          <ac:spMkLst>
            <pc:docMk/>
            <pc:sldMk cId="209627116" sldId="605"/>
            <ac:spMk id="28" creationId="{9CED3BF2-7EBE-4B4C-1201-A6D263F04C66}"/>
          </ac:spMkLst>
        </pc:spChg>
        <pc:spChg chg="mod">
          <ac:chgData name="Khobo, IL, Dr [ilkhobo@sun.ac.za]" userId="b519a442-dcea-4a28-9c45-7e29f1df5837" providerId="ADAL" clId="{8BC8A5CF-2DB3-45E9-BF57-F2ED810C291E}" dt="2026-10-01T20:17:19.968" v="4418"/>
          <ac:spMkLst>
            <pc:docMk/>
            <pc:sldMk cId="209627116" sldId="605"/>
            <ac:spMk id="30" creationId="{EC4E736F-077B-5B6F-9FFA-4CFEB6A36F31}"/>
          </ac:spMkLst>
        </pc:spChg>
        <pc:spChg chg="mod">
          <ac:chgData name="Khobo, IL, Dr [ilkhobo@sun.ac.za]" userId="b519a442-dcea-4a28-9c45-7e29f1df5837" providerId="ADAL" clId="{8BC8A5CF-2DB3-45E9-BF57-F2ED810C291E}" dt="2026-10-01T20:17:19.968" v="4418"/>
          <ac:spMkLst>
            <pc:docMk/>
            <pc:sldMk cId="209627116" sldId="605"/>
            <ac:spMk id="34" creationId="{2B6CFAAA-88F6-1E66-79EC-B9E897CCA721}"/>
          </ac:spMkLst>
        </pc:spChg>
        <pc:spChg chg="mod">
          <ac:chgData name="Khobo, IL, Dr [ilkhobo@sun.ac.za]" userId="b519a442-dcea-4a28-9c45-7e29f1df5837" providerId="ADAL" clId="{8BC8A5CF-2DB3-45E9-BF57-F2ED810C291E}" dt="2026-10-01T20:17:19.968" v="4418"/>
          <ac:spMkLst>
            <pc:docMk/>
            <pc:sldMk cId="209627116" sldId="605"/>
            <ac:spMk id="36" creationId="{E8932E91-3592-2E1E-CC65-DA74FF758B6E}"/>
          </ac:spMkLst>
        </pc:spChg>
        <pc:grpChg chg="mod">
          <ac:chgData name="Khobo, IL, Dr [ilkhobo@sun.ac.za]" userId="b519a442-dcea-4a28-9c45-7e29f1df5837" providerId="ADAL" clId="{8BC8A5CF-2DB3-45E9-BF57-F2ED810C291E}" dt="2026-10-01T20:17:19.968" v="4418"/>
          <ac:grpSpMkLst>
            <pc:docMk/>
            <pc:sldMk cId="209627116" sldId="605"/>
            <ac:grpSpMk id="35" creationId="{51889D52-04E1-2A89-BD85-9CF1985B4D1F}"/>
          </ac:grpSpMkLst>
        </pc:grpChg>
        <pc:grpChg chg="mod">
          <ac:chgData name="Khobo, IL, Dr [ilkhobo@sun.ac.za]" userId="b519a442-dcea-4a28-9c45-7e29f1df5837" providerId="ADAL" clId="{8BC8A5CF-2DB3-45E9-BF57-F2ED810C291E}" dt="2026-10-01T20:17:19.968" v="4418"/>
          <ac:grpSpMkLst>
            <pc:docMk/>
            <pc:sldMk cId="209627116" sldId="605"/>
            <ac:grpSpMk id="37" creationId="{0618B34F-3AD9-8E2E-468A-F5C2ED455569}"/>
          </ac:grpSpMkLst>
        </pc:grpChg>
        <pc:picChg chg="mod">
          <ac:chgData name="Khobo, IL, Dr [ilkhobo@sun.ac.za]" userId="b519a442-dcea-4a28-9c45-7e29f1df5837" providerId="ADAL" clId="{8BC8A5CF-2DB3-45E9-BF57-F2ED810C291E}" dt="2026-10-01T20:17:19.968" v="4418"/>
          <ac:picMkLst>
            <pc:docMk/>
            <pc:sldMk cId="209627116" sldId="605"/>
            <ac:picMk id="24" creationId="{595D83D4-F2F4-AB97-F9B2-A4A86B76295E}"/>
          </ac:picMkLst>
        </pc:picChg>
      </pc:sldChg>
      <pc:sldChg chg="modSp">
        <pc:chgData name="Khobo, IL, Dr [ilkhobo@sun.ac.za]" userId="b519a442-dcea-4a28-9c45-7e29f1df5837" providerId="ADAL" clId="{8BC8A5CF-2DB3-45E9-BF57-F2ED810C291E}" dt="2026-10-01T20:17:26.009" v="4419"/>
        <pc:sldMkLst>
          <pc:docMk/>
          <pc:sldMk cId="2244045518" sldId="606"/>
        </pc:sldMkLst>
        <pc:spChg chg="mod">
          <ac:chgData name="Khobo, IL, Dr [ilkhobo@sun.ac.za]" userId="b519a442-dcea-4a28-9c45-7e29f1df5837" providerId="ADAL" clId="{8BC8A5CF-2DB3-45E9-BF57-F2ED810C291E}" dt="2026-10-01T20:17:26.009" v="4419"/>
          <ac:spMkLst>
            <pc:docMk/>
            <pc:sldMk cId="2244045518" sldId="606"/>
            <ac:spMk id="28" creationId="{A39B9C4C-9C8D-A050-2656-D278A9FAA78E}"/>
          </ac:spMkLst>
        </pc:spChg>
        <pc:spChg chg="mod">
          <ac:chgData name="Khobo, IL, Dr [ilkhobo@sun.ac.za]" userId="b519a442-dcea-4a28-9c45-7e29f1df5837" providerId="ADAL" clId="{8BC8A5CF-2DB3-45E9-BF57-F2ED810C291E}" dt="2026-10-01T20:17:26.009" v="4419"/>
          <ac:spMkLst>
            <pc:docMk/>
            <pc:sldMk cId="2244045518" sldId="606"/>
            <ac:spMk id="30" creationId="{711D61A3-8ED6-2314-BCD0-F29AFC666054}"/>
          </ac:spMkLst>
        </pc:spChg>
        <pc:spChg chg="mod">
          <ac:chgData name="Khobo, IL, Dr [ilkhobo@sun.ac.za]" userId="b519a442-dcea-4a28-9c45-7e29f1df5837" providerId="ADAL" clId="{8BC8A5CF-2DB3-45E9-BF57-F2ED810C291E}" dt="2026-10-01T20:17:26.009" v="4419"/>
          <ac:spMkLst>
            <pc:docMk/>
            <pc:sldMk cId="2244045518" sldId="606"/>
            <ac:spMk id="34" creationId="{2F3B2E84-AB07-9391-6B15-8AD2C25F8A61}"/>
          </ac:spMkLst>
        </pc:spChg>
        <pc:spChg chg="mod">
          <ac:chgData name="Khobo, IL, Dr [ilkhobo@sun.ac.za]" userId="b519a442-dcea-4a28-9c45-7e29f1df5837" providerId="ADAL" clId="{8BC8A5CF-2DB3-45E9-BF57-F2ED810C291E}" dt="2026-10-01T20:17:26.009" v="4419"/>
          <ac:spMkLst>
            <pc:docMk/>
            <pc:sldMk cId="2244045518" sldId="606"/>
            <ac:spMk id="36" creationId="{0AC001D4-7FB2-08D4-96AA-EEDA88B99108}"/>
          </ac:spMkLst>
        </pc:spChg>
        <pc:grpChg chg="mod">
          <ac:chgData name="Khobo, IL, Dr [ilkhobo@sun.ac.za]" userId="b519a442-dcea-4a28-9c45-7e29f1df5837" providerId="ADAL" clId="{8BC8A5CF-2DB3-45E9-BF57-F2ED810C291E}" dt="2026-10-01T20:17:26.009" v="4419"/>
          <ac:grpSpMkLst>
            <pc:docMk/>
            <pc:sldMk cId="2244045518" sldId="606"/>
            <ac:grpSpMk id="35" creationId="{6843EAAF-6321-592E-5987-3D98BDF5784C}"/>
          </ac:grpSpMkLst>
        </pc:grpChg>
        <pc:grpChg chg="mod">
          <ac:chgData name="Khobo, IL, Dr [ilkhobo@sun.ac.za]" userId="b519a442-dcea-4a28-9c45-7e29f1df5837" providerId="ADAL" clId="{8BC8A5CF-2DB3-45E9-BF57-F2ED810C291E}" dt="2026-10-01T20:17:26.009" v="4419"/>
          <ac:grpSpMkLst>
            <pc:docMk/>
            <pc:sldMk cId="2244045518" sldId="606"/>
            <ac:grpSpMk id="37" creationId="{4620B13D-D80A-D4EA-B0DC-1C00F66DB79F}"/>
          </ac:grpSpMkLst>
        </pc:grpChg>
        <pc:picChg chg="mod">
          <ac:chgData name="Khobo, IL, Dr [ilkhobo@sun.ac.za]" userId="b519a442-dcea-4a28-9c45-7e29f1df5837" providerId="ADAL" clId="{8BC8A5CF-2DB3-45E9-BF57-F2ED810C291E}" dt="2026-10-01T20:17:26.009" v="4419"/>
          <ac:picMkLst>
            <pc:docMk/>
            <pc:sldMk cId="2244045518" sldId="606"/>
            <ac:picMk id="24" creationId="{3D76B24E-3AD5-0344-6CD0-0F2E3BEBC3B9}"/>
          </ac:picMkLst>
        </pc:picChg>
      </pc:sldChg>
      <pc:sldChg chg="modSp modNotesTx">
        <pc:chgData name="Khobo, IL, Dr [ilkhobo@sun.ac.za]" userId="b519a442-dcea-4a28-9c45-7e29f1df5837" providerId="ADAL" clId="{8BC8A5CF-2DB3-45E9-BF57-F2ED810C291E}" dt="2026-10-02T05:28:04.303" v="4763" actId="20577"/>
        <pc:sldMkLst>
          <pc:docMk/>
          <pc:sldMk cId="1796012759" sldId="607"/>
        </pc:sldMkLst>
        <pc:spChg chg="mod">
          <ac:chgData name="Khobo, IL, Dr [ilkhobo@sun.ac.za]" userId="b519a442-dcea-4a28-9c45-7e29f1df5837" providerId="ADAL" clId="{8BC8A5CF-2DB3-45E9-BF57-F2ED810C291E}" dt="2026-10-01T20:17:37.758" v="4422"/>
          <ac:spMkLst>
            <pc:docMk/>
            <pc:sldMk cId="1796012759" sldId="607"/>
            <ac:spMk id="28" creationId="{C3CC3B56-DDD7-7D6F-10FF-A2942E67FF77}"/>
          </ac:spMkLst>
        </pc:spChg>
        <pc:spChg chg="mod">
          <ac:chgData name="Khobo, IL, Dr [ilkhobo@sun.ac.za]" userId="b519a442-dcea-4a28-9c45-7e29f1df5837" providerId="ADAL" clId="{8BC8A5CF-2DB3-45E9-BF57-F2ED810C291E}" dt="2026-10-01T20:17:37.758" v="4422"/>
          <ac:spMkLst>
            <pc:docMk/>
            <pc:sldMk cId="1796012759" sldId="607"/>
            <ac:spMk id="30" creationId="{BCE1CD1F-9EAF-AA71-D775-6711329BE612}"/>
          </ac:spMkLst>
        </pc:spChg>
        <pc:spChg chg="mod">
          <ac:chgData name="Khobo, IL, Dr [ilkhobo@sun.ac.za]" userId="b519a442-dcea-4a28-9c45-7e29f1df5837" providerId="ADAL" clId="{8BC8A5CF-2DB3-45E9-BF57-F2ED810C291E}" dt="2026-10-01T20:17:37.758" v="4422"/>
          <ac:spMkLst>
            <pc:docMk/>
            <pc:sldMk cId="1796012759" sldId="607"/>
            <ac:spMk id="34" creationId="{F3536DD6-6937-2B8B-09B2-E83BA6828B60}"/>
          </ac:spMkLst>
        </pc:spChg>
        <pc:spChg chg="mod">
          <ac:chgData name="Khobo, IL, Dr [ilkhobo@sun.ac.za]" userId="b519a442-dcea-4a28-9c45-7e29f1df5837" providerId="ADAL" clId="{8BC8A5CF-2DB3-45E9-BF57-F2ED810C291E}" dt="2026-10-01T20:17:37.758" v="4422"/>
          <ac:spMkLst>
            <pc:docMk/>
            <pc:sldMk cId="1796012759" sldId="607"/>
            <ac:spMk id="36" creationId="{EBA6DCFF-68E6-AA2F-92BC-36E4F7618CF9}"/>
          </ac:spMkLst>
        </pc:spChg>
        <pc:grpChg chg="mod">
          <ac:chgData name="Khobo, IL, Dr [ilkhobo@sun.ac.za]" userId="b519a442-dcea-4a28-9c45-7e29f1df5837" providerId="ADAL" clId="{8BC8A5CF-2DB3-45E9-BF57-F2ED810C291E}" dt="2026-10-01T20:17:37.758" v="4422"/>
          <ac:grpSpMkLst>
            <pc:docMk/>
            <pc:sldMk cId="1796012759" sldId="607"/>
            <ac:grpSpMk id="35" creationId="{6623FB73-D532-7AB9-27AF-5F2BE6009C57}"/>
          </ac:grpSpMkLst>
        </pc:grpChg>
        <pc:grpChg chg="mod">
          <ac:chgData name="Khobo, IL, Dr [ilkhobo@sun.ac.za]" userId="b519a442-dcea-4a28-9c45-7e29f1df5837" providerId="ADAL" clId="{8BC8A5CF-2DB3-45E9-BF57-F2ED810C291E}" dt="2026-10-01T20:17:37.758" v="4422"/>
          <ac:grpSpMkLst>
            <pc:docMk/>
            <pc:sldMk cId="1796012759" sldId="607"/>
            <ac:grpSpMk id="37" creationId="{5D4FD418-93EA-9AB5-2A5C-EDD6AF34817D}"/>
          </ac:grpSpMkLst>
        </pc:grpChg>
        <pc:picChg chg="mod">
          <ac:chgData name="Khobo, IL, Dr [ilkhobo@sun.ac.za]" userId="b519a442-dcea-4a28-9c45-7e29f1df5837" providerId="ADAL" clId="{8BC8A5CF-2DB3-45E9-BF57-F2ED810C291E}" dt="2026-10-01T20:17:37.758" v="4422"/>
          <ac:picMkLst>
            <pc:docMk/>
            <pc:sldMk cId="1796012759" sldId="607"/>
            <ac:picMk id="24" creationId="{CC3C2D2B-2C49-465A-3993-AF315D646C66}"/>
          </ac:picMkLst>
        </pc:picChg>
      </pc:sldChg>
      <pc:sldChg chg="modSp">
        <pc:chgData name="Khobo, IL, Dr [ilkhobo@sun.ac.za]" userId="b519a442-dcea-4a28-9c45-7e29f1df5837" providerId="ADAL" clId="{8BC8A5CF-2DB3-45E9-BF57-F2ED810C291E}" dt="2026-10-01T20:17:43.003" v="4423"/>
        <pc:sldMkLst>
          <pc:docMk/>
          <pc:sldMk cId="1898944454" sldId="608"/>
        </pc:sldMkLst>
        <pc:spChg chg="mod">
          <ac:chgData name="Khobo, IL, Dr [ilkhobo@sun.ac.za]" userId="b519a442-dcea-4a28-9c45-7e29f1df5837" providerId="ADAL" clId="{8BC8A5CF-2DB3-45E9-BF57-F2ED810C291E}" dt="2026-10-01T20:17:43.003" v="4423"/>
          <ac:spMkLst>
            <pc:docMk/>
            <pc:sldMk cId="1898944454" sldId="608"/>
            <ac:spMk id="28" creationId="{384C8E9D-F8B0-01D4-CCC3-7FDC9C7CF873}"/>
          </ac:spMkLst>
        </pc:spChg>
        <pc:spChg chg="mod">
          <ac:chgData name="Khobo, IL, Dr [ilkhobo@sun.ac.za]" userId="b519a442-dcea-4a28-9c45-7e29f1df5837" providerId="ADAL" clId="{8BC8A5CF-2DB3-45E9-BF57-F2ED810C291E}" dt="2026-10-01T20:17:43.003" v="4423"/>
          <ac:spMkLst>
            <pc:docMk/>
            <pc:sldMk cId="1898944454" sldId="608"/>
            <ac:spMk id="30" creationId="{BEE995CF-7681-5310-B69F-0B346FF534AE}"/>
          </ac:spMkLst>
        </pc:spChg>
        <pc:spChg chg="mod">
          <ac:chgData name="Khobo, IL, Dr [ilkhobo@sun.ac.za]" userId="b519a442-dcea-4a28-9c45-7e29f1df5837" providerId="ADAL" clId="{8BC8A5CF-2DB3-45E9-BF57-F2ED810C291E}" dt="2026-10-01T20:17:43.003" v="4423"/>
          <ac:spMkLst>
            <pc:docMk/>
            <pc:sldMk cId="1898944454" sldId="608"/>
            <ac:spMk id="34" creationId="{466C8BF8-536F-11EB-4921-AF1DB24A6BC3}"/>
          </ac:spMkLst>
        </pc:spChg>
        <pc:spChg chg="mod">
          <ac:chgData name="Khobo, IL, Dr [ilkhobo@sun.ac.za]" userId="b519a442-dcea-4a28-9c45-7e29f1df5837" providerId="ADAL" clId="{8BC8A5CF-2DB3-45E9-BF57-F2ED810C291E}" dt="2026-10-01T20:17:43.003" v="4423"/>
          <ac:spMkLst>
            <pc:docMk/>
            <pc:sldMk cId="1898944454" sldId="608"/>
            <ac:spMk id="36" creationId="{8EDC8E46-0C1C-3A6D-2D34-D1E3E801AC55}"/>
          </ac:spMkLst>
        </pc:spChg>
        <pc:grpChg chg="mod">
          <ac:chgData name="Khobo, IL, Dr [ilkhobo@sun.ac.za]" userId="b519a442-dcea-4a28-9c45-7e29f1df5837" providerId="ADAL" clId="{8BC8A5CF-2DB3-45E9-BF57-F2ED810C291E}" dt="2026-10-01T20:17:43.003" v="4423"/>
          <ac:grpSpMkLst>
            <pc:docMk/>
            <pc:sldMk cId="1898944454" sldId="608"/>
            <ac:grpSpMk id="35" creationId="{955EDCB3-8338-8F4B-463A-39E86BB875E4}"/>
          </ac:grpSpMkLst>
        </pc:grpChg>
        <pc:grpChg chg="mod">
          <ac:chgData name="Khobo, IL, Dr [ilkhobo@sun.ac.za]" userId="b519a442-dcea-4a28-9c45-7e29f1df5837" providerId="ADAL" clId="{8BC8A5CF-2DB3-45E9-BF57-F2ED810C291E}" dt="2026-10-01T20:17:43.003" v="4423"/>
          <ac:grpSpMkLst>
            <pc:docMk/>
            <pc:sldMk cId="1898944454" sldId="608"/>
            <ac:grpSpMk id="37" creationId="{536949BD-B735-ACBA-C69E-E946EACAA37F}"/>
          </ac:grpSpMkLst>
        </pc:grpChg>
        <pc:picChg chg="mod">
          <ac:chgData name="Khobo, IL, Dr [ilkhobo@sun.ac.za]" userId="b519a442-dcea-4a28-9c45-7e29f1df5837" providerId="ADAL" clId="{8BC8A5CF-2DB3-45E9-BF57-F2ED810C291E}" dt="2026-10-01T20:17:43.003" v="4423"/>
          <ac:picMkLst>
            <pc:docMk/>
            <pc:sldMk cId="1898944454" sldId="608"/>
            <ac:picMk id="24" creationId="{164B7AE9-7152-CF87-6385-7FCF60C26536}"/>
          </ac:picMkLst>
        </pc:picChg>
      </pc:sldChg>
      <pc:sldChg chg="addSp modSp mod">
        <pc:chgData name="Khobo, IL, Dr [ilkhobo@sun.ac.za]" userId="b519a442-dcea-4a28-9c45-7e29f1df5837" providerId="ADAL" clId="{8BC8A5CF-2DB3-45E9-BF57-F2ED810C291E}" dt="2026-10-01T21:51:45.682" v="4762" actId="20577"/>
        <pc:sldMkLst>
          <pc:docMk/>
          <pc:sldMk cId="338082082" sldId="609"/>
        </pc:sldMkLst>
        <pc:spChg chg="add mod">
          <ac:chgData name="Khobo, IL, Dr [ilkhobo@sun.ac.za]" userId="b519a442-dcea-4a28-9c45-7e29f1df5837" providerId="ADAL" clId="{8BC8A5CF-2DB3-45E9-BF57-F2ED810C291E}" dt="2026-10-01T21:51:45.682" v="4762" actId="20577"/>
          <ac:spMkLst>
            <pc:docMk/>
            <pc:sldMk cId="338082082" sldId="609"/>
            <ac:spMk id="2" creationId="{9305B332-7570-EA99-A09C-42E311CF3B09}"/>
          </ac:spMkLst>
        </pc:spChg>
        <pc:spChg chg="mod">
          <ac:chgData name="Khobo, IL, Dr [ilkhobo@sun.ac.za]" userId="b519a442-dcea-4a28-9c45-7e29f1df5837" providerId="ADAL" clId="{8BC8A5CF-2DB3-45E9-BF57-F2ED810C291E}" dt="2026-10-01T20:17:50.837" v="4424"/>
          <ac:spMkLst>
            <pc:docMk/>
            <pc:sldMk cId="338082082" sldId="609"/>
            <ac:spMk id="28" creationId="{431794E6-39B0-77BC-44D9-E8CE60CBBD30}"/>
          </ac:spMkLst>
        </pc:spChg>
        <pc:spChg chg="mod">
          <ac:chgData name="Khobo, IL, Dr [ilkhobo@sun.ac.za]" userId="b519a442-dcea-4a28-9c45-7e29f1df5837" providerId="ADAL" clId="{8BC8A5CF-2DB3-45E9-BF57-F2ED810C291E}" dt="2026-10-01T20:17:50.837" v="4424"/>
          <ac:spMkLst>
            <pc:docMk/>
            <pc:sldMk cId="338082082" sldId="609"/>
            <ac:spMk id="30" creationId="{BA0B0B3F-2013-3D29-8717-26133D80F40E}"/>
          </ac:spMkLst>
        </pc:spChg>
        <pc:spChg chg="mod">
          <ac:chgData name="Khobo, IL, Dr [ilkhobo@sun.ac.za]" userId="b519a442-dcea-4a28-9c45-7e29f1df5837" providerId="ADAL" clId="{8BC8A5CF-2DB3-45E9-BF57-F2ED810C291E}" dt="2026-10-01T20:17:50.837" v="4424"/>
          <ac:spMkLst>
            <pc:docMk/>
            <pc:sldMk cId="338082082" sldId="609"/>
            <ac:spMk id="34" creationId="{F1E50580-54BF-5667-527F-E6168B0C7A2F}"/>
          </ac:spMkLst>
        </pc:spChg>
        <pc:spChg chg="mod">
          <ac:chgData name="Khobo, IL, Dr [ilkhobo@sun.ac.za]" userId="b519a442-dcea-4a28-9c45-7e29f1df5837" providerId="ADAL" clId="{8BC8A5CF-2DB3-45E9-BF57-F2ED810C291E}" dt="2026-10-01T20:17:50.837" v="4424"/>
          <ac:spMkLst>
            <pc:docMk/>
            <pc:sldMk cId="338082082" sldId="609"/>
            <ac:spMk id="36" creationId="{9BF15938-D2FF-3104-FE0A-AD538A4A67F6}"/>
          </ac:spMkLst>
        </pc:spChg>
        <pc:grpChg chg="mod">
          <ac:chgData name="Khobo, IL, Dr [ilkhobo@sun.ac.za]" userId="b519a442-dcea-4a28-9c45-7e29f1df5837" providerId="ADAL" clId="{8BC8A5CF-2DB3-45E9-BF57-F2ED810C291E}" dt="2026-10-01T20:17:50.837" v="4424"/>
          <ac:grpSpMkLst>
            <pc:docMk/>
            <pc:sldMk cId="338082082" sldId="609"/>
            <ac:grpSpMk id="35" creationId="{152F0199-B4EA-2CFC-0C4C-DD09C9119D02}"/>
          </ac:grpSpMkLst>
        </pc:grpChg>
        <pc:grpChg chg="mod">
          <ac:chgData name="Khobo, IL, Dr [ilkhobo@sun.ac.za]" userId="b519a442-dcea-4a28-9c45-7e29f1df5837" providerId="ADAL" clId="{8BC8A5CF-2DB3-45E9-BF57-F2ED810C291E}" dt="2026-10-01T20:17:50.837" v="4424"/>
          <ac:grpSpMkLst>
            <pc:docMk/>
            <pc:sldMk cId="338082082" sldId="609"/>
            <ac:grpSpMk id="37" creationId="{BEC73604-5FD7-BFC5-D35B-DD75FBDED9FA}"/>
          </ac:grpSpMkLst>
        </pc:grpChg>
        <pc:picChg chg="mod">
          <ac:chgData name="Khobo, IL, Dr [ilkhobo@sun.ac.za]" userId="b519a442-dcea-4a28-9c45-7e29f1df5837" providerId="ADAL" clId="{8BC8A5CF-2DB3-45E9-BF57-F2ED810C291E}" dt="2026-10-01T20:17:50.837" v="4424"/>
          <ac:picMkLst>
            <pc:docMk/>
            <pc:sldMk cId="338082082" sldId="609"/>
            <ac:picMk id="24" creationId="{4EF60769-267A-7EB3-45A5-D69B7FF2D4C8}"/>
          </ac:picMkLst>
        </pc:picChg>
      </pc:sldChg>
      <pc:sldChg chg="add del">
        <pc:chgData name="Khobo, IL, Dr [ilkhobo@sun.ac.za]" userId="b519a442-dcea-4a28-9c45-7e29f1df5837" providerId="ADAL" clId="{8BC8A5CF-2DB3-45E9-BF57-F2ED810C291E}" dt="2026-10-01T17:34:21.299" v="4351" actId="47"/>
        <pc:sldMkLst>
          <pc:docMk/>
          <pc:sldMk cId="1023014089" sldId="610"/>
        </pc:sldMkLst>
      </pc:sldChg>
      <pc:sldChg chg="addSp delSp modSp add mod modTransition">
        <pc:chgData name="Khobo, IL, Dr [ilkhobo@sun.ac.za]" userId="b519a442-dcea-4a28-9c45-7e29f1df5837" providerId="ADAL" clId="{8BC8A5CF-2DB3-45E9-BF57-F2ED810C291E}" dt="2026-10-02T05:40:57.588" v="4803" actId="21"/>
        <pc:sldMkLst>
          <pc:docMk/>
          <pc:sldMk cId="1143410437" sldId="611"/>
        </pc:sldMkLst>
        <pc:spChg chg="mod">
          <ac:chgData name="Khobo, IL, Dr [ilkhobo@sun.ac.za]" userId="b519a442-dcea-4a28-9c45-7e29f1df5837" providerId="ADAL" clId="{8BC8A5CF-2DB3-45E9-BF57-F2ED810C291E}" dt="2026-10-01T17:32:42.867" v="4341" actId="12"/>
          <ac:spMkLst>
            <pc:docMk/>
            <pc:sldMk cId="1143410437" sldId="611"/>
            <ac:spMk id="3" creationId="{1069D3BD-2CF9-0BAD-E45B-AACBBAE12773}"/>
          </ac:spMkLst>
        </pc:spChg>
        <pc:spChg chg="mod">
          <ac:chgData name="Khobo, IL, Dr [ilkhobo@sun.ac.za]" userId="b519a442-dcea-4a28-9c45-7e29f1df5837" providerId="ADAL" clId="{8BC8A5CF-2DB3-45E9-BF57-F2ED810C291E}" dt="2026-10-02T05:30:47.950" v="4765"/>
          <ac:spMkLst>
            <pc:docMk/>
            <pc:sldMk cId="1143410437" sldId="611"/>
            <ac:spMk id="5" creationId="{284A370C-5502-2448-4425-ED99B33E855D}"/>
          </ac:spMkLst>
        </pc:spChg>
        <pc:spChg chg="mod">
          <ac:chgData name="Khobo, IL, Dr [ilkhobo@sun.ac.za]" userId="b519a442-dcea-4a28-9c45-7e29f1df5837" providerId="ADAL" clId="{8BC8A5CF-2DB3-45E9-BF57-F2ED810C291E}" dt="2026-10-01T17:31:09.446" v="4338" actId="1076"/>
          <ac:spMkLst>
            <pc:docMk/>
            <pc:sldMk cId="1143410437" sldId="611"/>
            <ac:spMk id="6" creationId="{C6798C67-4513-B6E4-0CAD-FE0729FF567C}"/>
          </ac:spMkLst>
        </pc:spChg>
        <pc:spChg chg="mod">
          <ac:chgData name="Khobo, IL, Dr [ilkhobo@sun.ac.za]" userId="b519a442-dcea-4a28-9c45-7e29f1df5837" providerId="ADAL" clId="{8BC8A5CF-2DB3-45E9-BF57-F2ED810C291E}" dt="2026-10-02T05:30:47.950" v="4765"/>
          <ac:spMkLst>
            <pc:docMk/>
            <pc:sldMk cId="1143410437" sldId="611"/>
            <ac:spMk id="7" creationId="{434B739E-D4F3-278E-8AD9-CCBEAE7B6127}"/>
          </ac:spMkLst>
        </pc:spChg>
        <pc:spChg chg="mod">
          <ac:chgData name="Khobo, IL, Dr [ilkhobo@sun.ac.za]" userId="b519a442-dcea-4a28-9c45-7e29f1df5837" providerId="ADAL" clId="{8BC8A5CF-2DB3-45E9-BF57-F2ED810C291E}" dt="2026-10-02T05:30:47.950" v="4765"/>
          <ac:spMkLst>
            <pc:docMk/>
            <pc:sldMk cId="1143410437" sldId="611"/>
            <ac:spMk id="9" creationId="{9561772E-B065-2D0E-058F-CC62F3A12251}"/>
          </ac:spMkLst>
        </pc:spChg>
        <pc:spChg chg="mod">
          <ac:chgData name="Khobo, IL, Dr [ilkhobo@sun.ac.za]" userId="b519a442-dcea-4a28-9c45-7e29f1df5837" providerId="ADAL" clId="{8BC8A5CF-2DB3-45E9-BF57-F2ED810C291E}" dt="2026-10-02T05:30:47.950" v="4765"/>
          <ac:spMkLst>
            <pc:docMk/>
            <pc:sldMk cId="1143410437" sldId="611"/>
            <ac:spMk id="12" creationId="{D933F8C5-CA00-20D1-1F70-45FCBABEEB3D}"/>
          </ac:spMkLst>
        </pc:spChg>
        <pc:spChg chg="mod">
          <ac:chgData name="Khobo, IL, Dr [ilkhobo@sun.ac.za]" userId="b519a442-dcea-4a28-9c45-7e29f1df5837" providerId="ADAL" clId="{8BC8A5CF-2DB3-45E9-BF57-F2ED810C291E}" dt="2026-10-01T20:16:41.121" v="4412"/>
          <ac:spMkLst>
            <pc:docMk/>
            <pc:sldMk cId="1143410437" sldId="611"/>
            <ac:spMk id="28" creationId="{A28F8BD4-B7C3-C1B2-D697-57DF8DB5DD59}"/>
          </ac:spMkLst>
        </pc:spChg>
        <pc:spChg chg="mod">
          <ac:chgData name="Khobo, IL, Dr [ilkhobo@sun.ac.za]" userId="b519a442-dcea-4a28-9c45-7e29f1df5837" providerId="ADAL" clId="{8BC8A5CF-2DB3-45E9-BF57-F2ED810C291E}" dt="2026-10-01T20:16:41.121" v="4412"/>
          <ac:spMkLst>
            <pc:docMk/>
            <pc:sldMk cId="1143410437" sldId="611"/>
            <ac:spMk id="30" creationId="{80DF76E4-F827-6275-004C-44B416254E57}"/>
          </ac:spMkLst>
        </pc:spChg>
        <pc:spChg chg="mod">
          <ac:chgData name="Khobo, IL, Dr [ilkhobo@sun.ac.za]" userId="b519a442-dcea-4a28-9c45-7e29f1df5837" providerId="ADAL" clId="{8BC8A5CF-2DB3-45E9-BF57-F2ED810C291E}" dt="2026-10-01T20:16:41.121" v="4412"/>
          <ac:spMkLst>
            <pc:docMk/>
            <pc:sldMk cId="1143410437" sldId="611"/>
            <ac:spMk id="34" creationId="{5F5FFC4A-8080-7192-7EA2-3A4029971071}"/>
          </ac:spMkLst>
        </pc:spChg>
        <pc:spChg chg="mod">
          <ac:chgData name="Khobo, IL, Dr [ilkhobo@sun.ac.za]" userId="b519a442-dcea-4a28-9c45-7e29f1df5837" providerId="ADAL" clId="{8BC8A5CF-2DB3-45E9-BF57-F2ED810C291E}" dt="2026-10-01T20:16:41.121" v="4412"/>
          <ac:spMkLst>
            <pc:docMk/>
            <pc:sldMk cId="1143410437" sldId="611"/>
            <ac:spMk id="36" creationId="{5B240196-4D42-2786-BCCB-774CB04917BF}"/>
          </ac:spMkLst>
        </pc:spChg>
        <pc:grpChg chg="add mod">
          <ac:chgData name="Khobo, IL, Dr [ilkhobo@sun.ac.za]" userId="b519a442-dcea-4a28-9c45-7e29f1df5837" providerId="ADAL" clId="{8BC8A5CF-2DB3-45E9-BF57-F2ED810C291E}" dt="2026-10-02T05:30:47.950" v="4765"/>
          <ac:grpSpMkLst>
            <pc:docMk/>
            <pc:sldMk cId="1143410437" sldId="611"/>
            <ac:grpSpMk id="2" creationId="{FC10923B-A221-F548-B34D-1988F0A1860F}"/>
          </ac:grpSpMkLst>
        </pc:grpChg>
        <pc:grpChg chg="mod">
          <ac:chgData name="Khobo, IL, Dr [ilkhobo@sun.ac.za]" userId="b519a442-dcea-4a28-9c45-7e29f1df5837" providerId="ADAL" clId="{8BC8A5CF-2DB3-45E9-BF57-F2ED810C291E}" dt="2026-10-02T05:30:47.950" v="4765"/>
          <ac:grpSpMkLst>
            <pc:docMk/>
            <pc:sldMk cId="1143410437" sldId="611"/>
            <ac:grpSpMk id="4" creationId="{06115A53-36AD-C3D5-B379-71D47BA7CF54}"/>
          </ac:grpSpMkLst>
        </pc:grpChg>
        <pc:grpChg chg="mod">
          <ac:chgData name="Khobo, IL, Dr [ilkhobo@sun.ac.za]" userId="b519a442-dcea-4a28-9c45-7e29f1df5837" providerId="ADAL" clId="{8BC8A5CF-2DB3-45E9-BF57-F2ED810C291E}" dt="2026-10-01T20:16:41.121" v="4412"/>
          <ac:grpSpMkLst>
            <pc:docMk/>
            <pc:sldMk cId="1143410437" sldId="611"/>
            <ac:grpSpMk id="35" creationId="{6BF1CE85-2AFD-2720-0F4D-678250FC5E1C}"/>
          </ac:grpSpMkLst>
        </pc:grpChg>
        <pc:grpChg chg="del mod">
          <ac:chgData name="Khobo, IL, Dr [ilkhobo@sun.ac.za]" userId="b519a442-dcea-4a28-9c45-7e29f1df5837" providerId="ADAL" clId="{8BC8A5CF-2DB3-45E9-BF57-F2ED810C291E}" dt="2026-10-02T05:30:46.927" v="4764" actId="478"/>
          <ac:grpSpMkLst>
            <pc:docMk/>
            <pc:sldMk cId="1143410437" sldId="611"/>
            <ac:grpSpMk id="37" creationId="{1D26A187-1303-1E6F-09C9-056E8CE1AB94}"/>
          </ac:grpSpMkLst>
        </pc:grpChg>
        <pc:graphicFrameChg chg="add mod modGraphic">
          <ac:chgData name="Khobo, IL, Dr [ilkhobo@sun.ac.za]" userId="b519a442-dcea-4a28-9c45-7e29f1df5837" providerId="ADAL" clId="{8BC8A5CF-2DB3-45E9-BF57-F2ED810C291E}" dt="2026-10-02T05:39:43.122" v="4790" actId="1076"/>
          <ac:graphicFrameMkLst>
            <pc:docMk/>
            <pc:sldMk cId="1143410437" sldId="611"/>
            <ac:graphicFrameMk id="14" creationId="{D79A1EE8-63D9-18BB-89C5-746D2626C59D}"/>
          </ac:graphicFrameMkLst>
        </pc:graphicFrameChg>
        <pc:graphicFrameChg chg="add del mod modGraphic">
          <ac:chgData name="Khobo, IL, Dr [ilkhobo@sun.ac.za]" userId="b519a442-dcea-4a28-9c45-7e29f1df5837" providerId="ADAL" clId="{8BC8A5CF-2DB3-45E9-BF57-F2ED810C291E}" dt="2026-10-02T05:40:57.588" v="4803" actId="21"/>
          <ac:graphicFrameMkLst>
            <pc:docMk/>
            <pc:sldMk cId="1143410437" sldId="611"/>
            <ac:graphicFrameMk id="16" creationId="{065DB231-32A7-4A0E-E3E9-2797F731D09B}"/>
          </ac:graphicFrameMkLst>
        </pc:graphicFrameChg>
        <pc:picChg chg="mod">
          <ac:chgData name="Khobo, IL, Dr [ilkhobo@sun.ac.za]" userId="b519a442-dcea-4a28-9c45-7e29f1df5837" providerId="ADAL" clId="{8BC8A5CF-2DB3-45E9-BF57-F2ED810C291E}" dt="2026-10-02T05:30:47.950" v="4765"/>
          <ac:picMkLst>
            <pc:docMk/>
            <pc:sldMk cId="1143410437" sldId="611"/>
            <ac:picMk id="11" creationId="{99D7A92B-34C7-222B-4BCF-57B56ADE5158}"/>
          </ac:picMkLst>
        </pc:picChg>
        <pc:picChg chg="mod">
          <ac:chgData name="Khobo, IL, Dr [ilkhobo@sun.ac.za]" userId="b519a442-dcea-4a28-9c45-7e29f1df5837" providerId="ADAL" clId="{8BC8A5CF-2DB3-45E9-BF57-F2ED810C291E}" dt="2026-10-01T20:16:41.121" v="4412"/>
          <ac:picMkLst>
            <pc:docMk/>
            <pc:sldMk cId="1143410437" sldId="611"/>
            <ac:picMk id="24" creationId="{D8C54672-513E-9874-13CC-B5DC0F1979F9}"/>
          </ac:picMkLst>
        </pc:picChg>
      </pc:sldChg>
      <pc:sldChg chg="add del">
        <pc:chgData name="Khobo, IL, Dr [ilkhobo@sun.ac.za]" userId="b519a442-dcea-4a28-9c45-7e29f1df5837" providerId="ADAL" clId="{8BC8A5CF-2DB3-45E9-BF57-F2ED810C291E}" dt="2026-10-01T17:30:42.766" v="4334" actId="47"/>
        <pc:sldMkLst>
          <pc:docMk/>
          <pc:sldMk cId="4063568435" sldId="611"/>
        </pc:sldMkLst>
      </pc:sldChg>
      <pc:sldChg chg="add del">
        <pc:chgData name="Khobo, IL, Dr [ilkhobo@sun.ac.za]" userId="b519a442-dcea-4a28-9c45-7e29f1df5837" providerId="ADAL" clId="{8BC8A5CF-2DB3-45E9-BF57-F2ED810C291E}" dt="2026-10-01T17:30:45.816" v="4335" actId="47"/>
        <pc:sldMkLst>
          <pc:docMk/>
          <pc:sldMk cId="492497351" sldId="612"/>
        </pc:sldMkLst>
      </pc:sldChg>
      <pc:sldChg chg="add del">
        <pc:chgData name="Khobo, IL, Dr [ilkhobo@sun.ac.za]" userId="b519a442-dcea-4a28-9c45-7e29f1df5837" providerId="ADAL" clId="{8BC8A5CF-2DB3-45E9-BF57-F2ED810C291E}" dt="2026-10-01T17:32:53.495" v="4342" actId="47"/>
        <pc:sldMkLst>
          <pc:docMk/>
          <pc:sldMk cId="862703516" sldId="612"/>
        </pc:sldMkLst>
      </pc:sldChg>
      <pc:sldChg chg="addSp delSp modSp add mod modTransition">
        <pc:chgData name="Khobo, IL, Dr [ilkhobo@sun.ac.za]" userId="b519a442-dcea-4a28-9c45-7e29f1df5837" providerId="ADAL" clId="{8BC8A5CF-2DB3-45E9-BF57-F2ED810C291E}" dt="2026-10-02T05:41:45.021" v="4809"/>
        <pc:sldMkLst>
          <pc:docMk/>
          <pc:sldMk cId="1783228791" sldId="612"/>
        </pc:sldMkLst>
        <pc:spChg chg="mod">
          <ac:chgData name="Khobo, IL, Dr [ilkhobo@sun.ac.za]" userId="b519a442-dcea-4a28-9c45-7e29f1df5837" providerId="ADAL" clId="{8BC8A5CF-2DB3-45E9-BF57-F2ED810C291E}" dt="2026-10-02T05:30:55.378" v="4767"/>
          <ac:spMkLst>
            <pc:docMk/>
            <pc:sldMk cId="1783228791" sldId="612"/>
            <ac:spMk id="5" creationId="{7994D12C-87CB-1C09-4FDD-80EA2F8EF6F1}"/>
          </ac:spMkLst>
        </pc:spChg>
        <pc:spChg chg="mod">
          <ac:chgData name="Khobo, IL, Dr [ilkhobo@sun.ac.za]" userId="b519a442-dcea-4a28-9c45-7e29f1df5837" providerId="ADAL" clId="{8BC8A5CF-2DB3-45E9-BF57-F2ED810C291E}" dt="2026-10-02T05:30:55.378" v="4767"/>
          <ac:spMkLst>
            <pc:docMk/>
            <pc:sldMk cId="1783228791" sldId="612"/>
            <ac:spMk id="7" creationId="{CC61C577-E7F4-2499-6C2D-1C47D534247B}"/>
          </ac:spMkLst>
        </pc:spChg>
        <pc:spChg chg="mod">
          <ac:chgData name="Khobo, IL, Dr [ilkhobo@sun.ac.za]" userId="b519a442-dcea-4a28-9c45-7e29f1df5837" providerId="ADAL" clId="{8BC8A5CF-2DB3-45E9-BF57-F2ED810C291E}" dt="2026-10-01T17:33:32.118" v="4349" actId="12"/>
          <ac:spMkLst>
            <pc:docMk/>
            <pc:sldMk cId="1783228791" sldId="612"/>
            <ac:spMk id="8" creationId="{9F5DC706-49B3-F75B-0DFB-FD4D4A5CF3DC}"/>
          </ac:spMkLst>
        </pc:spChg>
        <pc:spChg chg="mod">
          <ac:chgData name="Khobo, IL, Dr [ilkhobo@sun.ac.za]" userId="b519a442-dcea-4a28-9c45-7e29f1df5837" providerId="ADAL" clId="{8BC8A5CF-2DB3-45E9-BF57-F2ED810C291E}" dt="2026-10-02T05:30:55.378" v="4767"/>
          <ac:spMkLst>
            <pc:docMk/>
            <pc:sldMk cId="1783228791" sldId="612"/>
            <ac:spMk id="9" creationId="{4F8897B0-55AB-EC51-A8DC-F236C124716E}"/>
          </ac:spMkLst>
        </pc:spChg>
        <pc:spChg chg="mod">
          <ac:chgData name="Khobo, IL, Dr [ilkhobo@sun.ac.za]" userId="b519a442-dcea-4a28-9c45-7e29f1df5837" providerId="ADAL" clId="{8BC8A5CF-2DB3-45E9-BF57-F2ED810C291E}" dt="2026-10-01T17:33:03.917" v="4344" actId="1076"/>
          <ac:spMkLst>
            <pc:docMk/>
            <pc:sldMk cId="1783228791" sldId="612"/>
            <ac:spMk id="10" creationId="{EE78A4DA-1459-B3ED-1FC7-6D374BADDD27}"/>
          </ac:spMkLst>
        </pc:spChg>
        <pc:spChg chg="mod">
          <ac:chgData name="Khobo, IL, Dr [ilkhobo@sun.ac.za]" userId="b519a442-dcea-4a28-9c45-7e29f1df5837" providerId="ADAL" clId="{8BC8A5CF-2DB3-45E9-BF57-F2ED810C291E}" dt="2026-10-02T05:30:55.378" v="4767"/>
          <ac:spMkLst>
            <pc:docMk/>
            <pc:sldMk cId="1783228791" sldId="612"/>
            <ac:spMk id="12" creationId="{7A012EB5-A8D8-991E-BBFC-44E42768B6AA}"/>
          </ac:spMkLst>
        </pc:spChg>
        <pc:spChg chg="del mod">
          <ac:chgData name="Khobo, IL, Dr [ilkhobo@sun.ac.za]" userId="b519a442-dcea-4a28-9c45-7e29f1df5837" providerId="ADAL" clId="{8BC8A5CF-2DB3-45E9-BF57-F2ED810C291E}" dt="2026-10-02T05:30:54.867" v="4766" actId="478"/>
          <ac:spMkLst>
            <pc:docMk/>
            <pc:sldMk cId="1783228791" sldId="612"/>
            <ac:spMk id="28" creationId="{2737C08A-2181-9864-2B37-1142DE75DEAC}"/>
          </ac:spMkLst>
        </pc:spChg>
        <pc:spChg chg="mod">
          <ac:chgData name="Khobo, IL, Dr [ilkhobo@sun.ac.za]" userId="b519a442-dcea-4a28-9c45-7e29f1df5837" providerId="ADAL" clId="{8BC8A5CF-2DB3-45E9-BF57-F2ED810C291E}" dt="2026-10-01T20:16:46.453" v="4413"/>
          <ac:spMkLst>
            <pc:docMk/>
            <pc:sldMk cId="1783228791" sldId="612"/>
            <ac:spMk id="30" creationId="{83E1AA55-88D0-186F-7760-59873981E6C7}"/>
          </ac:spMkLst>
        </pc:spChg>
        <pc:spChg chg="mod">
          <ac:chgData name="Khobo, IL, Dr [ilkhobo@sun.ac.za]" userId="b519a442-dcea-4a28-9c45-7e29f1df5837" providerId="ADAL" clId="{8BC8A5CF-2DB3-45E9-BF57-F2ED810C291E}" dt="2026-10-01T20:16:46.453" v="4413"/>
          <ac:spMkLst>
            <pc:docMk/>
            <pc:sldMk cId="1783228791" sldId="612"/>
            <ac:spMk id="34" creationId="{74AA85C7-BE38-E44C-960F-8896D8D52AD2}"/>
          </ac:spMkLst>
        </pc:spChg>
        <pc:spChg chg="mod">
          <ac:chgData name="Khobo, IL, Dr [ilkhobo@sun.ac.za]" userId="b519a442-dcea-4a28-9c45-7e29f1df5837" providerId="ADAL" clId="{8BC8A5CF-2DB3-45E9-BF57-F2ED810C291E}" dt="2026-10-01T20:16:46.453" v="4413"/>
          <ac:spMkLst>
            <pc:docMk/>
            <pc:sldMk cId="1783228791" sldId="612"/>
            <ac:spMk id="36" creationId="{F0E8784B-EC04-94C4-ABE6-AF3DB5C5CD0C}"/>
          </ac:spMkLst>
        </pc:spChg>
        <pc:grpChg chg="add mod">
          <ac:chgData name="Khobo, IL, Dr [ilkhobo@sun.ac.za]" userId="b519a442-dcea-4a28-9c45-7e29f1df5837" providerId="ADAL" clId="{8BC8A5CF-2DB3-45E9-BF57-F2ED810C291E}" dt="2026-10-02T05:30:55.378" v="4767"/>
          <ac:grpSpMkLst>
            <pc:docMk/>
            <pc:sldMk cId="1783228791" sldId="612"/>
            <ac:grpSpMk id="2" creationId="{F5147F6A-F9BB-4A91-8D01-E7745977AFA4}"/>
          </ac:grpSpMkLst>
        </pc:grpChg>
        <pc:grpChg chg="mod">
          <ac:chgData name="Khobo, IL, Dr [ilkhobo@sun.ac.za]" userId="b519a442-dcea-4a28-9c45-7e29f1df5837" providerId="ADAL" clId="{8BC8A5CF-2DB3-45E9-BF57-F2ED810C291E}" dt="2026-10-02T05:30:55.378" v="4767"/>
          <ac:grpSpMkLst>
            <pc:docMk/>
            <pc:sldMk cId="1783228791" sldId="612"/>
            <ac:grpSpMk id="4" creationId="{7EE3F5B0-36C8-ECF7-A0FF-00F089D93647}"/>
          </ac:grpSpMkLst>
        </pc:grpChg>
        <pc:grpChg chg="mod">
          <ac:chgData name="Khobo, IL, Dr [ilkhobo@sun.ac.za]" userId="b519a442-dcea-4a28-9c45-7e29f1df5837" providerId="ADAL" clId="{8BC8A5CF-2DB3-45E9-BF57-F2ED810C291E}" dt="2026-10-01T20:16:46.453" v="4413"/>
          <ac:grpSpMkLst>
            <pc:docMk/>
            <pc:sldMk cId="1783228791" sldId="612"/>
            <ac:grpSpMk id="35" creationId="{D440A655-20B5-16EC-9F41-7FFFB44FD313}"/>
          </ac:grpSpMkLst>
        </pc:grpChg>
        <pc:grpChg chg="mod">
          <ac:chgData name="Khobo, IL, Dr [ilkhobo@sun.ac.za]" userId="b519a442-dcea-4a28-9c45-7e29f1df5837" providerId="ADAL" clId="{8BC8A5CF-2DB3-45E9-BF57-F2ED810C291E}" dt="2026-10-01T20:16:46.453" v="4413"/>
          <ac:grpSpMkLst>
            <pc:docMk/>
            <pc:sldMk cId="1783228791" sldId="612"/>
            <ac:grpSpMk id="37" creationId="{1D77E893-8815-B151-2C05-59FFC82BBA32}"/>
          </ac:grpSpMkLst>
        </pc:grpChg>
        <pc:graphicFrameChg chg="add mod modGraphic">
          <ac:chgData name="Khobo, IL, Dr [ilkhobo@sun.ac.za]" userId="b519a442-dcea-4a28-9c45-7e29f1df5837" providerId="ADAL" clId="{8BC8A5CF-2DB3-45E9-BF57-F2ED810C291E}" dt="2026-10-02T05:41:45.021" v="4809"/>
          <ac:graphicFrameMkLst>
            <pc:docMk/>
            <pc:sldMk cId="1783228791" sldId="612"/>
            <ac:graphicFrameMk id="14" creationId="{E0D35732-19BA-4D7A-F68E-FCED6ADE3705}"/>
          </ac:graphicFrameMkLst>
        </pc:graphicFrameChg>
        <pc:picChg chg="mod">
          <ac:chgData name="Khobo, IL, Dr [ilkhobo@sun.ac.za]" userId="b519a442-dcea-4a28-9c45-7e29f1df5837" providerId="ADAL" clId="{8BC8A5CF-2DB3-45E9-BF57-F2ED810C291E}" dt="2026-10-02T05:30:55.378" v="4767"/>
          <ac:picMkLst>
            <pc:docMk/>
            <pc:sldMk cId="1783228791" sldId="612"/>
            <ac:picMk id="11" creationId="{1D0325E3-8927-C7B4-2D35-59059E1F65FA}"/>
          </ac:picMkLst>
        </pc:picChg>
        <pc:picChg chg="mod">
          <ac:chgData name="Khobo, IL, Dr [ilkhobo@sun.ac.za]" userId="b519a442-dcea-4a28-9c45-7e29f1df5837" providerId="ADAL" clId="{8BC8A5CF-2DB3-45E9-BF57-F2ED810C291E}" dt="2026-10-01T20:16:46.453" v="4413"/>
          <ac:picMkLst>
            <pc:docMk/>
            <pc:sldMk cId="1783228791" sldId="612"/>
            <ac:picMk id="24" creationId="{9FB0ABBA-D67C-5038-7B05-6B6558F64CF6}"/>
          </ac:picMkLst>
        </pc:picChg>
      </pc:sldChg>
      <pc:sldChg chg="addSp delSp modSp add del mod">
        <pc:chgData name="Khobo, IL, Dr [ilkhobo@sun.ac.za]" userId="b519a442-dcea-4a28-9c45-7e29f1df5837" providerId="ADAL" clId="{8BC8A5CF-2DB3-45E9-BF57-F2ED810C291E}" dt="2026-10-01T20:05:49.301" v="4381" actId="47"/>
        <pc:sldMkLst>
          <pc:docMk/>
          <pc:sldMk cId="323734114" sldId="613"/>
        </pc:sldMkLst>
        <pc:graphicFrameChg chg="add del mod modGraphic">
          <ac:chgData name="Khobo, IL, Dr [ilkhobo@sun.ac.za]" userId="b519a442-dcea-4a28-9c45-7e29f1df5837" providerId="ADAL" clId="{8BC8A5CF-2DB3-45E9-BF57-F2ED810C291E}" dt="2026-10-01T20:05:38.807" v="4380" actId="478"/>
          <ac:graphicFrameMkLst>
            <pc:docMk/>
            <pc:sldMk cId="323734114" sldId="613"/>
            <ac:graphicFrameMk id="6" creationId="{B524132E-6366-3AA7-2783-66443BB305CE}"/>
          </ac:graphicFrameMkLst>
        </pc:graphicFrameChg>
        <pc:picChg chg="del">
          <ac:chgData name="Khobo, IL, Dr [ilkhobo@sun.ac.za]" userId="b519a442-dcea-4a28-9c45-7e29f1df5837" providerId="ADAL" clId="{8BC8A5CF-2DB3-45E9-BF57-F2ED810C291E}" dt="2026-10-01T19:13:52.617" v="4353" actId="478"/>
          <ac:picMkLst>
            <pc:docMk/>
            <pc:sldMk cId="323734114" sldId="613"/>
            <ac:picMk id="3" creationId="{0D286164-E854-62A1-F9FD-5065A40056C1}"/>
          </ac:picMkLst>
        </pc:picChg>
        <pc:picChg chg="add del mod">
          <ac:chgData name="Khobo, IL, Dr [ilkhobo@sun.ac.za]" userId="b519a442-dcea-4a28-9c45-7e29f1df5837" providerId="ADAL" clId="{8BC8A5CF-2DB3-45E9-BF57-F2ED810C291E}" dt="2026-10-01T20:03:54.115" v="4361" actId="21"/>
          <ac:picMkLst>
            <pc:docMk/>
            <pc:sldMk cId="323734114" sldId="613"/>
            <ac:picMk id="4" creationId="{C17281E8-B40B-4FAC-F815-4DC8F9D3FB36}"/>
          </ac:picMkLst>
        </pc:picChg>
      </pc:sldChg>
      <pc:sldChg chg="new del">
        <pc:chgData name="Khobo, IL, Dr [ilkhobo@sun.ac.za]" userId="b519a442-dcea-4a28-9c45-7e29f1df5837" providerId="ADAL" clId="{8BC8A5CF-2DB3-45E9-BF57-F2ED810C291E}" dt="2026-10-01T17:30:22.008" v="4323" actId="47"/>
        <pc:sldMkLst>
          <pc:docMk/>
          <pc:sldMk cId="2604754910" sldId="613"/>
        </pc:sldMkLst>
      </pc:sldChg>
      <pc:sldChg chg="delSp add del mod">
        <pc:chgData name="Khobo, IL, Dr [ilkhobo@sun.ac.za]" userId="b519a442-dcea-4a28-9c45-7e29f1df5837" providerId="ADAL" clId="{8BC8A5CF-2DB3-45E9-BF57-F2ED810C291E}" dt="2026-10-01T20:03:47.774" v="4360" actId="2696"/>
        <pc:sldMkLst>
          <pc:docMk/>
          <pc:sldMk cId="3550619545" sldId="614"/>
        </pc:sldMkLst>
        <pc:picChg chg="del">
          <ac:chgData name="Khobo, IL, Dr [ilkhobo@sun.ac.za]" userId="b519a442-dcea-4a28-9c45-7e29f1df5837" providerId="ADAL" clId="{8BC8A5CF-2DB3-45E9-BF57-F2ED810C291E}" dt="2026-10-01T20:03:42.505" v="4359" actId="478"/>
          <ac:picMkLst>
            <pc:docMk/>
            <pc:sldMk cId="3550619545" sldId="614"/>
            <ac:picMk id="4" creationId="{5E465892-3B5B-E62F-CFCE-9F728BFC59D4}"/>
          </ac:picMkLst>
        </pc:picChg>
      </pc:sldChg>
      <pc:sldChg chg="addSp delSp modSp new mod">
        <pc:chgData name="Khobo, IL, Dr [ilkhobo@sun.ac.za]" userId="b519a442-dcea-4a28-9c45-7e29f1df5837" providerId="ADAL" clId="{8BC8A5CF-2DB3-45E9-BF57-F2ED810C291E}" dt="2026-10-01T20:07:49.922" v="4396"/>
        <pc:sldMkLst>
          <pc:docMk/>
          <pc:sldMk cId="4005450305" sldId="615"/>
        </pc:sldMkLst>
        <pc:spChg chg="del">
          <ac:chgData name="Khobo, IL, Dr [ilkhobo@sun.ac.za]" userId="b519a442-dcea-4a28-9c45-7e29f1df5837" providerId="ADAL" clId="{8BC8A5CF-2DB3-45E9-BF57-F2ED810C291E}" dt="2026-10-01T20:03:58.817" v="4362" actId="478"/>
          <ac:spMkLst>
            <pc:docMk/>
            <pc:sldMk cId="4005450305" sldId="615"/>
            <ac:spMk id="2" creationId="{AC5E52A5-3C5E-780D-BFAD-9F21BFBE2BB6}"/>
          </ac:spMkLst>
        </pc:spChg>
        <pc:spChg chg="del">
          <ac:chgData name="Khobo, IL, Dr [ilkhobo@sun.ac.za]" userId="b519a442-dcea-4a28-9c45-7e29f1df5837" providerId="ADAL" clId="{8BC8A5CF-2DB3-45E9-BF57-F2ED810C291E}" dt="2026-10-01T20:03:58.817" v="4362" actId="478"/>
          <ac:spMkLst>
            <pc:docMk/>
            <pc:sldMk cId="4005450305" sldId="615"/>
            <ac:spMk id="3" creationId="{A5F0E121-70C5-CA1C-C2EC-DF78C74D81C8}"/>
          </ac:spMkLst>
        </pc:spChg>
        <pc:picChg chg="add mod modCrop">
          <ac:chgData name="Khobo, IL, Dr [ilkhobo@sun.ac.za]" userId="b519a442-dcea-4a28-9c45-7e29f1df5837" providerId="ADAL" clId="{8BC8A5CF-2DB3-45E9-BF57-F2ED810C291E}" dt="2026-10-01T20:05:26.536" v="4377" actId="732"/>
          <ac:picMkLst>
            <pc:docMk/>
            <pc:sldMk cId="4005450305" sldId="615"/>
            <ac:picMk id="5" creationId="{F2C4256B-72FF-3552-BE6D-B5005153152B}"/>
          </ac:picMkLst>
        </pc:picChg>
        <pc:inkChg chg="add del">
          <ac:chgData name="Khobo, IL, Dr [ilkhobo@sun.ac.za]" userId="b519a442-dcea-4a28-9c45-7e29f1df5837" providerId="ADAL" clId="{8BC8A5CF-2DB3-45E9-BF57-F2ED810C291E}" dt="2026-10-01T20:07:45.609" v="4392"/>
          <ac:inkMkLst>
            <pc:docMk/>
            <pc:sldMk cId="4005450305" sldId="615"/>
            <ac:inkMk id="6" creationId="{D75E508F-6196-D7C6-2ECD-C36E4C255907}"/>
          </ac:inkMkLst>
        </pc:inkChg>
        <pc:inkChg chg="add mod">
          <ac:chgData name="Khobo, IL, Dr [ilkhobo@sun.ac.za]" userId="b519a442-dcea-4a28-9c45-7e29f1df5837" providerId="ADAL" clId="{8BC8A5CF-2DB3-45E9-BF57-F2ED810C291E}" dt="2026-10-01T20:07:47.394" v="4393"/>
          <ac:inkMkLst>
            <pc:docMk/>
            <pc:sldMk cId="4005450305" sldId="615"/>
            <ac:inkMk id="7" creationId="{C2D11286-C93E-4716-5196-6B8B4C1AD985}"/>
          </ac:inkMkLst>
        </pc:inkChg>
        <pc:inkChg chg="add del">
          <ac:chgData name="Khobo, IL, Dr [ilkhobo@sun.ac.za]" userId="b519a442-dcea-4a28-9c45-7e29f1df5837" providerId="ADAL" clId="{8BC8A5CF-2DB3-45E9-BF57-F2ED810C291E}" dt="2026-10-01T20:07:49.168" v="4395"/>
          <ac:inkMkLst>
            <pc:docMk/>
            <pc:sldMk cId="4005450305" sldId="615"/>
            <ac:inkMk id="8" creationId="{882A0710-C382-D762-A724-1405E2786576}"/>
          </ac:inkMkLst>
        </pc:inkChg>
        <pc:inkChg chg="add mod">
          <ac:chgData name="Khobo, IL, Dr [ilkhobo@sun.ac.za]" userId="b519a442-dcea-4a28-9c45-7e29f1df5837" providerId="ADAL" clId="{8BC8A5CF-2DB3-45E9-BF57-F2ED810C291E}" dt="2026-10-01T20:07:49.922" v="4396"/>
          <ac:inkMkLst>
            <pc:docMk/>
            <pc:sldMk cId="4005450305" sldId="615"/>
            <ac:inkMk id="9" creationId="{15857DC9-0CA4-FBBE-DBB0-EE9001F47788}"/>
          </ac:inkMkLst>
        </pc:inkChg>
      </pc:sldChg>
      <pc:sldChg chg="addSp delSp modSp add mod modTransition">
        <pc:chgData name="Khobo, IL, Dr [ilkhobo@sun.ac.za]" userId="b519a442-dcea-4a28-9c45-7e29f1df5837" providerId="ADAL" clId="{8BC8A5CF-2DB3-45E9-BF57-F2ED810C291E}" dt="2026-10-01T20:07:30.956" v="4390" actId="9405"/>
        <pc:sldMkLst>
          <pc:docMk/>
          <pc:sldMk cId="1574151493" sldId="616"/>
        </pc:sldMkLst>
        <pc:picChg chg="mod modCrop">
          <ac:chgData name="Khobo, IL, Dr [ilkhobo@sun.ac.za]" userId="b519a442-dcea-4a28-9c45-7e29f1df5837" providerId="ADAL" clId="{8BC8A5CF-2DB3-45E9-BF57-F2ED810C291E}" dt="2026-10-01T20:05:13.397" v="4376" actId="732"/>
          <ac:picMkLst>
            <pc:docMk/>
            <pc:sldMk cId="1574151493" sldId="616"/>
            <ac:picMk id="5" creationId="{C58C537F-F042-A37C-3BEA-CA91FD295676}"/>
          </ac:picMkLst>
        </pc:picChg>
        <pc:inkChg chg="add del">
          <ac:chgData name="Khobo, IL, Dr [ilkhobo@sun.ac.za]" userId="b519a442-dcea-4a28-9c45-7e29f1df5837" providerId="ADAL" clId="{8BC8A5CF-2DB3-45E9-BF57-F2ED810C291E}" dt="2026-10-01T20:07:03.057" v="4387" actId="9405"/>
          <ac:inkMkLst>
            <pc:docMk/>
            <pc:sldMk cId="1574151493" sldId="616"/>
            <ac:inkMk id="2" creationId="{F7BFB9A3-51A1-C33C-DC07-EE47C449BD0F}"/>
          </ac:inkMkLst>
        </pc:inkChg>
        <pc:inkChg chg="add del">
          <ac:chgData name="Khobo, IL, Dr [ilkhobo@sun.ac.za]" userId="b519a442-dcea-4a28-9c45-7e29f1df5837" providerId="ADAL" clId="{8BC8A5CF-2DB3-45E9-BF57-F2ED810C291E}" dt="2026-10-01T20:07:25.310" v="4389" actId="9405"/>
          <ac:inkMkLst>
            <pc:docMk/>
            <pc:sldMk cId="1574151493" sldId="616"/>
            <ac:inkMk id="3" creationId="{2E4276A3-6812-3B06-FAD8-7BDBE1C4DCDD}"/>
          </ac:inkMkLst>
        </pc:inkChg>
        <pc:inkChg chg="add">
          <ac:chgData name="Khobo, IL, Dr [ilkhobo@sun.ac.za]" userId="b519a442-dcea-4a28-9c45-7e29f1df5837" providerId="ADAL" clId="{8BC8A5CF-2DB3-45E9-BF57-F2ED810C291E}" dt="2026-10-01T20:07:30.956" v="4390" actId="9405"/>
          <ac:inkMkLst>
            <pc:docMk/>
            <pc:sldMk cId="1574151493" sldId="616"/>
            <ac:inkMk id="4" creationId="{7317A078-A4C7-84E5-DF96-78C4FBBFA8B5}"/>
          </ac:inkMkLst>
        </pc:inkChg>
      </pc:sldChg>
      <pc:sldChg chg="addSp delSp modSp add mod modNotesTx">
        <pc:chgData name="Khobo, IL, Dr [ilkhobo@sun.ac.za]" userId="b519a442-dcea-4a28-9c45-7e29f1df5837" providerId="ADAL" clId="{8BC8A5CF-2DB3-45E9-BF57-F2ED810C291E}" dt="2026-10-02T06:00:32.917" v="5018" actId="20577"/>
        <pc:sldMkLst>
          <pc:docMk/>
          <pc:sldMk cId="2162342307" sldId="617"/>
        </pc:sldMkLst>
        <pc:spChg chg="mod">
          <ac:chgData name="Khobo, IL, Dr [ilkhobo@sun.ac.za]" userId="b519a442-dcea-4a28-9c45-7e29f1df5837" providerId="ADAL" clId="{8BC8A5CF-2DB3-45E9-BF57-F2ED810C291E}" dt="2026-10-01T21:14:41.812" v="4578" actId="20577"/>
          <ac:spMkLst>
            <pc:docMk/>
            <pc:sldMk cId="2162342307" sldId="617"/>
            <ac:spMk id="36" creationId="{2EED2EBB-4E45-7F6E-8552-9F05FA9404D5}"/>
          </ac:spMkLst>
        </pc:spChg>
        <pc:picChg chg="del">
          <ac:chgData name="Khobo, IL, Dr [ilkhobo@sun.ac.za]" userId="b519a442-dcea-4a28-9c45-7e29f1df5837" providerId="ADAL" clId="{8BC8A5CF-2DB3-45E9-BF57-F2ED810C291E}" dt="2026-10-01T20:32:20.039" v="4534" actId="478"/>
          <ac:picMkLst>
            <pc:docMk/>
            <pc:sldMk cId="2162342307" sldId="617"/>
            <ac:picMk id="3" creationId="{471259BE-A3DF-BD06-3D43-8A0FA2DAC20F}"/>
          </ac:picMkLst>
        </pc:picChg>
        <pc:picChg chg="add mod">
          <ac:chgData name="Khobo, IL, Dr [ilkhobo@sun.ac.za]" userId="b519a442-dcea-4a28-9c45-7e29f1df5837" providerId="ADAL" clId="{8BC8A5CF-2DB3-45E9-BF57-F2ED810C291E}" dt="2026-10-01T20:34:27.147" v="4548" actId="1076"/>
          <ac:picMkLst>
            <pc:docMk/>
            <pc:sldMk cId="2162342307" sldId="617"/>
            <ac:picMk id="4" creationId="{8482E0F8-7999-0D13-91BC-347F64EAA54B}"/>
          </ac:picMkLst>
        </pc:picChg>
        <pc:picChg chg="add mod">
          <ac:chgData name="Khobo, IL, Dr [ilkhobo@sun.ac.za]" userId="b519a442-dcea-4a28-9c45-7e29f1df5837" providerId="ADAL" clId="{8BC8A5CF-2DB3-45E9-BF57-F2ED810C291E}" dt="2026-10-01T20:34:24.075" v="4547" actId="1076"/>
          <ac:picMkLst>
            <pc:docMk/>
            <pc:sldMk cId="2162342307" sldId="617"/>
            <ac:picMk id="6" creationId="{34CB5D7E-FF02-F5CA-CADC-1D86E7017B22}"/>
          </ac:picMkLst>
        </pc:picChg>
        <pc:picChg chg="add mod modCrop">
          <ac:chgData name="Khobo, IL, Dr [ilkhobo@sun.ac.za]" userId="b519a442-dcea-4a28-9c45-7e29f1df5837" providerId="ADAL" clId="{8BC8A5CF-2DB3-45E9-BF57-F2ED810C291E}" dt="2026-10-01T20:56:07.085" v="4552" actId="18131"/>
          <ac:picMkLst>
            <pc:docMk/>
            <pc:sldMk cId="2162342307" sldId="617"/>
            <ac:picMk id="8" creationId="{78B5207E-E395-6F0B-4395-B27FCA76B947}"/>
          </ac:picMkLst>
        </pc:picChg>
        <pc:picChg chg="add del mod">
          <ac:chgData name="Khobo, IL, Dr [ilkhobo@sun.ac.za]" userId="b519a442-dcea-4a28-9c45-7e29f1df5837" providerId="ADAL" clId="{8BC8A5CF-2DB3-45E9-BF57-F2ED810C291E}" dt="2026-10-01T21:14:16.172" v="4564" actId="478"/>
          <ac:picMkLst>
            <pc:docMk/>
            <pc:sldMk cId="2162342307" sldId="617"/>
            <ac:picMk id="10" creationId="{49F35B26-425D-B7DC-1BB2-2336F3EDB668}"/>
          </ac:picMkLst>
        </pc:picChg>
        <pc:picChg chg="add mod">
          <ac:chgData name="Khobo, IL, Dr [ilkhobo@sun.ac.za]" userId="b519a442-dcea-4a28-9c45-7e29f1df5837" providerId="ADAL" clId="{8BC8A5CF-2DB3-45E9-BF57-F2ED810C291E}" dt="2026-10-01T21:14:25.092" v="4568" actId="14100"/>
          <ac:picMkLst>
            <pc:docMk/>
            <pc:sldMk cId="2162342307" sldId="617"/>
            <ac:picMk id="12" creationId="{E202B513-3E67-CC9F-F932-9C2B300FFDB9}"/>
          </ac:picMkLst>
        </pc:picChg>
      </pc:sldChg>
      <pc:sldChg chg="addSp delSp modSp add mod modTransition">
        <pc:chgData name="Khobo, IL, Dr [ilkhobo@sun.ac.za]" userId="b519a442-dcea-4a28-9c45-7e29f1df5837" providerId="ADAL" clId="{8BC8A5CF-2DB3-45E9-BF57-F2ED810C291E}" dt="2026-10-01T21:34:50.705" v="4727" actId="732"/>
        <pc:sldMkLst>
          <pc:docMk/>
          <pc:sldMk cId="3070835649" sldId="618"/>
        </pc:sldMkLst>
        <pc:spChg chg="mod">
          <ac:chgData name="Khobo, IL, Dr [ilkhobo@sun.ac.za]" userId="b519a442-dcea-4a28-9c45-7e29f1df5837" providerId="ADAL" clId="{8BC8A5CF-2DB3-45E9-BF57-F2ED810C291E}" dt="2026-10-01T21:14:55.527" v="4588" actId="20577"/>
          <ac:spMkLst>
            <pc:docMk/>
            <pc:sldMk cId="3070835649" sldId="618"/>
            <ac:spMk id="36" creationId="{FF05DACC-8751-F71A-AB1F-806D3E7F920B}"/>
          </ac:spMkLst>
        </pc:spChg>
        <pc:graphicFrameChg chg="add mod modGraphic">
          <ac:chgData name="Khobo, IL, Dr [ilkhobo@sun.ac.za]" userId="b519a442-dcea-4a28-9c45-7e29f1df5837" providerId="ADAL" clId="{8BC8A5CF-2DB3-45E9-BF57-F2ED810C291E}" dt="2026-10-01T21:27:22.121" v="4718" actId="27116"/>
          <ac:graphicFrameMkLst>
            <pc:docMk/>
            <pc:sldMk cId="3070835649" sldId="618"/>
            <ac:graphicFrameMk id="3" creationId="{A43094F3-6C5A-8E71-8F29-3E94ECC4C99A}"/>
          </ac:graphicFrameMkLst>
        </pc:graphicFrameChg>
        <pc:picChg chg="del">
          <ac:chgData name="Khobo, IL, Dr [ilkhobo@sun.ac.za]" userId="b519a442-dcea-4a28-9c45-7e29f1df5837" providerId="ADAL" clId="{8BC8A5CF-2DB3-45E9-BF57-F2ED810C291E}" dt="2026-10-01T20:57:49.790" v="4559" actId="478"/>
          <ac:picMkLst>
            <pc:docMk/>
            <pc:sldMk cId="3070835649" sldId="618"/>
            <ac:picMk id="4" creationId="{43AECF7C-5EE1-C438-0A9D-4CB404588351}"/>
          </ac:picMkLst>
        </pc:picChg>
        <pc:picChg chg="del">
          <ac:chgData name="Khobo, IL, Dr [ilkhobo@sun.ac.za]" userId="b519a442-dcea-4a28-9c45-7e29f1df5837" providerId="ADAL" clId="{8BC8A5CF-2DB3-45E9-BF57-F2ED810C291E}" dt="2026-10-01T20:57:49.790" v="4559" actId="478"/>
          <ac:picMkLst>
            <pc:docMk/>
            <pc:sldMk cId="3070835649" sldId="618"/>
            <ac:picMk id="6" creationId="{47328D88-15FB-ACDF-52CF-391EB1E30B5F}"/>
          </ac:picMkLst>
        </pc:picChg>
        <pc:picChg chg="mod modCrop">
          <ac:chgData name="Khobo, IL, Dr [ilkhobo@sun.ac.za]" userId="b519a442-dcea-4a28-9c45-7e29f1df5837" providerId="ADAL" clId="{8BC8A5CF-2DB3-45E9-BF57-F2ED810C291E}" dt="2026-10-01T21:34:50.705" v="4727" actId="732"/>
          <ac:picMkLst>
            <pc:docMk/>
            <pc:sldMk cId="3070835649" sldId="618"/>
            <ac:picMk id="8" creationId="{C0D77ECA-CB45-A7E9-0CDF-C4B2ADCE02AD}"/>
          </ac:picMkLst>
        </pc:picChg>
      </pc:sldChg>
      <pc:sldChg chg="addSp delSp modSp add del mod">
        <pc:chgData name="Khobo, IL, Dr [ilkhobo@sun.ac.za]" userId="b519a442-dcea-4a28-9c45-7e29f1df5837" providerId="ADAL" clId="{8BC8A5CF-2DB3-45E9-BF57-F2ED810C291E}" dt="2026-10-01T21:34:58.971" v="4728" actId="2696"/>
        <pc:sldMkLst>
          <pc:docMk/>
          <pc:sldMk cId="3914199450" sldId="619"/>
        </pc:sldMkLst>
        <pc:spChg chg="mod">
          <ac:chgData name="Khobo, IL, Dr [ilkhobo@sun.ac.za]" userId="b519a442-dcea-4a28-9c45-7e29f1df5837" providerId="ADAL" clId="{8BC8A5CF-2DB3-45E9-BF57-F2ED810C291E}" dt="2026-10-01T21:15:02.641" v="4598" actId="20577"/>
          <ac:spMkLst>
            <pc:docMk/>
            <pc:sldMk cId="3914199450" sldId="619"/>
            <ac:spMk id="36" creationId="{D199C7AB-67D8-E55F-B739-88D28976C439}"/>
          </ac:spMkLst>
        </pc:spChg>
        <pc:graphicFrameChg chg="add mod modGraphic">
          <ac:chgData name="Khobo, IL, Dr [ilkhobo@sun.ac.za]" userId="b519a442-dcea-4a28-9c45-7e29f1df5837" providerId="ADAL" clId="{8BC8A5CF-2DB3-45E9-BF57-F2ED810C291E}" dt="2026-10-01T21:33:56.932" v="4726" actId="27116"/>
          <ac:graphicFrameMkLst>
            <pc:docMk/>
            <pc:sldMk cId="3914199450" sldId="619"/>
            <ac:graphicFrameMk id="3" creationId="{B24C9160-30B1-11C4-682D-401F0FCBED13}"/>
          </ac:graphicFrameMkLst>
        </pc:graphicFrameChg>
        <pc:picChg chg="del">
          <ac:chgData name="Khobo, IL, Dr [ilkhobo@sun.ac.za]" userId="b519a442-dcea-4a28-9c45-7e29f1df5837" providerId="ADAL" clId="{8BC8A5CF-2DB3-45E9-BF57-F2ED810C291E}" dt="2026-10-01T21:29:59.118" v="4719" actId="478"/>
          <ac:picMkLst>
            <pc:docMk/>
            <pc:sldMk cId="3914199450" sldId="619"/>
            <ac:picMk id="4" creationId="{1EB60791-5D4F-BA41-16CC-6A15F51F7484}"/>
          </ac:picMkLst>
        </pc:picChg>
        <pc:picChg chg="del">
          <ac:chgData name="Khobo, IL, Dr [ilkhobo@sun.ac.za]" userId="b519a442-dcea-4a28-9c45-7e29f1df5837" providerId="ADAL" clId="{8BC8A5CF-2DB3-45E9-BF57-F2ED810C291E}" dt="2026-10-01T21:29:59.118" v="4719" actId="478"/>
          <ac:picMkLst>
            <pc:docMk/>
            <pc:sldMk cId="3914199450" sldId="619"/>
            <ac:picMk id="6" creationId="{3E51C332-4E0A-9689-0FA9-F0FB5DA61F65}"/>
          </ac:picMkLst>
        </pc:picChg>
        <pc:picChg chg="mod modCrop">
          <ac:chgData name="Khobo, IL, Dr [ilkhobo@sun.ac.za]" userId="b519a442-dcea-4a28-9c45-7e29f1df5837" providerId="ADAL" clId="{8BC8A5CF-2DB3-45E9-BF57-F2ED810C291E}" dt="2026-10-01T20:57:13.151" v="4558" actId="732"/>
          <ac:picMkLst>
            <pc:docMk/>
            <pc:sldMk cId="3914199450" sldId="619"/>
            <ac:picMk id="8" creationId="{D188540D-9B53-0ECB-7D1D-2A3011E120C0}"/>
          </ac:picMkLst>
        </pc:picChg>
      </pc:sldChg>
      <pc:sldChg chg="addSp delSp modSp new mod">
        <pc:chgData name="Khobo, IL, Dr [ilkhobo@sun.ac.za]" userId="b519a442-dcea-4a28-9c45-7e29f1df5837" providerId="ADAL" clId="{8BC8A5CF-2DB3-45E9-BF57-F2ED810C291E}" dt="2026-10-01T21:26:25.168" v="4707" actId="1076"/>
        <pc:sldMkLst>
          <pc:docMk/>
          <pc:sldMk cId="2137449404" sldId="620"/>
        </pc:sldMkLst>
        <pc:spChg chg="del">
          <ac:chgData name="Khobo, IL, Dr [ilkhobo@sun.ac.za]" userId="b519a442-dcea-4a28-9c45-7e29f1df5837" providerId="ADAL" clId="{8BC8A5CF-2DB3-45E9-BF57-F2ED810C291E}" dt="2026-10-01T21:24:41.041" v="4601" actId="478"/>
          <ac:spMkLst>
            <pc:docMk/>
            <pc:sldMk cId="2137449404" sldId="620"/>
            <ac:spMk id="2" creationId="{FFCEE4C0-0660-36E9-9CCC-7FDEA60AA531}"/>
          </ac:spMkLst>
        </pc:spChg>
        <pc:spChg chg="del">
          <ac:chgData name="Khobo, IL, Dr [ilkhobo@sun.ac.za]" userId="b519a442-dcea-4a28-9c45-7e29f1df5837" providerId="ADAL" clId="{8BC8A5CF-2DB3-45E9-BF57-F2ED810C291E}" dt="2026-10-01T21:24:41.041" v="4601" actId="478"/>
          <ac:spMkLst>
            <pc:docMk/>
            <pc:sldMk cId="2137449404" sldId="620"/>
            <ac:spMk id="3" creationId="{086AE0E7-CEED-F035-5986-68EC5F926358}"/>
          </ac:spMkLst>
        </pc:spChg>
        <pc:spChg chg="add mod">
          <ac:chgData name="Khobo, IL, Dr [ilkhobo@sun.ac.za]" userId="b519a442-dcea-4a28-9c45-7e29f1df5837" providerId="ADAL" clId="{8BC8A5CF-2DB3-45E9-BF57-F2ED810C291E}" dt="2026-10-01T21:26:25.168" v="4707" actId="1076"/>
          <ac:spMkLst>
            <pc:docMk/>
            <pc:sldMk cId="2137449404" sldId="620"/>
            <ac:spMk id="6" creationId="{DF964D94-1CB2-1CC0-9B1C-8A1FD92AC72A}"/>
          </ac:spMkLst>
        </pc:spChg>
        <pc:picChg chg="add mod">
          <ac:chgData name="Khobo, IL, Dr [ilkhobo@sun.ac.za]" userId="b519a442-dcea-4a28-9c45-7e29f1df5837" providerId="ADAL" clId="{8BC8A5CF-2DB3-45E9-BF57-F2ED810C291E}" dt="2026-10-01T21:24:57.612" v="4605" actId="14100"/>
          <ac:picMkLst>
            <pc:docMk/>
            <pc:sldMk cId="2137449404" sldId="620"/>
            <ac:picMk id="5" creationId="{8CBD40CA-AC49-B4F2-3FF8-8BD15898F592}"/>
          </ac:picMkLst>
        </pc:picChg>
      </pc:sldChg>
      <pc:sldChg chg="addSp delSp modSp new mod">
        <pc:chgData name="Khobo, IL, Dr [ilkhobo@sun.ac.za]" userId="b519a442-dcea-4a28-9c45-7e29f1df5837" providerId="ADAL" clId="{8BC8A5CF-2DB3-45E9-BF57-F2ED810C291E}" dt="2026-10-02T05:39:15.387" v="4777" actId="1076"/>
        <pc:sldMkLst>
          <pc:docMk/>
          <pc:sldMk cId="4196391310" sldId="621"/>
        </pc:sldMkLst>
        <pc:spChg chg="del">
          <ac:chgData name="Khobo, IL, Dr [ilkhobo@sun.ac.za]" userId="b519a442-dcea-4a28-9c45-7e29f1df5837" providerId="ADAL" clId="{8BC8A5CF-2DB3-45E9-BF57-F2ED810C291E}" dt="2026-10-02T05:39:04.040" v="4769" actId="478"/>
          <ac:spMkLst>
            <pc:docMk/>
            <pc:sldMk cId="4196391310" sldId="621"/>
            <ac:spMk id="2" creationId="{FB8ECA33-D6A3-A35A-02EA-DEF41AD88F38}"/>
          </ac:spMkLst>
        </pc:spChg>
        <pc:spChg chg="del">
          <ac:chgData name="Khobo, IL, Dr [ilkhobo@sun.ac.za]" userId="b519a442-dcea-4a28-9c45-7e29f1df5837" providerId="ADAL" clId="{8BC8A5CF-2DB3-45E9-BF57-F2ED810C291E}" dt="2026-10-02T05:39:04.040" v="4769" actId="478"/>
          <ac:spMkLst>
            <pc:docMk/>
            <pc:sldMk cId="4196391310" sldId="621"/>
            <ac:spMk id="3" creationId="{C2046230-3C05-2E29-B4CF-6A2DBD85F23F}"/>
          </ac:spMkLst>
        </pc:spChg>
        <pc:picChg chg="add mod">
          <ac:chgData name="Khobo, IL, Dr [ilkhobo@sun.ac.za]" userId="b519a442-dcea-4a28-9c45-7e29f1df5837" providerId="ADAL" clId="{8BC8A5CF-2DB3-45E9-BF57-F2ED810C291E}" dt="2026-10-02T05:39:15.387" v="4777" actId="1076"/>
          <ac:picMkLst>
            <pc:docMk/>
            <pc:sldMk cId="4196391310" sldId="621"/>
            <ac:picMk id="4" creationId="{9AA08E56-CC51-05E9-350A-2B325BE255AF}"/>
          </ac:picMkLst>
        </pc:picChg>
      </pc:sldChg>
      <pc:sldChg chg="addSp delSp modSp add mod ord">
        <pc:chgData name="Khobo, IL, Dr [ilkhobo@sun.ac.za]" userId="b519a442-dcea-4a28-9c45-7e29f1df5837" providerId="ADAL" clId="{8BC8A5CF-2DB3-45E9-BF57-F2ED810C291E}" dt="2026-10-02T05:42:34.385" v="4811"/>
        <pc:sldMkLst>
          <pc:docMk/>
          <pc:sldMk cId="2576508456" sldId="622"/>
        </pc:sldMkLst>
        <pc:picChg chg="add mod">
          <ac:chgData name="Khobo, IL, Dr [ilkhobo@sun.ac.za]" userId="b519a442-dcea-4a28-9c45-7e29f1df5837" providerId="ADAL" clId="{8BC8A5CF-2DB3-45E9-BF57-F2ED810C291E}" dt="2026-10-02T05:40:44.314" v="4798" actId="1076"/>
          <ac:picMkLst>
            <pc:docMk/>
            <pc:sldMk cId="2576508456" sldId="622"/>
            <ac:picMk id="3" creationId="{3430E8BE-9C3E-B1F9-0DA8-BC8C30CBA5F4}"/>
          </ac:picMkLst>
        </pc:picChg>
        <pc:picChg chg="del">
          <ac:chgData name="Khobo, IL, Dr [ilkhobo@sun.ac.za]" userId="b519a442-dcea-4a28-9c45-7e29f1df5837" providerId="ADAL" clId="{8BC8A5CF-2DB3-45E9-BF57-F2ED810C291E}" dt="2026-10-02T05:39:50.788" v="4792" actId="478"/>
          <ac:picMkLst>
            <pc:docMk/>
            <pc:sldMk cId="2576508456" sldId="622"/>
            <ac:picMk id="4" creationId="{E168193F-62DF-DE66-B15D-F1CCB1CD45C9}"/>
          </ac:picMkLst>
        </pc:picChg>
      </pc:sldChg>
    </pc:docChg>
  </pc:docChgLst>
  <pc:docChgLst>
    <pc:chgData name="Khobo, IL, Dr [ilkhobo@sun.ac.za]" userId="b519a442-dcea-4a28-9c45-7e29f1df5837" providerId="ADAL" clId="{D25D1C45-A404-4E0F-8657-49BD4E4887CA}"/>
    <pc:docChg chg="undo redo custSel addSld delSld modSld">
      <pc:chgData name="Khobo, IL, Dr [ilkhobo@sun.ac.za]" userId="b519a442-dcea-4a28-9c45-7e29f1df5837" providerId="ADAL" clId="{D25D1C45-A404-4E0F-8657-49BD4E4887CA}" dt="2026-09-30T09:45:25.400" v="3367" actId="22"/>
      <pc:docMkLst>
        <pc:docMk/>
      </pc:docMkLst>
      <pc:sldChg chg="addSp delSp modSp add del mod modNotesTx">
        <pc:chgData name="Khobo, IL, Dr [ilkhobo@sun.ac.za]" userId="b519a442-dcea-4a28-9c45-7e29f1df5837" providerId="ADAL" clId="{D25D1C45-A404-4E0F-8657-49BD4E4887CA}" dt="2026-09-30T09:36:05.195" v="3179" actId="20577"/>
        <pc:sldMkLst>
          <pc:docMk/>
          <pc:sldMk cId="2601401026" sldId="597"/>
        </pc:sldMkLst>
        <pc:spChg chg="mod">
          <ac:chgData name="Khobo, IL, Dr [ilkhobo@sun.ac.za]" userId="b519a442-dcea-4a28-9c45-7e29f1df5837" providerId="ADAL" clId="{D25D1C45-A404-4E0F-8657-49BD4E4887CA}" dt="2026-09-30T09:34:48.874" v="2967" actId="20577"/>
          <ac:spMkLst>
            <pc:docMk/>
            <pc:sldMk cId="2601401026" sldId="597"/>
            <ac:spMk id="13" creationId="{20076924-44A7-AFA3-D2D3-FEB8DE4DD9A9}"/>
          </ac:spMkLst>
        </pc:spChg>
        <pc:spChg chg="mod">
          <ac:chgData name="Khobo, IL, Dr [ilkhobo@sun.ac.za]" userId="b519a442-dcea-4a28-9c45-7e29f1df5837" providerId="ADAL" clId="{D25D1C45-A404-4E0F-8657-49BD4E4887CA}" dt="2026-09-30T09:36:05.195" v="3179" actId="20577"/>
          <ac:spMkLst>
            <pc:docMk/>
            <pc:sldMk cId="2601401026" sldId="597"/>
            <ac:spMk id="17" creationId="{7EC74C40-289A-CA47-2A9E-CB243EF9FF06}"/>
          </ac:spMkLst>
        </pc:spChg>
        <pc:spChg chg="mod">
          <ac:chgData name="Khobo, IL, Dr [ilkhobo@sun.ac.za]" userId="b519a442-dcea-4a28-9c45-7e29f1df5837" providerId="ADAL" clId="{D25D1C45-A404-4E0F-8657-49BD4E4887CA}" dt="2026-09-21T10:33:03.487" v="2547" actId="20577"/>
          <ac:spMkLst>
            <pc:docMk/>
            <pc:sldMk cId="2601401026" sldId="597"/>
            <ac:spMk id="34" creationId="{593DD671-6E7B-06CE-9A2D-78AB0133EE61}"/>
          </ac:spMkLst>
        </pc:spChg>
        <pc:picChg chg="add mod">
          <ac:chgData name="Khobo, IL, Dr [ilkhobo@sun.ac.za]" userId="b519a442-dcea-4a28-9c45-7e29f1df5837" providerId="ADAL" clId="{D25D1C45-A404-4E0F-8657-49BD4E4887CA}" dt="2026-09-30T09:35:09.909" v="2995" actId="1076"/>
          <ac:picMkLst>
            <pc:docMk/>
            <pc:sldMk cId="2601401026" sldId="597"/>
            <ac:picMk id="3" creationId="{8B5EA4C8-8C81-324A-DCF4-224D0634971D}"/>
          </ac:picMkLst>
        </pc:picChg>
      </pc:sldChg>
      <pc:sldChg chg="addSp delSp modSp add mod">
        <pc:chgData name="Khobo, IL, Dr [ilkhobo@sun.ac.za]" userId="b519a442-dcea-4a28-9c45-7e29f1df5837" providerId="ADAL" clId="{D25D1C45-A404-4E0F-8657-49BD4E4887CA}" dt="2026-09-30T09:36:36.025" v="3213" actId="20577"/>
        <pc:sldMkLst>
          <pc:docMk/>
          <pc:sldMk cId="4217422227" sldId="599"/>
        </pc:sldMkLst>
        <pc:spChg chg="mod">
          <ac:chgData name="Khobo, IL, Dr [ilkhobo@sun.ac.za]" userId="b519a442-dcea-4a28-9c45-7e29f1df5837" providerId="ADAL" clId="{D25D1C45-A404-4E0F-8657-49BD4E4887CA}" dt="2026-09-30T09:36:36.025" v="3213" actId="20577"/>
          <ac:spMkLst>
            <pc:docMk/>
            <pc:sldMk cId="4217422227" sldId="599"/>
            <ac:spMk id="36" creationId="{429E743A-632E-9EB3-5D21-ECF5187657DD}"/>
          </ac:spMkLst>
        </pc:spChg>
        <pc:picChg chg="add">
          <ac:chgData name="Khobo, IL, Dr [ilkhobo@sun.ac.za]" userId="b519a442-dcea-4a28-9c45-7e29f1df5837" providerId="ADAL" clId="{D25D1C45-A404-4E0F-8657-49BD4E4887CA}" dt="2026-09-30T09:36:26.266" v="3181" actId="22"/>
          <ac:picMkLst>
            <pc:docMk/>
            <pc:sldMk cId="4217422227" sldId="599"/>
            <ac:picMk id="3" creationId="{388C8966-5C12-4AD1-8BB2-7D7F77E86407}"/>
          </ac:picMkLst>
        </pc:picChg>
      </pc:sldChg>
      <pc:sldChg chg="addSp delSp modSp add mod">
        <pc:chgData name="Khobo, IL, Dr [ilkhobo@sun.ac.za]" userId="b519a442-dcea-4a28-9c45-7e29f1df5837" providerId="ADAL" clId="{D25D1C45-A404-4E0F-8657-49BD4E4887CA}" dt="2026-09-30T09:37:22.708" v="3244" actId="22"/>
        <pc:sldMkLst>
          <pc:docMk/>
          <pc:sldMk cId="2241762010" sldId="600"/>
        </pc:sldMkLst>
        <pc:spChg chg="mod">
          <ac:chgData name="Khobo, IL, Dr [ilkhobo@sun.ac.za]" userId="b519a442-dcea-4a28-9c45-7e29f1df5837" providerId="ADAL" clId="{D25D1C45-A404-4E0F-8657-49BD4E4887CA}" dt="2026-09-30T09:37:20.137" v="3242" actId="20577"/>
          <ac:spMkLst>
            <pc:docMk/>
            <pc:sldMk cId="2241762010" sldId="600"/>
            <ac:spMk id="36" creationId="{C36D67F1-7498-BD17-B47A-32B3B94558CC}"/>
          </ac:spMkLst>
        </pc:spChg>
      </pc:sldChg>
      <pc:sldChg chg="addSp delSp modSp add mod">
        <pc:chgData name="Khobo, IL, Dr [ilkhobo@sun.ac.za]" userId="b519a442-dcea-4a28-9c45-7e29f1df5837" providerId="ADAL" clId="{D25D1C45-A404-4E0F-8657-49BD4E4887CA}" dt="2026-09-30T09:37:52.414" v="3250" actId="1076"/>
        <pc:sldMkLst>
          <pc:docMk/>
          <pc:sldMk cId="948910111" sldId="601"/>
        </pc:sldMkLst>
        <pc:picChg chg="add mod">
          <ac:chgData name="Khobo, IL, Dr [ilkhobo@sun.ac.za]" userId="b519a442-dcea-4a28-9c45-7e29f1df5837" providerId="ADAL" clId="{D25D1C45-A404-4E0F-8657-49BD4E4887CA}" dt="2026-09-30T09:37:52.414" v="3250" actId="1076"/>
          <ac:picMkLst>
            <pc:docMk/>
            <pc:sldMk cId="948910111" sldId="601"/>
            <ac:picMk id="3" creationId="{975EC108-AF6A-646C-EAC5-24AB94961311}"/>
          </ac:picMkLst>
        </pc:picChg>
      </pc:sldChg>
      <pc:sldChg chg="addSp delSp modSp add mod">
        <pc:chgData name="Khobo, IL, Dr [ilkhobo@sun.ac.za]" userId="b519a442-dcea-4a28-9c45-7e29f1df5837" providerId="ADAL" clId="{D25D1C45-A404-4E0F-8657-49BD4E4887CA}" dt="2026-09-30T09:38:57.914" v="3263" actId="14100"/>
        <pc:sldMkLst>
          <pc:docMk/>
          <pc:sldMk cId="3355225157" sldId="602"/>
        </pc:sldMkLst>
        <pc:spChg chg="mod">
          <ac:chgData name="Khobo, IL, Dr [ilkhobo@sun.ac.za]" userId="b519a442-dcea-4a28-9c45-7e29f1df5837" providerId="ADAL" clId="{D25D1C45-A404-4E0F-8657-49BD4E4887CA}" dt="2026-09-30T09:38:43.757" v="3256" actId="20577"/>
          <ac:spMkLst>
            <pc:docMk/>
            <pc:sldMk cId="3355225157" sldId="602"/>
            <ac:spMk id="36" creationId="{B2888A36-C715-AF9E-FE69-C57936C7886A}"/>
          </ac:spMkLst>
        </pc:spChg>
        <pc:picChg chg="add mod">
          <ac:chgData name="Khobo, IL, Dr [ilkhobo@sun.ac.za]" userId="b519a442-dcea-4a28-9c45-7e29f1df5837" providerId="ADAL" clId="{D25D1C45-A404-4E0F-8657-49BD4E4887CA}" dt="2026-09-30T09:38:57.914" v="3263" actId="14100"/>
          <ac:picMkLst>
            <pc:docMk/>
            <pc:sldMk cId="3355225157" sldId="602"/>
            <ac:picMk id="4" creationId="{7D81C6F3-181D-CFF6-B92C-6747D376566B}"/>
          </ac:picMkLst>
        </pc:picChg>
      </pc:sldChg>
      <pc:sldChg chg="addSp delSp modSp add mod">
        <pc:chgData name="Khobo, IL, Dr [ilkhobo@sun.ac.za]" userId="b519a442-dcea-4a28-9c45-7e29f1df5837" providerId="ADAL" clId="{D25D1C45-A404-4E0F-8657-49BD4E4887CA}" dt="2026-09-30T09:40:15.308" v="3293" actId="20577"/>
        <pc:sldMkLst>
          <pc:docMk/>
          <pc:sldMk cId="707679035" sldId="604"/>
        </pc:sldMkLst>
        <pc:spChg chg="mod">
          <ac:chgData name="Khobo, IL, Dr [ilkhobo@sun.ac.za]" userId="b519a442-dcea-4a28-9c45-7e29f1df5837" providerId="ADAL" clId="{D25D1C45-A404-4E0F-8657-49BD4E4887CA}" dt="2026-09-30T09:40:15.308" v="3293" actId="20577"/>
          <ac:spMkLst>
            <pc:docMk/>
            <pc:sldMk cId="707679035" sldId="604"/>
            <ac:spMk id="36" creationId="{15FE80B2-B626-44C2-E6E7-8C8E6DA290C2}"/>
          </ac:spMkLst>
        </pc:spChg>
        <pc:picChg chg="add mod">
          <ac:chgData name="Khobo, IL, Dr [ilkhobo@sun.ac.za]" userId="b519a442-dcea-4a28-9c45-7e29f1df5837" providerId="ADAL" clId="{D25D1C45-A404-4E0F-8657-49BD4E4887CA}" dt="2026-09-30T09:40:10.123" v="3275" actId="1076"/>
          <ac:picMkLst>
            <pc:docMk/>
            <pc:sldMk cId="707679035" sldId="604"/>
            <ac:picMk id="4" creationId="{0AC43B9A-C235-F3BC-7A9D-8DF992E69479}"/>
          </ac:picMkLst>
        </pc:picChg>
      </pc:sldChg>
      <pc:sldChg chg="addSp delSp modSp add mod">
        <pc:chgData name="Khobo, IL, Dr [ilkhobo@sun.ac.za]" userId="b519a442-dcea-4a28-9c45-7e29f1df5837" providerId="ADAL" clId="{D25D1C45-A404-4E0F-8657-49BD4E4887CA}" dt="2026-09-30T09:40:57.803" v="3339" actId="14100"/>
        <pc:sldMkLst>
          <pc:docMk/>
          <pc:sldMk cId="209627116" sldId="605"/>
        </pc:sldMkLst>
        <pc:spChg chg="mod">
          <ac:chgData name="Khobo, IL, Dr [ilkhobo@sun.ac.za]" userId="b519a442-dcea-4a28-9c45-7e29f1df5837" providerId="ADAL" clId="{D25D1C45-A404-4E0F-8657-49BD4E4887CA}" dt="2026-09-30T09:40:57.803" v="3339" actId="14100"/>
          <ac:spMkLst>
            <pc:docMk/>
            <pc:sldMk cId="209627116" sldId="605"/>
            <ac:spMk id="36" creationId="{E8932E91-3592-2E1E-CC65-DA74FF758B6E}"/>
          </ac:spMkLst>
        </pc:spChg>
        <pc:picChg chg="add">
          <ac:chgData name="Khobo, IL, Dr [ilkhobo@sun.ac.za]" userId="b519a442-dcea-4a28-9c45-7e29f1df5837" providerId="ADAL" clId="{D25D1C45-A404-4E0F-8657-49BD4E4887CA}" dt="2026-09-30T09:40:41.410" v="3296" actId="22"/>
          <ac:picMkLst>
            <pc:docMk/>
            <pc:sldMk cId="209627116" sldId="605"/>
            <ac:picMk id="3" creationId="{D6DC2905-853F-5B42-1BC8-F24B5784D341}"/>
          </ac:picMkLst>
        </pc:picChg>
      </pc:sldChg>
      <pc:sldChg chg="addSp delSp modSp add mod">
        <pc:chgData name="Khobo, IL, Dr [ilkhobo@sun.ac.za]" userId="b519a442-dcea-4a28-9c45-7e29f1df5837" providerId="ADAL" clId="{D25D1C45-A404-4E0F-8657-49BD4E4887CA}" dt="2026-09-30T09:42:44.048" v="3343" actId="1076"/>
        <pc:sldMkLst>
          <pc:docMk/>
          <pc:sldMk cId="2244045518" sldId="606"/>
        </pc:sldMkLst>
        <pc:picChg chg="add mod">
          <ac:chgData name="Khobo, IL, Dr [ilkhobo@sun.ac.za]" userId="b519a442-dcea-4a28-9c45-7e29f1df5837" providerId="ADAL" clId="{D25D1C45-A404-4E0F-8657-49BD4E4887CA}" dt="2026-09-30T09:42:44.048" v="3343" actId="1076"/>
          <ac:picMkLst>
            <pc:docMk/>
            <pc:sldMk cId="2244045518" sldId="606"/>
            <ac:picMk id="4" creationId="{643A8290-AA92-3705-954B-D381ADBD4817}"/>
          </ac:picMkLst>
        </pc:picChg>
      </pc:sldChg>
      <pc:sldChg chg="addSp delSp modSp add mod">
        <pc:chgData name="Khobo, IL, Dr [ilkhobo@sun.ac.za]" userId="b519a442-dcea-4a28-9c45-7e29f1df5837" providerId="ADAL" clId="{D25D1C45-A404-4E0F-8657-49BD4E4887CA}" dt="2026-09-30T09:44:17.774" v="3349" actId="1076"/>
        <pc:sldMkLst>
          <pc:docMk/>
          <pc:sldMk cId="1796012759" sldId="607"/>
        </pc:sldMkLst>
        <pc:picChg chg="add mod">
          <ac:chgData name="Khobo, IL, Dr [ilkhobo@sun.ac.za]" userId="b519a442-dcea-4a28-9c45-7e29f1df5837" providerId="ADAL" clId="{D25D1C45-A404-4E0F-8657-49BD4E4887CA}" dt="2026-09-30T09:44:17.774" v="3349" actId="1076"/>
          <ac:picMkLst>
            <pc:docMk/>
            <pc:sldMk cId="1796012759" sldId="607"/>
            <ac:picMk id="3" creationId="{91E175EE-1CA4-262C-3114-9347C96E1CD4}"/>
          </ac:picMkLst>
        </pc:picChg>
      </pc:sldChg>
      <pc:sldChg chg="addSp delSp modSp add mod">
        <pc:chgData name="Khobo, IL, Dr [ilkhobo@sun.ac.za]" userId="b519a442-dcea-4a28-9c45-7e29f1df5837" providerId="ADAL" clId="{D25D1C45-A404-4E0F-8657-49BD4E4887CA}" dt="2026-09-30T09:44:57.982" v="3364" actId="1076"/>
        <pc:sldMkLst>
          <pc:docMk/>
          <pc:sldMk cId="1898944454" sldId="608"/>
        </pc:sldMkLst>
        <pc:spChg chg="mod">
          <ac:chgData name="Khobo, IL, Dr [ilkhobo@sun.ac.za]" userId="b519a442-dcea-4a28-9c45-7e29f1df5837" providerId="ADAL" clId="{D25D1C45-A404-4E0F-8657-49BD4E4887CA}" dt="2026-09-30T09:44:39.873" v="3361" actId="20577"/>
          <ac:spMkLst>
            <pc:docMk/>
            <pc:sldMk cId="1898944454" sldId="608"/>
            <ac:spMk id="36" creationId="{8EDC8E46-0C1C-3A6D-2D34-D1E3E801AC55}"/>
          </ac:spMkLst>
        </pc:spChg>
        <pc:picChg chg="add mod">
          <ac:chgData name="Khobo, IL, Dr [ilkhobo@sun.ac.za]" userId="b519a442-dcea-4a28-9c45-7e29f1df5837" providerId="ADAL" clId="{D25D1C45-A404-4E0F-8657-49BD4E4887CA}" dt="2026-09-30T09:44:57.982" v="3364" actId="1076"/>
          <ac:picMkLst>
            <pc:docMk/>
            <pc:sldMk cId="1898944454" sldId="608"/>
            <ac:picMk id="4" creationId="{34F08783-4130-0026-CC94-7D7494EDDE25}"/>
          </ac:picMkLst>
        </pc:picChg>
      </pc:sldChg>
      <pc:sldChg chg="addSp delSp add mod">
        <pc:chgData name="Khobo, IL, Dr [ilkhobo@sun.ac.za]" userId="b519a442-dcea-4a28-9c45-7e29f1df5837" providerId="ADAL" clId="{D25D1C45-A404-4E0F-8657-49BD4E4887CA}" dt="2026-09-30T09:45:25.400" v="3367" actId="22"/>
        <pc:sldMkLst>
          <pc:docMk/>
          <pc:sldMk cId="338082082" sldId="609"/>
        </pc:sldMkLst>
        <pc:picChg chg="add">
          <ac:chgData name="Khobo, IL, Dr [ilkhobo@sun.ac.za]" userId="b519a442-dcea-4a28-9c45-7e29f1df5837" providerId="ADAL" clId="{D25D1C45-A404-4E0F-8657-49BD4E4887CA}" dt="2026-09-30T09:45:25.400" v="3367" actId="22"/>
          <ac:picMkLst>
            <pc:docMk/>
            <pc:sldMk cId="338082082" sldId="609"/>
            <ac:picMk id="3" creationId="{7025F7E1-1E3A-8F06-905D-2D28084C1A3C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20:07:45.60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66 195 23892,'-65'-195'0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20:07:49.16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0 749 24575,'0'-749'0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20:07:30.95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1 770 24575,'0'-3'0,"1"0"0,-1 1 0,1-1 0,0 1 0,0 0 0,0-1 0,0 1 0,3-4 0,5-13 0,8-56 0,-16 61 0,1 1 0,1-1 0,1 1 0,-1 0 0,2 0 0,0 0 0,0 1 0,1 0 0,14-21 0,-14 26 0,-1-1 0,-1 0 0,1 0 0,-1 0 0,-1 0 0,1-1 0,-2 1 0,1-1 0,-1 0 0,2-13 0,-2-8 0,-2-56 0,-2 64 0,2-1 0,0 1 0,2 0 0,7-40 0,3 13 291,9-30-1947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A4F8E5-B141-4125-AE90-AB7E5CBBF318}" type="datetimeFigureOut">
              <a:rPr lang="en-ZA" smtClean="0"/>
              <a:t>2026/10/01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D4BACC-9E44-4D5F-A407-4AC8A14A1A3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11211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FD383-9F30-7F88-BD61-47F2BFE22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47B729-C356-F1ED-4A68-5F571B6BEA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76E9E0-55EF-83D2-E7BC-B836169232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Today we are looking at file processing, this is one of the most important use of any programming language. The ability to create files, update files, and process files.</a:t>
            </a:r>
          </a:p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69AB1F-4700-36D7-8D2E-F4808B0E4D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9985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738C3-0141-1D8E-D8BA-BC5B77AA6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C8DC4B-10C4-935E-50FD-18AA7E188C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504EBD-F14B-E8A2-E096-298B711DE2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F,lashback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83126-7D9B-6373-A34E-C13D98CFBF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19750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BE34E-0747-2695-92B0-7B0DE337B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266F8B-032C-7024-4462-E1EC72E4C8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D2FF3E-98B1-7DF6-C139-D031E0B03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F,lashback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7559CC-2119-F734-4907-BBBD65D50D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2364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8B16D-DB6D-1C90-93C7-A9ABA3CD5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234524-3341-61AC-7735-A6CD302D05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B5C482-5FCE-8568-8F41-71C8C3952F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F,lashback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A08884-D941-33B8-A46F-EC95837BB3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39772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0E631-7508-2683-11C3-D024E2617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9D0850-4603-E326-24A7-CB7F70D236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EA5B93-95D4-298E-04CE-A0EDFD4494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F,lashback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70E5B-601C-1762-1BBA-3E9A97C9B8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072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5EADA-F06F-D97C-3526-6D6D7BA47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B3893D-B23C-C369-94A7-4A907BC7DC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8803AE-7A60-8B2F-392A-E9D397553A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F,lashback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EE34D-CF8F-A94E-B8C8-ED2782E4E2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72924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38666-EF1B-5F59-E8D3-D7877D3FC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A8A682-62F9-8274-3863-597EC72ED5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BF289E-4E4A-DC0D-4060-73E401FE61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F,lashback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2069E0-E61A-B677-09C4-D0E7E20B68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69689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9B982-8B40-3366-7E7E-377F6F1B6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59A38B-51BB-182D-52CB-DBF7FC91B4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A3579F-6738-C47A-AF2C-85D04AE1FF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43641-0CB9-9EEA-7227-3D6AA322D2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31624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684CF-528A-54BF-DCCC-4E12BC0C9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5D1CC0-751C-A984-02E2-16BB038AC9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B489F7-CCDE-7612-D8FC-5D7F0194F9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F,lashback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A9F072-F46A-19FF-743B-01FD76D616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39064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257D5-6F23-7FA8-534A-A87E5B1E2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FB6A5E-3391-521C-EDCA-E969A8BFC3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6A6F20-D386-293B-3353-BCCD3DC77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F,lashback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7F4BAE-ACA6-CDCB-7398-78683D3E28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49604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6610E-DAEB-62C5-D2F6-8D977DCCB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65924D-41CE-FA31-0D79-590C24E58F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858758-CF8B-A169-060C-E8D4BCF054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F,lashback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3D143-F37D-1623-0739-016B3CA6A4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51902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9855E-314D-222E-F695-93B5B6299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9A2872-9D57-063A-0DED-F4EB8EDAF4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3A09A9-B772-D149-7898-E421AB3F4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F,lashback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8376F7-E107-A2D1-904A-83D6E1122F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21613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69E2D-84DB-B92B-B35F-4B019EB6B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02C3BA-18EE-2BEA-1CA8-677ED28B61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05E32D-621A-5651-2523-21FBC70E8D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EE7EB6-AF27-513F-4AE7-39772E0E2D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74510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6C7AE-C326-1B07-A91A-B91479BF2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B0EB45-8879-1004-B23C-CA76139DF0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321EF5-2D52-A364-EF4D-AB847CC37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F,lashback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C978EB-31F7-56B1-24A9-09FACF590F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04814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6D91B-6F18-FE20-87F8-CFE123A6D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ABD43B-3FE6-7431-2E35-E6C0F9871B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CD0955-1371-2DE0-FB7B-C3F17A2DEF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F,lashback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87F9A-3C43-D5E7-CAFB-7ECD777432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4157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CCF25-1556-466E-864B-A3C07847E4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17426E-2BE7-1883-9660-3581ADAE05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C9FEC-FAC9-0518-2A1C-E2EB48660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2026/10/01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9E6A5-FDDD-53A9-3038-937E45940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285B7-3B0C-9FA6-B7F5-5A461BB54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6732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540D9-C6CB-2719-8934-6B0114567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5C497-C0D5-1152-D24E-35CD89CB3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2283D-6827-3224-BC6A-899C99B9B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2026/10/01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EC184-718B-DF52-F070-95D42A727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FFF9D-4A4F-264A-2FFE-D4307E666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44002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D4C11-491D-0E57-7CCE-41165E8BA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09D483-A042-128F-D3B7-E8C14E00E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D57B0-F5E6-58C9-CA4D-6872DB62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2026/10/01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6BF4A-F8B6-8B61-91B0-EB042AEB7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98B23-E53B-A5A8-6B2D-F2A26ECE7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01765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FFA65-E34C-9606-E1B7-63258C955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E39D4-4B5B-3C82-39F5-EDE849A3A9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375FF4-621C-9E0E-57BB-6949EACEF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D9EB6-5CCD-15CE-8137-300A28FD5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2026/10/01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DBD1E-1AE4-B3D7-5A79-752D06B70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1B3833-B89B-EC2B-94A9-59B64A1A6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72274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544B8-36C8-0A93-4FFA-AB7E201D5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91B294-8CCE-2035-6577-2154E852C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39742-7175-1597-B067-66BF0362EC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26E28A-39A1-D1AA-1169-BA9A9F7646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4291F6-3067-CBE3-27F0-70A9D4A4E8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FE68EA-B0EE-B285-E9FB-C1A95C56B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2026/10/01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91F9E5-C35E-CC2F-16E7-12BBC912F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8D05B2-B2C3-8729-4DA8-81FE8BD73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37402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80390-E35D-1322-BF0E-545E9C0CF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9A727-219A-CDA4-A0E3-88E592B9E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2026/10/01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37D0CD-7FBD-6DEB-7CBF-CD1C43756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AF934C-C7E1-5738-4872-2F317D653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73419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7D8D04-C266-AB3A-F877-5A1AAB9A6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2026/10/01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AE0A76-5CEC-8CAE-CD48-0FD64CFC7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9582D-403E-A828-C4E6-08D8C3F9B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70506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99E1B-96FE-02AF-207E-7C0924C21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784E2-8218-99F8-2483-E5C608622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94DFA9-EE10-1A6E-748E-B66AE2F8A6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62A653-1997-95E5-A7FA-E5240EB8A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2026/10/01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6F7CAA-BA83-8786-7016-E655CA66C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0DAEA5-50F2-F37C-4F99-75A30DAC1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09440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CF57E-ED87-0DEE-EB59-8BEE35949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F4DAFC-04FB-F01B-9FF1-7A5FCC4FFC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0F361-E8C4-456F-DACA-AB422B6517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FB1B53-7080-A3CE-DAD5-F6D8E373E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2026/10/01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75F7F7-AA20-E76C-EA29-F89E2F1C1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6AFB5-91BC-C8C0-A5E3-339EB3A5D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77666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E7BA6-5167-5A15-0F5B-10A1AD9B0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7D7E56-63E1-98BE-EEF3-7A64C48B4A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5A0C1-EFEE-E432-DD54-7A73B2916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2026/10/01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42985-481D-2551-40AF-C4AD8E74B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8EE37-3C0D-4ACA-1B4B-F74FF3F48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57309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459BF8-4887-7102-ED14-A5E5A228FA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1B6688-8957-8A74-2CA2-5FE1FF28F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28AC5-1562-C603-1FD6-BBECEA2E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2026/10/01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17385-48A1-0DD6-0E9D-F70D3E5EE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7B9B3-5DAA-A964-0A3D-5112F8F0C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5321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0FE460-70E4-9C9D-EBA5-CDDC2C318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B588BF-3A1D-615F-321D-DE3E54CDF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B3DD7-E6D9-ADAC-2CB6-2B60A2C8E7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7883AC-2ECA-4D97-B466-56E37F2202F1}" type="datetimeFigureOut">
              <a:rPr lang="en-ZA" smtClean="0"/>
              <a:t>2026/10/01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5C6D6-F4F6-C773-B807-0710444E93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C1813-D1E4-4495-4962-08C7FE738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07172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ilkhobo@sun.ac.z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customXml" Target="../ink/ink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B5248-0A11-1014-9595-284654579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EC74C40-289A-CA47-2A9E-CB243EF9FF06}"/>
              </a:ext>
            </a:extLst>
          </p:cNvPr>
          <p:cNvSpPr txBox="1"/>
          <p:nvPr/>
        </p:nvSpPr>
        <p:spPr>
          <a:xfrm>
            <a:off x="322513" y="1882740"/>
            <a:ext cx="11332779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11. </a:t>
            </a:r>
            <a:r>
              <a:rPr lang="en-ZA" sz="8800" dirty="0">
                <a:solidFill>
                  <a:prstClr val="black"/>
                </a:solidFill>
                <a:latin typeface="LM Roman 12" panose="00000500000000000000" pitchFamily="50" charset="0"/>
              </a:rPr>
              <a:t>File processing</a:t>
            </a:r>
            <a:endParaRPr kumimoji="0" lang="en-ZA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Lecture </a:t>
            </a:r>
            <a:r>
              <a:rPr lang="en-US" dirty="0">
                <a:solidFill>
                  <a:prstClr val="black"/>
                </a:solidFill>
                <a:latin typeface="LM Roman 12" panose="00000500000000000000" pitchFamily="50" charset="0"/>
              </a:rPr>
              <a:t>24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| File types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LM Roman 12" panose="00000500000000000000" pitchFamily="50" charset="0"/>
              </a:rPr>
              <a:t>	   Opening and closing files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	   Files and streams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LM Roman 12" panose="00000500000000000000" pitchFamily="50" charset="0"/>
              </a:rPr>
              <a:t>               Creating a text file for sequential access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	   Sequential reading from a text file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	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9DE2B1-C8C5-DEBE-B93A-8AC9B1EB7547}"/>
              </a:ext>
            </a:extLst>
          </p:cNvPr>
          <p:cNvSpPr txBox="1"/>
          <p:nvPr/>
        </p:nvSpPr>
        <p:spPr>
          <a:xfrm>
            <a:off x="322513" y="562218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Isaac Khobo, PhD (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  <a:hlinkClick r:id="rId3"/>
              </a:rPr>
              <a:t>ilkhobo@sun.ac.za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) 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3594C48-601C-D5CE-431C-D921186F1323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B5681A8-2EBE-6A64-9DDA-1BE624E59B75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1078CB2-B273-986D-CD04-FAC5C419FB3F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7D41F6-C4F6-42E9-1E60-17867AA4F1C3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DB167F92-740E-6BA7-27A0-DB69BBAD4A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93DD671-6E7B-06CE-9A2D-78AB0133EE61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02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F6909DB-321F-0D3E-C4DE-934341ACBEE7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Lecture Overview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0076924-44A7-AFA3-D2D3-FEB8DE4DD9A9}"/>
              </a:ext>
            </a:extLst>
          </p:cNvPr>
          <p:cNvSpPr txBox="1"/>
          <p:nvPr/>
        </p:nvSpPr>
        <p:spPr>
          <a:xfrm>
            <a:off x="8564849" y="6488628"/>
            <a:ext cx="3151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1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Chapters 10: File processing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5EA4C8-8C81-324A-DCF4-224D063497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6504" y="3276224"/>
            <a:ext cx="5331734" cy="3327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401026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D25D0-5AC8-B825-0E17-2ED1D3BEE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1AAF1644-2C68-6654-8F0A-184FF1A11925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C42DAD1-556A-FA8E-9CC4-0B6997C379C3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0EA2319-0841-C4C0-1968-66099B0DD561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BD92169-A53D-E18F-925C-E4299266DDEC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80DA4B42-331A-AD23-98AF-6EC59A81FE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3FEF9E1-FBFC-4B6A-7F48-8A9667834489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</a:rPr>
                  <a:t>02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29E743A-632E-9EB3-5D21-ECF5187657DD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I</a:t>
              </a:r>
              <a:r>
                <a:rPr lang="en-ZA" dirty="0" err="1">
                  <a:solidFill>
                    <a:srgbClr val="FFFF00"/>
                  </a:solidFill>
                  <a:latin typeface="LM Roman 12" panose="00000500000000000000" pitchFamily="50" charset="0"/>
                </a:rPr>
                <a:t>ntroduction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388C8966-5C12-4AD1-8BB2-7D7F77E864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710" y="2387546"/>
            <a:ext cx="10306580" cy="208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422227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069FE-81F8-120C-17BE-4F1BB83F8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220985EC-BD4A-CD89-C63A-2F2F0F25EF35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BFF1A6D-A279-6841-B868-0A8DBB46F71A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CA8F169-3299-2924-0092-B11DD9E5FAFC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BE62CB3-5E27-93D4-27F5-401C5FD94548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B177B615-6F76-06EA-6B2F-E5DB7B30AB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CCD9F2B-69F6-3BF5-C0F2-026F36F15C51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</a:rPr>
                  <a:t>02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36D67F1-7498-BD17-B47A-32B3B94558CC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File types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4C3FEDAA-38A9-8DE7-0145-50D793F76D73}"/>
              </a:ext>
            </a:extLst>
          </p:cNvPr>
          <p:cNvSpPr/>
          <p:nvPr/>
        </p:nvSpPr>
        <p:spPr>
          <a:xfrm>
            <a:off x="1572768" y="1784984"/>
            <a:ext cx="3797582" cy="304828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2000" b="1" dirty="0">
              <a:solidFill>
                <a:schemeClr val="tx1"/>
              </a:solidFill>
              <a:latin typeface="LM Roman 12" panose="00000500000000000000" pitchFamily="50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B911E9-AE1F-C0B6-D19D-9FDF1CF13885}"/>
              </a:ext>
            </a:extLst>
          </p:cNvPr>
          <p:cNvSpPr/>
          <p:nvPr/>
        </p:nvSpPr>
        <p:spPr>
          <a:xfrm>
            <a:off x="1572768" y="2888337"/>
            <a:ext cx="3797582" cy="5066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BINARY FILES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5227F4-27D0-B287-3B9C-4F6D5F137BA5}"/>
              </a:ext>
            </a:extLst>
          </p:cNvPr>
          <p:cNvSpPr/>
          <p:nvPr/>
        </p:nvSpPr>
        <p:spPr>
          <a:xfrm>
            <a:off x="5743255" y="1784984"/>
            <a:ext cx="3797582" cy="304828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2000" b="1" dirty="0">
              <a:solidFill>
                <a:schemeClr val="tx1"/>
              </a:solidFill>
              <a:latin typeface="LM Roman 12" panose="00000500000000000000" pitchFamily="50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2D979D-34D6-9786-B1B9-B2AF95B743B3}"/>
              </a:ext>
            </a:extLst>
          </p:cNvPr>
          <p:cNvSpPr/>
          <p:nvPr/>
        </p:nvSpPr>
        <p:spPr>
          <a:xfrm>
            <a:off x="5743254" y="2888337"/>
            <a:ext cx="3797582" cy="5066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TEXT FILES</a:t>
            </a:r>
          </a:p>
        </p:txBody>
      </p:sp>
    </p:spTree>
    <p:extLst>
      <p:ext uri="{BB962C8B-B14F-4D97-AF65-F5344CB8AC3E}">
        <p14:creationId xmlns:p14="http://schemas.microsoft.com/office/powerpoint/2010/main" val="2241762010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E8B4F-8779-1022-CBD2-3AC5568F3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069D3BD-2CF9-0BAD-E45B-AACBBAE12773}"/>
              </a:ext>
            </a:extLst>
          </p:cNvPr>
          <p:cNvSpPr/>
          <p:nvPr/>
        </p:nvSpPr>
        <p:spPr>
          <a:xfrm>
            <a:off x="1572768" y="1784984"/>
            <a:ext cx="3797582" cy="304828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  <a:latin typeface="LM Roman 12" panose="00000500000000000000" pitchFamily="50" charset="0"/>
              </a:rPr>
              <a:t>Unformatted (stored as “raw bytes”)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LM Roman 12" panose="00000500000000000000" pitchFamily="50" charset="0"/>
              </a:rPr>
              <a:t>Data not human readable</a:t>
            </a:r>
          </a:p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  <a:latin typeface="LM Roman 12" panose="00000500000000000000" pitchFamily="50" charset="0"/>
              </a:rPr>
              <a:t>Written and read sequentially or randomly</a:t>
            </a:r>
            <a:endParaRPr lang="en-ZA" sz="2000" b="1" dirty="0">
              <a:solidFill>
                <a:schemeClr val="tx1"/>
              </a:solidFill>
              <a:latin typeface="LM Roman 12" panose="00000500000000000000" pitchFamily="50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798C67-4513-B6E4-0CAD-FE0729FF567C}"/>
              </a:ext>
            </a:extLst>
          </p:cNvPr>
          <p:cNvSpPr/>
          <p:nvPr/>
        </p:nvSpPr>
        <p:spPr>
          <a:xfrm>
            <a:off x="1572768" y="1864209"/>
            <a:ext cx="3797582" cy="5066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BINARY FILES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B19880-9DDC-F9D6-8944-977E027E58D6}"/>
              </a:ext>
            </a:extLst>
          </p:cNvPr>
          <p:cNvSpPr/>
          <p:nvPr/>
        </p:nvSpPr>
        <p:spPr>
          <a:xfrm>
            <a:off x="5743255" y="1784984"/>
            <a:ext cx="3797582" cy="304828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2000" b="1" dirty="0">
              <a:solidFill>
                <a:schemeClr val="tx1"/>
              </a:solidFill>
              <a:latin typeface="LM Roman 12" panose="00000500000000000000" pitchFamily="50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D5B8FB-8E15-C7E7-E06D-3B3DE1A1DFAD}"/>
              </a:ext>
            </a:extLst>
          </p:cNvPr>
          <p:cNvSpPr/>
          <p:nvPr/>
        </p:nvSpPr>
        <p:spPr>
          <a:xfrm>
            <a:off x="5743254" y="2888337"/>
            <a:ext cx="3797582" cy="5066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TEXT FILES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C10923B-A221-F548-B34D-1988F0A1860F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6115A53-36AD-C3D5-B379-71D47BA7CF54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34B739E-D4F3-278E-8AD9-CCBEAE7B6127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561772E-B065-2D0E-058F-CC62F3A12251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11" name="Picture 10" descr="Stellenbosch_University_new_logo_slogan_for-web-02 | SMF News">
                <a:extLst>
                  <a:ext uri="{FF2B5EF4-FFF2-40B4-BE49-F238E27FC236}">
                    <a16:creationId xmlns:a16="http://schemas.microsoft.com/office/drawing/2014/main" id="{99D7A92B-34C7-222B-4BCF-57B56ADE51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933F8C5-CA00-20D1-1F70-45FCBABEEB3D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</a:rPr>
                  <a:t>02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84A370C-5502-2448-4425-ED99B33E855D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File types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14" name="Slide Zoom 13">
                <a:extLst>
                  <a:ext uri="{FF2B5EF4-FFF2-40B4-BE49-F238E27FC236}">
                    <a16:creationId xmlns:a16="http://schemas.microsoft.com/office/drawing/2014/main" id="{D79A1EE8-63D9-18BB-89C5-746D2626C59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85690265"/>
                  </p:ext>
                </p:extLst>
              </p:nvPr>
            </p:nvGraphicFramePr>
            <p:xfrm>
              <a:off x="2965037" y="4149501"/>
              <a:ext cx="1200564" cy="675318"/>
            </p:xfrm>
            <a:graphic>
              <a:graphicData uri="http://schemas.microsoft.com/office/powerpoint/2016/slidezoom">
                <pslz:sldZm>
                  <pslz:sldZmObj sldId="621" cId="4196391310">
                    <pslz:zmPr id="{944564A9-9829-405B-8C12-1511F8738528}" transitionDur="1000" showBg="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200564" cy="675318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14" name="Slide Zoom 13">
                <a:extLst>
                  <a:ext uri="{FF2B5EF4-FFF2-40B4-BE49-F238E27FC236}">
                    <a16:creationId xmlns:a16="http://schemas.microsoft.com/office/drawing/2014/main" id="{D79A1EE8-63D9-18BB-89C5-746D2626C59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65037" y="4149501"/>
                <a:ext cx="1200564" cy="67531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43410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inary - A Level Computer Science">
            <a:extLst>
              <a:ext uri="{FF2B5EF4-FFF2-40B4-BE49-F238E27FC236}">
                <a16:creationId xmlns:a16="http://schemas.microsoft.com/office/drawing/2014/main" id="{9AA08E56-CC51-05E9-350A-2B325BE25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455" y="162435"/>
            <a:ext cx="9818255" cy="6533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391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6F67D-9E2C-D7C1-7E47-1568EB9C8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1D77E893-8815-B151-2C05-59FFC82BBA32}"/>
              </a:ext>
            </a:extLst>
          </p:cNvPr>
          <p:cNvGrpSpPr/>
          <p:nvPr/>
        </p:nvGrpSpPr>
        <p:grpSpPr>
          <a:xfrm>
            <a:off x="322513" y="0"/>
            <a:ext cx="9917251" cy="1245641"/>
            <a:chOff x="322513" y="0"/>
            <a:chExt cx="9917251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440A655-20B5-16EC-9F41-7FFFB44FD313}"/>
                </a:ext>
              </a:extLst>
            </p:cNvPr>
            <p:cNvGrpSpPr/>
            <p:nvPr/>
          </p:nvGrpSpPr>
          <p:grpSpPr>
            <a:xfrm>
              <a:off x="322513" y="0"/>
              <a:ext cx="9917251" cy="1245641"/>
              <a:chOff x="322513" y="0"/>
              <a:chExt cx="9917251" cy="1245641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3E1AA55-88D0-186F-7760-59873981E6C7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9FB0ABBA-D67C-5038-7B05-6B6558F64C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4AA85C7-BE38-E44C-960F-8896D8D52AD2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</a:rPr>
                  <a:t>02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0E8784B-EC04-94C4-ABE6-AF3DB5C5CD0C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File types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611B4CBB-779F-72AB-83BF-07E88E4AC2F6}"/>
              </a:ext>
            </a:extLst>
          </p:cNvPr>
          <p:cNvSpPr/>
          <p:nvPr/>
        </p:nvSpPr>
        <p:spPr>
          <a:xfrm>
            <a:off x="1572768" y="1784984"/>
            <a:ext cx="3797582" cy="304828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  <a:latin typeface="LM Roman 12" panose="00000500000000000000" pitchFamily="50" charset="0"/>
              </a:rPr>
              <a:t>Unformatted (stored as “raw bytes”)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LM Roman 12" panose="00000500000000000000" pitchFamily="50" charset="0"/>
              </a:rPr>
              <a:t>Data not human readable</a:t>
            </a:r>
          </a:p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  <a:latin typeface="LM Roman 12" panose="00000500000000000000" pitchFamily="50" charset="0"/>
              </a:rPr>
              <a:t>Written and read sequentially or randomly</a:t>
            </a:r>
            <a:endParaRPr lang="en-ZA" sz="2000" b="1" dirty="0">
              <a:solidFill>
                <a:schemeClr val="tx1"/>
              </a:solidFill>
              <a:latin typeface="LM Roman 12" panose="00000500000000000000" pitchFamily="50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991F7E-8D29-2270-9757-D936EA121283}"/>
              </a:ext>
            </a:extLst>
          </p:cNvPr>
          <p:cNvSpPr/>
          <p:nvPr/>
        </p:nvSpPr>
        <p:spPr>
          <a:xfrm>
            <a:off x="1572768" y="1864209"/>
            <a:ext cx="3797582" cy="5066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BINARY FILES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5DC706-49B3-F75B-0DFB-FD4D4A5CF3DC}"/>
              </a:ext>
            </a:extLst>
          </p:cNvPr>
          <p:cNvSpPr/>
          <p:nvPr/>
        </p:nvSpPr>
        <p:spPr>
          <a:xfrm>
            <a:off x="5743255" y="1784984"/>
            <a:ext cx="3797582" cy="304828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  <a:latin typeface="LM Roman 12" panose="00000500000000000000" pitchFamily="50" charset="0"/>
              </a:rPr>
              <a:t>Data is stored as characters (char) </a:t>
            </a:r>
          </a:p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  <a:latin typeface="LM Roman 12" panose="00000500000000000000" pitchFamily="50" charset="0"/>
              </a:rPr>
              <a:t>Usually only written and read sequentially</a:t>
            </a:r>
            <a:endParaRPr lang="en-ZA" sz="2000" b="1" dirty="0">
              <a:solidFill>
                <a:schemeClr val="tx1"/>
              </a:solidFill>
              <a:latin typeface="LM Roman 12" panose="00000500000000000000" pitchFamily="50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78A4DA-1459-B3ED-1FC7-6D374BADDD27}"/>
              </a:ext>
            </a:extLst>
          </p:cNvPr>
          <p:cNvSpPr/>
          <p:nvPr/>
        </p:nvSpPr>
        <p:spPr>
          <a:xfrm>
            <a:off x="5743255" y="1864209"/>
            <a:ext cx="3797582" cy="5066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TEXT FILES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5147F6A-F9BB-4A91-8D01-E7745977AFA4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7EE3F5B0-36C8-ECF7-A0FF-00F089D93647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C61C577-E7F4-2499-6C2D-1C47D534247B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F8897B0-55AB-EC51-A8DC-F236C124716E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11" name="Picture 10" descr="Stellenbosch_University_new_logo_slogan_for-web-02 | SMF News">
                <a:extLst>
                  <a:ext uri="{FF2B5EF4-FFF2-40B4-BE49-F238E27FC236}">
                    <a16:creationId xmlns:a16="http://schemas.microsoft.com/office/drawing/2014/main" id="{1D0325E3-8927-C7B4-2D35-59059E1F65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A012EB5-A8D8-991E-BBFC-44E42768B6AA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</a:rPr>
                  <a:t>02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994D12C-87CB-1C09-4FDD-80EA2F8EF6F1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File types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14" name="Slide Zoom 13">
                <a:extLst>
                  <a:ext uri="{FF2B5EF4-FFF2-40B4-BE49-F238E27FC236}">
                    <a16:creationId xmlns:a16="http://schemas.microsoft.com/office/drawing/2014/main" id="{E0D35732-19BA-4D7A-F68E-FCED6ADE370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65153657"/>
                  </p:ext>
                </p:extLst>
              </p:nvPr>
            </p:nvGraphicFramePr>
            <p:xfrm>
              <a:off x="7001163" y="3987748"/>
              <a:ext cx="1503158" cy="845526"/>
            </p:xfrm>
            <a:graphic>
              <a:graphicData uri="http://schemas.microsoft.com/office/powerpoint/2016/slidezoom">
                <pslz:sldZm>
                  <pslz:sldZmObj sldId="622" cId="2576508456">
                    <pslz:zmPr id="{F7821124-676C-48EF-AA28-6B58DE40F873}" transitionDur="1000" showBg="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03158" cy="845526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14" name="Slide Zoom 13">
                <a:extLst>
                  <a:ext uri="{FF2B5EF4-FFF2-40B4-BE49-F238E27FC236}">
                    <a16:creationId xmlns:a16="http://schemas.microsoft.com/office/drawing/2014/main" id="{E0D35732-19BA-4D7A-F68E-FCED6ADE370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01163" y="3987748"/>
                <a:ext cx="1503158" cy="84552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832287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7DC1F-7650-F71C-CF06-F48A00004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30E8BE-9C3E-B1F9-0DA8-BC8C30CBA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927" y="506732"/>
            <a:ext cx="6739668" cy="553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508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0FA11-7447-5D9D-BF80-061BF2E27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6F2C054B-0301-ACBD-8662-E84696CE0688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BACF8D2-F3D6-B8AA-689B-B6E072A12E3E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7AA6122-E73C-E438-EC4C-C1E4E0C2C6DA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A4BC1EE-51B1-F1E6-08FD-E2E8951F42F3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9F46A344-CE0A-3239-EC78-B5E47CF048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A6D9037-C9A5-9617-DB0B-77ADF0CA39AA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</a:rPr>
                  <a:t>02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555B744-FE99-3182-EB06-AD926895489C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File types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975EC108-AF6A-646C-EAC5-24AB949613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708" y="1227446"/>
            <a:ext cx="9636392" cy="5445888"/>
          </a:xfrm>
          <a:prstGeom prst="rect">
            <a:avLst/>
          </a:prstGeom>
        </p:spPr>
      </p:pic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4" name="Slide Zoom 3">
                <a:extLst>
                  <a:ext uri="{FF2B5EF4-FFF2-40B4-BE49-F238E27FC236}">
                    <a16:creationId xmlns:a16="http://schemas.microsoft.com/office/drawing/2014/main" id="{CCAB4F7B-84AC-179C-3570-E22769A8ACE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60555446"/>
                  </p:ext>
                </p:extLst>
              </p:nvPr>
            </p:nvGraphicFramePr>
            <p:xfrm>
              <a:off x="8979877" y="5451231"/>
              <a:ext cx="1815772" cy="1021372"/>
            </p:xfrm>
            <a:graphic>
              <a:graphicData uri="http://schemas.microsoft.com/office/powerpoint/2016/slidezoom">
                <pslz:sldZm>
                  <pslz:sldZmObj sldId="615" cId="4005450305">
                    <pslz:zmPr id="{DA856A28-EEEA-42AE-ACE6-2DA212F7C477}" returnToParent="0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815772" cy="102137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4" name="Slide Zoom 3">
                <a:extLst>
                  <a:ext uri="{FF2B5EF4-FFF2-40B4-BE49-F238E27FC236}">
                    <a16:creationId xmlns:a16="http://schemas.microsoft.com/office/drawing/2014/main" id="{CCAB4F7B-84AC-179C-3570-E22769A8ACE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979877" y="5451231"/>
                <a:ext cx="1815772" cy="102137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48910111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C4256B-72FF-3552-BE6D-B500515315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1"/>
          <a:stretch>
            <a:fillRect/>
          </a:stretch>
        </p:blipFill>
        <p:spPr>
          <a:xfrm>
            <a:off x="1699846" y="0"/>
            <a:ext cx="10398370" cy="1229948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2D11286-C93E-4716-5196-6B8B4C1AD985}"/>
                  </a:ext>
                </a:extLst>
              </p14:cNvPr>
              <p14:cNvContentPartPr/>
              <p14:nvPr/>
            </p14:nvContentPartPr>
            <p14:xfrm>
              <a:off x="6119206" y="10386646"/>
              <a:ext cx="23760" cy="705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2D11286-C93E-4716-5196-6B8B4C1AD98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56566" y="10323646"/>
                <a:ext cx="149400" cy="19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5857DC9-0CA4-FBBE-DBB0-EE9001F47788}"/>
                  </a:ext>
                </a:extLst>
              </p14:cNvPr>
              <p14:cNvContentPartPr/>
              <p14:nvPr/>
            </p14:nvContentPartPr>
            <p14:xfrm>
              <a:off x="6095806" y="10117006"/>
              <a:ext cx="720" cy="2700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5857DC9-0CA4-FBBE-DBB0-EE9001F4778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69806" y="10054006"/>
                <a:ext cx="252000" cy="395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05450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D912D-AACC-F741-A2AB-7B27D5A1D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8C537F-F042-A37C-3BEA-CA91FD2956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3"/>
          <a:stretch>
            <a:fillRect/>
          </a:stretch>
        </p:blipFill>
        <p:spPr>
          <a:xfrm>
            <a:off x="1805354" y="-5441485"/>
            <a:ext cx="10386646" cy="1229948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317A078-A4C7-84E5-DF96-78C4FBBFA8B5}"/>
                  </a:ext>
                </a:extLst>
              </p14:cNvPr>
              <p14:cNvContentPartPr/>
              <p14:nvPr/>
            </p14:nvContentPartPr>
            <p14:xfrm>
              <a:off x="6142606" y="4681818"/>
              <a:ext cx="63720" cy="277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317A078-A4C7-84E5-DF96-78C4FBBFA8B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79966" y="4619178"/>
                <a:ext cx="189360" cy="40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741514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40AFC-F3C7-9AF8-A84D-F519D5B0F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C962D85C-0CE9-8C04-45AB-1CD070D7501C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F733E793-92C4-9197-0A79-6E540F9133A5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5439D11-3D77-58A1-2723-C14DA0D27E30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033ED9C-5294-2496-D798-54EBB59C33D7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79B164F8-38BB-E9E5-9CEB-D47CD7D9CD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4D39C1B-B8B3-FC16-356F-14418DB15165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</a:rPr>
                  <a:t>02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2888A36-C715-AF9E-FE69-C57936C7886A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File modes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7D81C6F3-181D-CFF6-B92C-6747D37656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7473" y="979616"/>
            <a:ext cx="8607691" cy="569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225157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5D9CE-9F02-4C5E-996E-400E340DF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76458096-522C-B4AC-250D-49FFEA333340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B306F56-4B16-E3B1-07AA-DA10CEE89B5B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4264877-C345-149A-17CF-6F965A569696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542E590-BFFB-0336-7CFF-86A255BA9406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27173310-7AB9-3036-B747-B81825BB0D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F37EDA8-43F0-D02F-75F8-62E18C837530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</a:rPr>
                  <a:t>02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EED2EBB-4E45-7F6E-8552-9F05FA9404D5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File processing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8482E0F8-7999-0D13-91BC-347F64EAA5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7843" y="3915508"/>
            <a:ext cx="3177650" cy="29424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CB5D7E-FF02-F5CA-CADC-1D86E7017B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2646" y="1245641"/>
            <a:ext cx="3142847" cy="25805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B5207E-E395-6F0B-4395-B27FCA76B94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46" r="-1146" b="77040"/>
          <a:stretch>
            <a:fillRect/>
          </a:stretch>
        </p:blipFill>
        <p:spPr>
          <a:xfrm>
            <a:off x="98422" y="1045905"/>
            <a:ext cx="8591797" cy="134560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02B513-3E67-CC9F-F932-9C2B300FFD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8270" y="2256501"/>
            <a:ext cx="4173083" cy="4601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342307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365DF-0C10-2DFE-BF4F-4934E68A0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C871B3CE-3F9E-3821-8DD3-E867BBE3918F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5C20D9F-AFD6-D3D8-9A97-EFCF199BCF4B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15EFECA-F018-8FA7-F8F0-1CCDFC0B611B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61AA3AA-3494-0848-971A-7B45065B4B85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760491F9-BFDB-7F69-EAAF-9416702770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33279DB-8593-6D51-1869-C64D422F14C2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</a:rPr>
                  <a:t>02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F05DACC-8751-F71A-AB1F-806D3E7F920B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File processing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C0D77ECA-CB45-A7E9-0CDF-C4B2ADCE02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46" r="-1146" b="-949"/>
          <a:stretch>
            <a:fillRect/>
          </a:stretch>
        </p:blipFill>
        <p:spPr>
          <a:xfrm>
            <a:off x="86699" y="1129307"/>
            <a:ext cx="8591797" cy="5916261"/>
          </a:xfrm>
          <a:prstGeom prst="rect">
            <a:avLst/>
          </a:prstGeom>
        </p:spPr>
      </p:pic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3" name="Slide Zoom 2">
                <a:extLst>
                  <a:ext uri="{FF2B5EF4-FFF2-40B4-BE49-F238E27FC236}">
                    <a16:creationId xmlns:a16="http://schemas.microsoft.com/office/drawing/2014/main" id="{A43094F3-6C5A-8E71-8F29-3E94ECC4C99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38786325"/>
                  </p:ext>
                </p:extLst>
              </p:nvPr>
            </p:nvGraphicFramePr>
            <p:xfrm>
              <a:off x="8254795" y="2678879"/>
              <a:ext cx="3969938" cy="2233090"/>
            </p:xfrm>
            <a:graphic>
              <a:graphicData uri="http://schemas.microsoft.com/office/powerpoint/2016/slidezoom">
                <pslz:sldZm>
                  <pslz:sldZmObj sldId="620" cId="2137449404">
                    <pslz:zmPr id="{BDF55D36-67D9-48BE-914E-F9DFF7066EC6}" transitionDur="1000" showBg="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969938" cy="2233090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3" name="Slide Zoom 2">
                <a:extLst>
                  <a:ext uri="{FF2B5EF4-FFF2-40B4-BE49-F238E27FC236}">
                    <a16:creationId xmlns:a16="http://schemas.microsoft.com/office/drawing/2014/main" id="{A43094F3-6C5A-8E71-8F29-3E94ECC4C99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54795" y="2678879"/>
                <a:ext cx="3969938" cy="223309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708356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BD40CA-AC49-B4F2-3FF8-8BD15898F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04" y="1899138"/>
            <a:ext cx="11701917" cy="30152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964D94-1CB2-1CC0-9B1C-8A1FD92AC72A}"/>
              </a:ext>
            </a:extLst>
          </p:cNvPr>
          <p:cNvSpPr txBox="1"/>
          <p:nvPr/>
        </p:nvSpPr>
        <p:spPr>
          <a:xfrm>
            <a:off x="0" y="5181600"/>
            <a:ext cx="12304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400" dirty="0">
                <a:latin typeface="LM Roman 12" panose="00000500000000000000" pitchFamily="50" charset="0"/>
              </a:rPr>
              <a:t>A stream is a pathway through which bytes flow between a file (or a device) and a program</a:t>
            </a:r>
          </a:p>
        </p:txBody>
      </p:sp>
    </p:spTree>
    <p:extLst>
      <p:ext uri="{BB962C8B-B14F-4D97-AF65-F5344CB8AC3E}">
        <p14:creationId xmlns:p14="http://schemas.microsoft.com/office/powerpoint/2010/main" val="21374494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DF498-467A-6463-034D-E83070E97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29F02FB9-2811-216F-3D79-60644DE9527C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0F531AA-0814-7F1A-9B50-70B0B881B2D5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B4C1C1C-80F3-16DD-ED3D-506D3D428D05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C342602-D780-F4C3-896B-BDFEBDB2C977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C048D368-E5BF-E427-CF8A-27E01CB7E8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DD0BC67-59B2-6330-CDF1-A77EA91CED6A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</a:rPr>
                  <a:t>02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5FE80B2-B626-44C2-E6E7-8C8E6DA290C2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Fil</a:t>
              </a:r>
              <a:r>
                <a:rPr lang="en-US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es and streams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0AC43B9A-C235-F3BC-7A9D-8DF992E694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5960" y="1313974"/>
            <a:ext cx="10293879" cy="5016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679035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6CEAA-29B8-F064-5323-0AC5411FF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0618B34F-3AD9-8E2E-468A-F5C2ED455569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1889D52-04E1-2A89-BD85-9CF1985B4D1F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CED3BF2-7EBE-4B4C-1201-A6D263F04C66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C4E736F-077B-5B6F-9FFA-4CFEB6A36F31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595D83D4-F2F4-AB97-F9B2-A4A86B7629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B6CFAAA-88F6-1E66-79EC-B9E897CCA721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</a:rPr>
                  <a:t>02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8932E91-3592-2E1E-CC65-DA74FF758B6E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Creating a text file for sequential access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6DC2905-853F-5B42-1BC8-F24B5784D3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133" y="2063680"/>
            <a:ext cx="10363733" cy="273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27116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A7A1B-7950-D02C-34F5-683783F2D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4620B13D-D80A-D4EA-B0DC-1C00F66DB79F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843EAAF-6321-592E-5987-3D98BDF5784C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39B9C4C-9C8D-A050-2656-D278A9FAA78E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11D61A3-8ED6-2314-BCD0-F29AFC666054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3D76B24E-3AD5-0344-6CD0-0F2E3BEBC3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F3B2E84-AB07-9391-6B15-8AD2C25F8A61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</a:rPr>
                  <a:t>02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AC001D4-7FB2-08D4-96AA-EEDA88B99108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Creating a text file for sequential access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643A8290-AA92-3705-954B-D381ADBD48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5137" y="964897"/>
            <a:ext cx="8268125" cy="5893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045518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27C60-7DF0-7560-C55A-4F8BF153B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5D4FD418-93EA-9AB5-2A5C-EDD6AF34817D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623FB73-D532-7AB9-27AF-5F2BE6009C57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3CC3B56-DDD7-7D6F-10FF-A2942E67FF77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CE1CD1F-9EAF-AA71-D775-6711329BE612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CC3C2D2B-2C49-465A-3993-AF315D646C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3536DD6-6937-2B8B-09B2-E83BA6828B60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</a:rPr>
                  <a:t>02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BA6DCFF-68E6-AA2F-92BC-36E4F7618CF9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Creating a text file for sequential access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91E175EE-1CA4-262C-3114-9347C96E1C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7039" y="1019045"/>
            <a:ext cx="5600861" cy="583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012759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55398-CBFA-AA2D-3CF2-C2B8EBA28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536949BD-B735-ACBA-C69E-E946EACAA37F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55EDCB3-8338-8F4B-463A-39E86BB875E4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84C8E9D-F8B0-01D4-CCC3-7FDC9C7CF873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EE995CF-7681-5310-B69F-0B346FF534AE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164B7AE9-7152-CF87-6385-7FCF60C265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66C8BF8-536F-11EB-4921-AF1DB24A6BC3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</a:rPr>
                  <a:t>02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EDC8E46-0C1C-3A6D-2D34-D1E3E801AC55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Perspective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34F08783-4130-0026-CC94-7D7494EDDE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2484" y="1313974"/>
            <a:ext cx="10268478" cy="4826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44454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F1A2C-E172-96F3-7FF2-A248CFF82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BEC73604-5FD7-BFC5-D35B-DD75FBDED9FA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52F0199-B4EA-2CFC-0C4C-DD09C9119D02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31794E6-39B0-77BC-44D9-E8CE60CBBD30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A0B0B3F-2013-3D29-8717-26133D80F40E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4EF60769-267A-7EB3-45A5-D69B7FF2D4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1E50580-54BF-5667-527F-E6168B0C7A2F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</a:rPr>
                  <a:t>02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BF15938-D2FF-3104-FE0A-AD538A4A67F6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Perspective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025F7E1-1E3A-8F06-905D-2D28084C1A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550" y="1114306"/>
            <a:ext cx="10674899" cy="46293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305B332-7570-EA99-A09C-42E311CF3B09}"/>
              </a:ext>
            </a:extLst>
          </p:cNvPr>
          <p:cNvSpPr txBox="1"/>
          <p:nvPr/>
        </p:nvSpPr>
        <p:spPr>
          <a:xfrm>
            <a:off x="1073562" y="2598003"/>
            <a:ext cx="1035988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400" dirty="0">
                <a:latin typeface="LM Roman 12" panose="00000500000000000000" pitchFamily="50" charset="0"/>
              </a:rPr>
              <a:t>Revise file modes</a:t>
            </a:r>
          </a:p>
          <a:p>
            <a:r>
              <a:rPr lang="en-ZA" sz="2400" dirty="0">
                <a:latin typeface="LM Roman 12" panose="00000500000000000000" pitchFamily="50" charset="0"/>
              </a:rPr>
              <a:t>Revise Structures: shuffle and deal functions for the card simulation program</a:t>
            </a:r>
          </a:p>
          <a:p>
            <a:r>
              <a:rPr lang="en-ZA" sz="2400" dirty="0">
                <a:latin typeface="LM Roman 12" panose="00000500000000000000" pitchFamily="50" charset="0"/>
              </a:rPr>
              <a:t>Do the practical questions!</a:t>
            </a:r>
          </a:p>
        </p:txBody>
      </p:sp>
    </p:spTree>
    <p:extLst>
      <p:ext uri="{BB962C8B-B14F-4D97-AF65-F5344CB8AC3E}">
        <p14:creationId xmlns:p14="http://schemas.microsoft.com/office/powerpoint/2010/main" val="338082082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4110</TotalTime>
  <Words>480</Words>
  <Application>Microsoft Office PowerPoint</Application>
  <PresentationFormat>Widescreen</PresentationFormat>
  <Paragraphs>103</Paragraphs>
  <Slides>20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Aptos Display</vt:lpstr>
      <vt:lpstr>Arial</vt:lpstr>
      <vt:lpstr>Bradley Hand ITC</vt:lpstr>
      <vt:lpstr>LM Roman 12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Isaac Khobo</dc:creator>
  <cp:lastModifiedBy>Isaac Khobo</cp:lastModifiedBy>
  <cp:revision>1</cp:revision>
  <dcterms:created xsi:type="dcterms:W3CDTF">2026-09-13T12:30:06Z</dcterms:created>
  <dcterms:modified xsi:type="dcterms:W3CDTF">2026-10-02T06:00:40Z</dcterms:modified>
</cp:coreProperties>
</file>