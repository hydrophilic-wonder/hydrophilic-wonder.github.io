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597" r:id="rId2"/>
    <p:sldId id="612" r:id="rId3"/>
    <p:sldId id="649" r:id="rId4"/>
    <p:sldId id="613" r:id="rId5"/>
    <p:sldId id="611" r:id="rId6"/>
    <p:sldId id="614" r:id="rId7"/>
    <p:sldId id="615" r:id="rId8"/>
    <p:sldId id="616" r:id="rId9"/>
    <p:sldId id="617" r:id="rId10"/>
    <p:sldId id="618" r:id="rId11"/>
    <p:sldId id="619" r:id="rId12"/>
    <p:sldId id="620" r:id="rId13"/>
    <p:sldId id="621" r:id="rId14"/>
    <p:sldId id="622" r:id="rId15"/>
    <p:sldId id="623" r:id="rId16"/>
    <p:sldId id="624" r:id="rId17"/>
    <p:sldId id="625" r:id="rId18"/>
    <p:sldId id="626" r:id="rId19"/>
    <p:sldId id="627" r:id="rId20"/>
    <p:sldId id="628" r:id="rId21"/>
    <p:sldId id="629" r:id="rId22"/>
    <p:sldId id="630" r:id="rId23"/>
    <p:sldId id="631" r:id="rId24"/>
    <p:sldId id="632" r:id="rId25"/>
    <p:sldId id="633" r:id="rId26"/>
    <p:sldId id="634" r:id="rId27"/>
    <p:sldId id="635" r:id="rId28"/>
    <p:sldId id="636" r:id="rId29"/>
    <p:sldId id="637" r:id="rId30"/>
    <p:sldId id="638" r:id="rId31"/>
    <p:sldId id="639" r:id="rId32"/>
    <p:sldId id="640" r:id="rId33"/>
    <p:sldId id="641" r:id="rId34"/>
    <p:sldId id="642" r:id="rId35"/>
    <p:sldId id="644" r:id="rId36"/>
    <p:sldId id="646" r:id="rId37"/>
    <p:sldId id="647" r:id="rId38"/>
    <p:sldId id="648" r:id="rId39"/>
    <p:sldId id="650" r:id="rId40"/>
    <p:sldId id="651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236A2F-D81A-42AE-B514-6B28DA8B461A}" v="18" dt="2026-08-23T18:34:03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redo custSel addSld delSld modSld sldOrd">
      <pc:chgData name="Khobo, IL, Dr [ilkhobo@sun.ac.za]" userId="b519a442-dcea-4a28-9c45-7e29f1df5837" providerId="ADAL" clId="{8BC8A5CF-2DB3-45E9-BF57-F2ED810C291E}" dt="2026-08-23T19:51:14.009" v="1138" actId="1076"/>
      <pc:docMkLst>
        <pc:docMk/>
      </pc:docMkLst>
      <pc:sldChg chg="modSp mod">
        <pc:chgData name="Khobo, IL, Dr [ilkhobo@sun.ac.za]" userId="b519a442-dcea-4a28-9c45-7e29f1df5837" providerId="ADAL" clId="{8BC8A5CF-2DB3-45E9-BF57-F2ED810C291E}" dt="2026-08-23T18:02:51.124" v="823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8-23T18:02:51.124" v="823" actId="20577"/>
          <ac:spMkLst>
            <pc:docMk/>
            <pc:sldMk cId="2601401026" sldId="597"/>
            <ac:spMk id="17" creationId="{7EC74C40-289A-CA47-2A9E-CB243EF9FF06}"/>
          </ac:spMkLst>
        </pc:spChg>
      </pc:sldChg>
      <pc:sldChg chg="del">
        <pc:chgData name="Khobo, IL, Dr [ilkhobo@sun.ac.za]" userId="b519a442-dcea-4a28-9c45-7e29f1df5837" providerId="ADAL" clId="{8BC8A5CF-2DB3-45E9-BF57-F2ED810C291E}" dt="2026-08-23T16:56:00.676" v="19" actId="2696"/>
        <pc:sldMkLst>
          <pc:docMk/>
          <pc:sldMk cId="366188463" sldId="610"/>
        </pc:sldMkLst>
      </pc:sldChg>
      <pc:sldChg chg="addSp delSp modSp mod ord modTransition">
        <pc:chgData name="Khobo, IL, Dr [ilkhobo@sun.ac.za]" userId="b519a442-dcea-4a28-9c45-7e29f1df5837" providerId="ADAL" clId="{8BC8A5CF-2DB3-45E9-BF57-F2ED810C291E}" dt="2026-08-23T17:28:10.404" v="450"/>
        <pc:sldMkLst>
          <pc:docMk/>
          <pc:sldMk cId="2169066245" sldId="611"/>
        </pc:sldMkLst>
        <pc:spChg chg="add mod">
          <ac:chgData name="Khobo, IL, Dr [ilkhobo@sun.ac.za]" userId="b519a442-dcea-4a28-9c45-7e29f1df5837" providerId="ADAL" clId="{8BC8A5CF-2DB3-45E9-BF57-F2ED810C291E}" dt="2026-08-23T16:59:33.176" v="69" actId="767"/>
          <ac:spMkLst>
            <pc:docMk/>
            <pc:sldMk cId="2169066245" sldId="611"/>
            <ac:spMk id="3" creationId="{372A69AB-3CE3-EE8B-1712-F0C1D64DAD3B}"/>
          </ac:spMkLst>
        </pc:spChg>
        <pc:spChg chg="add mod">
          <ac:chgData name="Khobo, IL, Dr [ilkhobo@sun.ac.za]" userId="b519a442-dcea-4a28-9c45-7e29f1df5837" providerId="ADAL" clId="{8BC8A5CF-2DB3-45E9-BF57-F2ED810C291E}" dt="2026-08-23T17:07:51.769" v="203" actId="113"/>
          <ac:spMkLst>
            <pc:docMk/>
            <pc:sldMk cId="2169066245" sldId="611"/>
            <ac:spMk id="4" creationId="{709C5640-9FFB-9CFE-63E5-C0D845BFD49D}"/>
          </ac:spMkLst>
        </pc:spChg>
        <pc:spChg chg="add mod">
          <ac:chgData name="Khobo, IL, Dr [ilkhobo@sun.ac.za]" userId="b519a442-dcea-4a28-9c45-7e29f1df5837" providerId="ADAL" clId="{8BC8A5CF-2DB3-45E9-BF57-F2ED810C291E}" dt="2026-08-23T17:00:55.065" v="109" actId="1076"/>
          <ac:spMkLst>
            <pc:docMk/>
            <pc:sldMk cId="2169066245" sldId="611"/>
            <ac:spMk id="6" creationId="{B3F8CBFD-DBA8-3A07-41FE-141615ED4AE7}"/>
          </ac:spMkLst>
        </pc:spChg>
        <pc:spChg chg="add mod">
          <ac:chgData name="Khobo, IL, Dr [ilkhobo@sun.ac.za]" userId="b519a442-dcea-4a28-9c45-7e29f1df5837" providerId="ADAL" clId="{8BC8A5CF-2DB3-45E9-BF57-F2ED810C291E}" dt="2026-08-23T17:06:26.363" v="184" actId="20577"/>
          <ac:spMkLst>
            <pc:docMk/>
            <pc:sldMk cId="2169066245" sldId="611"/>
            <ac:spMk id="7" creationId="{4C1B1528-CD10-D36C-773C-CD15001884A7}"/>
          </ac:spMkLst>
        </pc:spChg>
        <pc:spChg chg="add mod">
          <ac:chgData name="Khobo, IL, Dr [ilkhobo@sun.ac.za]" userId="b519a442-dcea-4a28-9c45-7e29f1df5837" providerId="ADAL" clId="{8BC8A5CF-2DB3-45E9-BF57-F2ED810C291E}" dt="2026-08-23T17:06:32.527" v="186" actId="20577"/>
          <ac:spMkLst>
            <pc:docMk/>
            <pc:sldMk cId="2169066245" sldId="611"/>
            <ac:spMk id="9" creationId="{6A587210-94F5-2767-70EC-ED25251F010B}"/>
          </ac:spMkLst>
        </pc:spChg>
        <pc:spChg chg="add mod">
          <ac:chgData name="Khobo, IL, Dr [ilkhobo@sun.ac.za]" userId="b519a442-dcea-4a28-9c45-7e29f1df5837" providerId="ADAL" clId="{8BC8A5CF-2DB3-45E9-BF57-F2ED810C291E}" dt="2026-08-23T17:06:38.602" v="188" actId="20577"/>
          <ac:spMkLst>
            <pc:docMk/>
            <pc:sldMk cId="2169066245" sldId="611"/>
            <ac:spMk id="11" creationId="{D85D5CED-1949-1D81-7BDF-4910285C25D4}"/>
          </ac:spMkLst>
        </pc:spChg>
        <pc:spChg chg="add mod">
          <ac:chgData name="Khobo, IL, Dr [ilkhobo@sun.ac.za]" userId="b519a442-dcea-4a28-9c45-7e29f1df5837" providerId="ADAL" clId="{8BC8A5CF-2DB3-45E9-BF57-F2ED810C291E}" dt="2026-08-23T17:06:28.751" v="185" actId="20577"/>
          <ac:spMkLst>
            <pc:docMk/>
            <pc:sldMk cId="2169066245" sldId="611"/>
            <ac:spMk id="13" creationId="{7B166CCB-4139-9CE5-3E80-7BA17EEF926A}"/>
          </ac:spMkLst>
        </pc:spChg>
        <pc:spChg chg="add del mod">
          <ac:chgData name="Khobo, IL, Dr [ilkhobo@sun.ac.za]" userId="b519a442-dcea-4a28-9c45-7e29f1df5837" providerId="ADAL" clId="{8BC8A5CF-2DB3-45E9-BF57-F2ED810C291E}" dt="2026-08-23T17:04:06.663" v="147" actId="478"/>
          <ac:spMkLst>
            <pc:docMk/>
            <pc:sldMk cId="2169066245" sldId="611"/>
            <ac:spMk id="15" creationId="{D3D7F93C-F2BB-477F-4123-FA5E2B7AA0A0}"/>
          </ac:spMkLst>
        </pc:spChg>
        <pc:spChg chg="add del mod">
          <ac:chgData name="Khobo, IL, Dr [ilkhobo@sun.ac.za]" userId="b519a442-dcea-4a28-9c45-7e29f1df5837" providerId="ADAL" clId="{8BC8A5CF-2DB3-45E9-BF57-F2ED810C291E}" dt="2026-08-23T17:04:06.663" v="147" actId="478"/>
          <ac:spMkLst>
            <pc:docMk/>
            <pc:sldMk cId="2169066245" sldId="611"/>
            <ac:spMk id="17" creationId="{A422AE6D-8E98-BC18-C723-2E0948DED062}"/>
          </ac:spMkLst>
        </pc:spChg>
        <pc:spChg chg="add del mod">
          <ac:chgData name="Khobo, IL, Dr [ilkhobo@sun.ac.za]" userId="b519a442-dcea-4a28-9c45-7e29f1df5837" providerId="ADAL" clId="{8BC8A5CF-2DB3-45E9-BF57-F2ED810C291E}" dt="2026-08-23T17:04:06.663" v="147" actId="478"/>
          <ac:spMkLst>
            <pc:docMk/>
            <pc:sldMk cId="2169066245" sldId="611"/>
            <ac:spMk id="19" creationId="{2BFDA0BF-61AD-F3F2-1898-CC76828E1555}"/>
          </ac:spMkLst>
        </pc:spChg>
        <pc:spChg chg="add mod">
          <ac:chgData name="Khobo, IL, Dr [ilkhobo@sun.ac.za]" userId="b519a442-dcea-4a28-9c45-7e29f1df5837" providerId="ADAL" clId="{8BC8A5CF-2DB3-45E9-BF57-F2ED810C291E}" dt="2026-08-23T17:06:49.040" v="192" actId="20577"/>
          <ac:spMkLst>
            <pc:docMk/>
            <pc:sldMk cId="2169066245" sldId="611"/>
            <ac:spMk id="21" creationId="{AB2FB620-3644-F103-03B8-4FD75BC5CF79}"/>
          </ac:spMkLst>
        </pc:spChg>
        <pc:spChg chg="add mod">
          <ac:chgData name="Khobo, IL, Dr [ilkhobo@sun.ac.za]" userId="b519a442-dcea-4a28-9c45-7e29f1df5837" providerId="ADAL" clId="{8BC8A5CF-2DB3-45E9-BF57-F2ED810C291E}" dt="2026-08-23T17:06:45.658" v="190" actId="20577"/>
          <ac:spMkLst>
            <pc:docMk/>
            <pc:sldMk cId="2169066245" sldId="611"/>
            <ac:spMk id="23" creationId="{41889481-C887-1454-448A-A0F6CADC1F1F}"/>
          </ac:spMkLst>
        </pc:spChg>
        <pc:spChg chg="add mod">
          <ac:chgData name="Khobo, IL, Dr [ilkhobo@sun.ac.za]" userId="b519a442-dcea-4a28-9c45-7e29f1df5837" providerId="ADAL" clId="{8BC8A5CF-2DB3-45E9-BF57-F2ED810C291E}" dt="2026-08-23T17:06:43.751" v="189" actId="20577"/>
          <ac:spMkLst>
            <pc:docMk/>
            <pc:sldMk cId="2169066245" sldId="611"/>
            <ac:spMk id="25" creationId="{75AC007F-8571-DCD5-17DA-8C96A199BEA7}"/>
          </ac:spMkLst>
        </pc:spChg>
        <pc:spChg chg="add del mod">
          <ac:chgData name="Khobo, IL, Dr [ilkhobo@sun.ac.za]" userId="b519a442-dcea-4a28-9c45-7e29f1df5837" providerId="ADAL" clId="{8BC8A5CF-2DB3-45E9-BF57-F2ED810C291E}" dt="2026-08-23T17:05:17.588" v="164"/>
          <ac:spMkLst>
            <pc:docMk/>
            <pc:sldMk cId="2169066245" sldId="611"/>
            <ac:spMk id="26" creationId="{FD75E524-31CA-75A3-9D9C-1978FC35633B}"/>
          </ac:spMkLst>
        </pc:spChg>
        <pc:spChg chg="add mod">
          <ac:chgData name="Khobo, IL, Dr [ilkhobo@sun.ac.za]" userId="b519a442-dcea-4a28-9c45-7e29f1df5837" providerId="ADAL" clId="{8BC8A5CF-2DB3-45E9-BF57-F2ED810C291E}" dt="2026-08-23T17:06:10.653" v="182" actId="554"/>
          <ac:spMkLst>
            <pc:docMk/>
            <pc:sldMk cId="2169066245" sldId="611"/>
            <ac:spMk id="28" creationId="{52F674A2-57AD-F32A-F358-1B557DECD1A2}"/>
          </ac:spMkLst>
        </pc:spChg>
        <pc:spChg chg="mod">
          <ac:chgData name="Khobo, IL, Dr [ilkhobo@sun.ac.za]" userId="b519a442-dcea-4a28-9c45-7e29f1df5837" providerId="ADAL" clId="{8BC8A5CF-2DB3-45E9-BF57-F2ED810C291E}" dt="2026-08-23T16:58:39.476" v="67" actId="20577"/>
          <ac:spMkLst>
            <pc:docMk/>
            <pc:sldMk cId="2169066245" sldId="611"/>
            <ac:spMk id="32" creationId="{C9E15253-8D96-5D89-926B-B33ADD77E9A9}"/>
          </ac:spMkLst>
        </pc:spChg>
        <pc:spChg chg="add mod">
          <ac:chgData name="Khobo, IL, Dr [ilkhobo@sun.ac.za]" userId="b519a442-dcea-4a28-9c45-7e29f1df5837" providerId="ADAL" clId="{8BC8A5CF-2DB3-45E9-BF57-F2ED810C291E}" dt="2026-08-23T17:06:10.653" v="182" actId="554"/>
          <ac:spMkLst>
            <pc:docMk/>
            <pc:sldMk cId="2169066245" sldId="611"/>
            <ac:spMk id="34" creationId="{19E4082D-1C02-3ED0-35F2-8ECF3339B9F8}"/>
          </ac:spMkLst>
        </pc:spChg>
        <pc:spChg chg="add mod">
          <ac:chgData name="Khobo, IL, Dr [ilkhobo@sun.ac.za]" userId="b519a442-dcea-4a28-9c45-7e29f1df5837" providerId="ADAL" clId="{8BC8A5CF-2DB3-45E9-BF57-F2ED810C291E}" dt="2026-08-23T17:06:10.653" v="182" actId="554"/>
          <ac:spMkLst>
            <pc:docMk/>
            <pc:sldMk cId="2169066245" sldId="611"/>
            <ac:spMk id="36" creationId="{39A4B6F5-38EF-06D9-D11C-D2B5F1DC7DC1}"/>
          </ac:spMkLst>
        </pc:spChg>
        <pc:spChg chg="add mod">
          <ac:chgData name="Khobo, IL, Dr [ilkhobo@sun.ac.za]" userId="b519a442-dcea-4a28-9c45-7e29f1df5837" providerId="ADAL" clId="{8BC8A5CF-2DB3-45E9-BF57-F2ED810C291E}" dt="2026-08-23T17:06:10.653" v="182" actId="554"/>
          <ac:spMkLst>
            <pc:docMk/>
            <pc:sldMk cId="2169066245" sldId="611"/>
            <ac:spMk id="41" creationId="{EA23DAA7-14B8-9BA2-D99B-9A7C91442AA5}"/>
          </ac:spMkLst>
        </pc:spChg>
        <pc:spChg chg="add mod">
          <ac:chgData name="Khobo, IL, Dr [ilkhobo@sun.ac.za]" userId="b519a442-dcea-4a28-9c45-7e29f1df5837" providerId="ADAL" clId="{8BC8A5CF-2DB3-45E9-BF57-F2ED810C291E}" dt="2026-08-23T17:06:10.653" v="182" actId="554"/>
          <ac:spMkLst>
            <pc:docMk/>
            <pc:sldMk cId="2169066245" sldId="611"/>
            <ac:spMk id="43" creationId="{ABEABBAC-AC1C-F48C-D5F2-13B6855B5CB6}"/>
          </ac:spMkLst>
        </pc:spChg>
        <pc:spChg chg="add mod">
          <ac:chgData name="Khobo, IL, Dr [ilkhobo@sun.ac.za]" userId="b519a442-dcea-4a28-9c45-7e29f1df5837" providerId="ADAL" clId="{8BC8A5CF-2DB3-45E9-BF57-F2ED810C291E}" dt="2026-08-23T17:06:10.653" v="182" actId="554"/>
          <ac:spMkLst>
            <pc:docMk/>
            <pc:sldMk cId="2169066245" sldId="611"/>
            <ac:spMk id="45" creationId="{A7E916C9-3946-1781-FB12-4C9C4A1DF178}"/>
          </ac:spMkLst>
        </pc:spChg>
        <pc:spChg chg="add mod">
          <ac:chgData name="Khobo, IL, Dr [ilkhobo@sun.ac.za]" userId="b519a442-dcea-4a28-9c45-7e29f1df5837" providerId="ADAL" clId="{8BC8A5CF-2DB3-45E9-BF57-F2ED810C291E}" dt="2026-08-23T17:09:29.023" v="230" actId="1076"/>
          <ac:spMkLst>
            <pc:docMk/>
            <pc:sldMk cId="2169066245" sldId="611"/>
            <ac:spMk id="47" creationId="{84B286CE-E51D-303E-7635-8F3C22373021}"/>
          </ac:spMkLst>
        </pc:spChg>
        <pc:spChg chg="add del mod">
          <ac:chgData name="Khobo, IL, Dr [ilkhobo@sun.ac.za]" userId="b519a442-dcea-4a28-9c45-7e29f1df5837" providerId="ADAL" clId="{8BC8A5CF-2DB3-45E9-BF57-F2ED810C291E}" dt="2026-08-23T17:09:55.929" v="245" actId="478"/>
          <ac:spMkLst>
            <pc:docMk/>
            <pc:sldMk cId="2169066245" sldId="611"/>
            <ac:spMk id="49" creationId="{DA74FCCF-DFC0-7740-A476-3EDD6A44D719}"/>
          </ac:spMkLst>
        </pc:spChg>
        <pc:spChg chg="add mod">
          <ac:chgData name="Khobo, IL, Dr [ilkhobo@sun.ac.za]" userId="b519a442-dcea-4a28-9c45-7e29f1df5837" providerId="ADAL" clId="{8BC8A5CF-2DB3-45E9-BF57-F2ED810C291E}" dt="2026-08-23T17:09:32.564" v="232" actId="20577"/>
          <ac:spMkLst>
            <pc:docMk/>
            <pc:sldMk cId="2169066245" sldId="611"/>
            <ac:spMk id="51" creationId="{350F01AC-D077-D258-59FC-8080DC86152C}"/>
          </ac:spMkLst>
        </pc:spChg>
        <pc:spChg chg="add mod">
          <ac:chgData name="Khobo, IL, Dr [ilkhobo@sun.ac.za]" userId="b519a442-dcea-4a28-9c45-7e29f1df5837" providerId="ADAL" clId="{8BC8A5CF-2DB3-45E9-BF57-F2ED810C291E}" dt="2026-08-23T17:09:35.410" v="234" actId="20577"/>
          <ac:spMkLst>
            <pc:docMk/>
            <pc:sldMk cId="2169066245" sldId="611"/>
            <ac:spMk id="53" creationId="{28219DD0-6321-E7EB-384E-D48AF98D47E9}"/>
          </ac:spMkLst>
        </pc:spChg>
        <pc:spChg chg="add mod">
          <ac:chgData name="Khobo, IL, Dr [ilkhobo@sun.ac.za]" userId="b519a442-dcea-4a28-9c45-7e29f1df5837" providerId="ADAL" clId="{8BC8A5CF-2DB3-45E9-BF57-F2ED810C291E}" dt="2026-08-23T17:09:38.323" v="236" actId="20577"/>
          <ac:spMkLst>
            <pc:docMk/>
            <pc:sldMk cId="2169066245" sldId="611"/>
            <ac:spMk id="55" creationId="{1336CE74-4B63-D58E-EB68-6027B3825043}"/>
          </ac:spMkLst>
        </pc:spChg>
        <pc:spChg chg="add mod">
          <ac:chgData name="Khobo, IL, Dr [ilkhobo@sun.ac.za]" userId="b519a442-dcea-4a28-9c45-7e29f1df5837" providerId="ADAL" clId="{8BC8A5CF-2DB3-45E9-BF57-F2ED810C291E}" dt="2026-08-23T17:09:44.189" v="238" actId="20577"/>
          <ac:spMkLst>
            <pc:docMk/>
            <pc:sldMk cId="2169066245" sldId="611"/>
            <ac:spMk id="57" creationId="{AAF62AEC-AA77-48D0-61A7-00057FD3F540}"/>
          </ac:spMkLst>
        </pc:spChg>
        <pc:spChg chg="add mod">
          <ac:chgData name="Khobo, IL, Dr [ilkhobo@sun.ac.za]" userId="b519a442-dcea-4a28-9c45-7e29f1df5837" providerId="ADAL" clId="{8BC8A5CF-2DB3-45E9-BF57-F2ED810C291E}" dt="2026-08-23T17:09:47.123" v="240" actId="20577"/>
          <ac:spMkLst>
            <pc:docMk/>
            <pc:sldMk cId="2169066245" sldId="611"/>
            <ac:spMk id="59" creationId="{04D4783E-9B0B-7376-CCDD-A5CFECFBBFDE}"/>
          </ac:spMkLst>
        </pc:spChg>
        <pc:spChg chg="add mod">
          <ac:chgData name="Khobo, IL, Dr [ilkhobo@sun.ac.za]" userId="b519a442-dcea-4a28-9c45-7e29f1df5837" providerId="ADAL" clId="{8BC8A5CF-2DB3-45E9-BF57-F2ED810C291E}" dt="2026-08-23T17:09:52.766" v="244" actId="20577"/>
          <ac:spMkLst>
            <pc:docMk/>
            <pc:sldMk cId="2169066245" sldId="611"/>
            <ac:spMk id="61" creationId="{272F7A3A-9CF8-28F9-16FF-29AE0C84C797}"/>
          </ac:spMkLst>
        </pc:spChg>
        <pc:spChg chg="add mod">
          <ac:chgData name="Khobo, IL, Dr [ilkhobo@sun.ac.za]" userId="b519a442-dcea-4a28-9c45-7e29f1df5837" providerId="ADAL" clId="{8BC8A5CF-2DB3-45E9-BF57-F2ED810C291E}" dt="2026-08-23T17:21:11.541" v="397" actId="113"/>
          <ac:spMkLst>
            <pc:docMk/>
            <pc:sldMk cId="2169066245" sldId="611"/>
            <ac:spMk id="63" creationId="{08C0DF15-F795-6035-1865-A5189D341849}"/>
          </ac:spMkLst>
        </pc:spChg>
        <pc:spChg chg="add mod">
          <ac:chgData name="Khobo, IL, Dr [ilkhobo@sun.ac.za]" userId="b519a442-dcea-4a28-9c45-7e29f1df5837" providerId="ADAL" clId="{8BC8A5CF-2DB3-45E9-BF57-F2ED810C291E}" dt="2026-08-23T17:22:42.846" v="409" actId="1076"/>
          <ac:spMkLst>
            <pc:docMk/>
            <pc:sldMk cId="2169066245" sldId="611"/>
            <ac:spMk id="65" creationId="{684A7396-EFD2-D3DD-CE17-6EA1BC6F487B}"/>
          </ac:spMkLst>
        </pc:spChg>
        <pc:spChg chg="add mod ord">
          <ac:chgData name="Khobo, IL, Dr [ilkhobo@sun.ac.za]" userId="b519a442-dcea-4a28-9c45-7e29f1df5837" providerId="ADAL" clId="{8BC8A5CF-2DB3-45E9-BF57-F2ED810C291E}" dt="2026-08-23T17:24:00.165" v="417" actId="167"/>
          <ac:spMkLst>
            <pc:docMk/>
            <pc:sldMk cId="2169066245" sldId="611"/>
            <ac:spMk id="66" creationId="{2125656A-3FA8-0168-D40E-5BD6AA8AA019}"/>
          </ac:spMkLst>
        </pc:spChg>
        <pc:picChg chg="add del mod">
          <ac:chgData name="Khobo, IL, Dr [ilkhobo@sun.ac.za]" userId="b519a442-dcea-4a28-9c45-7e29f1df5837" providerId="ADAL" clId="{8BC8A5CF-2DB3-45E9-BF57-F2ED810C291E}" dt="2026-08-23T16:58:11.376" v="27" actId="478"/>
          <ac:picMkLst>
            <pc:docMk/>
            <pc:sldMk cId="2169066245" sldId="611"/>
            <ac:picMk id="2" creationId="{9478F88F-2C89-F85F-B584-9E358808898B}"/>
          </ac:picMkLst>
        </pc:picChg>
      </pc:sldChg>
      <pc:sldChg chg="addSp delSp modSp add mod ord">
        <pc:chgData name="Khobo, IL, Dr [ilkhobo@sun.ac.za]" userId="b519a442-dcea-4a28-9c45-7e29f1df5837" providerId="ADAL" clId="{8BC8A5CF-2DB3-45E9-BF57-F2ED810C291E}" dt="2026-08-23T18:24:36.546" v="992" actId="1076"/>
        <pc:sldMkLst>
          <pc:docMk/>
          <pc:sldMk cId="3185074686" sldId="612"/>
        </pc:sldMkLst>
        <pc:spChg chg="mod">
          <ac:chgData name="Khobo, IL, Dr [ilkhobo@sun.ac.za]" userId="b519a442-dcea-4a28-9c45-7e29f1df5837" providerId="ADAL" clId="{8BC8A5CF-2DB3-45E9-BF57-F2ED810C291E}" dt="2026-08-23T18:19:49.166" v="955" actId="20577"/>
          <ac:spMkLst>
            <pc:docMk/>
            <pc:sldMk cId="3185074686" sldId="612"/>
            <ac:spMk id="32" creationId="{874C0CFB-0F2E-FB36-4D0A-D62C321A3F30}"/>
          </ac:spMkLst>
        </pc:spChg>
        <pc:picChg chg="del">
          <ac:chgData name="Khobo, IL, Dr [ilkhobo@sun.ac.za]" userId="b519a442-dcea-4a28-9c45-7e29f1df5837" providerId="ADAL" clId="{8BC8A5CF-2DB3-45E9-BF57-F2ED810C291E}" dt="2026-08-23T16:58:07.446" v="26" actId="21"/>
          <ac:picMkLst>
            <pc:docMk/>
            <pc:sldMk cId="3185074686" sldId="612"/>
            <ac:picMk id="2" creationId="{8307ACE8-1AF0-ED87-AB0E-3EA8B2C42BD3}"/>
          </ac:picMkLst>
        </pc:picChg>
        <pc:picChg chg="add del mod">
          <ac:chgData name="Khobo, IL, Dr [ilkhobo@sun.ac.za]" userId="b519a442-dcea-4a28-9c45-7e29f1df5837" providerId="ADAL" clId="{8BC8A5CF-2DB3-45E9-BF57-F2ED810C291E}" dt="2026-08-23T17:32:07.442" v="465" actId="478"/>
          <ac:picMkLst>
            <pc:docMk/>
            <pc:sldMk cId="3185074686" sldId="612"/>
            <ac:picMk id="4" creationId="{3CD491AD-10A4-8F8A-C23F-809F98E85AD2}"/>
          </ac:picMkLst>
        </pc:picChg>
        <pc:picChg chg="add del mod">
          <ac:chgData name="Khobo, IL, Dr [ilkhobo@sun.ac.za]" userId="b519a442-dcea-4a28-9c45-7e29f1df5837" providerId="ADAL" clId="{8BC8A5CF-2DB3-45E9-BF57-F2ED810C291E}" dt="2026-08-23T18:17:34.820" v="898" actId="478"/>
          <ac:picMkLst>
            <pc:docMk/>
            <pc:sldMk cId="3185074686" sldId="612"/>
            <ac:picMk id="6" creationId="{8A601D72-7318-9322-ACBD-3E0C215F5BAF}"/>
          </ac:picMkLst>
        </pc:picChg>
        <pc:picChg chg="add del mod">
          <ac:chgData name="Khobo, IL, Dr [ilkhobo@sun.ac.za]" userId="b519a442-dcea-4a28-9c45-7e29f1df5837" providerId="ADAL" clId="{8BC8A5CF-2DB3-45E9-BF57-F2ED810C291E}" dt="2026-08-23T18:18:43.671" v="900" actId="478"/>
          <ac:picMkLst>
            <pc:docMk/>
            <pc:sldMk cId="3185074686" sldId="612"/>
            <ac:picMk id="8" creationId="{3B97FE58-F5C5-283C-EE40-4D5100C2A98D}"/>
          </ac:picMkLst>
        </pc:picChg>
        <pc:picChg chg="add del mod modCrop">
          <ac:chgData name="Khobo, IL, Dr [ilkhobo@sun.ac.za]" userId="b519a442-dcea-4a28-9c45-7e29f1df5837" providerId="ADAL" clId="{8BC8A5CF-2DB3-45E9-BF57-F2ED810C291E}" dt="2026-08-23T18:23:52.552" v="979" actId="478"/>
          <ac:picMkLst>
            <pc:docMk/>
            <pc:sldMk cId="3185074686" sldId="612"/>
            <ac:picMk id="10" creationId="{C63AD8DD-32E3-23BD-25FC-1B0B75FED828}"/>
          </ac:picMkLst>
        </pc:picChg>
        <pc:picChg chg="add mod">
          <ac:chgData name="Khobo, IL, Dr [ilkhobo@sun.ac.za]" userId="b519a442-dcea-4a28-9c45-7e29f1df5837" providerId="ADAL" clId="{8BC8A5CF-2DB3-45E9-BF57-F2ED810C291E}" dt="2026-08-23T18:24:25.551" v="989" actId="1076"/>
          <ac:picMkLst>
            <pc:docMk/>
            <pc:sldMk cId="3185074686" sldId="612"/>
            <ac:picMk id="12" creationId="{D7B700BB-1B04-5C87-5284-880DE8590BDF}"/>
          </ac:picMkLst>
        </pc:picChg>
        <pc:picChg chg="add mod">
          <ac:chgData name="Khobo, IL, Dr [ilkhobo@sun.ac.za]" userId="b519a442-dcea-4a28-9c45-7e29f1df5837" providerId="ADAL" clId="{8BC8A5CF-2DB3-45E9-BF57-F2ED810C291E}" dt="2026-08-23T18:24:23.671" v="988" actId="1076"/>
          <ac:picMkLst>
            <pc:docMk/>
            <pc:sldMk cId="3185074686" sldId="612"/>
            <ac:picMk id="14" creationId="{880FEFE4-9FF8-26C6-83F7-34C433169079}"/>
          </ac:picMkLst>
        </pc:picChg>
        <pc:picChg chg="add mod">
          <ac:chgData name="Khobo, IL, Dr [ilkhobo@sun.ac.za]" userId="b519a442-dcea-4a28-9c45-7e29f1df5837" providerId="ADAL" clId="{8BC8A5CF-2DB3-45E9-BF57-F2ED810C291E}" dt="2026-08-23T18:24:36.546" v="992" actId="1076"/>
          <ac:picMkLst>
            <pc:docMk/>
            <pc:sldMk cId="3185074686" sldId="612"/>
            <ac:picMk id="16" creationId="{16545484-058C-44A6-F9B3-5C30D535C5D9}"/>
          </ac:picMkLst>
        </pc:picChg>
      </pc:sldChg>
      <pc:sldChg chg="addSp delSp modSp add mod ord modTransition">
        <pc:chgData name="Khobo, IL, Dr [ilkhobo@sun.ac.za]" userId="b519a442-dcea-4a28-9c45-7e29f1df5837" providerId="ADAL" clId="{8BC8A5CF-2DB3-45E9-BF57-F2ED810C291E}" dt="2026-08-23T18:13:53" v="885" actId="21"/>
        <pc:sldMkLst>
          <pc:docMk/>
          <pc:sldMk cId="126523313" sldId="613"/>
        </pc:sldMkLst>
        <pc:spChg chg="add mod">
          <ac:chgData name="Khobo, IL, Dr [ilkhobo@sun.ac.za]" userId="b519a442-dcea-4a28-9c45-7e29f1df5837" providerId="ADAL" clId="{8BC8A5CF-2DB3-45E9-BF57-F2ED810C291E}" dt="2026-08-23T18:13:50.404" v="884" actId="1076"/>
          <ac:spMkLst>
            <pc:docMk/>
            <pc:sldMk cId="126523313" sldId="613"/>
            <ac:spMk id="2" creationId="{615B8DAC-AFA9-3CF9-42C7-5BA6F23B4D36}"/>
          </ac:spMkLst>
        </pc:spChg>
        <pc:spChg chg="add mod">
          <ac:chgData name="Khobo, IL, Dr [ilkhobo@sun.ac.za]" userId="b519a442-dcea-4a28-9c45-7e29f1df5837" providerId="ADAL" clId="{8BC8A5CF-2DB3-45E9-BF57-F2ED810C291E}" dt="2026-08-23T18:13:50.404" v="884" actId="1076"/>
          <ac:spMkLst>
            <pc:docMk/>
            <pc:sldMk cId="126523313" sldId="613"/>
            <ac:spMk id="5" creationId="{5DBE7CB9-6B4F-62CE-2B2A-DF3361816DBF}"/>
          </ac:spMkLst>
        </pc:spChg>
        <pc:picChg chg="add del mod">
          <ac:chgData name="Khobo, IL, Dr [ilkhobo@sun.ac.za]" userId="b519a442-dcea-4a28-9c45-7e29f1df5837" providerId="ADAL" clId="{8BC8A5CF-2DB3-45E9-BF57-F2ED810C291E}" dt="2026-08-23T18:13:53" v="885" actId="21"/>
          <ac:picMkLst>
            <pc:docMk/>
            <pc:sldMk cId="126523313" sldId="613"/>
            <ac:picMk id="10" creationId="{8F41227F-EB0E-7EB7-ACFC-925B9F60A531}"/>
          </ac:picMkLst>
        </pc:picChg>
      </pc:sldChg>
      <pc:sldChg chg="modSp add mod modTransition">
        <pc:chgData name="Khobo, IL, Dr [ilkhobo@sun.ac.za]" userId="b519a442-dcea-4a28-9c45-7e29f1df5837" providerId="ADAL" clId="{8BC8A5CF-2DB3-45E9-BF57-F2ED810C291E}" dt="2026-08-23T17:28:10.404" v="450"/>
        <pc:sldMkLst>
          <pc:docMk/>
          <pc:sldMk cId="1416001689" sldId="614"/>
        </pc:sldMkLst>
        <pc:spChg chg="mod">
          <ac:chgData name="Khobo, IL, Dr [ilkhobo@sun.ac.za]" userId="b519a442-dcea-4a28-9c45-7e29f1df5837" providerId="ADAL" clId="{8BC8A5CF-2DB3-45E9-BF57-F2ED810C291E}" dt="2026-08-23T17:24:33.281" v="423" actId="554"/>
          <ac:spMkLst>
            <pc:docMk/>
            <pc:sldMk cId="1416001689" sldId="614"/>
            <ac:spMk id="7" creationId="{2F24CEF0-8971-BF87-550B-E94B296799D4}"/>
          </ac:spMkLst>
        </pc:spChg>
        <pc:spChg chg="mod">
          <ac:chgData name="Khobo, IL, Dr [ilkhobo@sun.ac.za]" userId="b519a442-dcea-4a28-9c45-7e29f1df5837" providerId="ADAL" clId="{8BC8A5CF-2DB3-45E9-BF57-F2ED810C291E}" dt="2026-08-23T17:24:33.281" v="423" actId="554"/>
          <ac:spMkLst>
            <pc:docMk/>
            <pc:sldMk cId="1416001689" sldId="614"/>
            <ac:spMk id="9" creationId="{F1D1A755-8BAB-E3D5-6630-DCE74115FA45}"/>
          </ac:spMkLst>
        </pc:spChg>
        <pc:spChg chg="mod">
          <ac:chgData name="Khobo, IL, Dr [ilkhobo@sun.ac.za]" userId="b519a442-dcea-4a28-9c45-7e29f1df5837" providerId="ADAL" clId="{8BC8A5CF-2DB3-45E9-BF57-F2ED810C291E}" dt="2026-08-23T17:24:33.281" v="423" actId="554"/>
          <ac:spMkLst>
            <pc:docMk/>
            <pc:sldMk cId="1416001689" sldId="614"/>
            <ac:spMk id="11" creationId="{D7A3B0D4-B8F5-1D0F-B7AA-74C51196BF9F}"/>
          </ac:spMkLst>
        </pc:spChg>
        <pc:spChg chg="mod">
          <ac:chgData name="Khobo, IL, Dr [ilkhobo@sun.ac.za]" userId="b519a442-dcea-4a28-9c45-7e29f1df5837" providerId="ADAL" clId="{8BC8A5CF-2DB3-45E9-BF57-F2ED810C291E}" dt="2026-08-23T17:24:33.281" v="423" actId="554"/>
          <ac:spMkLst>
            <pc:docMk/>
            <pc:sldMk cId="1416001689" sldId="614"/>
            <ac:spMk id="13" creationId="{A742B647-8B16-7ED5-A8AD-628EFDB36E74}"/>
          </ac:spMkLst>
        </pc:spChg>
        <pc:spChg chg="mod">
          <ac:chgData name="Khobo, IL, Dr [ilkhobo@sun.ac.za]" userId="b519a442-dcea-4a28-9c45-7e29f1df5837" providerId="ADAL" clId="{8BC8A5CF-2DB3-45E9-BF57-F2ED810C291E}" dt="2026-08-23T17:24:33.281" v="423" actId="554"/>
          <ac:spMkLst>
            <pc:docMk/>
            <pc:sldMk cId="1416001689" sldId="614"/>
            <ac:spMk id="21" creationId="{F131EB78-90F7-E79E-934D-8F52A0F54419}"/>
          </ac:spMkLst>
        </pc:spChg>
        <pc:spChg chg="mod">
          <ac:chgData name="Khobo, IL, Dr [ilkhobo@sun.ac.za]" userId="b519a442-dcea-4a28-9c45-7e29f1df5837" providerId="ADAL" clId="{8BC8A5CF-2DB3-45E9-BF57-F2ED810C291E}" dt="2026-08-23T17:24:33.281" v="423" actId="554"/>
          <ac:spMkLst>
            <pc:docMk/>
            <pc:sldMk cId="1416001689" sldId="614"/>
            <ac:spMk id="23" creationId="{8237561F-341F-81AE-2AE9-B27AC0ED1CFC}"/>
          </ac:spMkLst>
        </pc:spChg>
        <pc:spChg chg="mod">
          <ac:chgData name="Khobo, IL, Dr [ilkhobo@sun.ac.za]" userId="b519a442-dcea-4a28-9c45-7e29f1df5837" providerId="ADAL" clId="{8BC8A5CF-2DB3-45E9-BF57-F2ED810C291E}" dt="2026-08-23T17:24:33.281" v="423" actId="554"/>
          <ac:spMkLst>
            <pc:docMk/>
            <pc:sldMk cId="1416001689" sldId="614"/>
            <ac:spMk id="25" creationId="{148EC6C5-A6FE-6423-928B-4F00A09881B2}"/>
          </ac:spMkLst>
        </pc:spChg>
      </pc:sldChg>
      <pc:sldChg chg="add del">
        <pc:chgData name="Khobo, IL, Dr [ilkhobo@sun.ac.za]" userId="b519a442-dcea-4a28-9c45-7e29f1df5837" providerId="ADAL" clId="{8BC8A5CF-2DB3-45E9-BF57-F2ED810C291E}" dt="2026-08-23T17:23:46.254" v="416" actId="2890"/>
        <pc:sldMkLst>
          <pc:docMk/>
          <pc:sldMk cId="3743773963" sldId="614"/>
        </pc:sldMkLst>
      </pc:sldChg>
      <pc:sldChg chg="modSp add mod modTransition">
        <pc:chgData name="Khobo, IL, Dr [ilkhobo@sun.ac.za]" userId="b519a442-dcea-4a28-9c45-7e29f1df5837" providerId="ADAL" clId="{8BC8A5CF-2DB3-45E9-BF57-F2ED810C291E}" dt="2026-08-23T17:28:10.404" v="450"/>
        <pc:sldMkLst>
          <pc:docMk/>
          <pc:sldMk cId="539017004" sldId="615"/>
        </pc:sldMkLst>
        <pc:spChg chg="mod">
          <ac:chgData name="Khobo, IL, Dr [ilkhobo@sun.ac.za]" userId="b519a442-dcea-4a28-9c45-7e29f1df5837" providerId="ADAL" clId="{8BC8A5CF-2DB3-45E9-BF57-F2ED810C291E}" dt="2026-08-23T17:24:52.236" v="426" actId="20577"/>
          <ac:spMkLst>
            <pc:docMk/>
            <pc:sldMk cId="539017004" sldId="615"/>
            <ac:spMk id="65" creationId="{65C69235-32D9-2C61-FB2E-9898EC0BE4B7}"/>
          </ac:spMkLst>
        </pc:spChg>
        <pc:spChg chg="mod">
          <ac:chgData name="Khobo, IL, Dr [ilkhobo@sun.ac.za]" userId="b519a442-dcea-4a28-9c45-7e29f1df5837" providerId="ADAL" clId="{8BC8A5CF-2DB3-45E9-BF57-F2ED810C291E}" dt="2026-08-23T17:25:01.295" v="427" actId="1076"/>
          <ac:spMkLst>
            <pc:docMk/>
            <pc:sldMk cId="539017004" sldId="615"/>
            <ac:spMk id="66" creationId="{84ED5D16-D6E5-610C-FE73-9632839FCC33}"/>
          </ac:spMkLst>
        </pc:spChg>
      </pc:sldChg>
      <pc:sldChg chg="modSp add mod modTransition">
        <pc:chgData name="Khobo, IL, Dr [ilkhobo@sun.ac.za]" userId="b519a442-dcea-4a28-9c45-7e29f1df5837" providerId="ADAL" clId="{8BC8A5CF-2DB3-45E9-BF57-F2ED810C291E}" dt="2026-08-23T17:28:10.404" v="450"/>
        <pc:sldMkLst>
          <pc:docMk/>
          <pc:sldMk cId="1700052992" sldId="616"/>
        </pc:sldMkLst>
        <pc:spChg chg="mod">
          <ac:chgData name="Khobo, IL, Dr [ilkhobo@sun.ac.za]" userId="b519a442-dcea-4a28-9c45-7e29f1df5837" providerId="ADAL" clId="{8BC8A5CF-2DB3-45E9-BF57-F2ED810C291E}" dt="2026-08-23T17:25:51.190" v="433" actId="554"/>
          <ac:spMkLst>
            <pc:docMk/>
            <pc:sldMk cId="1700052992" sldId="616"/>
            <ac:spMk id="7" creationId="{36554BAB-9F6C-C2A7-6BAC-E159D20345B0}"/>
          </ac:spMkLst>
        </pc:spChg>
        <pc:spChg chg="mod">
          <ac:chgData name="Khobo, IL, Dr [ilkhobo@sun.ac.za]" userId="b519a442-dcea-4a28-9c45-7e29f1df5837" providerId="ADAL" clId="{8BC8A5CF-2DB3-45E9-BF57-F2ED810C291E}" dt="2026-08-23T17:25:51.190" v="433" actId="554"/>
          <ac:spMkLst>
            <pc:docMk/>
            <pc:sldMk cId="1700052992" sldId="616"/>
            <ac:spMk id="9" creationId="{B0825AB6-9DE5-6026-2D84-6ADCEAA38926}"/>
          </ac:spMkLst>
        </pc:spChg>
        <pc:spChg chg="mod">
          <ac:chgData name="Khobo, IL, Dr [ilkhobo@sun.ac.za]" userId="b519a442-dcea-4a28-9c45-7e29f1df5837" providerId="ADAL" clId="{8BC8A5CF-2DB3-45E9-BF57-F2ED810C291E}" dt="2026-08-23T17:25:51.190" v="433" actId="554"/>
          <ac:spMkLst>
            <pc:docMk/>
            <pc:sldMk cId="1700052992" sldId="616"/>
            <ac:spMk id="11" creationId="{4D85EFFA-EA3D-D286-D9C5-B4EDB3B1CD6C}"/>
          </ac:spMkLst>
        </pc:spChg>
        <pc:spChg chg="mod">
          <ac:chgData name="Khobo, IL, Dr [ilkhobo@sun.ac.za]" userId="b519a442-dcea-4a28-9c45-7e29f1df5837" providerId="ADAL" clId="{8BC8A5CF-2DB3-45E9-BF57-F2ED810C291E}" dt="2026-08-23T17:25:51.190" v="433" actId="554"/>
          <ac:spMkLst>
            <pc:docMk/>
            <pc:sldMk cId="1700052992" sldId="616"/>
            <ac:spMk id="13" creationId="{49882655-4E70-43CE-6FD6-1F567F73D3FB}"/>
          </ac:spMkLst>
        </pc:spChg>
        <pc:spChg chg="mod">
          <ac:chgData name="Khobo, IL, Dr [ilkhobo@sun.ac.za]" userId="b519a442-dcea-4a28-9c45-7e29f1df5837" providerId="ADAL" clId="{8BC8A5CF-2DB3-45E9-BF57-F2ED810C291E}" dt="2026-08-23T17:25:51.190" v="433" actId="554"/>
          <ac:spMkLst>
            <pc:docMk/>
            <pc:sldMk cId="1700052992" sldId="616"/>
            <ac:spMk id="21" creationId="{7DE3817C-3B5D-1BB4-68D4-99646532EAB5}"/>
          </ac:spMkLst>
        </pc:spChg>
        <pc:spChg chg="mod">
          <ac:chgData name="Khobo, IL, Dr [ilkhobo@sun.ac.za]" userId="b519a442-dcea-4a28-9c45-7e29f1df5837" providerId="ADAL" clId="{8BC8A5CF-2DB3-45E9-BF57-F2ED810C291E}" dt="2026-08-23T17:25:51.190" v="433" actId="554"/>
          <ac:spMkLst>
            <pc:docMk/>
            <pc:sldMk cId="1700052992" sldId="616"/>
            <ac:spMk id="23" creationId="{899C4EB2-7BB5-9799-ABFC-44C81A4752D9}"/>
          </ac:spMkLst>
        </pc:spChg>
        <pc:spChg chg="mod">
          <ac:chgData name="Khobo, IL, Dr [ilkhobo@sun.ac.za]" userId="b519a442-dcea-4a28-9c45-7e29f1df5837" providerId="ADAL" clId="{8BC8A5CF-2DB3-45E9-BF57-F2ED810C291E}" dt="2026-08-23T17:25:51.190" v="433" actId="554"/>
          <ac:spMkLst>
            <pc:docMk/>
            <pc:sldMk cId="1700052992" sldId="616"/>
            <ac:spMk id="25" creationId="{8BA06E3F-3FA0-EBF4-3205-7B98222B2C66}"/>
          </ac:spMkLst>
        </pc:spChg>
      </pc:sldChg>
      <pc:sldChg chg="modSp add mod modTransition">
        <pc:chgData name="Khobo, IL, Dr [ilkhobo@sun.ac.za]" userId="b519a442-dcea-4a28-9c45-7e29f1df5837" providerId="ADAL" clId="{8BC8A5CF-2DB3-45E9-BF57-F2ED810C291E}" dt="2026-08-23T17:29:11.319" v="452" actId="20577"/>
        <pc:sldMkLst>
          <pc:docMk/>
          <pc:sldMk cId="2273788004" sldId="617"/>
        </pc:sldMkLst>
        <pc:spChg chg="mod">
          <ac:chgData name="Khobo, IL, Dr [ilkhobo@sun.ac.za]" userId="b519a442-dcea-4a28-9c45-7e29f1df5837" providerId="ADAL" clId="{8BC8A5CF-2DB3-45E9-BF57-F2ED810C291E}" dt="2026-08-23T17:29:11.319" v="452" actId="20577"/>
          <ac:spMkLst>
            <pc:docMk/>
            <pc:sldMk cId="2273788004" sldId="617"/>
            <ac:spMk id="65" creationId="{07253642-2EB5-8CE1-99D4-125FB8224473}"/>
          </ac:spMkLst>
        </pc:spChg>
        <pc:spChg chg="mod">
          <ac:chgData name="Khobo, IL, Dr [ilkhobo@sun.ac.za]" userId="b519a442-dcea-4a28-9c45-7e29f1df5837" providerId="ADAL" clId="{8BC8A5CF-2DB3-45E9-BF57-F2ED810C291E}" dt="2026-08-23T17:26:09.388" v="435" actId="1076"/>
          <ac:spMkLst>
            <pc:docMk/>
            <pc:sldMk cId="2273788004" sldId="617"/>
            <ac:spMk id="66" creationId="{FDFD6EEA-07C4-9BE5-F149-C725A3866CC2}"/>
          </ac:spMkLst>
        </pc:spChg>
      </pc:sldChg>
      <pc:sldChg chg="modSp add mod modTransition">
        <pc:chgData name="Khobo, IL, Dr [ilkhobo@sun.ac.za]" userId="b519a442-dcea-4a28-9c45-7e29f1df5837" providerId="ADAL" clId="{8BC8A5CF-2DB3-45E9-BF57-F2ED810C291E}" dt="2026-08-23T17:31:37.210" v="460" actId="20577"/>
        <pc:sldMkLst>
          <pc:docMk/>
          <pc:sldMk cId="1346388687" sldId="618"/>
        </pc:sldMkLst>
        <pc:spChg chg="mod">
          <ac:chgData name="Khobo, IL, Dr [ilkhobo@sun.ac.za]" userId="b519a442-dcea-4a28-9c45-7e29f1df5837" providerId="ADAL" clId="{8BC8A5CF-2DB3-45E9-BF57-F2ED810C291E}" dt="2026-08-23T17:26:35.809" v="441" actId="554"/>
          <ac:spMkLst>
            <pc:docMk/>
            <pc:sldMk cId="1346388687" sldId="618"/>
            <ac:spMk id="7" creationId="{1468DCEE-1410-3054-B3C4-62584D9BD256}"/>
          </ac:spMkLst>
        </pc:spChg>
        <pc:spChg chg="mod">
          <ac:chgData name="Khobo, IL, Dr [ilkhobo@sun.ac.za]" userId="b519a442-dcea-4a28-9c45-7e29f1df5837" providerId="ADAL" clId="{8BC8A5CF-2DB3-45E9-BF57-F2ED810C291E}" dt="2026-08-23T17:26:35.809" v="441" actId="554"/>
          <ac:spMkLst>
            <pc:docMk/>
            <pc:sldMk cId="1346388687" sldId="618"/>
            <ac:spMk id="9" creationId="{7A6DE456-ABBA-4113-0759-7D53462EA294}"/>
          </ac:spMkLst>
        </pc:spChg>
        <pc:spChg chg="mod">
          <ac:chgData name="Khobo, IL, Dr [ilkhobo@sun.ac.za]" userId="b519a442-dcea-4a28-9c45-7e29f1df5837" providerId="ADAL" clId="{8BC8A5CF-2DB3-45E9-BF57-F2ED810C291E}" dt="2026-08-23T17:26:35.809" v="441" actId="554"/>
          <ac:spMkLst>
            <pc:docMk/>
            <pc:sldMk cId="1346388687" sldId="618"/>
            <ac:spMk id="11" creationId="{7CC5F0A5-1935-8FB8-8F84-AFCDDE5AE2A5}"/>
          </ac:spMkLst>
        </pc:spChg>
        <pc:spChg chg="mod">
          <ac:chgData name="Khobo, IL, Dr [ilkhobo@sun.ac.za]" userId="b519a442-dcea-4a28-9c45-7e29f1df5837" providerId="ADAL" clId="{8BC8A5CF-2DB3-45E9-BF57-F2ED810C291E}" dt="2026-08-23T17:26:35.809" v="441" actId="554"/>
          <ac:spMkLst>
            <pc:docMk/>
            <pc:sldMk cId="1346388687" sldId="618"/>
            <ac:spMk id="13" creationId="{6D7E3D7D-C8AB-E2D3-01E1-966943A0E7EE}"/>
          </ac:spMkLst>
        </pc:spChg>
        <pc:spChg chg="mod">
          <ac:chgData name="Khobo, IL, Dr [ilkhobo@sun.ac.za]" userId="b519a442-dcea-4a28-9c45-7e29f1df5837" providerId="ADAL" clId="{8BC8A5CF-2DB3-45E9-BF57-F2ED810C291E}" dt="2026-08-23T17:26:35.809" v="441" actId="554"/>
          <ac:spMkLst>
            <pc:docMk/>
            <pc:sldMk cId="1346388687" sldId="618"/>
            <ac:spMk id="21" creationId="{3F851C5F-D960-B8A8-DB46-D0184E6CA75C}"/>
          </ac:spMkLst>
        </pc:spChg>
        <pc:spChg chg="mod">
          <ac:chgData name="Khobo, IL, Dr [ilkhobo@sun.ac.za]" userId="b519a442-dcea-4a28-9c45-7e29f1df5837" providerId="ADAL" clId="{8BC8A5CF-2DB3-45E9-BF57-F2ED810C291E}" dt="2026-08-23T17:26:35.809" v="441" actId="554"/>
          <ac:spMkLst>
            <pc:docMk/>
            <pc:sldMk cId="1346388687" sldId="618"/>
            <ac:spMk id="23" creationId="{713271EF-220F-EB6D-9D82-45F7CF0D5BB7}"/>
          </ac:spMkLst>
        </pc:spChg>
        <pc:spChg chg="mod">
          <ac:chgData name="Khobo, IL, Dr [ilkhobo@sun.ac.za]" userId="b519a442-dcea-4a28-9c45-7e29f1df5837" providerId="ADAL" clId="{8BC8A5CF-2DB3-45E9-BF57-F2ED810C291E}" dt="2026-08-23T17:26:35.809" v="441" actId="554"/>
          <ac:spMkLst>
            <pc:docMk/>
            <pc:sldMk cId="1346388687" sldId="618"/>
            <ac:spMk id="25" creationId="{879239F3-BBF6-B64A-4DE4-6DB1AEE6B2E0}"/>
          </ac:spMkLst>
        </pc:spChg>
        <pc:spChg chg="mod">
          <ac:chgData name="Khobo, IL, Dr [ilkhobo@sun.ac.za]" userId="b519a442-dcea-4a28-9c45-7e29f1df5837" providerId="ADAL" clId="{8BC8A5CF-2DB3-45E9-BF57-F2ED810C291E}" dt="2026-08-23T17:31:37.210" v="460" actId="20577"/>
          <ac:spMkLst>
            <pc:docMk/>
            <pc:sldMk cId="1346388687" sldId="618"/>
            <ac:spMk id="65" creationId="{8E16ACC2-DBF8-F6F1-CA9F-5A0BFBB21BEA}"/>
          </ac:spMkLst>
        </pc:spChg>
      </pc:sldChg>
      <pc:sldChg chg="modSp add mod modTransition">
        <pc:chgData name="Khobo, IL, Dr [ilkhobo@sun.ac.za]" userId="b519a442-dcea-4a28-9c45-7e29f1df5837" providerId="ADAL" clId="{8BC8A5CF-2DB3-45E9-BF57-F2ED810C291E}" dt="2026-08-23T17:31:45.633" v="462" actId="20577"/>
        <pc:sldMkLst>
          <pc:docMk/>
          <pc:sldMk cId="1524271214" sldId="619"/>
        </pc:sldMkLst>
        <pc:spChg chg="mod">
          <ac:chgData name="Khobo, IL, Dr [ilkhobo@sun.ac.za]" userId="b519a442-dcea-4a28-9c45-7e29f1df5837" providerId="ADAL" clId="{8BC8A5CF-2DB3-45E9-BF57-F2ED810C291E}" dt="2026-08-23T17:31:45.633" v="462" actId="20577"/>
          <ac:spMkLst>
            <pc:docMk/>
            <pc:sldMk cId="1524271214" sldId="619"/>
            <ac:spMk id="65" creationId="{4CC6C955-A044-7530-2E95-3C951E253690}"/>
          </ac:spMkLst>
        </pc:spChg>
        <pc:spChg chg="mod">
          <ac:chgData name="Khobo, IL, Dr [ilkhobo@sun.ac.za]" userId="b519a442-dcea-4a28-9c45-7e29f1df5837" providerId="ADAL" clId="{8BC8A5CF-2DB3-45E9-BF57-F2ED810C291E}" dt="2026-08-23T17:27:00.044" v="443" actId="1076"/>
          <ac:spMkLst>
            <pc:docMk/>
            <pc:sldMk cId="1524271214" sldId="619"/>
            <ac:spMk id="66" creationId="{CAA59130-5747-9BE3-14BB-CF135B360DEA}"/>
          </ac:spMkLst>
        </pc:spChg>
      </pc:sldChg>
      <pc:sldChg chg="modSp add mod modTransition">
        <pc:chgData name="Khobo, IL, Dr [ilkhobo@sun.ac.za]" userId="b519a442-dcea-4a28-9c45-7e29f1df5837" providerId="ADAL" clId="{8BC8A5CF-2DB3-45E9-BF57-F2ED810C291E}" dt="2026-08-23T17:31:52.054" v="464" actId="20577"/>
        <pc:sldMkLst>
          <pc:docMk/>
          <pc:sldMk cId="3689280175" sldId="620"/>
        </pc:sldMkLst>
        <pc:spChg chg="mod">
          <ac:chgData name="Khobo, IL, Dr [ilkhobo@sun.ac.za]" userId="b519a442-dcea-4a28-9c45-7e29f1df5837" providerId="ADAL" clId="{8BC8A5CF-2DB3-45E9-BF57-F2ED810C291E}" dt="2026-08-23T17:27:26.785" v="449" actId="408"/>
          <ac:spMkLst>
            <pc:docMk/>
            <pc:sldMk cId="3689280175" sldId="620"/>
            <ac:spMk id="7" creationId="{1ED01F8B-0E7C-0DDB-9B74-794A6AA35A28}"/>
          </ac:spMkLst>
        </pc:spChg>
        <pc:spChg chg="mod">
          <ac:chgData name="Khobo, IL, Dr [ilkhobo@sun.ac.za]" userId="b519a442-dcea-4a28-9c45-7e29f1df5837" providerId="ADAL" clId="{8BC8A5CF-2DB3-45E9-BF57-F2ED810C291E}" dt="2026-08-23T17:27:26.785" v="449" actId="408"/>
          <ac:spMkLst>
            <pc:docMk/>
            <pc:sldMk cId="3689280175" sldId="620"/>
            <ac:spMk id="9" creationId="{4FC34A0D-E93B-9F61-725E-B3B6E0709C27}"/>
          </ac:spMkLst>
        </pc:spChg>
        <pc:spChg chg="mod">
          <ac:chgData name="Khobo, IL, Dr [ilkhobo@sun.ac.za]" userId="b519a442-dcea-4a28-9c45-7e29f1df5837" providerId="ADAL" clId="{8BC8A5CF-2DB3-45E9-BF57-F2ED810C291E}" dt="2026-08-23T17:27:26.785" v="449" actId="408"/>
          <ac:spMkLst>
            <pc:docMk/>
            <pc:sldMk cId="3689280175" sldId="620"/>
            <ac:spMk id="11" creationId="{519E99A2-836B-4E4B-1787-741638AD3216}"/>
          </ac:spMkLst>
        </pc:spChg>
        <pc:spChg chg="mod">
          <ac:chgData name="Khobo, IL, Dr [ilkhobo@sun.ac.za]" userId="b519a442-dcea-4a28-9c45-7e29f1df5837" providerId="ADAL" clId="{8BC8A5CF-2DB3-45E9-BF57-F2ED810C291E}" dt="2026-08-23T17:27:24.391" v="448" actId="554"/>
          <ac:spMkLst>
            <pc:docMk/>
            <pc:sldMk cId="3689280175" sldId="620"/>
            <ac:spMk id="13" creationId="{C0557D53-116A-9FFF-BD1F-FE10BF575353}"/>
          </ac:spMkLst>
        </pc:spChg>
        <pc:spChg chg="mod">
          <ac:chgData name="Khobo, IL, Dr [ilkhobo@sun.ac.za]" userId="b519a442-dcea-4a28-9c45-7e29f1df5837" providerId="ADAL" clId="{8BC8A5CF-2DB3-45E9-BF57-F2ED810C291E}" dt="2026-08-23T17:27:24.391" v="448" actId="554"/>
          <ac:spMkLst>
            <pc:docMk/>
            <pc:sldMk cId="3689280175" sldId="620"/>
            <ac:spMk id="21" creationId="{F14725CA-79AF-FD82-7889-A11280F98A04}"/>
          </ac:spMkLst>
        </pc:spChg>
        <pc:spChg chg="mod">
          <ac:chgData name="Khobo, IL, Dr [ilkhobo@sun.ac.za]" userId="b519a442-dcea-4a28-9c45-7e29f1df5837" providerId="ADAL" clId="{8BC8A5CF-2DB3-45E9-BF57-F2ED810C291E}" dt="2026-08-23T17:27:26.785" v="449" actId="408"/>
          <ac:spMkLst>
            <pc:docMk/>
            <pc:sldMk cId="3689280175" sldId="620"/>
            <ac:spMk id="23" creationId="{0094145F-8FF8-20D3-B9AF-F21830B8FE57}"/>
          </ac:spMkLst>
        </pc:spChg>
        <pc:spChg chg="mod">
          <ac:chgData name="Khobo, IL, Dr [ilkhobo@sun.ac.za]" userId="b519a442-dcea-4a28-9c45-7e29f1df5837" providerId="ADAL" clId="{8BC8A5CF-2DB3-45E9-BF57-F2ED810C291E}" dt="2026-08-23T17:27:26.785" v="449" actId="408"/>
          <ac:spMkLst>
            <pc:docMk/>
            <pc:sldMk cId="3689280175" sldId="620"/>
            <ac:spMk id="25" creationId="{516EB63A-920E-623D-0DBC-416F7A2A24C2}"/>
          </ac:spMkLst>
        </pc:spChg>
        <pc:spChg chg="mod">
          <ac:chgData name="Khobo, IL, Dr [ilkhobo@sun.ac.za]" userId="b519a442-dcea-4a28-9c45-7e29f1df5837" providerId="ADAL" clId="{8BC8A5CF-2DB3-45E9-BF57-F2ED810C291E}" dt="2026-08-23T17:31:52.054" v="464" actId="20577"/>
          <ac:spMkLst>
            <pc:docMk/>
            <pc:sldMk cId="3689280175" sldId="620"/>
            <ac:spMk id="65" creationId="{C73FE45B-12F7-7E8C-85C3-5B0EDD1FC3EE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32:51.678" v="469" actId="1076"/>
        <pc:sldMkLst>
          <pc:docMk/>
          <pc:sldMk cId="440503683" sldId="621"/>
        </pc:sldMkLst>
        <pc:spChg chg="mod">
          <ac:chgData name="Khobo, IL, Dr [ilkhobo@sun.ac.za]" userId="b519a442-dcea-4a28-9c45-7e29f1df5837" providerId="ADAL" clId="{8BC8A5CF-2DB3-45E9-BF57-F2ED810C291E}" dt="2026-08-23T17:32:43.836" v="468" actId="20577"/>
          <ac:spMkLst>
            <pc:docMk/>
            <pc:sldMk cId="440503683" sldId="621"/>
            <ac:spMk id="65" creationId="{0274A9CA-FCC4-336C-E9A5-4DD06AE6471E}"/>
          </ac:spMkLst>
        </pc:spChg>
        <pc:spChg chg="mod">
          <ac:chgData name="Khobo, IL, Dr [ilkhobo@sun.ac.za]" userId="b519a442-dcea-4a28-9c45-7e29f1df5837" providerId="ADAL" clId="{8BC8A5CF-2DB3-45E9-BF57-F2ED810C291E}" dt="2026-08-23T17:32:51.678" v="469" actId="1076"/>
          <ac:spMkLst>
            <pc:docMk/>
            <pc:sldMk cId="440503683" sldId="621"/>
            <ac:spMk id="66" creationId="{777A0D19-1FBD-2BEE-4B80-E5B96B1F20D2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33:20.508" v="477" actId="408"/>
        <pc:sldMkLst>
          <pc:docMk/>
          <pc:sldMk cId="2285598940" sldId="622"/>
        </pc:sldMkLst>
        <pc:spChg chg="mod">
          <ac:chgData name="Khobo, IL, Dr [ilkhobo@sun.ac.za]" userId="b519a442-dcea-4a28-9c45-7e29f1df5837" providerId="ADAL" clId="{8BC8A5CF-2DB3-45E9-BF57-F2ED810C291E}" dt="2026-08-23T17:33:20.508" v="477" actId="408"/>
          <ac:spMkLst>
            <pc:docMk/>
            <pc:sldMk cId="2285598940" sldId="622"/>
            <ac:spMk id="7" creationId="{3909DF94-9543-E7AA-6995-F1484E68A9E4}"/>
          </ac:spMkLst>
        </pc:spChg>
        <pc:spChg chg="mod">
          <ac:chgData name="Khobo, IL, Dr [ilkhobo@sun.ac.za]" userId="b519a442-dcea-4a28-9c45-7e29f1df5837" providerId="ADAL" clId="{8BC8A5CF-2DB3-45E9-BF57-F2ED810C291E}" dt="2026-08-23T17:33:20.508" v="477" actId="408"/>
          <ac:spMkLst>
            <pc:docMk/>
            <pc:sldMk cId="2285598940" sldId="622"/>
            <ac:spMk id="9" creationId="{B3C0DDD9-3234-1109-F3E1-6F3F4E1B77F5}"/>
          </ac:spMkLst>
        </pc:spChg>
        <pc:spChg chg="mod">
          <ac:chgData name="Khobo, IL, Dr [ilkhobo@sun.ac.za]" userId="b519a442-dcea-4a28-9c45-7e29f1df5837" providerId="ADAL" clId="{8BC8A5CF-2DB3-45E9-BF57-F2ED810C291E}" dt="2026-08-23T17:33:20.508" v="477" actId="408"/>
          <ac:spMkLst>
            <pc:docMk/>
            <pc:sldMk cId="2285598940" sldId="622"/>
            <ac:spMk id="11" creationId="{3C75551A-E7DB-5628-15C2-1E3C43D0AF22}"/>
          </ac:spMkLst>
        </pc:spChg>
        <pc:spChg chg="mod">
          <ac:chgData name="Khobo, IL, Dr [ilkhobo@sun.ac.za]" userId="b519a442-dcea-4a28-9c45-7e29f1df5837" providerId="ADAL" clId="{8BC8A5CF-2DB3-45E9-BF57-F2ED810C291E}" dt="2026-08-23T17:33:17.637" v="476" actId="554"/>
          <ac:spMkLst>
            <pc:docMk/>
            <pc:sldMk cId="2285598940" sldId="622"/>
            <ac:spMk id="13" creationId="{AF41333A-5821-E019-D591-3EC9EA604E9E}"/>
          </ac:spMkLst>
        </pc:spChg>
        <pc:spChg chg="mod">
          <ac:chgData name="Khobo, IL, Dr [ilkhobo@sun.ac.za]" userId="b519a442-dcea-4a28-9c45-7e29f1df5837" providerId="ADAL" clId="{8BC8A5CF-2DB3-45E9-BF57-F2ED810C291E}" dt="2026-08-23T17:33:17.637" v="476" actId="554"/>
          <ac:spMkLst>
            <pc:docMk/>
            <pc:sldMk cId="2285598940" sldId="622"/>
            <ac:spMk id="21" creationId="{A4FD8E32-0C4F-A4FC-2047-60D9AB465816}"/>
          </ac:spMkLst>
        </pc:spChg>
        <pc:spChg chg="mod">
          <ac:chgData name="Khobo, IL, Dr [ilkhobo@sun.ac.za]" userId="b519a442-dcea-4a28-9c45-7e29f1df5837" providerId="ADAL" clId="{8BC8A5CF-2DB3-45E9-BF57-F2ED810C291E}" dt="2026-08-23T17:33:20.508" v="477" actId="408"/>
          <ac:spMkLst>
            <pc:docMk/>
            <pc:sldMk cId="2285598940" sldId="622"/>
            <ac:spMk id="23" creationId="{26AA7348-268E-A28A-783A-1DD778C11897}"/>
          </ac:spMkLst>
        </pc:spChg>
        <pc:spChg chg="mod">
          <ac:chgData name="Khobo, IL, Dr [ilkhobo@sun.ac.za]" userId="b519a442-dcea-4a28-9c45-7e29f1df5837" providerId="ADAL" clId="{8BC8A5CF-2DB3-45E9-BF57-F2ED810C291E}" dt="2026-08-23T17:33:20.508" v="477" actId="408"/>
          <ac:spMkLst>
            <pc:docMk/>
            <pc:sldMk cId="2285598940" sldId="622"/>
            <ac:spMk id="25" creationId="{53E7B0FC-79F2-AEA1-0958-3CB681EE120B}"/>
          </ac:spMkLst>
        </pc:spChg>
        <pc:spChg chg="mod">
          <ac:chgData name="Khobo, IL, Dr [ilkhobo@sun.ac.za]" userId="b519a442-dcea-4a28-9c45-7e29f1df5837" providerId="ADAL" clId="{8BC8A5CF-2DB3-45E9-BF57-F2ED810C291E}" dt="2026-08-23T17:33:05.265" v="474" actId="1076"/>
          <ac:spMkLst>
            <pc:docMk/>
            <pc:sldMk cId="2285598940" sldId="622"/>
            <ac:spMk id="59" creationId="{99550BDF-4441-34DF-1FEE-6CE60B85AD7F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33:57.492" v="482" actId="20577"/>
        <pc:sldMkLst>
          <pc:docMk/>
          <pc:sldMk cId="4052768968" sldId="623"/>
        </pc:sldMkLst>
        <pc:spChg chg="mod">
          <ac:chgData name="Khobo, IL, Dr [ilkhobo@sun.ac.za]" userId="b519a442-dcea-4a28-9c45-7e29f1df5837" providerId="ADAL" clId="{8BC8A5CF-2DB3-45E9-BF57-F2ED810C291E}" dt="2026-08-23T17:33:57.492" v="482" actId="20577"/>
          <ac:spMkLst>
            <pc:docMk/>
            <pc:sldMk cId="4052768968" sldId="623"/>
            <ac:spMk id="65" creationId="{676DDBA8-9662-06F3-3DFB-50545974DD55}"/>
          </ac:spMkLst>
        </pc:spChg>
        <pc:spChg chg="mod">
          <ac:chgData name="Khobo, IL, Dr [ilkhobo@sun.ac.za]" userId="b519a442-dcea-4a28-9c45-7e29f1df5837" providerId="ADAL" clId="{8BC8A5CF-2DB3-45E9-BF57-F2ED810C291E}" dt="2026-08-23T17:33:42.367" v="479" actId="1076"/>
          <ac:spMkLst>
            <pc:docMk/>
            <pc:sldMk cId="4052768968" sldId="623"/>
            <ac:spMk id="66" creationId="{C3F8B612-9DAC-03B9-859F-B021E26CB0EB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34:31.508" v="489" actId="408"/>
        <pc:sldMkLst>
          <pc:docMk/>
          <pc:sldMk cId="3003718052" sldId="624"/>
        </pc:sldMkLst>
        <pc:spChg chg="mod">
          <ac:chgData name="Khobo, IL, Dr [ilkhobo@sun.ac.za]" userId="b519a442-dcea-4a28-9c45-7e29f1df5837" providerId="ADAL" clId="{8BC8A5CF-2DB3-45E9-BF57-F2ED810C291E}" dt="2026-08-23T17:34:28.727" v="488" actId="554"/>
          <ac:spMkLst>
            <pc:docMk/>
            <pc:sldMk cId="3003718052" sldId="624"/>
            <ac:spMk id="7" creationId="{B4599011-8B10-FE04-8C49-FF20EB5F3CA7}"/>
          </ac:spMkLst>
        </pc:spChg>
        <pc:spChg chg="mod">
          <ac:chgData name="Khobo, IL, Dr [ilkhobo@sun.ac.za]" userId="b519a442-dcea-4a28-9c45-7e29f1df5837" providerId="ADAL" clId="{8BC8A5CF-2DB3-45E9-BF57-F2ED810C291E}" dt="2026-08-23T17:34:31.508" v="489" actId="408"/>
          <ac:spMkLst>
            <pc:docMk/>
            <pc:sldMk cId="3003718052" sldId="624"/>
            <ac:spMk id="9" creationId="{5612B620-11B5-43FE-CF8A-2A11642EE5CD}"/>
          </ac:spMkLst>
        </pc:spChg>
        <pc:spChg chg="mod">
          <ac:chgData name="Khobo, IL, Dr [ilkhobo@sun.ac.za]" userId="b519a442-dcea-4a28-9c45-7e29f1df5837" providerId="ADAL" clId="{8BC8A5CF-2DB3-45E9-BF57-F2ED810C291E}" dt="2026-08-23T17:34:31.508" v="489" actId="408"/>
          <ac:spMkLst>
            <pc:docMk/>
            <pc:sldMk cId="3003718052" sldId="624"/>
            <ac:spMk id="11" creationId="{34061B6A-5FC4-1C31-5AF7-3C3E15A7F75F}"/>
          </ac:spMkLst>
        </pc:spChg>
        <pc:spChg chg="mod">
          <ac:chgData name="Khobo, IL, Dr [ilkhobo@sun.ac.za]" userId="b519a442-dcea-4a28-9c45-7e29f1df5837" providerId="ADAL" clId="{8BC8A5CF-2DB3-45E9-BF57-F2ED810C291E}" dt="2026-08-23T17:34:28.727" v="488" actId="554"/>
          <ac:spMkLst>
            <pc:docMk/>
            <pc:sldMk cId="3003718052" sldId="624"/>
            <ac:spMk id="13" creationId="{9AAB19FB-4975-038C-48A8-7FC1311BC8E8}"/>
          </ac:spMkLst>
        </pc:spChg>
        <pc:spChg chg="mod">
          <ac:chgData name="Khobo, IL, Dr [ilkhobo@sun.ac.za]" userId="b519a442-dcea-4a28-9c45-7e29f1df5837" providerId="ADAL" clId="{8BC8A5CF-2DB3-45E9-BF57-F2ED810C291E}" dt="2026-08-23T17:34:31.508" v="489" actId="408"/>
          <ac:spMkLst>
            <pc:docMk/>
            <pc:sldMk cId="3003718052" sldId="624"/>
            <ac:spMk id="21" creationId="{A19D59B5-12EF-EF91-25B8-B449CB5DA8A9}"/>
          </ac:spMkLst>
        </pc:spChg>
        <pc:spChg chg="mod">
          <ac:chgData name="Khobo, IL, Dr [ilkhobo@sun.ac.za]" userId="b519a442-dcea-4a28-9c45-7e29f1df5837" providerId="ADAL" clId="{8BC8A5CF-2DB3-45E9-BF57-F2ED810C291E}" dt="2026-08-23T17:34:31.508" v="489" actId="408"/>
          <ac:spMkLst>
            <pc:docMk/>
            <pc:sldMk cId="3003718052" sldId="624"/>
            <ac:spMk id="23" creationId="{E2AD26B4-2248-A9B6-33EE-09EF0E7D5960}"/>
          </ac:spMkLst>
        </pc:spChg>
        <pc:spChg chg="mod">
          <ac:chgData name="Khobo, IL, Dr [ilkhobo@sun.ac.za]" userId="b519a442-dcea-4a28-9c45-7e29f1df5837" providerId="ADAL" clId="{8BC8A5CF-2DB3-45E9-BF57-F2ED810C291E}" dt="2026-08-23T17:34:31.508" v="489" actId="408"/>
          <ac:spMkLst>
            <pc:docMk/>
            <pc:sldMk cId="3003718052" sldId="624"/>
            <ac:spMk id="25" creationId="{92A7C722-3695-3184-939E-8D728473AAFF}"/>
          </ac:spMkLst>
        </pc:spChg>
        <pc:spChg chg="mod">
          <ac:chgData name="Khobo, IL, Dr [ilkhobo@sun.ac.za]" userId="b519a442-dcea-4a28-9c45-7e29f1df5837" providerId="ADAL" clId="{8BC8A5CF-2DB3-45E9-BF57-F2ED810C291E}" dt="2026-08-23T17:34:01.929" v="484" actId="20577"/>
          <ac:spMkLst>
            <pc:docMk/>
            <pc:sldMk cId="3003718052" sldId="624"/>
            <ac:spMk id="65" creationId="{4B43841A-1B69-FE55-DBC3-ADBA45B26ECB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37:41.804" v="541" actId="208"/>
        <pc:sldMkLst>
          <pc:docMk/>
          <pc:sldMk cId="3804857920" sldId="625"/>
        </pc:sldMkLst>
        <pc:spChg chg="mod">
          <ac:chgData name="Khobo, IL, Dr [ilkhobo@sun.ac.za]" userId="b519a442-dcea-4a28-9c45-7e29f1df5837" providerId="ADAL" clId="{8BC8A5CF-2DB3-45E9-BF57-F2ED810C291E}" dt="2026-08-23T17:35:03.181" v="503" actId="20577"/>
          <ac:spMkLst>
            <pc:docMk/>
            <pc:sldMk cId="3804857920" sldId="625"/>
            <ac:spMk id="63" creationId="{4C454AA4-0030-41CB-E775-DBEC609FC6C9}"/>
          </ac:spMkLst>
        </pc:spChg>
        <pc:spChg chg="mod">
          <ac:chgData name="Khobo, IL, Dr [ilkhobo@sun.ac.za]" userId="b519a442-dcea-4a28-9c45-7e29f1df5837" providerId="ADAL" clId="{8BC8A5CF-2DB3-45E9-BF57-F2ED810C291E}" dt="2026-08-23T17:36:19.917" v="532" actId="113"/>
          <ac:spMkLst>
            <pc:docMk/>
            <pc:sldMk cId="3804857920" sldId="625"/>
            <ac:spMk id="65" creationId="{716C2790-E0F8-F0C1-1268-063E9DB0A76E}"/>
          </ac:spMkLst>
        </pc:spChg>
        <pc:spChg chg="mod">
          <ac:chgData name="Khobo, IL, Dr [ilkhobo@sun.ac.za]" userId="b519a442-dcea-4a28-9c45-7e29f1df5837" providerId="ADAL" clId="{8BC8A5CF-2DB3-45E9-BF57-F2ED810C291E}" dt="2026-08-23T17:37:41.804" v="541" actId="208"/>
          <ac:spMkLst>
            <pc:docMk/>
            <pc:sldMk cId="3804857920" sldId="625"/>
            <ac:spMk id="66" creationId="{66C977D4-0AFB-6A83-1ACF-3F2B09E303E9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08-23T17:38:09.822" v="544" actId="1076"/>
        <pc:sldMkLst>
          <pc:docMk/>
          <pc:sldMk cId="3756245308" sldId="626"/>
        </pc:sldMkLst>
        <pc:spChg chg="add mod">
          <ac:chgData name="Khobo, IL, Dr [ilkhobo@sun.ac.za]" userId="b519a442-dcea-4a28-9c45-7e29f1df5837" providerId="ADAL" clId="{8BC8A5CF-2DB3-45E9-BF57-F2ED810C291E}" dt="2026-08-23T17:37:08.934" v="540" actId="20577"/>
          <ac:spMkLst>
            <pc:docMk/>
            <pc:sldMk cId="3756245308" sldId="626"/>
            <ac:spMk id="3" creationId="{4E30BCED-9841-0769-EB6F-A85955C9D9C3}"/>
          </ac:spMkLst>
        </pc:spChg>
        <pc:spChg chg="add mod">
          <ac:chgData name="Khobo, IL, Dr [ilkhobo@sun.ac.za]" userId="b519a442-dcea-4a28-9c45-7e29f1df5837" providerId="ADAL" clId="{8BC8A5CF-2DB3-45E9-BF57-F2ED810C291E}" dt="2026-08-23T17:38:09.822" v="544" actId="1076"/>
          <ac:spMkLst>
            <pc:docMk/>
            <pc:sldMk cId="3756245308" sldId="626"/>
            <ac:spMk id="8" creationId="{5FEE0DF2-587C-13B3-B06F-D93F6D361B9C}"/>
          </ac:spMkLst>
        </pc:spChg>
        <pc:spChg chg="mod">
          <ac:chgData name="Khobo, IL, Dr [ilkhobo@sun.ac.za]" userId="b519a442-dcea-4a28-9c45-7e29f1df5837" providerId="ADAL" clId="{8BC8A5CF-2DB3-45E9-BF57-F2ED810C291E}" dt="2026-08-23T17:36:44.523" v="535" actId="20577"/>
          <ac:spMkLst>
            <pc:docMk/>
            <pc:sldMk cId="3756245308" sldId="626"/>
            <ac:spMk id="63" creationId="{D5AD2F1C-1E91-136F-B29A-AA5C30D31207}"/>
          </ac:spMkLst>
        </pc:spChg>
        <pc:spChg chg="del">
          <ac:chgData name="Khobo, IL, Dr [ilkhobo@sun.ac.za]" userId="b519a442-dcea-4a28-9c45-7e29f1df5837" providerId="ADAL" clId="{8BC8A5CF-2DB3-45E9-BF57-F2ED810C291E}" dt="2026-08-23T17:36:48.865" v="536" actId="478"/>
          <ac:spMkLst>
            <pc:docMk/>
            <pc:sldMk cId="3756245308" sldId="626"/>
            <ac:spMk id="65" creationId="{A7D2AE64-022C-7DB8-967B-12E056AD1827}"/>
          </ac:spMkLst>
        </pc:spChg>
        <pc:spChg chg="mod">
          <ac:chgData name="Khobo, IL, Dr [ilkhobo@sun.ac.za]" userId="b519a442-dcea-4a28-9c45-7e29f1df5837" providerId="ADAL" clId="{8BC8A5CF-2DB3-45E9-BF57-F2ED810C291E}" dt="2026-08-23T17:37:48.305" v="542" actId="208"/>
          <ac:spMkLst>
            <pc:docMk/>
            <pc:sldMk cId="3756245308" sldId="626"/>
            <ac:spMk id="66" creationId="{A8D6E96C-C8B7-891B-6B33-DFD39878B5D2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38:50.462" v="555" actId="408"/>
        <pc:sldMkLst>
          <pc:docMk/>
          <pc:sldMk cId="219189251" sldId="627"/>
        </pc:sldMkLst>
        <pc:spChg chg="mod">
          <ac:chgData name="Khobo, IL, Dr [ilkhobo@sun.ac.za]" userId="b519a442-dcea-4a28-9c45-7e29f1df5837" providerId="ADAL" clId="{8BC8A5CF-2DB3-45E9-BF57-F2ED810C291E}" dt="2026-08-23T17:38:47.856" v="554" actId="554"/>
          <ac:spMkLst>
            <pc:docMk/>
            <pc:sldMk cId="219189251" sldId="627"/>
            <ac:spMk id="7" creationId="{DA7396D2-5485-7E8C-949B-E9472831455C}"/>
          </ac:spMkLst>
        </pc:spChg>
        <pc:spChg chg="mod ord">
          <ac:chgData name="Khobo, IL, Dr [ilkhobo@sun.ac.za]" userId="b519a442-dcea-4a28-9c45-7e29f1df5837" providerId="ADAL" clId="{8BC8A5CF-2DB3-45E9-BF57-F2ED810C291E}" dt="2026-08-23T17:38:27.729" v="550" actId="167"/>
          <ac:spMkLst>
            <pc:docMk/>
            <pc:sldMk cId="219189251" sldId="627"/>
            <ac:spMk id="8" creationId="{842EFDDC-7142-7A86-1E6A-0F25495C1BFD}"/>
          </ac:spMkLst>
        </pc:spChg>
        <pc:spChg chg="mod">
          <ac:chgData name="Khobo, IL, Dr [ilkhobo@sun.ac.za]" userId="b519a442-dcea-4a28-9c45-7e29f1df5837" providerId="ADAL" clId="{8BC8A5CF-2DB3-45E9-BF57-F2ED810C291E}" dt="2026-08-23T17:38:47.856" v="554" actId="554"/>
          <ac:spMkLst>
            <pc:docMk/>
            <pc:sldMk cId="219189251" sldId="627"/>
            <ac:spMk id="9" creationId="{C498C558-B79E-B3D9-2647-2BB6F2893B02}"/>
          </ac:spMkLst>
        </pc:spChg>
        <pc:spChg chg="mod">
          <ac:chgData name="Khobo, IL, Dr [ilkhobo@sun.ac.za]" userId="b519a442-dcea-4a28-9c45-7e29f1df5837" providerId="ADAL" clId="{8BC8A5CF-2DB3-45E9-BF57-F2ED810C291E}" dt="2026-08-23T17:38:50.462" v="555" actId="408"/>
          <ac:spMkLst>
            <pc:docMk/>
            <pc:sldMk cId="219189251" sldId="627"/>
            <ac:spMk id="11" creationId="{96BA193E-6B60-4A9F-B690-712790D462E3}"/>
          </ac:spMkLst>
        </pc:spChg>
        <pc:spChg chg="mod">
          <ac:chgData name="Khobo, IL, Dr [ilkhobo@sun.ac.za]" userId="b519a442-dcea-4a28-9c45-7e29f1df5837" providerId="ADAL" clId="{8BC8A5CF-2DB3-45E9-BF57-F2ED810C291E}" dt="2026-08-23T17:38:50.462" v="555" actId="408"/>
          <ac:spMkLst>
            <pc:docMk/>
            <pc:sldMk cId="219189251" sldId="627"/>
            <ac:spMk id="13" creationId="{738A8012-E3A8-0CEA-4336-34AA0D74A27E}"/>
          </ac:spMkLst>
        </pc:spChg>
        <pc:spChg chg="mod">
          <ac:chgData name="Khobo, IL, Dr [ilkhobo@sun.ac.za]" userId="b519a442-dcea-4a28-9c45-7e29f1df5837" providerId="ADAL" clId="{8BC8A5CF-2DB3-45E9-BF57-F2ED810C291E}" dt="2026-08-23T17:38:50.462" v="555" actId="408"/>
          <ac:spMkLst>
            <pc:docMk/>
            <pc:sldMk cId="219189251" sldId="627"/>
            <ac:spMk id="21" creationId="{3DB363C6-5A8E-E9B7-8608-64456D2A3AA3}"/>
          </ac:spMkLst>
        </pc:spChg>
        <pc:spChg chg="mod">
          <ac:chgData name="Khobo, IL, Dr [ilkhobo@sun.ac.za]" userId="b519a442-dcea-4a28-9c45-7e29f1df5837" providerId="ADAL" clId="{8BC8A5CF-2DB3-45E9-BF57-F2ED810C291E}" dt="2026-08-23T17:38:50.462" v="555" actId="408"/>
          <ac:spMkLst>
            <pc:docMk/>
            <pc:sldMk cId="219189251" sldId="627"/>
            <ac:spMk id="23" creationId="{6B90649B-61D4-417D-8860-27D23B170909}"/>
          </ac:spMkLst>
        </pc:spChg>
        <pc:spChg chg="mod">
          <ac:chgData name="Khobo, IL, Dr [ilkhobo@sun.ac.za]" userId="b519a442-dcea-4a28-9c45-7e29f1df5837" providerId="ADAL" clId="{8BC8A5CF-2DB3-45E9-BF57-F2ED810C291E}" dt="2026-08-23T17:38:50.462" v="555" actId="408"/>
          <ac:spMkLst>
            <pc:docMk/>
            <pc:sldMk cId="219189251" sldId="627"/>
            <ac:spMk id="25" creationId="{5BB798DB-7AE2-610A-D787-DA5300442A44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39:12.768" v="559" actId="1076"/>
        <pc:sldMkLst>
          <pc:docMk/>
          <pc:sldMk cId="778476490" sldId="628"/>
        </pc:sldMkLst>
        <pc:spChg chg="mod">
          <ac:chgData name="Khobo, IL, Dr [ilkhobo@sun.ac.za]" userId="b519a442-dcea-4a28-9c45-7e29f1df5837" providerId="ADAL" clId="{8BC8A5CF-2DB3-45E9-BF57-F2ED810C291E}" dt="2026-08-23T17:39:07.826" v="558" actId="20577"/>
          <ac:spMkLst>
            <pc:docMk/>
            <pc:sldMk cId="778476490" sldId="628"/>
            <ac:spMk id="3" creationId="{8CFABEED-F208-773A-BFDF-7531DFC12CF1}"/>
          </ac:spMkLst>
        </pc:spChg>
        <pc:spChg chg="mod">
          <ac:chgData name="Khobo, IL, Dr [ilkhobo@sun.ac.za]" userId="b519a442-dcea-4a28-9c45-7e29f1df5837" providerId="ADAL" clId="{8BC8A5CF-2DB3-45E9-BF57-F2ED810C291E}" dt="2026-08-23T17:39:12.768" v="559" actId="1076"/>
          <ac:spMkLst>
            <pc:docMk/>
            <pc:sldMk cId="778476490" sldId="628"/>
            <ac:spMk id="8" creationId="{03908CBE-450D-32A1-B8E2-A12C68320B55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39:54.354" v="568" actId="408"/>
        <pc:sldMkLst>
          <pc:docMk/>
          <pc:sldMk cId="2873117268" sldId="629"/>
        </pc:sldMkLst>
        <pc:spChg chg="mod">
          <ac:chgData name="Khobo, IL, Dr [ilkhobo@sun.ac.za]" userId="b519a442-dcea-4a28-9c45-7e29f1df5837" providerId="ADAL" clId="{8BC8A5CF-2DB3-45E9-BF57-F2ED810C291E}" dt="2026-08-23T17:39:29.167" v="562" actId="20577"/>
          <ac:spMkLst>
            <pc:docMk/>
            <pc:sldMk cId="2873117268" sldId="629"/>
            <ac:spMk id="3" creationId="{7869FF67-9719-D219-879C-A41205C8DB6F}"/>
          </ac:spMkLst>
        </pc:spChg>
        <pc:spChg chg="mod">
          <ac:chgData name="Khobo, IL, Dr [ilkhobo@sun.ac.za]" userId="b519a442-dcea-4a28-9c45-7e29f1df5837" providerId="ADAL" clId="{8BC8A5CF-2DB3-45E9-BF57-F2ED810C291E}" dt="2026-08-23T17:39:50.920" v="567" actId="554"/>
          <ac:spMkLst>
            <pc:docMk/>
            <pc:sldMk cId="2873117268" sldId="629"/>
            <ac:spMk id="7" creationId="{52D2B0EE-87B0-4D3B-8B0A-F8EF8A280C3A}"/>
          </ac:spMkLst>
        </pc:spChg>
        <pc:spChg chg="mod">
          <ac:chgData name="Khobo, IL, Dr [ilkhobo@sun.ac.za]" userId="b519a442-dcea-4a28-9c45-7e29f1df5837" providerId="ADAL" clId="{8BC8A5CF-2DB3-45E9-BF57-F2ED810C291E}" dt="2026-08-23T17:39:33.058" v="563" actId="1076"/>
          <ac:spMkLst>
            <pc:docMk/>
            <pc:sldMk cId="2873117268" sldId="629"/>
            <ac:spMk id="8" creationId="{55BD218F-A9C1-554E-EAE3-138210F08146}"/>
          </ac:spMkLst>
        </pc:spChg>
        <pc:spChg chg="mod">
          <ac:chgData name="Khobo, IL, Dr [ilkhobo@sun.ac.za]" userId="b519a442-dcea-4a28-9c45-7e29f1df5837" providerId="ADAL" clId="{8BC8A5CF-2DB3-45E9-BF57-F2ED810C291E}" dt="2026-08-23T17:39:50.920" v="567" actId="554"/>
          <ac:spMkLst>
            <pc:docMk/>
            <pc:sldMk cId="2873117268" sldId="629"/>
            <ac:spMk id="9" creationId="{ABE7EA19-7FD8-9EEF-6AA6-6BC779852989}"/>
          </ac:spMkLst>
        </pc:spChg>
        <pc:spChg chg="mod">
          <ac:chgData name="Khobo, IL, Dr [ilkhobo@sun.ac.za]" userId="b519a442-dcea-4a28-9c45-7e29f1df5837" providerId="ADAL" clId="{8BC8A5CF-2DB3-45E9-BF57-F2ED810C291E}" dt="2026-08-23T17:39:54.354" v="568" actId="408"/>
          <ac:spMkLst>
            <pc:docMk/>
            <pc:sldMk cId="2873117268" sldId="629"/>
            <ac:spMk id="11" creationId="{7CE97E46-8E84-9FC9-FCE1-D8615CF2F9B9}"/>
          </ac:spMkLst>
        </pc:spChg>
        <pc:spChg chg="mod">
          <ac:chgData name="Khobo, IL, Dr [ilkhobo@sun.ac.za]" userId="b519a442-dcea-4a28-9c45-7e29f1df5837" providerId="ADAL" clId="{8BC8A5CF-2DB3-45E9-BF57-F2ED810C291E}" dt="2026-08-23T17:39:54.354" v="568" actId="408"/>
          <ac:spMkLst>
            <pc:docMk/>
            <pc:sldMk cId="2873117268" sldId="629"/>
            <ac:spMk id="13" creationId="{46C0F0AD-606B-5FAA-48CC-2BA8D8856890}"/>
          </ac:spMkLst>
        </pc:spChg>
        <pc:spChg chg="mod">
          <ac:chgData name="Khobo, IL, Dr [ilkhobo@sun.ac.za]" userId="b519a442-dcea-4a28-9c45-7e29f1df5837" providerId="ADAL" clId="{8BC8A5CF-2DB3-45E9-BF57-F2ED810C291E}" dt="2026-08-23T17:39:54.354" v="568" actId="408"/>
          <ac:spMkLst>
            <pc:docMk/>
            <pc:sldMk cId="2873117268" sldId="629"/>
            <ac:spMk id="21" creationId="{610EDE5A-0138-7368-E3F2-22D0BA3E6537}"/>
          </ac:spMkLst>
        </pc:spChg>
        <pc:spChg chg="mod">
          <ac:chgData name="Khobo, IL, Dr [ilkhobo@sun.ac.za]" userId="b519a442-dcea-4a28-9c45-7e29f1df5837" providerId="ADAL" clId="{8BC8A5CF-2DB3-45E9-BF57-F2ED810C291E}" dt="2026-08-23T17:39:54.354" v="568" actId="408"/>
          <ac:spMkLst>
            <pc:docMk/>
            <pc:sldMk cId="2873117268" sldId="629"/>
            <ac:spMk id="23" creationId="{73BD903C-8F00-418F-4CA1-EEBFDA8B80C2}"/>
          </ac:spMkLst>
        </pc:spChg>
        <pc:spChg chg="mod">
          <ac:chgData name="Khobo, IL, Dr [ilkhobo@sun.ac.za]" userId="b519a442-dcea-4a28-9c45-7e29f1df5837" providerId="ADAL" clId="{8BC8A5CF-2DB3-45E9-BF57-F2ED810C291E}" dt="2026-08-23T17:39:54.354" v="568" actId="408"/>
          <ac:spMkLst>
            <pc:docMk/>
            <pc:sldMk cId="2873117268" sldId="629"/>
            <ac:spMk id="25" creationId="{00B3B0B4-770E-1FCE-7149-C9275054AB3C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40:41.173" v="577" actId="408"/>
        <pc:sldMkLst>
          <pc:docMk/>
          <pc:sldMk cId="3309753378" sldId="630"/>
        </pc:sldMkLst>
        <pc:spChg chg="mod">
          <ac:chgData name="Khobo, IL, Dr [ilkhobo@sun.ac.za]" userId="b519a442-dcea-4a28-9c45-7e29f1df5837" providerId="ADAL" clId="{8BC8A5CF-2DB3-45E9-BF57-F2ED810C291E}" dt="2026-08-23T17:40:03.643" v="571" actId="20577"/>
          <ac:spMkLst>
            <pc:docMk/>
            <pc:sldMk cId="3309753378" sldId="630"/>
            <ac:spMk id="3" creationId="{6B671051-798D-E5B8-ED38-EDA0A18F5E5F}"/>
          </ac:spMkLst>
        </pc:spChg>
        <pc:spChg chg="mod">
          <ac:chgData name="Khobo, IL, Dr [ilkhobo@sun.ac.za]" userId="b519a442-dcea-4a28-9c45-7e29f1df5837" providerId="ADAL" clId="{8BC8A5CF-2DB3-45E9-BF57-F2ED810C291E}" dt="2026-08-23T17:40:35.662" v="576" actId="554"/>
          <ac:spMkLst>
            <pc:docMk/>
            <pc:sldMk cId="3309753378" sldId="630"/>
            <ac:spMk id="7" creationId="{7C48D46F-B1F9-87EA-C55E-A3D66C1D0357}"/>
          </ac:spMkLst>
        </pc:spChg>
        <pc:spChg chg="mod">
          <ac:chgData name="Khobo, IL, Dr [ilkhobo@sun.ac.za]" userId="b519a442-dcea-4a28-9c45-7e29f1df5837" providerId="ADAL" clId="{8BC8A5CF-2DB3-45E9-BF57-F2ED810C291E}" dt="2026-08-23T17:40:09.036" v="572" actId="1076"/>
          <ac:spMkLst>
            <pc:docMk/>
            <pc:sldMk cId="3309753378" sldId="630"/>
            <ac:spMk id="8" creationId="{75CB66DF-9BDB-D748-6FAC-D88A5490EA25}"/>
          </ac:spMkLst>
        </pc:spChg>
        <pc:spChg chg="mod">
          <ac:chgData name="Khobo, IL, Dr [ilkhobo@sun.ac.za]" userId="b519a442-dcea-4a28-9c45-7e29f1df5837" providerId="ADAL" clId="{8BC8A5CF-2DB3-45E9-BF57-F2ED810C291E}" dt="2026-08-23T17:40:35.662" v="576" actId="554"/>
          <ac:spMkLst>
            <pc:docMk/>
            <pc:sldMk cId="3309753378" sldId="630"/>
            <ac:spMk id="9" creationId="{2ABED902-205C-D2BD-0F56-5EF30CCD6CC6}"/>
          </ac:spMkLst>
        </pc:spChg>
        <pc:spChg chg="mod">
          <ac:chgData name="Khobo, IL, Dr [ilkhobo@sun.ac.za]" userId="b519a442-dcea-4a28-9c45-7e29f1df5837" providerId="ADAL" clId="{8BC8A5CF-2DB3-45E9-BF57-F2ED810C291E}" dt="2026-08-23T17:40:41.173" v="577" actId="408"/>
          <ac:spMkLst>
            <pc:docMk/>
            <pc:sldMk cId="3309753378" sldId="630"/>
            <ac:spMk id="11" creationId="{E4F22F8C-5C23-9193-8A68-BB6E5128491B}"/>
          </ac:spMkLst>
        </pc:spChg>
        <pc:spChg chg="mod">
          <ac:chgData name="Khobo, IL, Dr [ilkhobo@sun.ac.za]" userId="b519a442-dcea-4a28-9c45-7e29f1df5837" providerId="ADAL" clId="{8BC8A5CF-2DB3-45E9-BF57-F2ED810C291E}" dt="2026-08-23T17:40:41.173" v="577" actId="408"/>
          <ac:spMkLst>
            <pc:docMk/>
            <pc:sldMk cId="3309753378" sldId="630"/>
            <ac:spMk id="13" creationId="{90B576AD-FADF-E909-1540-3691D2AC8E89}"/>
          </ac:spMkLst>
        </pc:spChg>
        <pc:spChg chg="mod">
          <ac:chgData name="Khobo, IL, Dr [ilkhobo@sun.ac.za]" userId="b519a442-dcea-4a28-9c45-7e29f1df5837" providerId="ADAL" clId="{8BC8A5CF-2DB3-45E9-BF57-F2ED810C291E}" dt="2026-08-23T17:40:41.173" v="577" actId="408"/>
          <ac:spMkLst>
            <pc:docMk/>
            <pc:sldMk cId="3309753378" sldId="630"/>
            <ac:spMk id="21" creationId="{80B2EE83-A203-4BBD-69AD-BB6E8B863EAD}"/>
          </ac:spMkLst>
        </pc:spChg>
        <pc:spChg chg="mod">
          <ac:chgData name="Khobo, IL, Dr [ilkhobo@sun.ac.za]" userId="b519a442-dcea-4a28-9c45-7e29f1df5837" providerId="ADAL" clId="{8BC8A5CF-2DB3-45E9-BF57-F2ED810C291E}" dt="2026-08-23T17:40:41.173" v="577" actId="408"/>
          <ac:spMkLst>
            <pc:docMk/>
            <pc:sldMk cId="3309753378" sldId="630"/>
            <ac:spMk id="23" creationId="{C19B8221-E91B-39DC-8D3E-88C5ACD9EE1F}"/>
          </ac:spMkLst>
        </pc:spChg>
        <pc:spChg chg="mod">
          <ac:chgData name="Khobo, IL, Dr [ilkhobo@sun.ac.za]" userId="b519a442-dcea-4a28-9c45-7e29f1df5837" providerId="ADAL" clId="{8BC8A5CF-2DB3-45E9-BF57-F2ED810C291E}" dt="2026-08-23T17:40:41.173" v="577" actId="408"/>
          <ac:spMkLst>
            <pc:docMk/>
            <pc:sldMk cId="3309753378" sldId="630"/>
            <ac:spMk id="25" creationId="{E37C1F8E-AE67-4D2E-B5FE-C116548C7A53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41:31.819" v="588" actId="1076"/>
        <pc:sldMkLst>
          <pc:docMk/>
          <pc:sldMk cId="2550590743" sldId="631"/>
        </pc:sldMkLst>
        <pc:spChg chg="mod">
          <ac:chgData name="Khobo, IL, Dr [ilkhobo@sun.ac.za]" userId="b519a442-dcea-4a28-9c45-7e29f1df5837" providerId="ADAL" clId="{8BC8A5CF-2DB3-45E9-BF57-F2ED810C291E}" dt="2026-08-23T17:40:56.310" v="580" actId="20577"/>
          <ac:spMkLst>
            <pc:docMk/>
            <pc:sldMk cId="2550590743" sldId="631"/>
            <ac:spMk id="3" creationId="{E4078B1D-20D6-E79E-DE54-90A68D780DB6}"/>
          </ac:spMkLst>
        </pc:spChg>
        <pc:spChg chg="mod">
          <ac:chgData name="Khobo, IL, Dr [ilkhobo@sun.ac.za]" userId="b519a442-dcea-4a28-9c45-7e29f1df5837" providerId="ADAL" clId="{8BC8A5CF-2DB3-45E9-BF57-F2ED810C291E}" dt="2026-08-23T17:41:20.077" v="585" actId="554"/>
          <ac:spMkLst>
            <pc:docMk/>
            <pc:sldMk cId="2550590743" sldId="631"/>
            <ac:spMk id="7" creationId="{2A9412C7-17FA-A66C-B1E4-8084383DFBE3}"/>
          </ac:spMkLst>
        </pc:spChg>
        <pc:spChg chg="mod">
          <ac:chgData name="Khobo, IL, Dr [ilkhobo@sun.ac.za]" userId="b519a442-dcea-4a28-9c45-7e29f1df5837" providerId="ADAL" clId="{8BC8A5CF-2DB3-45E9-BF57-F2ED810C291E}" dt="2026-08-23T17:41:31.819" v="588" actId="1076"/>
          <ac:spMkLst>
            <pc:docMk/>
            <pc:sldMk cId="2550590743" sldId="631"/>
            <ac:spMk id="8" creationId="{845E6A30-321C-B63E-25BF-A59FF32EDC70}"/>
          </ac:spMkLst>
        </pc:spChg>
        <pc:spChg chg="mod">
          <ac:chgData name="Khobo, IL, Dr [ilkhobo@sun.ac.za]" userId="b519a442-dcea-4a28-9c45-7e29f1df5837" providerId="ADAL" clId="{8BC8A5CF-2DB3-45E9-BF57-F2ED810C291E}" dt="2026-08-23T17:41:20.077" v="585" actId="554"/>
          <ac:spMkLst>
            <pc:docMk/>
            <pc:sldMk cId="2550590743" sldId="631"/>
            <ac:spMk id="9" creationId="{C1E11673-D9D7-58CD-74AB-EBB88EBDF2C3}"/>
          </ac:spMkLst>
        </pc:spChg>
        <pc:spChg chg="mod">
          <ac:chgData name="Khobo, IL, Dr [ilkhobo@sun.ac.za]" userId="b519a442-dcea-4a28-9c45-7e29f1df5837" providerId="ADAL" clId="{8BC8A5CF-2DB3-45E9-BF57-F2ED810C291E}" dt="2026-08-23T17:41:23.020" v="586" actId="408"/>
          <ac:spMkLst>
            <pc:docMk/>
            <pc:sldMk cId="2550590743" sldId="631"/>
            <ac:spMk id="11" creationId="{07ACA163-0096-7936-BA8B-C7BF5D33101D}"/>
          </ac:spMkLst>
        </pc:spChg>
        <pc:spChg chg="mod">
          <ac:chgData name="Khobo, IL, Dr [ilkhobo@sun.ac.za]" userId="b519a442-dcea-4a28-9c45-7e29f1df5837" providerId="ADAL" clId="{8BC8A5CF-2DB3-45E9-BF57-F2ED810C291E}" dt="2026-08-23T17:41:23.020" v="586" actId="408"/>
          <ac:spMkLst>
            <pc:docMk/>
            <pc:sldMk cId="2550590743" sldId="631"/>
            <ac:spMk id="13" creationId="{35BC6D7E-0C70-78D7-9D08-4F8A1D6F3C9A}"/>
          </ac:spMkLst>
        </pc:spChg>
        <pc:spChg chg="mod">
          <ac:chgData name="Khobo, IL, Dr [ilkhobo@sun.ac.za]" userId="b519a442-dcea-4a28-9c45-7e29f1df5837" providerId="ADAL" clId="{8BC8A5CF-2DB3-45E9-BF57-F2ED810C291E}" dt="2026-08-23T17:41:23.020" v="586" actId="408"/>
          <ac:spMkLst>
            <pc:docMk/>
            <pc:sldMk cId="2550590743" sldId="631"/>
            <ac:spMk id="21" creationId="{F99ECE89-E2C8-D64F-1CD1-D5B5F1516633}"/>
          </ac:spMkLst>
        </pc:spChg>
        <pc:spChg chg="mod">
          <ac:chgData name="Khobo, IL, Dr [ilkhobo@sun.ac.za]" userId="b519a442-dcea-4a28-9c45-7e29f1df5837" providerId="ADAL" clId="{8BC8A5CF-2DB3-45E9-BF57-F2ED810C291E}" dt="2026-08-23T17:41:23.020" v="586" actId="408"/>
          <ac:spMkLst>
            <pc:docMk/>
            <pc:sldMk cId="2550590743" sldId="631"/>
            <ac:spMk id="23" creationId="{4EE39D2B-F669-3007-DD82-A372A889969C}"/>
          </ac:spMkLst>
        </pc:spChg>
        <pc:spChg chg="mod">
          <ac:chgData name="Khobo, IL, Dr [ilkhobo@sun.ac.za]" userId="b519a442-dcea-4a28-9c45-7e29f1df5837" providerId="ADAL" clId="{8BC8A5CF-2DB3-45E9-BF57-F2ED810C291E}" dt="2026-08-23T17:41:23.020" v="586" actId="408"/>
          <ac:spMkLst>
            <pc:docMk/>
            <pc:sldMk cId="2550590743" sldId="631"/>
            <ac:spMk id="25" creationId="{7E45A2F9-8FA6-957E-34E6-23485BE692FB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08-23T17:42:16.621" v="595" actId="14100"/>
        <pc:sldMkLst>
          <pc:docMk/>
          <pc:sldMk cId="3671712069" sldId="632"/>
        </pc:sldMkLst>
        <pc:spChg chg="del">
          <ac:chgData name="Khobo, IL, Dr [ilkhobo@sun.ac.za]" userId="b519a442-dcea-4a28-9c45-7e29f1df5837" providerId="ADAL" clId="{8BC8A5CF-2DB3-45E9-BF57-F2ED810C291E}" dt="2026-08-23T17:42:06.162" v="590" actId="478"/>
          <ac:spMkLst>
            <pc:docMk/>
            <pc:sldMk cId="3671712069" sldId="632"/>
            <ac:spMk id="3" creationId="{11172B40-A4C0-49BE-C50A-2D367AE9E615}"/>
          </ac:spMkLst>
        </pc:spChg>
        <pc:spChg chg="add mod">
          <ac:chgData name="Khobo, IL, Dr [ilkhobo@sun.ac.za]" userId="b519a442-dcea-4a28-9c45-7e29f1df5837" providerId="ADAL" clId="{8BC8A5CF-2DB3-45E9-BF57-F2ED810C291E}" dt="2026-08-23T17:42:08.436" v="593" actId="20577"/>
          <ac:spMkLst>
            <pc:docMk/>
            <pc:sldMk cId="3671712069" sldId="632"/>
            <ac:spMk id="5" creationId="{585308D0-506A-46D3-7F8A-5BAA8FCB92B8}"/>
          </ac:spMkLst>
        </pc:spChg>
        <pc:spChg chg="del">
          <ac:chgData name="Khobo, IL, Dr [ilkhobo@sun.ac.za]" userId="b519a442-dcea-4a28-9c45-7e29f1df5837" providerId="ADAL" clId="{8BC8A5CF-2DB3-45E9-BF57-F2ED810C291E}" dt="2026-08-23T17:42:11.157" v="594" actId="478"/>
          <ac:spMkLst>
            <pc:docMk/>
            <pc:sldMk cId="3671712069" sldId="632"/>
            <ac:spMk id="8" creationId="{A17B7714-23D4-5CB6-9180-E34F9B8E0946}"/>
          </ac:spMkLst>
        </pc:spChg>
        <pc:spChg chg="mod">
          <ac:chgData name="Khobo, IL, Dr [ilkhobo@sun.ac.za]" userId="b519a442-dcea-4a28-9c45-7e29f1df5837" providerId="ADAL" clId="{8BC8A5CF-2DB3-45E9-BF57-F2ED810C291E}" dt="2026-08-23T17:42:16.621" v="595" actId="14100"/>
          <ac:spMkLst>
            <pc:docMk/>
            <pc:sldMk cId="3671712069" sldId="632"/>
            <ac:spMk id="66" creationId="{0048BCF8-58DB-2EE9-BC8C-9DFF9DEB62BB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08-23T17:44:11.754" v="604" actId="20577"/>
        <pc:sldMkLst>
          <pc:docMk/>
          <pc:sldMk cId="2953720328" sldId="633"/>
        </pc:sldMkLst>
        <pc:spChg chg="add mod">
          <ac:chgData name="Khobo, IL, Dr [ilkhobo@sun.ac.za]" userId="b519a442-dcea-4a28-9c45-7e29f1df5837" providerId="ADAL" clId="{8BC8A5CF-2DB3-45E9-BF57-F2ED810C291E}" dt="2026-08-23T17:43:31.742" v="601" actId="1076"/>
          <ac:spMkLst>
            <pc:docMk/>
            <pc:sldMk cId="2953720328" sldId="633"/>
            <ac:spMk id="3" creationId="{C288CFAC-760A-7146-568E-8FC78A35B3CA}"/>
          </ac:spMkLst>
        </pc:spChg>
        <pc:spChg chg="del">
          <ac:chgData name="Khobo, IL, Dr [ilkhobo@sun.ac.za]" userId="b519a442-dcea-4a28-9c45-7e29f1df5837" providerId="ADAL" clId="{8BC8A5CF-2DB3-45E9-BF57-F2ED810C291E}" dt="2026-08-23T17:42:42.244" v="599" actId="478"/>
          <ac:spMkLst>
            <pc:docMk/>
            <pc:sldMk cId="2953720328" sldId="633"/>
            <ac:spMk id="5" creationId="{558C9420-53A2-4EB8-91A4-C18D0B42AA5D}"/>
          </ac:spMkLst>
        </pc:spChg>
        <pc:spChg chg="add mod">
          <ac:chgData name="Khobo, IL, Dr [ilkhobo@sun.ac.za]" userId="b519a442-dcea-4a28-9c45-7e29f1df5837" providerId="ADAL" clId="{8BC8A5CF-2DB3-45E9-BF57-F2ED810C291E}" dt="2026-08-23T17:44:11.754" v="604" actId="20577"/>
          <ac:spMkLst>
            <pc:docMk/>
            <pc:sldMk cId="2953720328" sldId="633"/>
            <ac:spMk id="10" creationId="{3CF6F028-F111-F5B0-61A0-91F1AA050816}"/>
          </ac:spMkLst>
        </pc:spChg>
        <pc:spChg chg="mod">
          <ac:chgData name="Khobo, IL, Dr [ilkhobo@sun.ac.za]" userId="b519a442-dcea-4a28-9c45-7e29f1df5837" providerId="ADAL" clId="{8BC8A5CF-2DB3-45E9-BF57-F2ED810C291E}" dt="2026-08-23T17:42:36.580" v="598" actId="20577"/>
          <ac:spMkLst>
            <pc:docMk/>
            <pc:sldMk cId="2953720328" sldId="633"/>
            <ac:spMk id="63" creationId="{BD7884AE-23CD-6A21-0B87-478E03CCA9BE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45:04.411" v="616" actId="408"/>
        <pc:sldMkLst>
          <pc:docMk/>
          <pc:sldMk cId="3655023569" sldId="634"/>
        </pc:sldMkLst>
        <pc:spChg chg="mod ord">
          <ac:chgData name="Khobo, IL, Dr [ilkhobo@sun.ac.za]" userId="b519a442-dcea-4a28-9c45-7e29f1df5837" providerId="ADAL" clId="{8BC8A5CF-2DB3-45E9-BF57-F2ED810C291E}" dt="2026-08-23T17:44:45.956" v="611" actId="167"/>
          <ac:spMkLst>
            <pc:docMk/>
            <pc:sldMk cId="3655023569" sldId="634"/>
            <ac:spMk id="3" creationId="{6F20A264-0FE7-D299-2BE6-7030275E0881}"/>
          </ac:spMkLst>
        </pc:spChg>
        <pc:spChg chg="mod">
          <ac:chgData name="Khobo, IL, Dr [ilkhobo@sun.ac.za]" userId="b519a442-dcea-4a28-9c45-7e29f1df5837" providerId="ADAL" clId="{8BC8A5CF-2DB3-45E9-BF57-F2ED810C291E}" dt="2026-08-23T17:45:01.886" v="615" actId="554"/>
          <ac:spMkLst>
            <pc:docMk/>
            <pc:sldMk cId="3655023569" sldId="634"/>
            <ac:spMk id="7" creationId="{13AD3CFB-5B7A-D489-D9BF-8B546600BE60}"/>
          </ac:spMkLst>
        </pc:spChg>
        <pc:spChg chg="mod">
          <ac:chgData name="Khobo, IL, Dr [ilkhobo@sun.ac.za]" userId="b519a442-dcea-4a28-9c45-7e29f1df5837" providerId="ADAL" clId="{8BC8A5CF-2DB3-45E9-BF57-F2ED810C291E}" dt="2026-08-23T17:45:01.886" v="615" actId="554"/>
          <ac:spMkLst>
            <pc:docMk/>
            <pc:sldMk cId="3655023569" sldId="634"/>
            <ac:spMk id="9" creationId="{863D5840-ACCE-9E86-EBF8-449A98C69AB6}"/>
          </ac:spMkLst>
        </pc:spChg>
        <pc:spChg chg="mod">
          <ac:chgData name="Khobo, IL, Dr [ilkhobo@sun.ac.za]" userId="b519a442-dcea-4a28-9c45-7e29f1df5837" providerId="ADAL" clId="{8BC8A5CF-2DB3-45E9-BF57-F2ED810C291E}" dt="2026-08-23T17:44:26.089" v="607" actId="20577"/>
          <ac:spMkLst>
            <pc:docMk/>
            <pc:sldMk cId="3655023569" sldId="634"/>
            <ac:spMk id="10" creationId="{2BDDD7A5-A0C0-6ECC-CED9-F95D11A1FC94}"/>
          </ac:spMkLst>
        </pc:spChg>
        <pc:spChg chg="mod">
          <ac:chgData name="Khobo, IL, Dr [ilkhobo@sun.ac.za]" userId="b519a442-dcea-4a28-9c45-7e29f1df5837" providerId="ADAL" clId="{8BC8A5CF-2DB3-45E9-BF57-F2ED810C291E}" dt="2026-08-23T17:45:04.411" v="616" actId="408"/>
          <ac:spMkLst>
            <pc:docMk/>
            <pc:sldMk cId="3655023569" sldId="634"/>
            <ac:spMk id="11" creationId="{41FEB30D-2FD0-1A16-C28A-E8225DA120CC}"/>
          </ac:spMkLst>
        </pc:spChg>
        <pc:spChg chg="mod">
          <ac:chgData name="Khobo, IL, Dr [ilkhobo@sun.ac.za]" userId="b519a442-dcea-4a28-9c45-7e29f1df5837" providerId="ADAL" clId="{8BC8A5CF-2DB3-45E9-BF57-F2ED810C291E}" dt="2026-08-23T17:45:04.411" v="616" actId="408"/>
          <ac:spMkLst>
            <pc:docMk/>
            <pc:sldMk cId="3655023569" sldId="634"/>
            <ac:spMk id="13" creationId="{FB03247C-215C-CA33-9D76-FE60C836210A}"/>
          </ac:spMkLst>
        </pc:spChg>
        <pc:spChg chg="mod">
          <ac:chgData name="Khobo, IL, Dr [ilkhobo@sun.ac.za]" userId="b519a442-dcea-4a28-9c45-7e29f1df5837" providerId="ADAL" clId="{8BC8A5CF-2DB3-45E9-BF57-F2ED810C291E}" dt="2026-08-23T17:45:04.411" v="616" actId="408"/>
          <ac:spMkLst>
            <pc:docMk/>
            <pc:sldMk cId="3655023569" sldId="634"/>
            <ac:spMk id="21" creationId="{07B25E0C-4515-8997-4052-BBB222267C77}"/>
          </ac:spMkLst>
        </pc:spChg>
        <pc:spChg chg="mod">
          <ac:chgData name="Khobo, IL, Dr [ilkhobo@sun.ac.za]" userId="b519a442-dcea-4a28-9c45-7e29f1df5837" providerId="ADAL" clId="{8BC8A5CF-2DB3-45E9-BF57-F2ED810C291E}" dt="2026-08-23T17:45:04.411" v="616" actId="408"/>
          <ac:spMkLst>
            <pc:docMk/>
            <pc:sldMk cId="3655023569" sldId="634"/>
            <ac:spMk id="23" creationId="{4B5860EA-6D7C-8597-24FA-3CBB410DE1CB}"/>
          </ac:spMkLst>
        </pc:spChg>
        <pc:spChg chg="mod">
          <ac:chgData name="Khobo, IL, Dr [ilkhobo@sun.ac.za]" userId="b519a442-dcea-4a28-9c45-7e29f1df5837" providerId="ADAL" clId="{8BC8A5CF-2DB3-45E9-BF57-F2ED810C291E}" dt="2026-08-23T17:45:04.411" v="616" actId="408"/>
          <ac:spMkLst>
            <pc:docMk/>
            <pc:sldMk cId="3655023569" sldId="634"/>
            <ac:spMk id="25" creationId="{4078D655-5A0E-FC29-C100-519F40B43D65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45:23.630" v="622" actId="1076"/>
        <pc:sldMkLst>
          <pc:docMk/>
          <pc:sldMk cId="1905195556" sldId="635"/>
        </pc:sldMkLst>
        <pc:spChg chg="mod">
          <ac:chgData name="Khobo, IL, Dr [ilkhobo@sun.ac.za]" userId="b519a442-dcea-4a28-9c45-7e29f1df5837" providerId="ADAL" clId="{8BC8A5CF-2DB3-45E9-BF57-F2ED810C291E}" dt="2026-08-23T17:45:23.630" v="622" actId="1076"/>
          <ac:spMkLst>
            <pc:docMk/>
            <pc:sldMk cId="1905195556" sldId="635"/>
            <ac:spMk id="3" creationId="{146282BC-682E-1C92-0C67-DCDE9B7B37AE}"/>
          </ac:spMkLst>
        </pc:spChg>
        <pc:spChg chg="mod">
          <ac:chgData name="Khobo, IL, Dr [ilkhobo@sun.ac.za]" userId="b519a442-dcea-4a28-9c45-7e29f1df5837" providerId="ADAL" clId="{8BC8A5CF-2DB3-45E9-BF57-F2ED810C291E}" dt="2026-08-23T17:45:12.439" v="619" actId="20577"/>
          <ac:spMkLst>
            <pc:docMk/>
            <pc:sldMk cId="1905195556" sldId="635"/>
            <ac:spMk id="10" creationId="{BA5CA37A-BE6C-48FA-A84A-AF211B9DA990}"/>
          </ac:spMkLst>
        </pc:spChg>
        <pc:spChg chg="mod">
          <ac:chgData name="Khobo, IL, Dr [ilkhobo@sun.ac.za]" userId="b519a442-dcea-4a28-9c45-7e29f1df5837" providerId="ADAL" clId="{8BC8A5CF-2DB3-45E9-BF57-F2ED810C291E}" dt="2026-08-23T17:45:17.861" v="621" actId="1076"/>
          <ac:spMkLst>
            <pc:docMk/>
            <pc:sldMk cId="1905195556" sldId="635"/>
            <ac:spMk id="36" creationId="{F90E2B19-FFCA-6B1E-BABE-A40C03CE0D2B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45:42.127" v="626" actId="1076"/>
        <pc:sldMkLst>
          <pc:docMk/>
          <pc:sldMk cId="3985875287" sldId="636"/>
        </pc:sldMkLst>
        <pc:spChg chg="mod">
          <ac:chgData name="Khobo, IL, Dr [ilkhobo@sun.ac.za]" userId="b519a442-dcea-4a28-9c45-7e29f1df5837" providerId="ADAL" clId="{8BC8A5CF-2DB3-45E9-BF57-F2ED810C291E}" dt="2026-08-23T17:45:42.127" v="626" actId="1076"/>
          <ac:spMkLst>
            <pc:docMk/>
            <pc:sldMk cId="3985875287" sldId="636"/>
            <ac:spMk id="3" creationId="{FB758A24-0149-BE57-AFD2-E492A2288B28}"/>
          </ac:spMkLst>
        </pc:spChg>
        <pc:spChg chg="mod">
          <ac:chgData name="Khobo, IL, Dr [ilkhobo@sun.ac.za]" userId="b519a442-dcea-4a28-9c45-7e29f1df5837" providerId="ADAL" clId="{8BC8A5CF-2DB3-45E9-BF57-F2ED810C291E}" dt="2026-08-23T17:45:32.219" v="625" actId="20577"/>
          <ac:spMkLst>
            <pc:docMk/>
            <pc:sldMk cId="3985875287" sldId="636"/>
            <ac:spMk id="10" creationId="{A9952F08-DAD2-CDFA-1EEA-B2F76E23E4BA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46:59.358" v="633" actId="14100"/>
        <pc:sldMkLst>
          <pc:docMk/>
          <pc:sldMk cId="1111874255" sldId="637"/>
        </pc:sldMkLst>
        <pc:spChg chg="mod">
          <ac:chgData name="Khobo, IL, Dr [ilkhobo@sun.ac.za]" userId="b519a442-dcea-4a28-9c45-7e29f1df5837" providerId="ADAL" clId="{8BC8A5CF-2DB3-45E9-BF57-F2ED810C291E}" dt="2026-08-23T17:46:46.577" v="630" actId="1076"/>
          <ac:spMkLst>
            <pc:docMk/>
            <pc:sldMk cId="1111874255" sldId="637"/>
            <ac:spMk id="3" creationId="{94F1C72B-C2C8-2066-EA02-9FEA4E48A274}"/>
          </ac:spMkLst>
        </pc:spChg>
        <pc:spChg chg="mod">
          <ac:chgData name="Khobo, IL, Dr [ilkhobo@sun.ac.za]" userId="b519a442-dcea-4a28-9c45-7e29f1df5837" providerId="ADAL" clId="{8BC8A5CF-2DB3-45E9-BF57-F2ED810C291E}" dt="2026-08-23T17:46:53.476" v="632" actId="20577"/>
          <ac:spMkLst>
            <pc:docMk/>
            <pc:sldMk cId="1111874255" sldId="637"/>
            <ac:spMk id="10" creationId="{216AB33E-517C-14F3-3BE6-8B2D0F650210}"/>
          </ac:spMkLst>
        </pc:spChg>
        <pc:spChg chg="mod">
          <ac:chgData name="Khobo, IL, Dr [ilkhobo@sun.ac.za]" userId="b519a442-dcea-4a28-9c45-7e29f1df5837" providerId="ADAL" clId="{8BC8A5CF-2DB3-45E9-BF57-F2ED810C291E}" dt="2026-08-23T17:46:41.337" v="629" actId="20577"/>
          <ac:spMkLst>
            <pc:docMk/>
            <pc:sldMk cId="1111874255" sldId="637"/>
            <ac:spMk id="63" creationId="{13D99DE6-7385-EA34-D03C-C530DAD76F5F}"/>
          </ac:spMkLst>
        </pc:spChg>
        <pc:spChg chg="mod">
          <ac:chgData name="Khobo, IL, Dr [ilkhobo@sun.ac.za]" userId="b519a442-dcea-4a28-9c45-7e29f1df5837" providerId="ADAL" clId="{8BC8A5CF-2DB3-45E9-BF57-F2ED810C291E}" dt="2026-08-23T17:46:59.358" v="633" actId="14100"/>
          <ac:spMkLst>
            <pc:docMk/>
            <pc:sldMk cId="1111874255" sldId="637"/>
            <ac:spMk id="66" creationId="{32AE8220-4385-7123-1C41-06B4193E1847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47:20.867" v="637" actId="1076"/>
        <pc:sldMkLst>
          <pc:docMk/>
          <pc:sldMk cId="3280476520" sldId="638"/>
        </pc:sldMkLst>
        <pc:spChg chg="mod">
          <ac:chgData name="Khobo, IL, Dr [ilkhobo@sun.ac.za]" userId="b519a442-dcea-4a28-9c45-7e29f1df5837" providerId="ADAL" clId="{8BC8A5CF-2DB3-45E9-BF57-F2ED810C291E}" dt="2026-08-23T17:47:20.867" v="637" actId="1076"/>
          <ac:spMkLst>
            <pc:docMk/>
            <pc:sldMk cId="3280476520" sldId="638"/>
            <ac:spMk id="3" creationId="{7AB00F43-5A08-9E1F-B3C8-DF60BC216318}"/>
          </ac:spMkLst>
        </pc:spChg>
        <pc:spChg chg="mod">
          <ac:chgData name="Khobo, IL, Dr [ilkhobo@sun.ac.za]" userId="b519a442-dcea-4a28-9c45-7e29f1df5837" providerId="ADAL" clId="{8BC8A5CF-2DB3-45E9-BF57-F2ED810C291E}" dt="2026-08-23T17:47:17.183" v="636" actId="20577"/>
          <ac:spMkLst>
            <pc:docMk/>
            <pc:sldMk cId="3280476520" sldId="638"/>
            <ac:spMk id="10" creationId="{EC8AB304-076B-5B97-DE24-20635FB5DC2E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47:32.774" v="641" actId="1076"/>
        <pc:sldMkLst>
          <pc:docMk/>
          <pc:sldMk cId="2331734886" sldId="639"/>
        </pc:sldMkLst>
        <pc:spChg chg="mod">
          <ac:chgData name="Khobo, IL, Dr [ilkhobo@sun.ac.za]" userId="b519a442-dcea-4a28-9c45-7e29f1df5837" providerId="ADAL" clId="{8BC8A5CF-2DB3-45E9-BF57-F2ED810C291E}" dt="2026-08-23T17:47:32.774" v="641" actId="1076"/>
          <ac:spMkLst>
            <pc:docMk/>
            <pc:sldMk cId="2331734886" sldId="639"/>
            <ac:spMk id="3" creationId="{BB1C30A3-2458-AA84-950F-793562402682}"/>
          </ac:spMkLst>
        </pc:spChg>
        <pc:spChg chg="mod">
          <ac:chgData name="Khobo, IL, Dr [ilkhobo@sun.ac.za]" userId="b519a442-dcea-4a28-9c45-7e29f1df5837" providerId="ADAL" clId="{8BC8A5CF-2DB3-45E9-BF57-F2ED810C291E}" dt="2026-08-23T17:47:27.732" v="640" actId="20577"/>
          <ac:spMkLst>
            <pc:docMk/>
            <pc:sldMk cId="2331734886" sldId="639"/>
            <ac:spMk id="10" creationId="{A2D22865-8563-B306-9EE2-0EDA9F0D7696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47:56.804" v="648" actId="14100"/>
        <pc:sldMkLst>
          <pc:docMk/>
          <pc:sldMk cId="3745200648" sldId="640"/>
        </pc:sldMkLst>
        <pc:spChg chg="mod">
          <ac:chgData name="Khobo, IL, Dr [ilkhobo@sun.ac.za]" userId="b519a442-dcea-4a28-9c45-7e29f1df5837" providerId="ADAL" clId="{8BC8A5CF-2DB3-45E9-BF57-F2ED810C291E}" dt="2026-08-23T17:47:46.883" v="645" actId="1076"/>
          <ac:spMkLst>
            <pc:docMk/>
            <pc:sldMk cId="3745200648" sldId="640"/>
            <ac:spMk id="3" creationId="{3B0FD35F-D741-E4CA-B990-85D7CC8BBA87}"/>
          </ac:spMkLst>
        </pc:spChg>
        <pc:spChg chg="mod">
          <ac:chgData name="Khobo, IL, Dr [ilkhobo@sun.ac.za]" userId="b519a442-dcea-4a28-9c45-7e29f1df5837" providerId="ADAL" clId="{8BC8A5CF-2DB3-45E9-BF57-F2ED810C291E}" dt="2026-08-23T17:47:49.437" v="647" actId="20577"/>
          <ac:spMkLst>
            <pc:docMk/>
            <pc:sldMk cId="3745200648" sldId="640"/>
            <ac:spMk id="10" creationId="{F760BC81-8901-B7B4-31EF-5EDCCDBF947F}"/>
          </ac:spMkLst>
        </pc:spChg>
        <pc:spChg chg="mod">
          <ac:chgData name="Khobo, IL, Dr [ilkhobo@sun.ac.za]" userId="b519a442-dcea-4a28-9c45-7e29f1df5837" providerId="ADAL" clId="{8BC8A5CF-2DB3-45E9-BF57-F2ED810C291E}" dt="2026-08-23T17:47:41.796" v="644" actId="20577"/>
          <ac:spMkLst>
            <pc:docMk/>
            <pc:sldMk cId="3745200648" sldId="640"/>
            <ac:spMk id="63" creationId="{5D918C09-2AAB-BCBD-76FB-41F3C91FCA6B}"/>
          </ac:spMkLst>
        </pc:spChg>
        <pc:spChg chg="mod">
          <ac:chgData name="Khobo, IL, Dr [ilkhobo@sun.ac.za]" userId="b519a442-dcea-4a28-9c45-7e29f1df5837" providerId="ADAL" clId="{8BC8A5CF-2DB3-45E9-BF57-F2ED810C291E}" dt="2026-08-23T17:47:56.804" v="648" actId="14100"/>
          <ac:spMkLst>
            <pc:docMk/>
            <pc:sldMk cId="3745200648" sldId="640"/>
            <ac:spMk id="66" creationId="{DAA330DF-E852-8E44-1ED7-56871CC26D04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48:09.430" v="652" actId="1076"/>
        <pc:sldMkLst>
          <pc:docMk/>
          <pc:sldMk cId="1716487985" sldId="641"/>
        </pc:sldMkLst>
        <pc:spChg chg="mod">
          <ac:chgData name="Khobo, IL, Dr [ilkhobo@sun.ac.za]" userId="b519a442-dcea-4a28-9c45-7e29f1df5837" providerId="ADAL" clId="{8BC8A5CF-2DB3-45E9-BF57-F2ED810C291E}" dt="2026-08-23T17:48:09.430" v="652" actId="1076"/>
          <ac:spMkLst>
            <pc:docMk/>
            <pc:sldMk cId="1716487985" sldId="641"/>
            <ac:spMk id="3" creationId="{1055373B-B1C1-22F7-F442-510F9631AFBF}"/>
          </ac:spMkLst>
        </pc:spChg>
        <pc:spChg chg="mod">
          <ac:chgData name="Khobo, IL, Dr [ilkhobo@sun.ac.za]" userId="b519a442-dcea-4a28-9c45-7e29f1df5837" providerId="ADAL" clId="{8BC8A5CF-2DB3-45E9-BF57-F2ED810C291E}" dt="2026-08-23T17:48:05.550" v="651" actId="20577"/>
          <ac:spMkLst>
            <pc:docMk/>
            <pc:sldMk cId="1716487985" sldId="641"/>
            <ac:spMk id="10" creationId="{357DAF8B-3007-7A06-64F9-9F6A970E0D92}"/>
          </ac:spMkLst>
        </pc:spChg>
      </pc:sldChg>
      <pc:sldChg chg="modSp add mod">
        <pc:chgData name="Khobo, IL, Dr [ilkhobo@sun.ac.za]" userId="b519a442-dcea-4a28-9c45-7e29f1df5837" providerId="ADAL" clId="{8BC8A5CF-2DB3-45E9-BF57-F2ED810C291E}" dt="2026-08-23T17:53:47.613" v="711" actId="14100"/>
        <pc:sldMkLst>
          <pc:docMk/>
          <pc:sldMk cId="2991393679" sldId="642"/>
        </pc:sldMkLst>
        <pc:spChg chg="mod">
          <ac:chgData name="Khobo, IL, Dr [ilkhobo@sun.ac.za]" userId="b519a442-dcea-4a28-9c45-7e29f1df5837" providerId="ADAL" clId="{8BC8A5CF-2DB3-45E9-BF57-F2ED810C291E}" dt="2026-08-23T17:48:24.107" v="656" actId="1076"/>
          <ac:spMkLst>
            <pc:docMk/>
            <pc:sldMk cId="2991393679" sldId="642"/>
            <ac:spMk id="3" creationId="{00D2DE1F-EECC-A67D-6617-C833D219F4E4}"/>
          </ac:spMkLst>
        </pc:spChg>
        <pc:spChg chg="mod">
          <ac:chgData name="Khobo, IL, Dr [ilkhobo@sun.ac.za]" userId="b519a442-dcea-4a28-9c45-7e29f1df5837" providerId="ADAL" clId="{8BC8A5CF-2DB3-45E9-BF57-F2ED810C291E}" dt="2026-08-23T17:48:26.437" v="658" actId="20577"/>
          <ac:spMkLst>
            <pc:docMk/>
            <pc:sldMk cId="2991393679" sldId="642"/>
            <ac:spMk id="10" creationId="{81209EFB-EDB9-8C82-0A18-F7EF3157DDBE}"/>
          </ac:spMkLst>
        </pc:spChg>
        <pc:spChg chg="mod">
          <ac:chgData name="Khobo, IL, Dr [ilkhobo@sun.ac.za]" userId="b519a442-dcea-4a28-9c45-7e29f1df5837" providerId="ADAL" clId="{8BC8A5CF-2DB3-45E9-BF57-F2ED810C291E}" dt="2026-08-23T17:48:20.778" v="655" actId="20577"/>
          <ac:spMkLst>
            <pc:docMk/>
            <pc:sldMk cId="2991393679" sldId="642"/>
            <ac:spMk id="63" creationId="{53021210-B0F4-4DD6-53BB-4D7C36DDE536}"/>
          </ac:spMkLst>
        </pc:spChg>
        <pc:spChg chg="mod">
          <ac:chgData name="Khobo, IL, Dr [ilkhobo@sun.ac.za]" userId="b519a442-dcea-4a28-9c45-7e29f1df5837" providerId="ADAL" clId="{8BC8A5CF-2DB3-45E9-BF57-F2ED810C291E}" dt="2026-08-23T17:53:47.613" v="711" actId="14100"/>
          <ac:spMkLst>
            <pc:docMk/>
            <pc:sldMk cId="2991393679" sldId="642"/>
            <ac:spMk id="66" creationId="{7331986A-EB1F-2A76-E6E5-C773F29F12A3}"/>
          </ac:spMkLst>
        </pc:spChg>
      </pc:sldChg>
      <pc:sldChg chg="modSp add del mod">
        <pc:chgData name="Khobo, IL, Dr [ilkhobo@sun.ac.za]" userId="b519a442-dcea-4a28-9c45-7e29f1df5837" providerId="ADAL" clId="{8BC8A5CF-2DB3-45E9-BF57-F2ED810C291E}" dt="2026-08-23T17:54:19.252" v="712" actId="47"/>
        <pc:sldMkLst>
          <pc:docMk/>
          <pc:sldMk cId="1194972416" sldId="643"/>
        </pc:sldMkLst>
        <pc:spChg chg="mod">
          <ac:chgData name="Khobo, IL, Dr [ilkhobo@sun.ac.za]" userId="b519a442-dcea-4a28-9c45-7e29f1df5837" providerId="ADAL" clId="{8BC8A5CF-2DB3-45E9-BF57-F2ED810C291E}" dt="2026-08-23T17:48:55.365" v="663" actId="1076"/>
          <ac:spMkLst>
            <pc:docMk/>
            <pc:sldMk cId="1194972416" sldId="643"/>
            <ac:spMk id="3" creationId="{C7B7ECA5-BC2F-0359-B713-8A471F75678E}"/>
          </ac:spMkLst>
        </pc:spChg>
        <pc:spChg chg="mod">
          <ac:chgData name="Khobo, IL, Dr [ilkhobo@sun.ac.za]" userId="b519a442-dcea-4a28-9c45-7e29f1df5837" providerId="ADAL" clId="{8BC8A5CF-2DB3-45E9-BF57-F2ED810C291E}" dt="2026-08-23T17:48:35.195" v="661" actId="20577"/>
          <ac:spMkLst>
            <pc:docMk/>
            <pc:sldMk cId="1194972416" sldId="643"/>
            <ac:spMk id="10" creationId="{BACBA999-4BA7-6F46-37D0-3B90F69A20B0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08-23T18:10:23.187" v="850" actId="22"/>
        <pc:sldMkLst>
          <pc:docMk/>
          <pc:sldMk cId="1137677565" sldId="644"/>
        </pc:sldMkLst>
        <pc:spChg chg="add del mod">
          <ac:chgData name="Khobo, IL, Dr [ilkhobo@sun.ac.za]" userId="b519a442-dcea-4a28-9c45-7e29f1df5837" providerId="ADAL" clId="{8BC8A5CF-2DB3-45E9-BF57-F2ED810C291E}" dt="2026-08-23T17:56:04.237" v="715" actId="478"/>
          <ac:spMkLst>
            <pc:docMk/>
            <pc:sldMk cId="1137677565" sldId="644"/>
            <ac:spMk id="3" creationId="{A173C42E-296C-6D08-3CA2-C833B6672627}"/>
          </ac:spMkLst>
        </pc:spChg>
        <pc:spChg chg="add mod">
          <ac:chgData name="Khobo, IL, Dr [ilkhobo@sun.ac.za]" userId="b519a442-dcea-4a28-9c45-7e29f1df5837" providerId="ADAL" clId="{8BC8A5CF-2DB3-45E9-BF57-F2ED810C291E}" dt="2026-08-23T18:10:09.658" v="849" actId="20577"/>
          <ac:spMkLst>
            <pc:docMk/>
            <pc:sldMk cId="1137677565" sldId="644"/>
            <ac:spMk id="5" creationId="{C110FD94-9CEC-C9EC-9BF9-42DF34E490EE}"/>
          </ac:spMkLst>
        </pc:spChg>
        <pc:spChg chg="del mod">
          <ac:chgData name="Khobo, IL, Dr [ilkhobo@sun.ac.za]" userId="b519a442-dcea-4a28-9c45-7e29f1df5837" providerId="ADAL" clId="{8BC8A5CF-2DB3-45E9-BF57-F2ED810C291E}" dt="2026-08-23T18:09:48.290" v="844" actId="478"/>
          <ac:spMkLst>
            <pc:docMk/>
            <pc:sldMk cId="1137677565" sldId="644"/>
            <ac:spMk id="10" creationId="{76BAED5E-3B24-EBAE-A2C1-03E565E08D57}"/>
          </ac:spMkLst>
        </pc:spChg>
        <pc:spChg chg="add">
          <ac:chgData name="Khobo, IL, Dr [ilkhobo@sun.ac.za]" userId="b519a442-dcea-4a28-9c45-7e29f1df5837" providerId="ADAL" clId="{8BC8A5CF-2DB3-45E9-BF57-F2ED810C291E}" dt="2026-08-23T18:10:23.187" v="850" actId="22"/>
          <ac:spMkLst>
            <pc:docMk/>
            <pc:sldMk cId="1137677565" sldId="644"/>
            <ac:spMk id="12" creationId="{CE979D1F-0CCF-B621-7F40-277D72ABF252}"/>
          </ac:spMkLst>
        </pc:spChg>
        <pc:spChg chg="del mod">
          <ac:chgData name="Khobo, IL, Dr [ilkhobo@sun.ac.za]" userId="b519a442-dcea-4a28-9c45-7e29f1df5837" providerId="ADAL" clId="{8BC8A5CF-2DB3-45E9-BF57-F2ED810C291E}" dt="2026-08-23T18:09:40.153" v="842" actId="478"/>
          <ac:spMkLst>
            <pc:docMk/>
            <pc:sldMk cId="1137677565" sldId="644"/>
            <ac:spMk id="63" creationId="{FD01F9BB-6B09-12F4-813E-E37B444E8333}"/>
          </ac:spMkLst>
        </pc:spChg>
        <pc:spChg chg="mod">
          <ac:chgData name="Khobo, IL, Dr [ilkhobo@sun.ac.za]" userId="b519a442-dcea-4a28-9c45-7e29f1df5837" providerId="ADAL" clId="{8BC8A5CF-2DB3-45E9-BF57-F2ED810C291E}" dt="2026-08-23T18:09:45.669" v="843" actId="14100"/>
          <ac:spMkLst>
            <pc:docMk/>
            <pc:sldMk cId="1137677565" sldId="644"/>
            <ac:spMk id="66" creationId="{9C446FE6-2422-3061-5D50-DE0F2987BFB5}"/>
          </ac:spMkLst>
        </pc:spChg>
      </pc:sldChg>
      <pc:sldChg chg="delSp modSp add del mod">
        <pc:chgData name="Khobo, IL, Dr [ilkhobo@sun.ac.za]" userId="b519a442-dcea-4a28-9c45-7e29f1df5837" providerId="ADAL" clId="{8BC8A5CF-2DB3-45E9-BF57-F2ED810C291E}" dt="2026-08-23T18:10:27.942" v="851" actId="2696"/>
        <pc:sldMkLst>
          <pc:docMk/>
          <pc:sldMk cId="3311708555" sldId="645"/>
        </pc:sldMkLst>
        <pc:spChg chg="del">
          <ac:chgData name="Khobo, IL, Dr [ilkhobo@sun.ac.za]" userId="b519a442-dcea-4a28-9c45-7e29f1df5837" providerId="ADAL" clId="{8BC8A5CF-2DB3-45E9-BF57-F2ED810C291E}" dt="2026-08-23T17:50:01.832" v="673" actId="478"/>
          <ac:spMkLst>
            <pc:docMk/>
            <pc:sldMk cId="3311708555" sldId="645"/>
            <ac:spMk id="3" creationId="{3E91068C-3725-0DDE-17C8-A8CAEA5E215A}"/>
          </ac:spMkLst>
        </pc:spChg>
        <pc:spChg chg="mod">
          <ac:chgData name="Khobo, IL, Dr [ilkhobo@sun.ac.za]" userId="b519a442-dcea-4a28-9c45-7e29f1df5837" providerId="ADAL" clId="{8BC8A5CF-2DB3-45E9-BF57-F2ED810C291E}" dt="2026-08-23T17:50:55.522" v="710" actId="1076"/>
          <ac:spMkLst>
            <pc:docMk/>
            <pc:sldMk cId="3311708555" sldId="645"/>
            <ac:spMk id="10" creationId="{4E82C070-229E-FD11-C321-F19600036C4B}"/>
          </ac:spMkLst>
        </pc:spChg>
        <pc:spChg chg="mod">
          <ac:chgData name="Khobo, IL, Dr [ilkhobo@sun.ac.za]" userId="b519a442-dcea-4a28-9c45-7e29f1df5837" providerId="ADAL" clId="{8BC8A5CF-2DB3-45E9-BF57-F2ED810C291E}" dt="2026-08-23T17:50:24.482" v="675" actId="14100"/>
          <ac:spMkLst>
            <pc:docMk/>
            <pc:sldMk cId="3311708555" sldId="645"/>
            <ac:spMk id="66" creationId="{7F55BB30-2C45-203D-631F-6C507DFC6CDA}"/>
          </ac:spMkLst>
        </pc:spChg>
      </pc:sldChg>
      <pc:sldChg chg="addSp delSp modSp add mod modTransition">
        <pc:chgData name="Khobo, IL, Dr [ilkhobo@sun.ac.za]" userId="b519a442-dcea-4a28-9c45-7e29f1df5837" providerId="ADAL" clId="{8BC8A5CF-2DB3-45E9-BF57-F2ED810C291E}" dt="2026-08-23T18:11:22.984" v="858"/>
        <pc:sldMkLst>
          <pc:docMk/>
          <pc:sldMk cId="495873230" sldId="646"/>
        </pc:sldMkLst>
        <pc:spChg chg="add del mod">
          <ac:chgData name="Khobo, IL, Dr [ilkhobo@sun.ac.za]" userId="b519a442-dcea-4a28-9c45-7e29f1df5837" providerId="ADAL" clId="{8BC8A5CF-2DB3-45E9-BF57-F2ED810C291E}" dt="2026-08-23T17:59:28.981" v="723" actId="22"/>
          <ac:spMkLst>
            <pc:docMk/>
            <pc:sldMk cId="495873230" sldId="646"/>
            <ac:spMk id="3" creationId="{8BCB0C0F-A234-438A-6E28-28A766A6F5C5}"/>
          </ac:spMkLst>
        </pc:spChg>
        <pc:spChg chg="add del mod">
          <ac:chgData name="Khobo, IL, Dr [ilkhobo@sun.ac.za]" userId="b519a442-dcea-4a28-9c45-7e29f1df5837" providerId="ADAL" clId="{8BC8A5CF-2DB3-45E9-BF57-F2ED810C291E}" dt="2026-08-23T17:59:28.981" v="723" actId="22"/>
          <ac:spMkLst>
            <pc:docMk/>
            <pc:sldMk cId="495873230" sldId="646"/>
            <ac:spMk id="8" creationId="{FF38FDC0-9DF3-520B-69E8-419C5CC36EF7}"/>
          </ac:spMkLst>
        </pc:spChg>
        <pc:spChg chg="del">
          <ac:chgData name="Khobo, IL, Dr [ilkhobo@sun.ac.za]" userId="b519a442-dcea-4a28-9c45-7e29f1df5837" providerId="ADAL" clId="{8BC8A5CF-2DB3-45E9-BF57-F2ED810C291E}" dt="2026-08-23T17:58:40.210" v="719" actId="478"/>
          <ac:spMkLst>
            <pc:docMk/>
            <pc:sldMk cId="495873230" sldId="646"/>
            <ac:spMk id="10" creationId="{1F6EE539-E623-A65D-56DF-8243EC69D967}"/>
          </ac:spMkLst>
        </pc:spChg>
        <pc:spChg chg="add del mod">
          <ac:chgData name="Khobo, IL, Dr [ilkhobo@sun.ac.za]" userId="b519a442-dcea-4a28-9c45-7e29f1df5837" providerId="ADAL" clId="{8BC8A5CF-2DB3-45E9-BF57-F2ED810C291E}" dt="2026-08-23T17:59:28.981" v="723" actId="22"/>
          <ac:spMkLst>
            <pc:docMk/>
            <pc:sldMk cId="495873230" sldId="646"/>
            <ac:spMk id="16" creationId="{23B90406-59E9-E66A-28CA-0FFA5695238A}"/>
          </ac:spMkLst>
        </pc:spChg>
        <pc:spChg chg="add del mod">
          <ac:chgData name="Khobo, IL, Dr [ilkhobo@sun.ac.za]" userId="b519a442-dcea-4a28-9c45-7e29f1df5837" providerId="ADAL" clId="{8BC8A5CF-2DB3-45E9-BF57-F2ED810C291E}" dt="2026-08-23T17:59:28.981" v="723" actId="22"/>
          <ac:spMkLst>
            <pc:docMk/>
            <pc:sldMk cId="495873230" sldId="646"/>
            <ac:spMk id="18" creationId="{3E0B5E65-05C0-C8F0-9F83-1AC48D581BD0}"/>
          </ac:spMkLst>
        </pc:spChg>
        <pc:spChg chg="add del mod">
          <ac:chgData name="Khobo, IL, Dr [ilkhobo@sun.ac.za]" userId="b519a442-dcea-4a28-9c45-7e29f1df5837" providerId="ADAL" clId="{8BC8A5CF-2DB3-45E9-BF57-F2ED810C291E}" dt="2026-08-23T17:59:28.981" v="723" actId="22"/>
          <ac:spMkLst>
            <pc:docMk/>
            <pc:sldMk cId="495873230" sldId="646"/>
            <ac:spMk id="24" creationId="{409477C5-C185-DA6B-1605-2B627689993E}"/>
          </ac:spMkLst>
        </pc:spChg>
        <pc:spChg chg="add del mod">
          <ac:chgData name="Khobo, IL, Dr [ilkhobo@sun.ac.za]" userId="b519a442-dcea-4a28-9c45-7e29f1df5837" providerId="ADAL" clId="{8BC8A5CF-2DB3-45E9-BF57-F2ED810C291E}" dt="2026-08-23T17:59:28.981" v="723" actId="22"/>
          <ac:spMkLst>
            <pc:docMk/>
            <pc:sldMk cId="495873230" sldId="646"/>
            <ac:spMk id="46" creationId="{BFEEEDCB-6B62-A57F-BBA0-9A4F31EEBBE7}"/>
          </ac:spMkLst>
        </pc:spChg>
        <pc:spChg chg="add del mod">
          <ac:chgData name="Khobo, IL, Dr [ilkhobo@sun.ac.za]" userId="b519a442-dcea-4a28-9c45-7e29f1df5837" providerId="ADAL" clId="{8BC8A5CF-2DB3-45E9-BF57-F2ED810C291E}" dt="2026-08-23T17:59:28.981" v="723" actId="22"/>
          <ac:spMkLst>
            <pc:docMk/>
            <pc:sldMk cId="495873230" sldId="646"/>
            <ac:spMk id="52" creationId="{EFB52D9D-3F11-8D1C-1C5F-165E4826B97E}"/>
          </ac:spMkLst>
        </pc:spChg>
        <pc:spChg chg="add del mod">
          <ac:chgData name="Khobo, IL, Dr [ilkhobo@sun.ac.za]" userId="b519a442-dcea-4a28-9c45-7e29f1df5837" providerId="ADAL" clId="{8BC8A5CF-2DB3-45E9-BF57-F2ED810C291E}" dt="2026-08-23T17:59:28.981" v="723" actId="22"/>
          <ac:spMkLst>
            <pc:docMk/>
            <pc:sldMk cId="495873230" sldId="646"/>
            <ac:spMk id="60" creationId="{45109C5C-82EF-B738-F1B5-1E0C90AB587B}"/>
          </ac:spMkLst>
        </pc:spChg>
        <pc:spChg chg="del">
          <ac:chgData name="Khobo, IL, Dr [ilkhobo@sun.ac.za]" userId="b519a442-dcea-4a28-9c45-7e29f1df5837" providerId="ADAL" clId="{8BC8A5CF-2DB3-45E9-BF57-F2ED810C291E}" dt="2026-08-23T17:58:34.996" v="718" actId="478"/>
          <ac:spMkLst>
            <pc:docMk/>
            <pc:sldMk cId="495873230" sldId="646"/>
            <ac:spMk id="63" creationId="{3D185ABD-8D42-5B52-0E1A-78539976CEAE}"/>
          </ac:spMkLst>
        </pc:spChg>
        <pc:spChg chg="add del mod">
          <ac:chgData name="Khobo, IL, Dr [ilkhobo@sun.ac.za]" userId="b519a442-dcea-4a28-9c45-7e29f1df5837" providerId="ADAL" clId="{8BC8A5CF-2DB3-45E9-BF57-F2ED810C291E}" dt="2026-08-23T17:59:28.981" v="723" actId="22"/>
          <ac:spMkLst>
            <pc:docMk/>
            <pc:sldMk cId="495873230" sldId="646"/>
            <ac:spMk id="64" creationId="{F053A6B7-F1FD-5979-F758-AFE18A711A64}"/>
          </ac:spMkLst>
        </pc:spChg>
        <pc:spChg chg="mod">
          <ac:chgData name="Khobo, IL, Dr [ilkhobo@sun.ac.za]" userId="b519a442-dcea-4a28-9c45-7e29f1df5837" providerId="ADAL" clId="{8BC8A5CF-2DB3-45E9-BF57-F2ED810C291E}" dt="2026-08-23T18:00:51.990" v="736" actId="20577"/>
          <ac:spMkLst>
            <pc:docMk/>
            <pc:sldMk cId="495873230" sldId="646"/>
            <ac:spMk id="66" creationId="{27FAFD03-7D1F-3F75-C890-E6D8DAA7D88B}"/>
          </ac:spMkLst>
        </pc:spChg>
        <pc:spChg chg="add del mod">
          <ac:chgData name="Khobo, IL, Dr [ilkhobo@sun.ac.za]" userId="b519a442-dcea-4a28-9c45-7e29f1df5837" providerId="ADAL" clId="{8BC8A5CF-2DB3-45E9-BF57-F2ED810C291E}" dt="2026-08-23T17:59:28.981" v="723" actId="22"/>
          <ac:spMkLst>
            <pc:docMk/>
            <pc:sldMk cId="495873230" sldId="646"/>
            <ac:spMk id="71" creationId="{B9AC3DEE-C79B-29A2-18F4-42D0B5760349}"/>
          </ac:spMkLst>
        </pc:spChg>
        <pc:spChg chg="add mod">
          <ac:chgData name="Khobo, IL, Dr [ilkhobo@sun.ac.za]" userId="b519a442-dcea-4a28-9c45-7e29f1df5837" providerId="ADAL" clId="{8BC8A5CF-2DB3-45E9-BF57-F2ED810C291E}" dt="2026-08-23T18:10:49.044" v="857" actId="20577"/>
          <ac:spMkLst>
            <pc:docMk/>
            <pc:sldMk cId="495873230" sldId="646"/>
            <ac:spMk id="73" creationId="{C29DC0D5-397D-5F5E-11A4-195D1677CDA9}"/>
          </ac:spMkLst>
        </pc:spChg>
        <pc:spChg chg="add mod">
          <ac:chgData name="Khobo, IL, Dr [ilkhobo@sun.ac.za]" userId="b519a442-dcea-4a28-9c45-7e29f1df5837" providerId="ADAL" clId="{8BC8A5CF-2DB3-45E9-BF57-F2ED810C291E}" dt="2026-08-23T18:00:18.233" v="725" actId="1076"/>
          <ac:spMkLst>
            <pc:docMk/>
            <pc:sldMk cId="495873230" sldId="646"/>
            <ac:spMk id="75" creationId="{5617BBB3-6D98-4FCE-6F5A-156EE293886B}"/>
          </ac:spMkLst>
        </pc:spChg>
        <pc:spChg chg="add mod">
          <ac:chgData name="Khobo, IL, Dr [ilkhobo@sun.ac.za]" userId="b519a442-dcea-4a28-9c45-7e29f1df5837" providerId="ADAL" clId="{8BC8A5CF-2DB3-45E9-BF57-F2ED810C291E}" dt="2026-08-23T18:00:18.233" v="725" actId="1076"/>
          <ac:spMkLst>
            <pc:docMk/>
            <pc:sldMk cId="495873230" sldId="646"/>
            <ac:spMk id="79" creationId="{F508299E-AFDC-B3D8-AE24-A5428D6517E4}"/>
          </ac:spMkLst>
        </pc:spChg>
        <pc:spChg chg="add mod">
          <ac:chgData name="Khobo, IL, Dr [ilkhobo@sun.ac.za]" userId="b519a442-dcea-4a28-9c45-7e29f1df5837" providerId="ADAL" clId="{8BC8A5CF-2DB3-45E9-BF57-F2ED810C291E}" dt="2026-08-23T18:00:18.233" v="725" actId="1076"/>
          <ac:spMkLst>
            <pc:docMk/>
            <pc:sldMk cId="495873230" sldId="646"/>
            <ac:spMk id="83" creationId="{D619D647-83E8-CEED-4F10-0810075C30F7}"/>
          </ac:spMkLst>
        </pc:spChg>
        <pc:spChg chg="add mod">
          <ac:chgData name="Khobo, IL, Dr [ilkhobo@sun.ac.za]" userId="b519a442-dcea-4a28-9c45-7e29f1df5837" providerId="ADAL" clId="{8BC8A5CF-2DB3-45E9-BF57-F2ED810C291E}" dt="2026-08-23T18:00:18.233" v="725" actId="1076"/>
          <ac:spMkLst>
            <pc:docMk/>
            <pc:sldMk cId="495873230" sldId="646"/>
            <ac:spMk id="87" creationId="{33E1929E-335C-464B-005A-E41DCDDF5D84}"/>
          </ac:spMkLst>
        </pc:spChg>
        <pc:spChg chg="add mod">
          <ac:chgData name="Khobo, IL, Dr [ilkhobo@sun.ac.za]" userId="b519a442-dcea-4a28-9c45-7e29f1df5837" providerId="ADAL" clId="{8BC8A5CF-2DB3-45E9-BF57-F2ED810C291E}" dt="2026-08-23T18:00:18.233" v="725" actId="1076"/>
          <ac:spMkLst>
            <pc:docMk/>
            <pc:sldMk cId="495873230" sldId="646"/>
            <ac:spMk id="93" creationId="{29FFB86A-A32A-CE6A-C10D-690AC4F614BA}"/>
          </ac:spMkLst>
        </pc:spChg>
        <pc:spChg chg="add mod">
          <ac:chgData name="Khobo, IL, Dr [ilkhobo@sun.ac.za]" userId="b519a442-dcea-4a28-9c45-7e29f1df5837" providerId="ADAL" clId="{8BC8A5CF-2DB3-45E9-BF57-F2ED810C291E}" dt="2026-08-23T18:00:18.233" v="725" actId="1076"/>
          <ac:spMkLst>
            <pc:docMk/>
            <pc:sldMk cId="495873230" sldId="646"/>
            <ac:spMk id="103" creationId="{ABB719DB-1CE0-B2AD-16DE-77837D30B068}"/>
          </ac:spMkLst>
        </pc:spChg>
        <pc:spChg chg="add mod">
          <ac:chgData name="Khobo, IL, Dr [ilkhobo@sun.ac.za]" userId="b519a442-dcea-4a28-9c45-7e29f1df5837" providerId="ADAL" clId="{8BC8A5CF-2DB3-45E9-BF57-F2ED810C291E}" dt="2026-08-23T18:00:18.233" v="725" actId="1076"/>
          <ac:spMkLst>
            <pc:docMk/>
            <pc:sldMk cId="495873230" sldId="646"/>
            <ac:spMk id="105" creationId="{B596DC1D-74A9-0C46-57FD-276F073C5F19}"/>
          </ac:spMkLst>
        </pc:spChg>
        <pc:spChg chg="add mod">
          <ac:chgData name="Khobo, IL, Dr [ilkhobo@sun.ac.za]" userId="b519a442-dcea-4a28-9c45-7e29f1df5837" providerId="ADAL" clId="{8BC8A5CF-2DB3-45E9-BF57-F2ED810C291E}" dt="2026-08-23T18:00:18.233" v="725" actId="1076"/>
          <ac:spMkLst>
            <pc:docMk/>
            <pc:sldMk cId="495873230" sldId="646"/>
            <ac:spMk id="109" creationId="{692CE733-DD11-1673-E5B5-1307B22E1A6C}"/>
          </ac:spMkLst>
        </pc:spChg>
        <pc:spChg chg="add mod">
          <ac:chgData name="Khobo, IL, Dr [ilkhobo@sun.ac.za]" userId="b519a442-dcea-4a28-9c45-7e29f1df5837" providerId="ADAL" clId="{8BC8A5CF-2DB3-45E9-BF57-F2ED810C291E}" dt="2026-08-23T18:00:18.233" v="725" actId="1076"/>
          <ac:spMkLst>
            <pc:docMk/>
            <pc:sldMk cId="495873230" sldId="646"/>
            <ac:spMk id="111" creationId="{F395CC4B-D8FB-42B2-37DA-CA2FA1BB91B5}"/>
          </ac:spMkLst>
        </pc:spChg>
        <pc:spChg chg="add mod">
          <ac:chgData name="Khobo, IL, Dr [ilkhobo@sun.ac.za]" userId="b519a442-dcea-4a28-9c45-7e29f1df5837" providerId="ADAL" clId="{8BC8A5CF-2DB3-45E9-BF57-F2ED810C291E}" dt="2026-08-23T18:00:37.323" v="729" actId="208"/>
          <ac:spMkLst>
            <pc:docMk/>
            <pc:sldMk cId="495873230" sldId="646"/>
            <ac:spMk id="117" creationId="{3AA930B0-D91D-7B6D-71EF-44A7D8BD779B}"/>
          </ac:spMkLst>
        </pc:spChg>
        <pc:spChg chg="add mod">
          <ac:chgData name="Khobo, IL, Dr [ilkhobo@sun.ac.za]" userId="b519a442-dcea-4a28-9c45-7e29f1df5837" providerId="ADAL" clId="{8BC8A5CF-2DB3-45E9-BF57-F2ED810C291E}" dt="2026-08-23T18:01:24.066" v="770" actId="2711"/>
          <ac:spMkLst>
            <pc:docMk/>
            <pc:sldMk cId="495873230" sldId="646"/>
            <ac:spMk id="118" creationId="{CAD667DF-4A71-BD55-A32E-F55E07FC5592}"/>
          </ac:spMkLst>
        </pc:spChg>
        <pc:spChg chg="add mod">
          <ac:chgData name="Khobo, IL, Dr [ilkhobo@sun.ac.za]" userId="b519a442-dcea-4a28-9c45-7e29f1df5837" providerId="ADAL" clId="{8BC8A5CF-2DB3-45E9-BF57-F2ED810C291E}" dt="2026-08-23T18:01:48.112" v="796" actId="20577"/>
          <ac:spMkLst>
            <pc:docMk/>
            <pc:sldMk cId="495873230" sldId="646"/>
            <ac:spMk id="120" creationId="{24418EF7-0080-A1CE-A532-95329A03F695}"/>
          </ac:spMkLst>
        </pc:spChg>
      </pc:sldChg>
      <pc:sldChg chg="addSp delSp modSp add mod modTransition">
        <pc:chgData name="Khobo, IL, Dr [ilkhobo@sun.ac.za]" userId="b519a442-dcea-4a28-9c45-7e29f1df5837" providerId="ADAL" clId="{8BC8A5CF-2DB3-45E9-BF57-F2ED810C291E}" dt="2026-08-23T19:08:04.938" v="1123" actId="27116"/>
        <pc:sldMkLst>
          <pc:docMk/>
          <pc:sldMk cId="358219697" sldId="647"/>
        </pc:sldMkLst>
        <pc:spChg chg="del">
          <ac:chgData name="Khobo, IL, Dr [ilkhobo@sun.ac.za]" userId="b519a442-dcea-4a28-9c45-7e29f1df5837" providerId="ADAL" clId="{8BC8A5CF-2DB3-45E9-BF57-F2ED810C291E}" dt="2026-08-23T18:08:12.203" v="832" actId="478"/>
          <ac:spMkLst>
            <pc:docMk/>
            <pc:sldMk cId="358219697" sldId="647"/>
            <ac:spMk id="4" creationId="{A7C45705-BAA8-C0FD-CAEF-E4ADC7AB2CD9}"/>
          </ac:spMkLst>
        </pc:spChg>
        <pc:spChg chg="del">
          <ac:chgData name="Khobo, IL, Dr [ilkhobo@sun.ac.za]" userId="b519a442-dcea-4a28-9c45-7e29f1df5837" providerId="ADAL" clId="{8BC8A5CF-2DB3-45E9-BF57-F2ED810C291E}" dt="2026-08-23T18:08:25.248" v="835" actId="478"/>
          <ac:spMkLst>
            <pc:docMk/>
            <pc:sldMk cId="358219697" sldId="647"/>
            <ac:spMk id="6" creationId="{A3C7A88C-65EB-DC99-FD0C-B99112EC7520}"/>
          </ac:spMkLst>
        </pc:spChg>
        <pc:spChg chg="del">
          <ac:chgData name="Khobo, IL, Dr [ilkhobo@sun.ac.za]" userId="b519a442-dcea-4a28-9c45-7e29f1df5837" providerId="ADAL" clId="{8BC8A5CF-2DB3-45E9-BF57-F2ED810C291E}" dt="2026-08-23T18:08:16.135" v="833" actId="478"/>
          <ac:spMkLst>
            <pc:docMk/>
            <pc:sldMk cId="358219697" sldId="647"/>
            <ac:spMk id="9" creationId="{28D3CC58-FFA4-96B3-1D74-6CB3E9471F24}"/>
          </ac:spMkLst>
        </pc:spChg>
        <pc:spChg chg="del">
          <ac:chgData name="Khobo, IL, Dr [ilkhobo@sun.ac.za]" userId="b519a442-dcea-4a28-9c45-7e29f1df5837" providerId="ADAL" clId="{8BC8A5CF-2DB3-45E9-BF57-F2ED810C291E}" dt="2026-08-23T18:08:16.135" v="833" actId="478"/>
          <ac:spMkLst>
            <pc:docMk/>
            <pc:sldMk cId="358219697" sldId="647"/>
            <ac:spMk id="23" creationId="{5676E9A2-F584-1212-4C44-5C7ECCC1EABC}"/>
          </ac:spMkLst>
        </pc:spChg>
        <pc:spChg chg="mod">
          <ac:chgData name="Khobo, IL, Dr [ilkhobo@sun.ac.za]" userId="b519a442-dcea-4a28-9c45-7e29f1df5837" providerId="ADAL" clId="{8BC8A5CF-2DB3-45E9-BF57-F2ED810C291E}" dt="2026-08-23T18:42:13.836" v="1031" actId="20577"/>
          <ac:spMkLst>
            <pc:docMk/>
            <pc:sldMk cId="358219697" sldId="647"/>
            <ac:spMk id="32" creationId="{11D5C5BB-7632-1158-58E9-9877AF52F1E2}"/>
          </ac:spMkLst>
        </pc:spChg>
        <pc:spChg chg="del">
          <ac:chgData name="Khobo, IL, Dr [ilkhobo@sun.ac.za]" userId="b519a442-dcea-4a28-9c45-7e29f1df5837" providerId="ADAL" clId="{8BC8A5CF-2DB3-45E9-BF57-F2ED810C291E}" dt="2026-08-23T18:08:16.135" v="833" actId="478"/>
          <ac:spMkLst>
            <pc:docMk/>
            <pc:sldMk cId="358219697" sldId="647"/>
            <ac:spMk id="36" creationId="{8D6D153A-1381-C689-B3A0-0E97CD4591EE}"/>
          </ac:spMkLst>
        </pc:spChg>
        <pc:spChg chg="del">
          <ac:chgData name="Khobo, IL, Dr [ilkhobo@sun.ac.za]" userId="b519a442-dcea-4a28-9c45-7e29f1df5837" providerId="ADAL" clId="{8BC8A5CF-2DB3-45E9-BF57-F2ED810C291E}" dt="2026-08-23T18:08:16.135" v="833" actId="478"/>
          <ac:spMkLst>
            <pc:docMk/>
            <pc:sldMk cId="358219697" sldId="647"/>
            <ac:spMk id="59" creationId="{366B5977-165B-8C78-9207-367D8600C486}"/>
          </ac:spMkLst>
        </pc:spChg>
        <pc:spChg chg="del">
          <ac:chgData name="Khobo, IL, Dr [ilkhobo@sun.ac.za]" userId="b519a442-dcea-4a28-9c45-7e29f1df5837" providerId="ADAL" clId="{8BC8A5CF-2DB3-45E9-BF57-F2ED810C291E}" dt="2026-08-23T18:08:12.203" v="832" actId="478"/>
          <ac:spMkLst>
            <pc:docMk/>
            <pc:sldMk cId="358219697" sldId="647"/>
            <ac:spMk id="66" creationId="{AE93AE33-046B-28E5-F6A4-E824BEE930DA}"/>
          </ac:spMkLst>
        </pc:spChg>
        <pc:spChg chg="del">
          <ac:chgData name="Khobo, IL, Dr [ilkhobo@sun.ac.za]" userId="b519a442-dcea-4a28-9c45-7e29f1df5837" providerId="ADAL" clId="{8BC8A5CF-2DB3-45E9-BF57-F2ED810C291E}" dt="2026-08-23T18:08:12.203" v="832" actId="478"/>
          <ac:spMkLst>
            <pc:docMk/>
            <pc:sldMk cId="358219697" sldId="647"/>
            <ac:spMk id="73" creationId="{7247CCB4-3095-9B26-78D4-20FBB0F647E8}"/>
          </ac:spMkLst>
        </pc:spChg>
        <pc:spChg chg="del">
          <ac:chgData name="Khobo, IL, Dr [ilkhobo@sun.ac.za]" userId="b519a442-dcea-4a28-9c45-7e29f1df5837" providerId="ADAL" clId="{8BC8A5CF-2DB3-45E9-BF57-F2ED810C291E}" dt="2026-08-23T18:08:22.280" v="834" actId="478"/>
          <ac:spMkLst>
            <pc:docMk/>
            <pc:sldMk cId="358219697" sldId="647"/>
            <ac:spMk id="75" creationId="{A929E751-541F-F681-487A-D68817F83C89}"/>
          </ac:spMkLst>
        </pc:spChg>
        <pc:spChg chg="del">
          <ac:chgData name="Khobo, IL, Dr [ilkhobo@sun.ac.za]" userId="b519a442-dcea-4a28-9c45-7e29f1df5837" providerId="ADAL" clId="{8BC8A5CF-2DB3-45E9-BF57-F2ED810C291E}" dt="2026-08-23T18:08:16.135" v="833" actId="478"/>
          <ac:spMkLst>
            <pc:docMk/>
            <pc:sldMk cId="358219697" sldId="647"/>
            <ac:spMk id="77" creationId="{215F43DD-5BEA-F7B0-B689-0387D0DE0A19}"/>
          </ac:spMkLst>
        </pc:spChg>
        <pc:spChg chg="del">
          <ac:chgData name="Khobo, IL, Dr [ilkhobo@sun.ac.za]" userId="b519a442-dcea-4a28-9c45-7e29f1df5837" providerId="ADAL" clId="{8BC8A5CF-2DB3-45E9-BF57-F2ED810C291E}" dt="2026-08-23T18:08:16.135" v="833" actId="478"/>
          <ac:spMkLst>
            <pc:docMk/>
            <pc:sldMk cId="358219697" sldId="647"/>
            <ac:spMk id="81" creationId="{3CFCFFC4-D315-7C83-10C6-77A2AD104D4B}"/>
          </ac:spMkLst>
        </pc:spChg>
        <pc:spChg chg="del">
          <ac:chgData name="Khobo, IL, Dr [ilkhobo@sun.ac.za]" userId="b519a442-dcea-4a28-9c45-7e29f1df5837" providerId="ADAL" clId="{8BC8A5CF-2DB3-45E9-BF57-F2ED810C291E}" dt="2026-08-23T18:08:16.135" v="833" actId="478"/>
          <ac:spMkLst>
            <pc:docMk/>
            <pc:sldMk cId="358219697" sldId="647"/>
            <ac:spMk id="89" creationId="{451FE1A3-6A99-C732-C3D0-4DF71072BE71}"/>
          </ac:spMkLst>
        </pc:spChg>
        <pc:spChg chg="del">
          <ac:chgData name="Khobo, IL, Dr [ilkhobo@sun.ac.za]" userId="b519a442-dcea-4a28-9c45-7e29f1df5837" providerId="ADAL" clId="{8BC8A5CF-2DB3-45E9-BF57-F2ED810C291E}" dt="2026-08-23T18:08:16.135" v="833" actId="478"/>
          <ac:spMkLst>
            <pc:docMk/>
            <pc:sldMk cId="358219697" sldId="647"/>
            <ac:spMk id="95" creationId="{1CF6D48B-E095-9B2F-0B54-1EEC0A73B41B}"/>
          </ac:spMkLst>
        </pc:spChg>
        <pc:spChg chg="del">
          <ac:chgData name="Khobo, IL, Dr [ilkhobo@sun.ac.za]" userId="b519a442-dcea-4a28-9c45-7e29f1df5837" providerId="ADAL" clId="{8BC8A5CF-2DB3-45E9-BF57-F2ED810C291E}" dt="2026-08-23T18:08:16.135" v="833" actId="478"/>
          <ac:spMkLst>
            <pc:docMk/>
            <pc:sldMk cId="358219697" sldId="647"/>
            <ac:spMk id="101" creationId="{67643653-3AE3-51F4-D711-FD564D1F63A8}"/>
          </ac:spMkLst>
        </pc:spChg>
        <pc:spChg chg="del">
          <ac:chgData name="Khobo, IL, Dr [ilkhobo@sun.ac.za]" userId="b519a442-dcea-4a28-9c45-7e29f1df5837" providerId="ADAL" clId="{8BC8A5CF-2DB3-45E9-BF57-F2ED810C291E}" dt="2026-08-23T18:08:16.135" v="833" actId="478"/>
          <ac:spMkLst>
            <pc:docMk/>
            <pc:sldMk cId="358219697" sldId="647"/>
            <ac:spMk id="115" creationId="{42EAA6F6-5936-6ADC-6A45-45A364F491AA}"/>
          </ac:spMkLst>
        </pc:spChg>
        <pc:spChg chg="del">
          <ac:chgData name="Khobo, IL, Dr [ilkhobo@sun.ac.za]" userId="b519a442-dcea-4a28-9c45-7e29f1df5837" providerId="ADAL" clId="{8BC8A5CF-2DB3-45E9-BF57-F2ED810C291E}" dt="2026-08-23T18:08:12.203" v="832" actId="478"/>
          <ac:spMkLst>
            <pc:docMk/>
            <pc:sldMk cId="358219697" sldId="647"/>
            <ac:spMk id="117" creationId="{C5D98DB5-FDDD-9EC0-6842-046A86708973}"/>
          </ac:spMkLst>
        </pc:spChg>
        <pc:spChg chg="del">
          <ac:chgData name="Khobo, IL, Dr [ilkhobo@sun.ac.za]" userId="b519a442-dcea-4a28-9c45-7e29f1df5837" providerId="ADAL" clId="{8BC8A5CF-2DB3-45E9-BF57-F2ED810C291E}" dt="2026-08-23T18:08:12.203" v="832" actId="478"/>
          <ac:spMkLst>
            <pc:docMk/>
            <pc:sldMk cId="358219697" sldId="647"/>
            <ac:spMk id="118" creationId="{13D683EA-6DA4-7B68-C43C-B89F9CB2B564}"/>
          </ac:spMkLst>
        </pc:spChg>
        <pc:spChg chg="del">
          <ac:chgData name="Khobo, IL, Dr [ilkhobo@sun.ac.za]" userId="b519a442-dcea-4a28-9c45-7e29f1df5837" providerId="ADAL" clId="{8BC8A5CF-2DB3-45E9-BF57-F2ED810C291E}" dt="2026-08-23T18:08:12.203" v="832" actId="478"/>
          <ac:spMkLst>
            <pc:docMk/>
            <pc:sldMk cId="358219697" sldId="647"/>
            <ac:spMk id="120" creationId="{32D34655-136B-0027-E41C-066E1F9EAB5E}"/>
          </ac:spMkLst>
        </pc:spChg>
        <pc:graphicFrameChg chg="add mod modGraphic">
          <ac:chgData name="Khobo, IL, Dr [ilkhobo@sun.ac.za]" userId="b519a442-dcea-4a28-9c45-7e29f1df5837" providerId="ADAL" clId="{8BC8A5CF-2DB3-45E9-BF57-F2ED810C291E}" dt="2026-08-23T19:08:04.938" v="1123" actId="27116"/>
          <ac:graphicFrameMkLst>
            <pc:docMk/>
            <pc:sldMk cId="358219697" sldId="647"/>
            <ac:graphicFrameMk id="8" creationId="{1BCAA31B-223B-0343-3A2D-53BBA03C80A5}"/>
          </ac:graphicFrameMkLst>
        </pc:graphicFrameChg>
        <pc:picChg chg="add mod">
          <ac:chgData name="Khobo, IL, Dr [ilkhobo@sun.ac.za]" userId="b519a442-dcea-4a28-9c45-7e29f1df5837" providerId="ADAL" clId="{8BC8A5CF-2DB3-45E9-BF57-F2ED810C291E}" dt="2026-08-23T18:08:40.049" v="841" actId="14100"/>
          <ac:picMkLst>
            <pc:docMk/>
            <pc:sldMk cId="358219697" sldId="647"/>
            <ac:picMk id="3" creationId="{67BF7079-F638-448B-8863-FAF5E8517E2E}"/>
          </ac:picMkLst>
        </pc:picChg>
      </pc:sldChg>
      <pc:sldChg chg="addSp delSp modSp new mod">
        <pc:chgData name="Khobo, IL, Dr [ilkhobo@sun.ac.za]" userId="b519a442-dcea-4a28-9c45-7e29f1df5837" providerId="ADAL" clId="{8BC8A5CF-2DB3-45E9-BF57-F2ED810C291E}" dt="2026-08-23T19:07:24.728" v="1114" actId="1076"/>
        <pc:sldMkLst>
          <pc:docMk/>
          <pc:sldMk cId="2334165525" sldId="648"/>
        </pc:sldMkLst>
        <pc:spChg chg="del">
          <ac:chgData name="Khobo, IL, Dr [ilkhobo@sun.ac.za]" userId="b519a442-dcea-4a28-9c45-7e29f1df5837" providerId="ADAL" clId="{8BC8A5CF-2DB3-45E9-BF57-F2ED810C291E}" dt="2026-08-23T18:11:43.170" v="861" actId="478"/>
          <ac:spMkLst>
            <pc:docMk/>
            <pc:sldMk cId="2334165525" sldId="648"/>
            <ac:spMk id="2" creationId="{9964DCAB-E4B7-586A-77A2-62DAA11FAACD}"/>
          </ac:spMkLst>
        </pc:spChg>
        <pc:spChg chg="del">
          <ac:chgData name="Khobo, IL, Dr [ilkhobo@sun.ac.za]" userId="b519a442-dcea-4a28-9c45-7e29f1df5837" providerId="ADAL" clId="{8BC8A5CF-2DB3-45E9-BF57-F2ED810C291E}" dt="2026-08-23T18:11:43.170" v="861" actId="478"/>
          <ac:spMkLst>
            <pc:docMk/>
            <pc:sldMk cId="2334165525" sldId="648"/>
            <ac:spMk id="3" creationId="{8BBC7156-C146-AE3D-34F5-EE6518998FA3}"/>
          </ac:spMkLst>
        </pc:spChg>
        <pc:spChg chg="add mod">
          <ac:chgData name="Khobo, IL, Dr [ilkhobo@sun.ac.za]" userId="b519a442-dcea-4a28-9c45-7e29f1df5837" providerId="ADAL" clId="{8BC8A5CF-2DB3-45E9-BF57-F2ED810C291E}" dt="2026-08-23T19:07:24.728" v="1114" actId="1076"/>
          <ac:spMkLst>
            <pc:docMk/>
            <pc:sldMk cId="2334165525" sldId="648"/>
            <ac:spMk id="14" creationId="{AF5B9C2E-4195-1223-4A08-85B2ADAEAF49}"/>
          </ac:spMkLst>
        </pc:spChg>
        <pc:picChg chg="add mod">
          <ac:chgData name="Khobo, IL, Dr [ilkhobo@sun.ac.za]" userId="b519a442-dcea-4a28-9c45-7e29f1df5837" providerId="ADAL" clId="{8BC8A5CF-2DB3-45E9-BF57-F2ED810C291E}" dt="2026-08-23T18:59:43.208" v="1076" actId="14100"/>
          <ac:picMkLst>
            <pc:docMk/>
            <pc:sldMk cId="2334165525" sldId="648"/>
            <ac:picMk id="5" creationId="{9BF1AFA2-5DCE-647F-6092-64B12097F1DF}"/>
          </ac:picMkLst>
        </pc:picChg>
        <pc:picChg chg="add mod modCrop">
          <ac:chgData name="Khobo, IL, Dr [ilkhobo@sun.ac.za]" userId="b519a442-dcea-4a28-9c45-7e29f1df5837" providerId="ADAL" clId="{8BC8A5CF-2DB3-45E9-BF57-F2ED810C291E}" dt="2026-08-23T19:00:49.048" v="1090" actId="732"/>
          <ac:picMkLst>
            <pc:docMk/>
            <pc:sldMk cId="2334165525" sldId="648"/>
            <ac:picMk id="7" creationId="{1E7266D9-589D-224E-27D5-A7930971BB7C}"/>
          </ac:picMkLst>
        </pc:picChg>
        <pc:picChg chg="add mod">
          <ac:chgData name="Khobo, IL, Dr [ilkhobo@sun.ac.za]" userId="b519a442-dcea-4a28-9c45-7e29f1df5837" providerId="ADAL" clId="{8BC8A5CF-2DB3-45E9-BF57-F2ED810C291E}" dt="2026-08-23T19:06:46.920" v="1098" actId="1076"/>
          <ac:picMkLst>
            <pc:docMk/>
            <pc:sldMk cId="2334165525" sldId="648"/>
            <ac:picMk id="11" creationId="{566D0C65-8161-53B7-66C3-EBFACB7F3021}"/>
          </ac:picMkLst>
        </pc:picChg>
        <pc:cxnChg chg="add mod">
          <ac:chgData name="Khobo, IL, Dr [ilkhobo@sun.ac.za]" userId="b519a442-dcea-4a28-9c45-7e29f1df5837" providerId="ADAL" clId="{8BC8A5CF-2DB3-45E9-BF57-F2ED810C291E}" dt="2026-08-23T19:06:52.669" v="1099" actId="14100"/>
          <ac:cxnSpMkLst>
            <pc:docMk/>
            <pc:sldMk cId="2334165525" sldId="648"/>
            <ac:cxnSpMk id="9" creationId="{7476153D-DF3E-4861-6F0C-5A4660403E5F}"/>
          </ac:cxnSpMkLst>
        </pc:cxnChg>
      </pc:sldChg>
      <pc:sldChg chg="addSp delSp modSp add mod modAnim">
        <pc:chgData name="Khobo, IL, Dr [ilkhobo@sun.ac.za]" userId="b519a442-dcea-4a28-9c45-7e29f1df5837" providerId="ADAL" clId="{8BC8A5CF-2DB3-45E9-BF57-F2ED810C291E}" dt="2026-08-23T18:34:03.705" v="1010"/>
        <pc:sldMkLst>
          <pc:docMk/>
          <pc:sldMk cId="3820640976" sldId="649"/>
        </pc:sldMkLst>
        <pc:picChg chg="add del mod">
          <ac:chgData name="Khobo, IL, Dr [ilkhobo@sun.ac.za]" userId="b519a442-dcea-4a28-9c45-7e29f1df5837" providerId="ADAL" clId="{8BC8A5CF-2DB3-45E9-BF57-F2ED810C291E}" dt="2026-08-23T18:17:30.600" v="896" actId="21"/>
          <ac:picMkLst>
            <pc:docMk/>
            <pc:sldMk cId="3820640976" sldId="649"/>
            <ac:picMk id="3" creationId="{5FB0589E-E902-186E-B7D3-82B99D979034}"/>
          </ac:picMkLst>
        </pc:picChg>
        <pc:picChg chg="add mod modCrop">
          <ac:chgData name="Khobo, IL, Dr [ilkhobo@sun.ac.za]" userId="b519a442-dcea-4a28-9c45-7e29f1df5837" providerId="ADAL" clId="{8BC8A5CF-2DB3-45E9-BF57-F2ED810C291E}" dt="2026-08-23T18:33:53.679" v="1008" actId="1076"/>
          <ac:picMkLst>
            <pc:docMk/>
            <pc:sldMk cId="3820640976" sldId="649"/>
            <ac:picMk id="5" creationId="{530060D0-3075-3C70-C282-EC4BE5967300}"/>
          </ac:picMkLst>
        </pc:picChg>
        <pc:picChg chg="mod">
          <ac:chgData name="Khobo, IL, Dr [ilkhobo@sun.ac.za]" userId="b519a442-dcea-4a28-9c45-7e29f1df5837" providerId="ADAL" clId="{8BC8A5CF-2DB3-45E9-BF57-F2ED810C291E}" dt="2026-08-23T18:33:56.069" v="1009" actId="1076"/>
          <ac:picMkLst>
            <pc:docMk/>
            <pc:sldMk cId="3820640976" sldId="649"/>
            <ac:picMk id="6" creationId="{DD94B46D-DCAA-822B-FA84-C81D66AC788E}"/>
          </ac:picMkLst>
        </pc:picChg>
      </pc:sldChg>
      <pc:sldChg chg="addSp delSp modSp add mod ord">
        <pc:chgData name="Khobo, IL, Dr [ilkhobo@sun.ac.za]" userId="b519a442-dcea-4a28-9c45-7e29f1df5837" providerId="ADAL" clId="{8BC8A5CF-2DB3-45E9-BF57-F2ED810C291E}" dt="2026-08-23T19:09:23.922" v="1131" actId="14100"/>
        <pc:sldMkLst>
          <pc:docMk/>
          <pc:sldMk cId="2541347614" sldId="650"/>
        </pc:sldMkLst>
        <pc:spChg chg="mod">
          <ac:chgData name="Khobo, IL, Dr [ilkhobo@sun.ac.za]" userId="b519a442-dcea-4a28-9c45-7e29f1df5837" providerId="ADAL" clId="{8BC8A5CF-2DB3-45E9-BF57-F2ED810C291E}" dt="2026-08-23T18:42:52.902" v="1065" actId="14100"/>
          <ac:spMkLst>
            <pc:docMk/>
            <pc:sldMk cId="2541347614" sldId="650"/>
            <ac:spMk id="32" creationId="{8CA35D26-F9C5-1578-379B-DC06272D6B4C}"/>
          </ac:spMkLst>
        </pc:spChg>
        <pc:picChg chg="del">
          <ac:chgData name="Khobo, IL, Dr [ilkhobo@sun.ac.za]" userId="b519a442-dcea-4a28-9c45-7e29f1df5837" providerId="ADAL" clId="{8BC8A5CF-2DB3-45E9-BF57-F2ED810C291E}" dt="2026-08-23T18:41:34.790" v="1024" actId="478"/>
          <ac:picMkLst>
            <pc:docMk/>
            <pc:sldMk cId="2541347614" sldId="650"/>
            <ac:picMk id="3" creationId="{D9EA8A6A-D60A-5E2D-A61F-4688D0F46CF1}"/>
          </ac:picMkLst>
        </pc:picChg>
        <pc:picChg chg="add mod">
          <ac:chgData name="Khobo, IL, Dr [ilkhobo@sun.ac.za]" userId="b519a442-dcea-4a28-9c45-7e29f1df5837" providerId="ADAL" clId="{8BC8A5CF-2DB3-45E9-BF57-F2ED810C291E}" dt="2026-08-23T19:09:23.922" v="1131" actId="14100"/>
          <ac:picMkLst>
            <pc:docMk/>
            <pc:sldMk cId="2541347614" sldId="650"/>
            <ac:picMk id="4" creationId="{07FF1AE3-AC5B-953D-5FFE-615C66EE8724}"/>
          </ac:picMkLst>
        </pc:picChg>
        <pc:picChg chg="add mod">
          <ac:chgData name="Khobo, IL, Dr [ilkhobo@sun.ac.za]" userId="b519a442-dcea-4a28-9c45-7e29f1df5837" providerId="ADAL" clId="{8BC8A5CF-2DB3-45E9-BF57-F2ED810C291E}" dt="2026-08-23T19:09:17.138" v="1128" actId="14100"/>
          <ac:picMkLst>
            <pc:docMk/>
            <pc:sldMk cId="2541347614" sldId="650"/>
            <ac:picMk id="6" creationId="{6F77F11B-6DB7-DB9B-3161-5C7D9E13B47C}"/>
          </ac:picMkLst>
        </pc:picChg>
      </pc:sldChg>
      <pc:sldChg chg="addSp delSp modSp new mod">
        <pc:chgData name="Khobo, IL, Dr [ilkhobo@sun.ac.za]" userId="b519a442-dcea-4a28-9c45-7e29f1df5837" providerId="ADAL" clId="{8BC8A5CF-2DB3-45E9-BF57-F2ED810C291E}" dt="2026-08-23T19:51:14.009" v="1138" actId="1076"/>
        <pc:sldMkLst>
          <pc:docMk/>
          <pc:sldMk cId="3003782871" sldId="651"/>
        </pc:sldMkLst>
        <pc:spChg chg="del">
          <ac:chgData name="Khobo, IL, Dr [ilkhobo@sun.ac.za]" userId="b519a442-dcea-4a28-9c45-7e29f1df5837" providerId="ADAL" clId="{8BC8A5CF-2DB3-45E9-BF57-F2ED810C291E}" dt="2026-08-23T18:43:01.686" v="1067" actId="478"/>
          <ac:spMkLst>
            <pc:docMk/>
            <pc:sldMk cId="3003782871" sldId="651"/>
            <ac:spMk id="2" creationId="{41D724B4-52FE-5730-AFFA-05536E6D184A}"/>
          </ac:spMkLst>
        </pc:spChg>
        <pc:spChg chg="del">
          <ac:chgData name="Khobo, IL, Dr [ilkhobo@sun.ac.za]" userId="b519a442-dcea-4a28-9c45-7e29f1df5837" providerId="ADAL" clId="{8BC8A5CF-2DB3-45E9-BF57-F2ED810C291E}" dt="2026-08-23T18:43:01.686" v="1067" actId="478"/>
          <ac:spMkLst>
            <pc:docMk/>
            <pc:sldMk cId="3003782871" sldId="651"/>
            <ac:spMk id="3" creationId="{6A8D5299-1733-0CC2-7F81-1B0988CBDB61}"/>
          </ac:spMkLst>
        </pc:spChg>
        <pc:picChg chg="add mod">
          <ac:chgData name="Khobo, IL, Dr [ilkhobo@sun.ac.za]" userId="b519a442-dcea-4a28-9c45-7e29f1df5837" providerId="ADAL" clId="{8BC8A5CF-2DB3-45E9-BF57-F2ED810C291E}" dt="2026-08-23T19:51:14.009" v="1138" actId="1076"/>
          <ac:picMkLst>
            <pc:docMk/>
            <pc:sldMk cId="3003782871" sldId="651"/>
            <ac:picMk id="5" creationId="{EC32D7D3-50CB-EDB5-AD23-E36E65FAED6E}"/>
          </ac:picMkLst>
        </pc:picChg>
        <pc:picChg chg="add mod">
          <ac:chgData name="Khobo, IL, Dr [ilkhobo@sun.ac.za]" userId="b519a442-dcea-4a28-9c45-7e29f1df5837" providerId="ADAL" clId="{8BC8A5CF-2DB3-45E9-BF57-F2ED810C291E}" dt="2026-08-23T19:50:06.198" v="1135" actId="1076"/>
          <ac:picMkLst>
            <pc:docMk/>
            <pc:sldMk cId="3003782871" sldId="651"/>
            <ac:picMk id="7" creationId="{81BB245A-B896-5DCD-96F6-F05D558023D6}"/>
          </ac:picMkLst>
        </pc:picChg>
        <pc:picChg chg="add mod">
          <ac:chgData name="Khobo, IL, Dr [ilkhobo@sun.ac.za]" userId="b519a442-dcea-4a28-9c45-7e29f1df5837" providerId="ADAL" clId="{8BC8A5CF-2DB3-45E9-BF57-F2ED810C291E}" dt="2026-08-23T19:51:09.617" v="1137" actId="1076"/>
          <ac:picMkLst>
            <pc:docMk/>
            <pc:sldMk cId="3003782871" sldId="651"/>
            <ac:picMk id="9" creationId="{E2DF9CA2-E50D-E672-C5A7-AE722CB756A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169987-474E-43AE-91B3-3C0FBA7B335C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36553-3C9F-44B5-ADBE-6D55A2152580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6677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Welcome to lecture 14. Today’s content focuses on storing and manipulating strings or array of characters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28794-8FB8-0594-ADFF-69A178732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E6940-8D2A-002B-C7D8-EED684D43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6B5C8E-A49D-5249-6231-750AC93BE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C2DE1-564A-CD58-97D5-682C8E252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55994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00468-D6AA-33D9-9D14-D47CD271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8B4B2-B59B-9578-EC94-B50D3D8BC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30232E-3198-256E-D050-86BF66275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083C5C-9282-9EAA-45DC-D8ED7BB8A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73298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1C10A-31C4-3F08-6577-7DA075F45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DF8F8D-F194-6F71-8604-4588F08A1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D08685-AADA-162D-319F-0AAB05974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DE670B-7DD1-08A8-3486-04C657C18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6878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E9C0E-7BA8-463F-F618-7AF7ECFB6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D08FC-6624-86D2-467C-C9BCA581EE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26F55-4ECE-AA16-03C9-B1764EBC7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373FC-ACB0-29F0-3962-F6DFDE89A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12591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17023-AA2E-56B3-AABF-8DA3B6558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9450D-3707-0C0A-DD26-EE494DBA7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824F63-AA9C-4B25-6F6C-F703EB303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3FB98-D417-D99C-E914-57C5EA3A5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0052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FE7E9-329B-D74C-A68A-C00A52239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F9F1F-159D-1C71-2BF4-D55C04615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21010B-D781-2CE6-7B7A-BC2D92D6A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E0842-11C3-477A-0BC6-C48D8450A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3313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76B05-D9D1-3960-7438-8C55FE503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78C597-987D-8D21-F173-D28DF6CF4F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73FF0-9CD8-9FE4-CEB6-B0241F213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60993-E941-ADC4-4168-F1BA0A20A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45557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B6B4A-9D1A-0F61-CD3B-3F39CE93B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F2DBE-2AE8-F3AC-6235-03B833010C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A35CB-3B4E-ED9B-F1A3-F1794AED8C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C8D12-CDAF-4EC7-312A-7F3F336F0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239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78BDA-282D-F335-EDB9-17CC67C1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0AE556-DEA4-4B13-5893-44BF87C85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AD020-7431-1FAF-D338-9A858A1FB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064409-5D23-F5C8-63BE-019E10B1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5560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29336-FE86-CDF4-0240-53AF697D9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C38FF-AAA2-CCB7-0D6C-26636F376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E299D-5FB7-C718-2858-0FD33D237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404E4-E4DC-059E-E74F-F88B9A95B8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5060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01D01-C3E4-2955-1257-1D90571BD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A4F3E5-D299-CAD3-E0AD-C39700583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B24543-BD07-9C81-52D9-0F54B2E35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0D8C0-405D-F4FB-0258-5590FE4829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3902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3B61E-FC71-9955-A86F-F67E0187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144BEC-EF33-8656-0E81-92A0F1AAF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B206F-1588-6ACD-0B97-DEE2A116F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DC0C6-BEEA-72B4-2BC5-32FEA9852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02716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90538-F85A-FABB-F03F-0F46AF342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A978E1-A768-A6AF-83C0-FE7D3B877C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00FA9-DDE0-6F39-B691-5622F4EC5D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359CB-2332-3BEE-2F12-34C889C81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52335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3ADCC-90EA-259E-223F-7458FB57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0FE77B-8036-D37A-4F47-6735757E2D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307AF8-C57B-4D20-0CB2-8542BAE2F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39831-E35F-2A81-2748-88C644EBF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082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18ED2-005F-53C1-6756-F51B3CD54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0BA13-AC5C-D546-B1D5-E58C8CC85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4756E-9A88-92FD-9798-FA31C0EEB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DA21E-64C2-3254-B92F-66F0C8D5E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4332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81EC8-E341-E4BC-D381-8E9156465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F8418E-4DB7-6149-1792-BD4AC2F3B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AF740-CEAF-7E44-63B0-88319DE8F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6F281-5C1D-394B-62CB-3346C4FE87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303266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D9A2A-4035-1F71-FA30-3B7F57A00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051E2-9D45-2DA1-C7B2-0B62319F7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C2E57-27F8-DB07-E34A-84601F67A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FB0002-C277-AB62-911A-F8C6B407B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75956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4E21B-AC1B-A3F7-0E21-71069E4C7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DC1B22-90D1-CC55-BFD4-AF7A2010B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B1152B-70D1-5AB1-C2BD-AB2F42E8F2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96EE6-F2B9-FEB9-756A-F33B2E460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44223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AC0D7B-D136-AA29-6662-152AC56A1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F643EB-2B6D-05DA-866D-C08781F73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35D73-ACC4-1E41-A586-E5FBAC729A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53DDE5-E0C1-7E3C-1BF0-D688AE2B9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9742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9A3DB-7A49-604C-A02C-9560DDD2C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CCCA84-A388-96A1-B664-E46CB03DC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C8E0F5-E23D-DD27-51E4-E025E4D2C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4FA7B-EDC6-9C35-954E-070CB627F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5166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52266-C104-D5D8-A4E6-24C48573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3414BB-3ECC-B739-A133-CC9989CDA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767EC5-B1D8-BE3A-9C9C-362E06B24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708AA-4F63-B229-EA49-CCDFD3877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89926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5FAD-7532-CFD6-72EC-9D20446AE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8CCAC5-1A7F-D089-3CAE-9DD3AA025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05F38-5CAC-8F26-68F4-A7E51CB48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B795B0-F0A3-5ABA-5DA9-4CA8AEBCA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1568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7F708-B7B9-150A-AEE7-C688CE08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E40493-9A74-4313-3A28-9560941F1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AC2E9B-5EEC-1A23-9150-9C40C33547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6CCD6-7082-F617-20C5-7186E7A4E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2874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76FE2-6294-18EE-2A6E-3C89B3C52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AC35E-6A27-0737-CBBF-CEEDAC050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152563-15E4-C4F5-6EA7-B541460DD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5D609-1151-56AF-D568-F15F4C57C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630139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E9141-1112-E53F-2793-3BB635475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80EA5-51D5-28C0-E601-5499A45C89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26B04D-6BFB-1A26-6B9E-7F2FC8CC6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F8264-1354-16DE-E92C-EAE3F1235E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80161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C30A5-19AB-013C-4CFA-802D5B28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0663FC-D43F-BB51-7224-74863AF2A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1D1B9A-2A6D-9A49-926B-D1F099E0B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2C3D8-AD7C-4AD8-5D5F-BBC49CDAD6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99825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5711C-E337-B1D4-2644-4F13908F6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28C13D-8DF4-1DEB-8172-39CEF4C797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C592B9-78BA-7B8F-027E-1FB78092D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108FA-FB0A-B3AD-77E0-6C598C456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28811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91D8B-02DC-27D6-D808-DA4B6465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EFCE56-6D81-6B9A-3E19-602116AA3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0A95FA-C96C-AB1B-3C32-B4652A7634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06211-339E-3E30-DF06-3DD201D91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474106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CA0F6-0A97-7668-8642-A0FCA6507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78406-26E5-7B72-294E-C513D4531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7F904-D0AA-17B2-0810-5FC3265B4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5C3FB-FA98-3F3D-B160-A4C6DEB11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30694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8DE0C-B6B6-25E2-46B6-06FBD6CA3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1B93FB-7C6B-2EE3-C1B1-3EE1B3BAF3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9D5EE-6055-E328-183D-CE917F52F8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FD6D0-8987-E32C-76CA-1BF61801B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30273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FFC1-1241-3BFB-9DDE-0AE2BB4D2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9BFF4-65A1-2812-9B58-F41B1C8FC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533EA-5D0E-C9DA-6613-4D5A3A56E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55C279-8DE8-0F43-1CFB-29E4E2738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3611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EFB7F-1D93-D73E-808A-5BCA3DE8A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03A36-E475-D571-695A-123C88C3F7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48567-A364-D0E6-34AB-C0CB33A3F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6FEBF-4E99-A7A6-9E91-E49B58147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41721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0AEC5-1F28-D563-51E6-153B1F16F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DFE5B-3437-7622-4385-079B03F25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CBA1F3-3088-927E-DD5A-2C9448E22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DFEFD-9D98-9ECB-E42C-8150AC8DC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1054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7A951-7CDF-41EE-D7EC-3CABA7549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972C4D-E086-F538-F76A-8AB73BDF6E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97C5A9-A9B6-6EB0-5DD3-D15C9812E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9B175E-5D36-EC1A-BCC1-8FF49555E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216472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B120C-2E75-87B7-0175-F8859BAD5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E55F3-4100-0438-4F1F-F0E68CDEED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04C881-8E98-2071-CA3D-7CC00FAA2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DF088-4C0E-CA03-E1C8-C4832FA0F9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662110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E63BC-F864-7EEE-F4D3-968B4C04D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81DE3-7613-438E-964C-FE95ED7BE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AA09E-9D51-315B-A523-6FFE2C274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60E37-DD14-58F2-47F7-62AA386DD3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11384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488FF-9F93-5E79-AD80-5CF1DBD93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C5E391-BAB9-8F81-D3CC-9D1213922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2E06F-C594-7102-D9FE-1232AE0EE8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877A6-A322-B425-3664-F5E1B34F5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9806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E8C74-4524-6116-5ED8-46CC9DCF29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DA3FF-8E11-6F7F-1692-F058468C70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33510-B100-39C3-1128-C8850ED51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5D9C-3182-4D69-97EF-88B4D1F64E61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9ADAC5-4029-5B6E-C545-3A60F3CF4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B9E17-542E-231E-B49D-121B2AAF4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A9938-6A15-4E8C-9E80-E27058826F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5659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FABC-0B50-72E4-5E85-7CCC0B987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AE0B3-D0FC-DA18-A115-18FA2F5B9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1A8D8-9D5E-77D0-F535-F9721ACFC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5D9C-3182-4D69-97EF-88B4D1F64E61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AFFE4-C414-F0E0-F950-6937C17CF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C8759-87FE-BAEA-492F-3278C5D8F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A9938-6A15-4E8C-9E80-E27058826F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17929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0F90-D72B-5007-859B-5FDA6578D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3F0463-A971-80AA-162B-98ECBEE04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F5DD8-746B-AC07-63B3-4C336BB2A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5D9C-3182-4D69-97EF-88B4D1F64E61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3587E-A840-1C79-C0FB-D82575E8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04A56-26E0-0A3A-EE18-7F566D9E2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A9938-6A15-4E8C-9E80-E27058826F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5377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31752-D1DA-C846-F0BB-F6C4EE981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36AFD3-058C-E9D9-0DF0-C9F6276170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A4CB7D-A9B9-B5AD-02E3-62AAD0EA1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A41E8-4547-2DAC-9FE4-C82F66B24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5D9C-3182-4D69-97EF-88B4D1F64E61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CEAD9F-A367-B8D7-1408-4C17304B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62A7BE-2130-7632-BD13-E7D0F1420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A9938-6A15-4E8C-9E80-E27058826F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1262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B546-B66D-1AAB-5330-31346B288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BCDED-696A-A4A2-3B7B-C3178B3E3C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822AE-761D-E172-5A25-94A347367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823A99-59B5-C294-E4C5-0A44C4D090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B9B265-AFEA-A5C1-0C12-8ECF9A8784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307931-B7FF-CB11-F836-77C7F4CC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5D9C-3182-4D69-97EF-88B4D1F64E61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8CA602-1D0B-E550-8545-87BD77309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3B5193-683E-FA6E-D69A-424292B7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A9938-6A15-4E8C-9E80-E27058826F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500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5DCD-D7E9-F77E-00A7-79261FBE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25D9EC-B399-DC00-3667-7E2C8176C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5D9C-3182-4D69-97EF-88B4D1F64E61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F9882C-89B6-6AB3-462A-CFDA597A6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44926-1F82-4D79-6005-3A616E440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A9938-6A15-4E8C-9E80-E27058826F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9785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4979E0-2B63-5229-B8B5-5786677D2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5D9C-3182-4D69-97EF-88B4D1F64E61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BCCBD9-6152-4698-A9E9-F61CA16BD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EB78D-19FE-9045-3570-0572F98D0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A9938-6A15-4E8C-9E80-E27058826F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64764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A4922-798E-6DFF-E0B6-27EFBDE2B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9F00B-9031-10DD-FF42-0BED2F2BA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A7C9C1-5E8B-B24E-AE8A-066059786B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E238E-828E-010F-8D91-CD7CDDCFE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5D9C-3182-4D69-97EF-88B4D1F64E61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6F40F-C514-CBF0-C850-36D1D2862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66903-EEF0-52F9-646F-746F71CA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A9938-6A15-4E8C-9E80-E27058826F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77682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E1BCB-52AB-B3CE-0A75-38EBA1DD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F8E8FD-AC61-8C7E-76F0-5D4E464A1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33AA9-F87C-1857-0006-048BCB8A3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F1150-8873-5AAC-368A-28B93F8CA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5D9C-3182-4D69-97EF-88B4D1F64E61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5328E7-D3CA-B783-7084-35FBDE1E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B9ED65-9C2C-6C24-7C81-213A81DB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A9938-6A15-4E8C-9E80-E27058826F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7044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669FF-8552-9E7A-743C-E6A61AF5F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2F133-4C45-1CCF-4EDB-3037DA2774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DB3F4-884B-1F04-A17E-1118A1FE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5D9C-3182-4D69-97EF-88B4D1F64E61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C5B27-7119-EA0E-8DAA-9E799EE5F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9A454-D042-F92F-E052-89A809585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A9938-6A15-4E8C-9E80-E27058826F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02597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B2D2F5-9B08-92E1-46A0-70F36901F7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07B17-76AD-130D-A6FB-B3A65926E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13819-A55D-50A9-598D-E3CC5540C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A5D9C-3182-4D69-97EF-88B4D1F64E61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8B6A8-0F93-1CAA-E0DD-539B46BD7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49E76-8E7A-8065-3500-F2B6150B8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A9938-6A15-4E8C-9E80-E27058826F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2973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091026-BE1F-F781-85CE-789BFE329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62B40-BCD9-4ABC-A6D1-DC5F1E0A0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99A52-2839-8179-7E9B-5268753D99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1A5D9C-3182-4D69-97EF-88B4D1F64E61}" type="datetimeFigureOut">
              <a:rPr lang="en-ZA" smtClean="0"/>
              <a:t>2026/08/23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B4764-CA3C-487A-7C29-13358D27EF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C07A0-861C-479F-CAB3-8486C66CF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0A9938-6A15-4E8C-9E80-E27058826FB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0889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gif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6. Arrays III</a:t>
            </a:r>
            <a:endParaRPr kumimoji="0" lang="en-ZA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15| Sorting arrays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	    </a:t>
            </a:r>
            <a:r>
              <a:rPr lang="en-US" dirty="0" err="1">
                <a:solidFill>
                  <a:prstClr val="black"/>
                </a:solidFill>
                <a:latin typeface="LM Roman 12" panose="00000500000000000000" pitchFamily="50" charset="0"/>
              </a:rPr>
              <a:t>Bubblesort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 algorithm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   Case study: computing mean, median, mode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	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406459" y="4808368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21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PROGRAMMING IN C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7980649" y="6304002"/>
            <a:ext cx="2175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6: Arrays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0D839E-86FA-C032-F937-C78BFE4E0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987" y="2841912"/>
            <a:ext cx="5464013" cy="40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29860-98ED-90F2-A9DF-EB5D02E62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D637FF1E-F9DA-0C9B-E825-F040F714138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21BEC0D-114A-F2AF-D171-B47CEB8285E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0D6F2DD-2EDA-A0FF-2BD6-C6C0B275A02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FF72A73-C85A-4DA0-E6E0-8E9A8817EE6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C181CB78-A383-FD2C-8D0E-2E310DFCA6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3B15A43-38E0-84C0-AA77-8BB140F8ADD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74C0CFB-0F2E-FB36-4D0A-D62C321A3F3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Short recap: searching arrays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7B700BB-1B04-5C87-5284-880DE8590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209" y="4771113"/>
            <a:ext cx="5659035" cy="2086887"/>
          </a:xfrm>
          <a:prstGeom prst="rect">
            <a:avLst/>
          </a:prstGeom>
        </p:spPr>
      </p:pic>
      <p:pic>
        <p:nvPicPr>
          <p:cNvPr id="14" name="Picture 13" descr="Quick Overview of Binary Search. get familiar with this popular… | by Haley  Proctor | Medium">
            <a:extLst>
              <a:ext uri="{FF2B5EF4-FFF2-40B4-BE49-F238E27FC236}">
                <a16:creationId xmlns:a16="http://schemas.microsoft.com/office/drawing/2014/main" id="{880FEFE4-9FF8-26C6-83F7-34C4331690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1" y="1845678"/>
            <a:ext cx="5701044" cy="35916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45484-058C-44A6-F9B3-5C30D535C5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602" y="914400"/>
            <a:ext cx="5512586" cy="359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7468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F20EC-2859-5A62-E98A-85C97934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03CF3485-E03B-9FD3-CF69-AF2D6845518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4C6545E-014E-651C-AE41-91C93857BFA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564031A-A35E-D7CC-21CF-A4EF813C1B4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25C101C-23DC-5BD3-6945-6DAD0174743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6512C84E-77F5-97BF-76BF-A75C7556C3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78F8A27-C51A-CDAF-5BAC-74304EB791B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438A44D-96BA-4DB7-6E45-59CAD125C205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Sorting arrays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D94B46D-DCAA-822B-FA84-C81D66AC7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4879" y="4512151"/>
            <a:ext cx="7630649" cy="23458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060D0-3075-3C70-C282-EC4BE59673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02" t="18163" r="5638" b="32099"/>
          <a:stretch>
            <a:fillRect/>
          </a:stretch>
        </p:blipFill>
        <p:spPr>
          <a:xfrm>
            <a:off x="1879598" y="1099066"/>
            <a:ext cx="8221213" cy="307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6409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32F67-D277-ADF5-9ABF-C30CA6191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AD88344A-63F9-F1E4-A924-EB32A1F1E33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36D92B2-44E6-5142-EA40-F415FFE296F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4E3AC9-774B-FE93-66A9-B589D75FF4E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C4C7C22-76F6-B700-237D-7911CBB2720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A7D4657F-FD35-D39C-EB06-3F7073450C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EFCD56C-A9CC-9CCF-07B8-F5CD985B6FD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996D45D-1F64-9580-C32C-8370C4B39E9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20227FB-4924-7F72-4400-EFAEA4190E99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B5204-34E2-4FFF-1584-8C27D5BD8693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E447D71C-916D-9691-4084-F97CACCE0FAA}"/>
              </a:ext>
            </a:extLst>
          </p:cNvPr>
          <p:cNvSpPr/>
          <p:nvPr/>
        </p:nvSpPr>
        <p:spPr>
          <a:xfrm>
            <a:off x="4420291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3C78FEFB-6B36-F875-25F5-EDBD738FDBEF}"/>
              </a:ext>
            </a:extLst>
          </p:cNvPr>
          <p:cNvSpPr/>
          <p:nvPr/>
        </p:nvSpPr>
        <p:spPr>
          <a:xfrm>
            <a:off x="6683131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CCD2DE2D-2F3B-63FE-4BE6-3FDC5B2664D5}"/>
              </a:ext>
            </a:extLst>
          </p:cNvPr>
          <p:cNvSpPr/>
          <p:nvPr/>
        </p:nvSpPr>
        <p:spPr>
          <a:xfrm>
            <a:off x="7814551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6B3A64A3-E2A7-5210-08C1-CD6C899A785E}"/>
              </a:ext>
            </a:extLst>
          </p:cNvPr>
          <p:cNvSpPr/>
          <p:nvPr/>
        </p:nvSpPr>
        <p:spPr>
          <a:xfrm>
            <a:off x="5551711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4AEF87BA-ED8C-FE50-C1D6-0FE13CC54AFF}"/>
              </a:ext>
            </a:extLst>
          </p:cNvPr>
          <p:cNvSpPr/>
          <p:nvPr/>
        </p:nvSpPr>
        <p:spPr>
          <a:xfrm>
            <a:off x="11208808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4D88FC27-A6CD-8934-E205-7551174E82ED}"/>
              </a:ext>
            </a:extLst>
          </p:cNvPr>
          <p:cNvSpPr/>
          <p:nvPr/>
        </p:nvSpPr>
        <p:spPr>
          <a:xfrm>
            <a:off x="10077391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3153E32C-1D7B-2FE5-5BC5-CD9F79653ACA}"/>
              </a:ext>
            </a:extLst>
          </p:cNvPr>
          <p:cNvSpPr/>
          <p:nvPr/>
        </p:nvSpPr>
        <p:spPr>
          <a:xfrm>
            <a:off x="8945971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3944EE-97CC-AB0F-07F5-F01C360B0228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6D9FB8-417C-B2AC-740F-1E77CCB23024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9C323C-1225-3143-7CE4-7396745090B5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202053-A005-0474-B3BF-10C6ECC20B24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2A40AC-C9A4-92F3-81D5-A6835CFA99A0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30EBCAB-5C4E-7A24-D482-144489C1EE2D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0644A2E-42A5-0419-BCC6-E19A5F6184E0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A3B996-899B-9EBE-D015-26D38D2C3606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8CBCEF-CF2D-4483-5703-8B71E7F317B5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398524-4917-8F5B-E69F-4F5C61B79616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A4626F-8E93-856A-B2FC-5F580BB29B63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ACBA54-28E4-515B-3CC4-BB9A87C4B151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99528AC-D94F-4E6F-2C00-2EE5921D1292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5B8DAC-AFA9-3CF9-42C7-5BA6F23B4D36}"/>
              </a:ext>
            </a:extLst>
          </p:cNvPr>
          <p:cNvSpPr txBox="1"/>
          <p:nvPr/>
        </p:nvSpPr>
        <p:spPr>
          <a:xfrm>
            <a:off x="3144376" y="1600108"/>
            <a:ext cx="5718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pass = {1 to (size of array - 1) --- holds the last value}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BE7CB9-6B4F-62CE-2B2A-DF3361816DBF}"/>
              </a:ext>
            </a:extLst>
          </p:cNvPr>
          <p:cNvSpPr txBox="1"/>
          <p:nvPr/>
        </p:nvSpPr>
        <p:spPr>
          <a:xfrm>
            <a:off x="3144376" y="2040374"/>
            <a:ext cx="6516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 err="1">
                <a:latin typeface="LM Roman 12" panose="00000500000000000000" pitchFamily="50" charset="0"/>
              </a:rPr>
              <a:t>i</a:t>
            </a:r>
            <a:r>
              <a:rPr lang="en-ZA" dirty="0">
                <a:latin typeface="LM Roman 12" panose="00000500000000000000" pitchFamily="50" charset="0"/>
              </a:rPr>
              <a:t> = {1 to (size of array - 2) --- performs the paired comparison}</a:t>
            </a:r>
          </a:p>
        </p:txBody>
      </p:sp>
    </p:spTree>
    <p:extLst>
      <p:ext uri="{BB962C8B-B14F-4D97-AF65-F5344CB8AC3E}">
        <p14:creationId xmlns:p14="http://schemas.microsoft.com/office/powerpoint/2010/main" val="1265233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74004-6DB6-98C1-0FA8-AA8371A50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2125656A-3FA8-0168-D40E-5BD6AA8AA019}"/>
              </a:ext>
            </a:extLst>
          </p:cNvPr>
          <p:cNvSpPr txBox="1"/>
          <p:nvPr/>
        </p:nvSpPr>
        <p:spPr>
          <a:xfrm>
            <a:off x="4284385" y="2472267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89E9328-30E4-429E-1CC6-1B0CE614F80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F444F8F-CD28-798C-255F-277240F1525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3E89C22-73D2-5E8D-4ACA-5E804430E7B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491619B-57D8-0B42-521A-EEEB6473AB0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138F66FC-81D6-9477-B2D5-2C9A3B50D1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F1CD5E7-B877-7EE1-B99C-2AE2AD97AF8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9E15253-8D96-5D89-926B-B33ADD77E9A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09C5640-9FFB-9CFE-63E5-C0D845BFD49D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F8CBFD-DBA8-3A07-41FE-141615ED4AE7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4C1B1528-CD10-D36C-773C-CD15001884A7}"/>
              </a:ext>
            </a:extLst>
          </p:cNvPr>
          <p:cNvSpPr/>
          <p:nvPr/>
        </p:nvSpPr>
        <p:spPr>
          <a:xfrm>
            <a:off x="4420291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6A587210-94F5-2767-70EC-ED25251F010B}"/>
              </a:ext>
            </a:extLst>
          </p:cNvPr>
          <p:cNvSpPr/>
          <p:nvPr/>
        </p:nvSpPr>
        <p:spPr>
          <a:xfrm>
            <a:off x="6683131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D85D5CED-1949-1D81-7BDF-4910285C25D4}"/>
              </a:ext>
            </a:extLst>
          </p:cNvPr>
          <p:cNvSpPr/>
          <p:nvPr/>
        </p:nvSpPr>
        <p:spPr>
          <a:xfrm>
            <a:off x="7814551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7B166CCB-4139-9CE5-3E80-7BA17EEF926A}"/>
              </a:ext>
            </a:extLst>
          </p:cNvPr>
          <p:cNvSpPr/>
          <p:nvPr/>
        </p:nvSpPr>
        <p:spPr>
          <a:xfrm>
            <a:off x="5551711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AB2FB620-3644-F103-03B8-4FD75BC5CF79}"/>
              </a:ext>
            </a:extLst>
          </p:cNvPr>
          <p:cNvSpPr/>
          <p:nvPr/>
        </p:nvSpPr>
        <p:spPr>
          <a:xfrm>
            <a:off x="11208808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41889481-C887-1454-448A-A0F6CADC1F1F}"/>
              </a:ext>
            </a:extLst>
          </p:cNvPr>
          <p:cNvSpPr/>
          <p:nvPr/>
        </p:nvSpPr>
        <p:spPr>
          <a:xfrm>
            <a:off x="10077391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75AC007F-8571-DCD5-17DA-8C96A199BEA7}"/>
              </a:ext>
            </a:extLst>
          </p:cNvPr>
          <p:cNvSpPr/>
          <p:nvPr/>
        </p:nvSpPr>
        <p:spPr>
          <a:xfrm>
            <a:off x="8945971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F674A2-57AD-F32A-F358-1B557DECD1A2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9E4082D-1C02-3ED0-35F2-8ECF3339B9F8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A4B6F5-38EF-06D9-D11C-D2B5F1DC7DC1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23DAA7-14B8-9BA2-D99B-9A7C91442AA5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EABBAC-AC1C-F48C-D5F2-13B6855B5CB6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E916C9-3946-1781-FB12-4C9C4A1DF178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B286CE-E51D-303E-7635-8F3C22373021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0F01AC-D077-D258-59FC-8080DC86152C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219DD0-6321-E7EB-384E-D48AF98D47E9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336CE74-4B63-D58E-EB68-6027B3825043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AF62AEC-AA77-48D0-61A7-00057FD3F540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D4783E-9B0B-7376-CCDD-A5CFECFBBFDE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2F7A3A-9CF8-28F9-16FF-29AE0C84C797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C0DF15-F795-6035-1865-A5189D341849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84A7396-EFD2-D3DD-CE17-6EA1BC6F487B}"/>
              </a:ext>
            </a:extLst>
          </p:cNvPr>
          <p:cNvSpPr txBox="1"/>
          <p:nvPr/>
        </p:nvSpPr>
        <p:spPr>
          <a:xfrm>
            <a:off x="5046824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0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2169066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36C9-4032-D736-E03E-A1D9DE3A8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9675A89A-16E3-592C-E2BD-3F377A5255A1}"/>
              </a:ext>
            </a:extLst>
          </p:cNvPr>
          <p:cNvSpPr txBox="1"/>
          <p:nvPr/>
        </p:nvSpPr>
        <p:spPr>
          <a:xfrm>
            <a:off x="4284385" y="2472267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55A1A8E-6B04-22BD-865F-5099B4C3337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89C7360-F1D9-94A0-1816-01D823C8777A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CD58220-346A-AF0A-F743-3C7ED40DB83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B59B890-8CB4-901B-EE3D-7EEA349BB1D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681FDF94-61F7-A645-AAE1-DBD2B6764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49AE5F0-A92D-486F-94B6-1657AF064F7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D64E337-F386-E6E2-862E-ADFC51FBA2B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1AC0D48-49EE-DA22-3038-15D7E547A471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365D3-A793-ADE2-7FAE-291A7523BE85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2F24CEF0-8971-BF87-550B-E94B296799D4}"/>
              </a:ext>
            </a:extLst>
          </p:cNvPr>
          <p:cNvSpPr/>
          <p:nvPr/>
        </p:nvSpPr>
        <p:spPr>
          <a:xfrm>
            <a:off x="5521466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F1D1A755-8BAB-E3D5-6630-DCE74115FA45}"/>
              </a:ext>
            </a:extLst>
          </p:cNvPr>
          <p:cNvSpPr/>
          <p:nvPr/>
        </p:nvSpPr>
        <p:spPr>
          <a:xfrm>
            <a:off x="6658934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D7A3B0D4-B8F5-1D0F-B7AA-74C51196BF9F}"/>
              </a:ext>
            </a:extLst>
          </p:cNvPr>
          <p:cNvSpPr/>
          <p:nvPr/>
        </p:nvSpPr>
        <p:spPr>
          <a:xfrm>
            <a:off x="7796402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A742B647-8B16-7ED5-A8AD-628EFDB36E74}"/>
              </a:ext>
            </a:extLst>
          </p:cNvPr>
          <p:cNvSpPr/>
          <p:nvPr/>
        </p:nvSpPr>
        <p:spPr>
          <a:xfrm>
            <a:off x="4383997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F131EB78-90F7-E79E-934D-8F52A0F54419}"/>
              </a:ext>
            </a:extLst>
          </p:cNvPr>
          <p:cNvSpPr/>
          <p:nvPr/>
        </p:nvSpPr>
        <p:spPr>
          <a:xfrm>
            <a:off x="11208808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8237561F-341F-81AE-2AE9-B27AC0ED1CFC}"/>
              </a:ext>
            </a:extLst>
          </p:cNvPr>
          <p:cNvSpPr/>
          <p:nvPr/>
        </p:nvSpPr>
        <p:spPr>
          <a:xfrm>
            <a:off x="10071338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148EC6C5-A6FE-6423-928B-4F00A09881B2}"/>
              </a:ext>
            </a:extLst>
          </p:cNvPr>
          <p:cNvSpPr/>
          <p:nvPr/>
        </p:nvSpPr>
        <p:spPr>
          <a:xfrm>
            <a:off x="8933870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0ED7F8-F1A0-375E-A1A2-3292C263617A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CE5BBC-8B90-F646-7365-B698492E66A3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090686-C7FE-9925-6A1E-9DD16AD1D861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19C59C-A739-315B-6D55-4142CA36ED87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2CDB32-3527-0C56-AA9B-F04DE9209212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8907FB-9E98-1D9B-81E9-31D1CDF22B54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D4DEEA5-5C9B-C22D-533C-B07B2AB54A0C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F44340-23DD-3FAC-4DBE-BD92B64B3869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3D1A16-C5DC-344B-9DC3-A6100D196349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8F9B3DE-3914-CFBF-D53D-988CB1135C4F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2FBCA6-BE9B-93ED-FCB9-9FBEEC8A0DD7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DB8430D-0E30-2D5B-6611-F40A097B2147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6C9FD5-FDFD-D8C1-C1BC-EF835B8D970C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A83E60E-2C57-90A3-1843-76BEC5E1C60D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30BC42-6F8A-AD60-CF75-AC17EFB300A3}"/>
              </a:ext>
            </a:extLst>
          </p:cNvPr>
          <p:cNvSpPr txBox="1"/>
          <p:nvPr/>
        </p:nvSpPr>
        <p:spPr>
          <a:xfrm>
            <a:off x="5046824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0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14160016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9B15A-3085-265E-1551-C4801C8AD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84ED5D16-D6E5-610C-FE73-9632839FCC33}"/>
              </a:ext>
            </a:extLst>
          </p:cNvPr>
          <p:cNvSpPr txBox="1"/>
          <p:nvPr/>
        </p:nvSpPr>
        <p:spPr>
          <a:xfrm>
            <a:off x="5409878" y="2449762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A7A6C16-92E9-A102-C205-1E9B70B8FDD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4640F78-D78D-1B2D-191F-541E616B3C0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282907B-60D8-E327-9087-38F1B68AE48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26C0289-B3C2-9F0B-F9C4-B6027A12F75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BAE8BAD8-FD68-E21E-2BD0-0A0F43FDF8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93F46F1-2F37-CD61-BBBA-6E75DDEFC8C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97076EF-675C-D789-69D7-F98419DB265E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0745ADB-5D3C-1045-149B-743F92DE4A24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FDE795-B746-ED7A-2E2F-D4EE1C602210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E5793459-ED9C-BC0E-C1F6-C0B267D783C2}"/>
              </a:ext>
            </a:extLst>
          </p:cNvPr>
          <p:cNvSpPr/>
          <p:nvPr/>
        </p:nvSpPr>
        <p:spPr>
          <a:xfrm>
            <a:off x="5521466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EF99088F-6C2A-12A2-5BF0-B62725ED8D3C}"/>
              </a:ext>
            </a:extLst>
          </p:cNvPr>
          <p:cNvSpPr/>
          <p:nvPr/>
        </p:nvSpPr>
        <p:spPr>
          <a:xfrm>
            <a:off x="6658934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04200FB7-6C2C-04F8-8D58-03748CC62983}"/>
              </a:ext>
            </a:extLst>
          </p:cNvPr>
          <p:cNvSpPr/>
          <p:nvPr/>
        </p:nvSpPr>
        <p:spPr>
          <a:xfrm>
            <a:off x="7796402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1357FCCA-1148-73D5-4708-52BA5EE62B9C}"/>
              </a:ext>
            </a:extLst>
          </p:cNvPr>
          <p:cNvSpPr/>
          <p:nvPr/>
        </p:nvSpPr>
        <p:spPr>
          <a:xfrm>
            <a:off x="4383997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67C3A861-C2B0-A80F-715E-2F8982457528}"/>
              </a:ext>
            </a:extLst>
          </p:cNvPr>
          <p:cNvSpPr/>
          <p:nvPr/>
        </p:nvSpPr>
        <p:spPr>
          <a:xfrm>
            <a:off x="11208808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41A951A7-5256-26A9-B854-741D8F1E9F01}"/>
              </a:ext>
            </a:extLst>
          </p:cNvPr>
          <p:cNvSpPr/>
          <p:nvPr/>
        </p:nvSpPr>
        <p:spPr>
          <a:xfrm>
            <a:off x="10071338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AEA826F7-E438-D465-1E5A-3103ABB5C99C}"/>
              </a:ext>
            </a:extLst>
          </p:cNvPr>
          <p:cNvSpPr/>
          <p:nvPr/>
        </p:nvSpPr>
        <p:spPr>
          <a:xfrm>
            <a:off x="8933870" y="2856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288938-1720-D336-D2D3-26023F40A05C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BB2983-4E42-3561-3E32-04E617D53251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65638B7-44B6-8BA5-89BD-2599DCD0263C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C495C7-555C-2F6B-2BB8-219A73689F52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7CDC1AA-7303-1D2B-0625-9C411CAB90E7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7C50DB-8D4D-309C-FE5B-2E8166461E5D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0864E1-324F-DD1C-8B0D-F44620ED6273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4CE6B9A-ED92-B214-B248-CAA4B2DFD0A1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E29E7AF-8C2F-5047-353A-D4FBEB1E2080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11FE4C-BD41-CE5A-3AE1-33FAAD609013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0CE928-584E-F030-52F8-7319F2504789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2149D87-C435-2AD8-05A0-FAE57F3B408C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BE7511-E289-829A-3553-CC82A374C0AE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C01EA2F-B675-0148-A49C-28CE729AA64B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C69235-32D9-2C61-FB2E-9898EC0BE4B7}"/>
              </a:ext>
            </a:extLst>
          </p:cNvPr>
          <p:cNvSpPr txBox="1"/>
          <p:nvPr/>
        </p:nvSpPr>
        <p:spPr>
          <a:xfrm>
            <a:off x="5046824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1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539017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BAA17-51AD-C8D4-1E2E-B3DF49881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1A40E585-D6B9-9F45-C019-4B7FC03659C1}"/>
              </a:ext>
            </a:extLst>
          </p:cNvPr>
          <p:cNvSpPr txBox="1"/>
          <p:nvPr/>
        </p:nvSpPr>
        <p:spPr>
          <a:xfrm>
            <a:off x="5409878" y="2449762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6EA6A56-583D-0309-8925-C35EF8D3BDE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99B7D37A-FA06-C5A2-960C-868E971594D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E75112C-77B9-8080-E034-ACA5B78FE02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D71E463-34C2-9122-D957-92FD1268281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4CA79FB2-3C58-BDA7-55EA-97373D7E96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261EBA6-9875-4E3E-F81B-13FD3A7297C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E9B3092-E40F-8676-BECA-9EF3E5FFCD1F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87DFC08-B951-3D53-DE83-C242AF02A739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3E9E5-B68F-A52B-46DF-B351E79512BB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36554BAB-9F6C-C2A7-6BAC-E159D20345B0}"/>
              </a:ext>
            </a:extLst>
          </p:cNvPr>
          <p:cNvSpPr/>
          <p:nvPr/>
        </p:nvSpPr>
        <p:spPr>
          <a:xfrm>
            <a:off x="6658934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B0825AB6-9DE5-6026-2D84-6ADCEAA38926}"/>
              </a:ext>
            </a:extLst>
          </p:cNvPr>
          <p:cNvSpPr/>
          <p:nvPr/>
        </p:nvSpPr>
        <p:spPr>
          <a:xfrm>
            <a:off x="5521465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4D85EFFA-EA3D-D286-D9C5-B4EDB3B1CD6C}"/>
              </a:ext>
            </a:extLst>
          </p:cNvPr>
          <p:cNvSpPr/>
          <p:nvPr/>
        </p:nvSpPr>
        <p:spPr>
          <a:xfrm>
            <a:off x="7796403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49882655-4E70-43CE-6FD6-1F567F73D3FB}"/>
              </a:ext>
            </a:extLst>
          </p:cNvPr>
          <p:cNvSpPr/>
          <p:nvPr/>
        </p:nvSpPr>
        <p:spPr>
          <a:xfrm>
            <a:off x="4383997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7DE3817C-3B5D-1BB4-68D4-99646532EAB5}"/>
              </a:ext>
            </a:extLst>
          </p:cNvPr>
          <p:cNvSpPr/>
          <p:nvPr/>
        </p:nvSpPr>
        <p:spPr>
          <a:xfrm>
            <a:off x="11208808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899C4EB2-7BB5-9799-ABFC-44C81A4752D9}"/>
              </a:ext>
            </a:extLst>
          </p:cNvPr>
          <p:cNvSpPr/>
          <p:nvPr/>
        </p:nvSpPr>
        <p:spPr>
          <a:xfrm>
            <a:off x="10071341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8BA06E3F-3FA0-EBF4-3205-7B98222B2C66}"/>
              </a:ext>
            </a:extLst>
          </p:cNvPr>
          <p:cNvSpPr/>
          <p:nvPr/>
        </p:nvSpPr>
        <p:spPr>
          <a:xfrm>
            <a:off x="8933872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AA7094-B563-7331-E94A-D785BFD30D58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256C58F-751C-DDF6-2BD6-FE6DACD10903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0083F12-F8D4-9985-6CED-30D273904DA8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98634B-506B-92E5-B201-7E805FD0893F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20D6AC-CB67-630B-1274-6A6ACAE5D5E1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5CBE31-27DA-6902-4C6D-D510625B41FC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05DD8A-5E55-E9C5-8A6C-FE0D6C4CB1DC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01A9BD-B23E-541E-4E49-D9F0F5E150E1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037DAC-FA5B-596F-C09B-F7F2663DF142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C93F56-AA59-CB5F-8D88-DB2830BB1F76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1BEE39-588B-92A7-F44E-301247626001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C4BD98-B9D3-D4DD-18A4-EAFD034213A6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12804CC-9C4E-C997-E716-014CB1757491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41A199B-570F-5A91-3541-29ED6F8BB3A5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228F88-B36C-02AE-EA24-D5982285DC69}"/>
              </a:ext>
            </a:extLst>
          </p:cNvPr>
          <p:cNvSpPr txBox="1"/>
          <p:nvPr/>
        </p:nvSpPr>
        <p:spPr>
          <a:xfrm>
            <a:off x="5046824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1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17000529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CF307-0CFE-FA66-65D9-A7CE9A5B2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FDFD6EEA-07C4-9BE5-F149-C725A3866CC2}"/>
              </a:ext>
            </a:extLst>
          </p:cNvPr>
          <p:cNvSpPr txBox="1"/>
          <p:nvPr/>
        </p:nvSpPr>
        <p:spPr>
          <a:xfrm>
            <a:off x="6544806" y="2449762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9DBDAD-E97A-BA46-CCA7-8CAD4C2C4CA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36D0F22-E3A8-5C35-8ED9-FB6B5903CDA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51CD8BD-2385-2DDF-F585-68795F761F1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DEFE9EF-BC6E-C36B-EAE1-64D2ADE4013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14A7422A-33DB-DE88-72D5-DDCD29D6AB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A707A4B-2CC2-9D74-DD2E-E86E0696376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A2F46CE-99AD-A59B-97E2-D9B76B56D06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C1D5928-D38D-DDDF-9F78-DCA8ECD9E09F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FB5CD6-7452-1B0A-1981-9CAA6481877A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274E05A3-B91E-B699-23B3-DBD15EC0D73E}"/>
              </a:ext>
            </a:extLst>
          </p:cNvPr>
          <p:cNvSpPr/>
          <p:nvPr/>
        </p:nvSpPr>
        <p:spPr>
          <a:xfrm>
            <a:off x="6658934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9EBFF5AF-D63F-F557-2B9A-2E186095BDB5}"/>
              </a:ext>
            </a:extLst>
          </p:cNvPr>
          <p:cNvSpPr/>
          <p:nvPr/>
        </p:nvSpPr>
        <p:spPr>
          <a:xfrm>
            <a:off x="5521465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F1537445-C158-F5A3-ECD2-BA1BE07B8FB1}"/>
              </a:ext>
            </a:extLst>
          </p:cNvPr>
          <p:cNvSpPr/>
          <p:nvPr/>
        </p:nvSpPr>
        <p:spPr>
          <a:xfrm>
            <a:off x="7796403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F72BC0D4-F04D-7BE7-F6FA-5DEF3D796546}"/>
              </a:ext>
            </a:extLst>
          </p:cNvPr>
          <p:cNvSpPr/>
          <p:nvPr/>
        </p:nvSpPr>
        <p:spPr>
          <a:xfrm>
            <a:off x="4383997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EE4AA67D-BFE7-D5D5-7301-CF5C386CB406}"/>
              </a:ext>
            </a:extLst>
          </p:cNvPr>
          <p:cNvSpPr/>
          <p:nvPr/>
        </p:nvSpPr>
        <p:spPr>
          <a:xfrm>
            <a:off x="11208808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459F376D-1516-F5A0-65EA-CBC8395ACAF5}"/>
              </a:ext>
            </a:extLst>
          </p:cNvPr>
          <p:cNvSpPr/>
          <p:nvPr/>
        </p:nvSpPr>
        <p:spPr>
          <a:xfrm>
            <a:off x="10071341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D808C09F-AAF1-FCEE-85E8-F8B6605E9A4E}"/>
              </a:ext>
            </a:extLst>
          </p:cNvPr>
          <p:cNvSpPr/>
          <p:nvPr/>
        </p:nvSpPr>
        <p:spPr>
          <a:xfrm>
            <a:off x="8933872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350AEDF-04AE-E1E2-82E5-CE0A4883F3DB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5CFF83-D64F-9B9D-C3E8-637B46201187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37BD3A-79A9-E8E7-C133-D440E312070E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9A69726-C76B-75B4-52D6-22B378E91AF4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6877B11-2950-C339-B319-7849D39F81B7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446A66-0524-84AD-950A-CC277D1527C2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5814FF-8586-1DBA-8E99-269D066E0BF4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C2D4B3B-85D6-D294-DBD2-79721D70647B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58C1D2-D289-051A-66EA-D25C7F9631A5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B1A531-70AC-1437-1301-7DA72B88CA31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0D511AC-0428-88A2-31B2-2B786EA43266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E36B68-3F36-943E-425B-AEC875DBD837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04AC0C-412A-B3F0-6FAA-C02752ACEAC4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CCCF5E-625E-5108-7051-470BE9CCCF9A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7253642-2EB5-8CE1-99D4-125FB8224473}"/>
              </a:ext>
            </a:extLst>
          </p:cNvPr>
          <p:cNvSpPr txBox="1"/>
          <p:nvPr/>
        </p:nvSpPr>
        <p:spPr>
          <a:xfrm>
            <a:off x="5046824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2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22737880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7D657-22C7-C186-B3CE-DF6F1506C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F7EF7300-B1A8-A9A9-61A5-D12610D68E38}"/>
              </a:ext>
            </a:extLst>
          </p:cNvPr>
          <p:cNvSpPr txBox="1"/>
          <p:nvPr/>
        </p:nvSpPr>
        <p:spPr>
          <a:xfrm>
            <a:off x="6544806" y="2449762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E1A0E14-1805-D56D-0938-AA1A45D59EB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0DB84A6-64BB-57DB-0464-F8193F49C1C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C1FD7B4-0674-4F4A-646A-FDA16FA238D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11F5769-BE41-854D-0247-C1334B00B59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914733A0-DCAF-FB46-FD89-E24C2B15F13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F39DB2D-D42C-6281-E599-30D286CF46D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7E15A7C-6DF4-81FD-C61A-069C0900D44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1963FA0-6DBC-B214-7DBA-CF44E41D845B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984CAF-480E-8A7A-9240-5A6C4B798FEA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1468DCEE-1410-3054-B3C4-62584D9BD256}"/>
              </a:ext>
            </a:extLst>
          </p:cNvPr>
          <p:cNvSpPr/>
          <p:nvPr/>
        </p:nvSpPr>
        <p:spPr>
          <a:xfrm>
            <a:off x="7796403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7A6DE456-ABBA-4113-0759-7D53462EA294}"/>
              </a:ext>
            </a:extLst>
          </p:cNvPr>
          <p:cNvSpPr/>
          <p:nvPr/>
        </p:nvSpPr>
        <p:spPr>
          <a:xfrm>
            <a:off x="5521466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7CC5F0A5-1935-8FB8-8F84-AFCDDE5AE2A5}"/>
              </a:ext>
            </a:extLst>
          </p:cNvPr>
          <p:cNvSpPr/>
          <p:nvPr/>
        </p:nvSpPr>
        <p:spPr>
          <a:xfrm>
            <a:off x="6658934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6D7E3D7D-C8AB-E2D3-01E1-966943A0E7EE}"/>
              </a:ext>
            </a:extLst>
          </p:cNvPr>
          <p:cNvSpPr/>
          <p:nvPr/>
        </p:nvSpPr>
        <p:spPr>
          <a:xfrm>
            <a:off x="4383997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3F851C5F-D960-B8A8-DB46-D0184E6CA75C}"/>
              </a:ext>
            </a:extLst>
          </p:cNvPr>
          <p:cNvSpPr/>
          <p:nvPr/>
        </p:nvSpPr>
        <p:spPr>
          <a:xfrm>
            <a:off x="11208808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713271EF-220F-EB6D-9D82-45F7CF0D5BB7}"/>
              </a:ext>
            </a:extLst>
          </p:cNvPr>
          <p:cNvSpPr/>
          <p:nvPr/>
        </p:nvSpPr>
        <p:spPr>
          <a:xfrm>
            <a:off x="10071339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879239F3-BBF6-B64A-4DE4-6DB1AEE6B2E0}"/>
              </a:ext>
            </a:extLst>
          </p:cNvPr>
          <p:cNvSpPr/>
          <p:nvPr/>
        </p:nvSpPr>
        <p:spPr>
          <a:xfrm>
            <a:off x="8933871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94E249-2468-E950-1584-142FEE719DA9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22B9CF-F7D1-AF46-4CFD-EF13FDB44A18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64693F-E54C-F396-319F-BDAA339CEA1A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02AAFB-6F90-7216-E86C-B5AECBE8870C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45435E-BFBB-A5B8-CE51-796ABBC0719F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F76C52-7605-5D4E-74C4-794B38ABFF4A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10B8A0-A5FE-C78C-A833-1019A5F425BF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087A65-B7AC-2AF7-EE6B-4AB22FA0245C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3B88AA-4BA0-1B0F-D72E-924411CBF036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C9D8B2B-37C4-25D7-40E9-3C5FD207E01D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DD38EFD-BD59-ACA5-6C6A-68FCE2B178A9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B42A43B-9660-8328-8670-835B8AB04AC5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EA115A5-7D69-E836-8A21-30688DC77464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1344B1-79A0-62FE-BBC4-F6D38298016A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E16ACC2-DBF8-F6F1-CA9F-5A0BFBB21BEA}"/>
              </a:ext>
            </a:extLst>
          </p:cNvPr>
          <p:cNvSpPr txBox="1"/>
          <p:nvPr/>
        </p:nvSpPr>
        <p:spPr>
          <a:xfrm>
            <a:off x="5046824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2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13463886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1A619-B297-BB52-4C32-437A828F1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CAA59130-5747-9BE3-14BB-CF135B360DEA}"/>
              </a:ext>
            </a:extLst>
          </p:cNvPr>
          <p:cNvSpPr txBox="1"/>
          <p:nvPr/>
        </p:nvSpPr>
        <p:spPr>
          <a:xfrm>
            <a:off x="7732413" y="2380431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A44FC1C-08D5-7F25-483E-1598B3C1591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CE3836F-817D-98C3-EA99-181D1704D28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B7951E2-6950-849C-96DD-877B987D0B5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3F9A05A-D4EF-93D2-0B53-D820D7FE8B3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E6B191B6-B54D-F608-809B-CB93BA9A63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4E2866F-AAB4-4CE7-14D2-5231C2B09D1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512032C-F580-2E1E-F1AA-E0D47886D5E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06CF595-5C58-EE3A-C532-0F743DE3D977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C2B675-AF21-09C7-FEFB-09E8D5360985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5A4B36B9-39DE-B3C4-DC97-A47053F205FA}"/>
              </a:ext>
            </a:extLst>
          </p:cNvPr>
          <p:cNvSpPr/>
          <p:nvPr/>
        </p:nvSpPr>
        <p:spPr>
          <a:xfrm>
            <a:off x="7796403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6C43E533-35C0-A2E0-5C65-5E0483FA898B}"/>
              </a:ext>
            </a:extLst>
          </p:cNvPr>
          <p:cNvSpPr/>
          <p:nvPr/>
        </p:nvSpPr>
        <p:spPr>
          <a:xfrm>
            <a:off x="5521466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C49B12DB-CEAC-6D09-299E-2639569F085B}"/>
              </a:ext>
            </a:extLst>
          </p:cNvPr>
          <p:cNvSpPr/>
          <p:nvPr/>
        </p:nvSpPr>
        <p:spPr>
          <a:xfrm>
            <a:off x="6658934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11E3B271-A1B5-2F5B-C76E-C1CC9A980131}"/>
              </a:ext>
            </a:extLst>
          </p:cNvPr>
          <p:cNvSpPr/>
          <p:nvPr/>
        </p:nvSpPr>
        <p:spPr>
          <a:xfrm>
            <a:off x="4383997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A9EE1944-4EF3-9B74-823F-E57A2393B063}"/>
              </a:ext>
            </a:extLst>
          </p:cNvPr>
          <p:cNvSpPr/>
          <p:nvPr/>
        </p:nvSpPr>
        <p:spPr>
          <a:xfrm>
            <a:off x="11208808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103003EC-BAEF-5564-59B9-01452DFBF392}"/>
              </a:ext>
            </a:extLst>
          </p:cNvPr>
          <p:cNvSpPr/>
          <p:nvPr/>
        </p:nvSpPr>
        <p:spPr>
          <a:xfrm>
            <a:off x="10071339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AAA9FCAA-F4FD-FC35-CBAA-9FB608EF0FB9}"/>
              </a:ext>
            </a:extLst>
          </p:cNvPr>
          <p:cNvSpPr/>
          <p:nvPr/>
        </p:nvSpPr>
        <p:spPr>
          <a:xfrm>
            <a:off x="8933871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5CF6F4-6C59-6148-2BDE-D79F2F3BA3B1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39304F-2043-24B6-A85F-DCE4B5229A41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BF6096-C355-253A-7C27-65AE9E65963B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EC9C41-F0F5-7280-CD2B-5912F6B3BEF3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8DE77A-AB85-6653-13B3-0B31E25F7F9E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65FE8F-AEF9-99C4-2F37-D32A7F2ADF0C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23BC78B-58E8-AE31-2056-BB529170E96E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CD23B0-F43B-89E4-FC55-59077C91A0D2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0265C9-B3D0-B3DF-3EBB-5F7FD39DB26F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52B408-96E5-2E2C-683A-75A189B191E7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92FA87F-FC40-664F-5136-AE4090307AE7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7B05A4-8B03-5ECD-198A-EB4B2694FD8E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64D7FAF-9E5A-054A-1B93-32FB54C7A972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FD5D46B-0183-99AB-C4A2-B89DF2A1E332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CC6C955-A044-7530-2E95-3C951E253690}"/>
              </a:ext>
            </a:extLst>
          </p:cNvPr>
          <p:cNvSpPr txBox="1"/>
          <p:nvPr/>
        </p:nvSpPr>
        <p:spPr>
          <a:xfrm>
            <a:off x="5046824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3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15242712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1F25E-21E1-6678-D45E-872A00CB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1675B10E-171D-DA2C-B608-EAB0384E8846}"/>
              </a:ext>
            </a:extLst>
          </p:cNvPr>
          <p:cNvSpPr txBox="1"/>
          <p:nvPr/>
        </p:nvSpPr>
        <p:spPr>
          <a:xfrm>
            <a:off x="7732413" y="2380431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8D3A6D3-B71D-6945-7C3E-B3DCB7200D3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A5A2DC1-F68D-AB8C-B7D3-7504BAB4D6E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8228564-1328-356C-7CEA-B5FFD52804F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363B11E-74F5-2C84-2E3D-3E96852D96F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715099D9-68F7-9FF2-A178-1970A7E3C39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5B7DE73-E215-5774-6C5C-EB674FA63C5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DA69B8E-EDB8-2E1A-CD02-4154E7AC294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6E76703-9503-9171-DF7B-83557015CC27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E8B5DF-7663-6CDD-4D25-A99AA7989083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1ED01F8B-0E7C-0DDB-9B74-794A6AA35A28}"/>
              </a:ext>
            </a:extLst>
          </p:cNvPr>
          <p:cNvSpPr/>
          <p:nvPr/>
        </p:nvSpPr>
        <p:spPr>
          <a:xfrm>
            <a:off x="8933870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4FC34A0D-E93B-9F61-725E-B3B6E0709C27}"/>
              </a:ext>
            </a:extLst>
          </p:cNvPr>
          <p:cNvSpPr/>
          <p:nvPr/>
        </p:nvSpPr>
        <p:spPr>
          <a:xfrm>
            <a:off x="5521465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519E99A2-836B-4E4B-1787-741638AD3216}"/>
              </a:ext>
            </a:extLst>
          </p:cNvPr>
          <p:cNvSpPr/>
          <p:nvPr/>
        </p:nvSpPr>
        <p:spPr>
          <a:xfrm>
            <a:off x="6658933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C0557D53-116A-9FFF-BD1F-FE10BF575353}"/>
              </a:ext>
            </a:extLst>
          </p:cNvPr>
          <p:cNvSpPr/>
          <p:nvPr/>
        </p:nvSpPr>
        <p:spPr>
          <a:xfrm>
            <a:off x="4383997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F14725CA-79AF-FD82-7889-A11280F98A04}"/>
              </a:ext>
            </a:extLst>
          </p:cNvPr>
          <p:cNvSpPr/>
          <p:nvPr/>
        </p:nvSpPr>
        <p:spPr>
          <a:xfrm>
            <a:off x="11208808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0094145F-8FF8-20D3-B9AF-F21830B8FE57}"/>
              </a:ext>
            </a:extLst>
          </p:cNvPr>
          <p:cNvSpPr/>
          <p:nvPr/>
        </p:nvSpPr>
        <p:spPr>
          <a:xfrm>
            <a:off x="10071338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516EB63A-920E-623D-0DBC-416F7A2A24C2}"/>
              </a:ext>
            </a:extLst>
          </p:cNvPr>
          <p:cNvSpPr/>
          <p:nvPr/>
        </p:nvSpPr>
        <p:spPr>
          <a:xfrm>
            <a:off x="7796401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7E97A82-C942-A7F3-84EA-068557C83373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C48D8D-FB9E-E4E5-3683-C85A8B92B6A7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85D4FC-2EEE-F390-6E6E-AA8ABE6ABF17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4E97B8-B6DE-DAEB-50A6-7D3F004BD95B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42F58CC-9302-29D2-7AB4-2872D2E7ACDE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C4C3D4-1201-184D-06BF-0E40923416C5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80D9B6-5E41-8B8A-1AF7-E98FBF45821B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A05008-1920-6E9D-83B6-603A133FDEBD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F767BF9-192F-9818-57A6-42B7278377A4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03EFF4-422F-59E8-296E-84F2DE42D2FF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658A851-4C77-80AD-AE3A-96ABC6DFCBA4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37E35A-E721-10CC-8998-16ACF0D4B877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0FF98A-C834-BB31-FCBB-0C8892C58B92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AEAF1F-D704-90FD-83B6-9E779E1C2FEC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3FE45B-12F7-7E8C-85C3-5B0EDD1FC3EE}"/>
              </a:ext>
            </a:extLst>
          </p:cNvPr>
          <p:cNvSpPr txBox="1"/>
          <p:nvPr/>
        </p:nvSpPr>
        <p:spPr>
          <a:xfrm>
            <a:off x="5046824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3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36892801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F1F7E-E235-815C-466F-774E1C990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777A0D19-1FBD-2BEE-4B80-E5B96B1F20D2}"/>
              </a:ext>
            </a:extLst>
          </p:cNvPr>
          <p:cNvSpPr txBox="1"/>
          <p:nvPr/>
        </p:nvSpPr>
        <p:spPr>
          <a:xfrm>
            <a:off x="8832239" y="2380431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1921B5-9BC5-2216-909D-6F551ECCBA4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FE4FC174-2FA5-250B-0E62-FAB6C53D4C8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F0DA4BA-DD90-ACF4-F995-EB90E3FC5B0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FFE5902-877F-315E-EF3C-789B633F290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B605ED55-1B96-04C6-039E-5F2810E6B6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31967E3-477C-2652-250D-4BD0349B972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F4AD9DC-3116-93C8-0F60-02B1592EAFEE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77D5BB6-0212-4318-FB25-8C4B69EAB044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A37785-6251-12E6-FD49-B9C42BDE5C86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22C110A4-253B-10A0-F7FF-E217A623AC9D}"/>
              </a:ext>
            </a:extLst>
          </p:cNvPr>
          <p:cNvSpPr/>
          <p:nvPr/>
        </p:nvSpPr>
        <p:spPr>
          <a:xfrm>
            <a:off x="8933870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8330D273-E7EB-BEAA-8183-068592E9D690}"/>
              </a:ext>
            </a:extLst>
          </p:cNvPr>
          <p:cNvSpPr/>
          <p:nvPr/>
        </p:nvSpPr>
        <p:spPr>
          <a:xfrm>
            <a:off x="5521465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FC1FBBED-8586-FA8A-CD79-AF044B7A6709}"/>
              </a:ext>
            </a:extLst>
          </p:cNvPr>
          <p:cNvSpPr/>
          <p:nvPr/>
        </p:nvSpPr>
        <p:spPr>
          <a:xfrm>
            <a:off x="6658933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3CE04E27-5C57-28E6-300A-1EA059164863}"/>
              </a:ext>
            </a:extLst>
          </p:cNvPr>
          <p:cNvSpPr/>
          <p:nvPr/>
        </p:nvSpPr>
        <p:spPr>
          <a:xfrm>
            <a:off x="4383997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D91FEB89-9183-7C96-5782-E693B6EBCACC}"/>
              </a:ext>
            </a:extLst>
          </p:cNvPr>
          <p:cNvSpPr/>
          <p:nvPr/>
        </p:nvSpPr>
        <p:spPr>
          <a:xfrm>
            <a:off x="11208808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B8A8C1C0-B6DF-D714-4E4D-FED154002279}"/>
              </a:ext>
            </a:extLst>
          </p:cNvPr>
          <p:cNvSpPr/>
          <p:nvPr/>
        </p:nvSpPr>
        <p:spPr>
          <a:xfrm>
            <a:off x="10071338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9FF0705B-69CD-8752-2F29-E0BD370643ED}"/>
              </a:ext>
            </a:extLst>
          </p:cNvPr>
          <p:cNvSpPr/>
          <p:nvPr/>
        </p:nvSpPr>
        <p:spPr>
          <a:xfrm>
            <a:off x="7796401" y="2850331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82732C-6FDE-AF7D-5F35-6659AF398F89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F28130-491E-249F-645D-C78DAEA018E6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37C8B1-2CE5-0E26-F44B-3C6C0EA895F7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618193-BC06-6AA2-4994-150D87B4CCEF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66AE4F-4172-F72C-037C-A27D6605A8E1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594F59F-6DD0-7013-6E3B-757110DE6E75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BDF692-705A-B372-F11A-993E9B4D5887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B7580F-655F-C9E5-FB99-B517D8510370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8A0DCF4-5EB5-7360-20BE-D075E2AA235F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6673222-2A5F-DD50-5D8B-75F237CCFBE2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EC67102-0CD1-53CA-3D86-3BD113AFA1CF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45D1DBE-DCB1-2767-EC48-8C3959199450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7AD10AE-17D2-EEF6-13CF-30C7F11436EA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ACFC41-CAD6-00B8-5798-940491B6E831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274A9CA-FCC4-336C-E9A5-4DD06AE6471E}"/>
              </a:ext>
            </a:extLst>
          </p:cNvPr>
          <p:cNvSpPr txBox="1"/>
          <p:nvPr/>
        </p:nvSpPr>
        <p:spPr>
          <a:xfrm>
            <a:off x="5046824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4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440503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8D1CC-0FFF-8825-C411-ACBF654FB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3958EA7F-D1AB-EC7A-DBF2-BD99BB2886E5}"/>
              </a:ext>
            </a:extLst>
          </p:cNvPr>
          <p:cNvSpPr txBox="1"/>
          <p:nvPr/>
        </p:nvSpPr>
        <p:spPr>
          <a:xfrm>
            <a:off x="8832239" y="2380431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E1154EA-FA12-5A85-B5C0-D8AD3E165D9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707830B-085C-DB83-A832-12AAADCB7C6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95EF5F0-07FF-3D15-9315-FD21F7FD50B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5FB662B-7059-D71B-58F1-51F6DDA4164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57FB2B2B-8562-7C70-2CCA-146E010526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8966C80-967D-16ED-0002-BD32ED11DEB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A26F440-8D3F-EBC1-BAF7-5DA3AAFAF04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599410F-7917-0D4E-25D7-D6E4981FCD7B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426F33-3BB8-15A9-B721-A8094F0F4462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3909DF94-9543-E7AA-6995-F1484E68A9E4}"/>
              </a:ext>
            </a:extLst>
          </p:cNvPr>
          <p:cNvSpPr/>
          <p:nvPr/>
        </p:nvSpPr>
        <p:spPr>
          <a:xfrm>
            <a:off x="10071341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B3C0DDD9-3234-1109-F3E1-6F3F4E1B77F5}"/>
              </a:ext>
            </a:extLst>
          </p:cNvPr>
          <p:cNvSpPr/>
          <p:nvPr/>
        </p:nvSpPr>
        <p:spPr>
          <a:xfrm>
            <a:off x="5521466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3C75551A-E7DB-5628-15C2-1E3C43D0AF22}"/>
              </a:ext>
            </a:extLst>
          </p:cNvPr>
          <p:cNvSpPr/>
          <p:nvPr/>
        </p:nvSpPr>
        <p:spPr>
          <a:xfrm>
            <a:off x="6658935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AF41333A-5821-E019-D591-3EC9EA604E9E}"/>
              </a:ext>
            </a:extLst>
          </p:cNvPr>
          <p:cNvSpPr/>
          <p:nvPr/>
        </p:nvSpPr>
        <p:spPr>
          <a:xfrm>
            <a:off x="4383997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A4FD8E32-0C4F-A4FC-2047-60D9AB465816}"/>
              </a:ext>
            </a:extLst>
          </p:cNvPr>
          <p:cNvSpPr/>
          <p:nvPr/>
        </p:nvSpPr>
        <p:spPr>
          <a:xfrm>
            <a:off x="11208808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26AA7348-268E-A28A-783A-1DD778C11897}"/>
              </a:ext>
            </a:extLst>
          </p:cNvPr>
          <p:cNvSpPr/>
          <p:nvPr/>
        </p:nvSpPr>
        <p:spPr>
          <a:xfrm>
            <a:off x="8933872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53E7B0FC-79F2-AEA1-0958-3CB681EE120B}"/>
              </a:ext>
            </a:extLst>
          </p:cNvPr>
          <p:cNvSpPr/>
          <p:nvPr/>
        </p:nvSpPr>
        <p:spPr>
          <a:xfrm>
            <a:off x="7796404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25BF52-C37B-2AE3-7D5A-34A772082546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1A276F-B84C-6F5A-2813-56EA75E43FF8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3C35FE-3F5D-62BC-3F62-42D51CE5855F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01A0A7-9186-EC6E-F5E1-E34171264B16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23F3B3-DE97-9D3C-BD68-BA732E13121A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116CFF-98F7-599B-8D5B-2DC44CA63BB8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71CCA4-2BC2-AA72-FF0E-7ADABE559DC0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0CBDEA-A329-16F5-549F-FB254837B148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15B063F-11AC-3F13-BDC6-15AC8F9B8379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2AE18F6-B89B-15E7-1BAA-37C2A634BD48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3FE5C79-5114-3FC2-8F57-32D6A0E64600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550BDF-4441-34DF-1FEE-6CE60B85AD7F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0E6CF9-031C-0692-1100-A9F0B95CEB03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3FA3EA-11FF-9C5B-CC11-F5CC1317CB3D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31651F3-D31B-BDA6-8C87-D590E9BA5D54}"/>
              </a:ext>
            </a:extLst>
          </p:cNvPr>
          <p:cNvSpPr txBox="1"/>
          <p:nvPr/>
        </p:nvSpPr>
        <p:spPr>
          <a:xfrm>
            <a:off x="5046824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4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22855989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4639-A38E-FF42-534A-15EAC14A2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C3F8B612-9DAC-03B9-859F-B021E26CB0EB}"/>
              </a:ext>
            </a:extLst>
          </p:cNvPr>
          <p:cNvSpPr txBox="1"/>
          <p:nvPr/>
        </p:nvSpPr>
        <p:spPr>
          <a:xfrm>
            <a:off x="9950089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C4999F6-2E5D-9EC2-839D-A1B922D4C95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0DBC9D6-945E-F960-5779-07014452146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9A5EE06-C973-7DAB-B8A3-E53EBE35371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F115CCB-5CB4-45F7-7952-E802305CBA1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21F1CD78-F198-B2FE-3900-A4F26C986E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434E0A2-E06E-D9DE-5DF5-204A504A551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25EC1B23-8A1D-945E-3857-8276871C261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B22225-8613-2E72-516C-1517E99096A3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2DD55C-310E-FB86-C209-2BC49CC93152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479C189E-BDBA-DFB5-4E81-CB5B3CAA9BC2}"/>
              </a:ext>
            </a:extLst>
          </p:cNvPr>
          <p:cNvSpPr/>
          <p:nvPr/>
        </p:nvSpPr>
        <p:spPr>
          <a:xfrm>
            <a:off x="10071341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7BAF9F40-B260-C0AA-0915-6A4A22DD57A1}"/>
              </a:ext>
            </a:extLst>
          </p:cNvPr>
          <p:cNvSpPr/>
          <p:nvPr/>
        </p:nvSpPr>
        <p:spPr>
          <a:xfrm>
            <a:off x="5521466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F39425D0-B0D5-6FD4-A36A-C4ABC993E031}"/>
              </a:ext>
            </a:extLst>
          </p:cNvPr>
          <p:cNvSpPr/>
          <p:nvPr/>
        </p:nvSpPr>
        <p:spPr>
          <a:xfrm>
            <a:off x="6658935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4ABF72E7-865F-8B3F-1197-9941DCC4A383}"/>
              </a:ext>
            </a:extLst>
          </p:cNvPr>
          <p:cNvSpPr/>
          <p:nvPr/>
        </p:nvSpPr>
        <p:spPr>
          <a:xfrm>
            <a:off x="4383997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4A5C4926-8007-8314-1B79-99F7E6419F4D}"/>
              </a:ext>
            </a:extLst>
          </p:cNvPr>
          <p:cNvSpPr/>
          <p:nvPr/>
        </p:nvSpPr>
        <p:spPr>
          <a:xfrm>
            <a:off x="11208808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48DAE0C6-C2A3-C60D-F03A-A67566F457E8}"/>
              </a:ext>
            </a:extLst>
          </p:cNvPr>
          <p:cNvSpPr/>
          <p:nvPr/>
        </p:nvSpPr>
        <p:spPr>
          <a:xfrm>
            <a:off x="8933872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D1DE2AD2-2250-1FF6-CB36-9883D76A2D3E}"/>
              </a:ext>
            </a:extLst>
          </p:cNvPr>
          <p:cNvSpPr/>
          <p:nvPr/>
        </p:nvSpPr>
        <p:spPr>
          <a:xfrm>
            <a:off x="7796404" y="2816823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E892D3-6440-EA93-2FEB-219ADD7F90BB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A768FD-CA43-CE14-9ADD-4A762842F835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6D2846-72C2-869C-1BE1-EBDE6603B25F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85A839-6DD8-CCB3-7A4C-8EA3FF3D473F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453B1DA-DFDE-6025-32EB-E27F99C37651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4571B7-7660-C9EA-36A1-F97B78C374CE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95C4B88-0922-D5A9-A125-C0E1EC6749A2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F11E175-4FD5-4E44-7F33-B037A06B68DB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158B23-C75D-0616-5F3B-94CDFAC60829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C04E27-BC30-8324-52BD-D0BCD27AA4EF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6FB6BF-C41E-80C5-BA3C-11420A0EB076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6CE1B4-E689-86EA-EAA4-3C3B99BBDD89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BD4F02-0024-4415-0086-EF4A7E18E618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BFBBA8-006B-B7B8-33BB-0A293291A737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76DDBA8-9662-06F3-3DFB-50545974DD55}"/>
              </a:ext>
            </a:extLst>
          </p:cNvPr>
          <p:cNvSpPr txBox="1"/>
          <p:nvPr/>
        </p:nvSpPr>
        <p:spPr>
          <a:xfrm>
            <a:off x="5046824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5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4052768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E7A01-EEC5-C424-E218-6ED08BF7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15DD2D0E-F4E1-22C0-D920-CFCBB4143241}"/>
              </a:ext>
            </a:extLst>
          </p:cNvPr>
          <p:cNvSpPr txBox="1"/>
          <p:nvPr/>
        </p:nvSpPr>
        <p:spPr>
          <a:xfrm>
            <a:off x="9950089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5278A17-6B3B-70BC-E0E3-82123C38B20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56EC7EF-D264-4AAD-3C84-FDFBB38BADC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70ACFB1-F58C-E36B-307B-BF307356FF3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3D598A0-035B-3285-BA71-E614B9340C1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CF15853A-5699-263D-1CDE-CEDDD085EC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8C04E6E2-A228-F112-2FE7-03E8197F38E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0030130-43B5-E0CD-0C53-A860D95CE384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C3FC80D-C6AC-F6A1-FD96-59741939FCEB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A0504A-5D2A-65B9-9029-0A86FE1A385E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B4599011-8B10-FE04-8C49-FF20EB5F3CA7}"/>
              </a:ext>
            </a:extLst>
          </p:cNvPr>
          <p:cNvSpPr/>
          <p:nvPr/>
        </p:nvSpPr>
        <p:spPr>
          <a:xfrm>
            <a:off x="11213205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5612B620-11B5-43FE-CF8A-2A11642EE5CD}"/>
              </a:ext>
            </a:extLst>
          </p:cNvPr>
          <p:cNvSpPr/>
          <p:nvPr/>
        </p:nvSpPr>
        <p:spPr>
          <a:xfrm>
            <a:off x="5522198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34061B6A-5FC4-1C31-5AF7-3C3E15A7F75F}"/>
              </a:ext>
            </a:extLst>
          </p:cNvPr>
          <p:cNvSpPr/>
          <p:nvPr/>
        </p:nvSpPr>
        <p:spPr>
          <a:xfrm>
            <a:off x="6660399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9AAB19FB-4975-038C-48A8-7FC1311BC8E8}"/>
              </a:ext>
            </a:extLst>
          </p:cNvPr>
          <p:cNvSpPr/>
          <p:nvPr/>
        </p:nvSpPr>
        <p:spPr>
          <a:xfrm>
            <a:off x="4383997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A19D59B5-12EF-EF91-25B8-B449CB5DA8A9}"/>
              </a:ext>
            </a:extLst>
          </p:cNvPr>
          <p:cNvSpPr/>
          <p:nvPr/>
        </p:nvSpPr>
        <p:spPr>
          <a:xfrm>
            <a:off x="10075002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E2AD26B4-2248-A9B6-33EE-09EF0E7D5960}"/>
              </a:ext>
            </a:extLst>
          </p:cNvPr>
          <p:cNvSpPr/>
          <p:nvPr/>
        </p:nvSpPr>
        <p:spPr>
          <a:xfrm>
            <a:off x="8936801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92A7C722-3695-3184-939E-8D728473AAFF}"/>
              </a:ext>
            </a:extLst>
          </p:cNvPr>
          <p:cNvSpPr/>
          <p:nvPr/>
        </p:nvSpPr>
        <p:spPr>
          <a:xfrm>
            <a:off x="7798600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5F4835-7EC7-6D1A-D3A8-7404A2FCE93A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9FE1896-06E5-4511-8AAD-507A13DB47C9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92FE1B-8B66-A9D0-5966-A3BB5AD1D23F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00232B-E2F0-BE49-230E-13E5E5E482DA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A410C76-3FC6-E49F-0974-A7055811FAE9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C80557-B631-9F50-14C3-2C91C243E0F8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11D3E4-A26B-3FD0-6539-FD2E48562A5F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D52F4F-86FC-9677-4D8B-8A209A815D69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7324A50-F15F-90D1-07B4-17375087C411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F42AC8-AFDE-4C5A-FCEF-5E4CBDE710FF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B21D4F-880C-BA77-543D-3545544B010E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6BD295-B6B0-2C5F-8CFD-2DBEBCF701DC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5F3E3DD-6E31-2441-B387-5E865E224A11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5716E3-E442-61AD-7F36-7DFFDD61C83B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43841A-1B69-FE55-DBC3-ADBA45B26ECB}"/>
              </a:ext>
            </a:extLst>
          </p:cNvPr>
          <p:cNvSpPr txBox="1"/>
          <p:nvPr/>
        </p:nvSpPr>
        <p:spPr>
          <a:xfrm>
            <a:off x="5046824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5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30037180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B067C-646B-B1FC-942A-3B99EA368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66C977D4-0AFB-6A83-1ACF-3F2B09E303E9}"/>
              </a:ext>
            </a:extLst>
          </p:cNvPr>
          <p:cNvSpPr txBox="1"/>
          <p:nvPr/>
        </p:nvSpPr>
        <p:spPr>
          <a:xfrm>
            <a:off x="11120407" y="2346923"/>
            <a:ext cx="842234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B270B7F-0DB2-9927-AB19-EC9DDD17CEA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A3BFD82-E058-F6A7-EDE5-D266FB7AF67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68FC71-2012-C848-FB83-6CA04C08D91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A24D42A-CA6D-D787-EA13-92B933626E2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E8EB75B5-EEA3-5223-794F-E29A6D20DE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ECB0770-EE11-6C97-ECE6-864AC18A9E0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9805E07-F112-FC28-840E-5378CB141F7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7F15719-9CF9-0600-D817-D1165EA0E917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78F3F2-CBC3-6C4D-5761-8521E2F05086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A9946B7C-401E-F1FB-934A-C5E3283D7F4B}"/>
              </a:ext>
            </a:extLst>
          </p:cNvPr>
          <p:cNvSpPr/>
          <p:nvPr/>
        </p:nvSpPr>
        <p:spPr>
          <a:xfrm>
            <a:off x="11213205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AA3EF941-1D6E-CE52-A7FF-2D1C24C6F3EA}"/>
              </a:ext>
            </a:extLst>
          </p:cNvPr>
          <p:cNvSpPr/>
          <p:nvPr/>
        </p:nvSpPr>
        <p:spPr>
          <a:xfrm>
            <a:off x="5522198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CC86E234-7B4C-27CE-003F-23496EFDBA86}"/>
              </a:ext>
            </a:extLst>
          </p:cNvPr>
          <p:cNvSpPr/>
          <p:nvPr/>
        </p:nvSpPr>
        <p:spPr>
          <a:xfrm>
            <a:off x="6660399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C1E7365A-8718-2B42-B144-0294151E165E}"/>
              </a:ext>
            </a:extLst>
          </p:cNvPr>
          <p:cNvSpPr/>
          <p:nvPr/>
        </p:nvSpPr>
        <p:spPr>
          <a:xfrm>
            <a:off x="4383997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EFF7ABBE-6AB1-D9B9-C891-D40C8D08E73E}"/>
              </a:ext>
            </a:extLst>
          </p:cNvPr>
          <p:cNvSpPr/>
          <p:nvPr/>
        </p:nvSpPr>
        <p:spPr>
          <a:xfrm>
            <a:off x="10075002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A0808E45-5C95-B024-9DE6-C452305364A0}"/>
              </a:ext>
            </a:extLst>
          </p:cNvPr>
          <p:cNvSpPr/>
          <p:nvPr/>
        </p:nvSpPr>
        <p:spPr>
          <a:xfrm>
            <a:off x="8936801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53F10AD9-EA32-1570-5078-F559E638E76F}"/>
              </a:ext>
            </a:extLst>
          </p:cNvPr>
          <p:cNvSpPr/>
          <p:nvPr/>
        </p:nvSpPr>
        <p:spPr>
          <a:xfrm>
            <a:off x="7798600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8F9451-D127-BD65-8304-3BA5AE226C54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4F9E00-4138-245C-85BA-7CEEFA28FA98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2A7B75-BFC5-486A-0D5D-8741C89BD30B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A163BA-E437-2844-E04B-F91AB2398D4E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FB257A5-7000-949A-7A99-D434757512AE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DFB182-59DA-65E7-758A-7BEB7935442D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770FBA4-D449-C96E-664D-B77FFB3BE778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A827DBF-5B44-41FB-ECD1-4A947D433884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819CA4-E41E-D404-96C2-EC522ECF4C21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4A153F-6FCA-6071-8F5D-CBF7FDDF4325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37F665-33E9-CFDD-98A6-8D214DA36203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B8C97E1-02F0-8B51-51E9-C06217EE6DFE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B065D9-972D-30AF-C222-FFC3BA6FAF02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454AA4-0030-41CB-E775-DBEC609FC6C9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1</a:t>
            </a:r>
            <a:endParaRPr lang="en-ZA" sz="3200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6C2790-E0F8-F0C1-1268-063E9DB0A76E}"/>
              </a:ext>
            </a:extLst>
          </p:cNvPr>
          <p:cNvSpPr txBox="1"/>
          <p:nvPr/>
        </p:nvSpPr>
        <p:spPr>
          <a:xfrm>
            <a:off x="4383997" y="4355965"/>
            <a:ext cx="33783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1 complete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38048579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F8BBD-EFA4-A226-F6A8-E21A4B03D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A8D6E96C-C8B7-891B-6B33-DFD39878B5D2}"/>
              </a:ext>
            </a:extLst>
          </p:cNvPr>
          <p:cNvSpPr txBox="1"/>
          <p:nvPr/>
        </p:nvSpPr>
        <p:spPr>
          <a:xfrm>
            <a:off x="11120407" y="2346923"/>
            <a:ext cx="842234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957CC40-F7BC-6F43-DA9A-A9A0DBCF5C1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AC9A6688-F735-DE02-F28B-F82347EA63C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E8481F6-32B4-BE15-333C-996ED0732DA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82E4CEC-FD65-EDBB-70DF-4937F28F14F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E3C7A142-E02D-75DE-8B33-10998C54F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4B6314B-1C34-0B52-140C-DCA4803B839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53970F1-5AE5-93F6-5322-8949D16CDAA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0B5A866-61BF-5FE8-4D71-F0378FA4FEBC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0895F5-1299-C47E-F488-73FC8A9B3A66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5EE330B2-19F4-ED04-0577-57514B10333A}"/>
              </a:ext>
            </a:extLst>
          </p:cNvPr>
          <p:cNvSpPr/>
          <p:nvPr/>
        </p:nvSpPr>
        <p:spPr>
          <a:xfrm>
            <a:off x="11213205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0A4628EF-AF3D-9416-EE6C-5BBC4AFE0B6F}"/>
              </a:ext>
            </a:extLst>
          </p:cNvPr>
          <p:cNvSpPr/>
          <p:nvPr/>
        </p:nvSpPr>
        <p:spPr>
          <a:xfrm>
            <a:off x="5522198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B7B4920F-3246-1ED8-77E9-9555B419A54D}"/>
              </a:ext>
            </a:extLst>
          </p:cNvPr>
          <p:cNvSpPr/>
          <p:nvPr/>
        </p:nvSpPr>
        <p:spPr>
          <a:xfrm>
            <a:off x="6660399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6C72DE20-D47C-D7BB-6FA7-6F28FD93D5F5}"/>
              </a:ext>
            </a:extLst>
          </p:cNvPr>
          <p:cNvSpPr/>
          <p:nvPr/>
        </p:nvSpPr>
        <p:spPr>
          <a:xfrm>
            <a:off x="4383997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C386DCA4-5437-B55F-F630-4C96F8C7FF31}"/>
              </a:ext>
            </a:extLst>
          </p:cNvPr>
          <p:cNvSpPr/>
          <p:nvPr/>
        </p:nvSpPr>
        <p:spPr>
          <a:xfrm>
            <a:off x="10075002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CB75AE6D-6114-25DB-E0B6-2C51D65AFAA9}"/>
              </a:ext>
            </a:extLst>
          </p:cNvPr>
          <p:cNvSpPr/>
          <p:nvPr/>
        </p:nvSpPr>
        <p:spPr>
          <a:xfrm>
            <a:off x="8936801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9B8A5932-3DE0-669D-6BAD-5AFEB65B2B2E}"/>
              </a:ext>
            </a:extLst>
          </p:cNvPr>
          <p:cNvSpPr/>
          <p:nvPr/>
        </p:nvSpPr>
        <p:spPr>
          <a:xfrm>
            <a:off x="7798600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D2437A-E283-0E46-1264-CD540B896018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80FF09-2AEF-201A-A7ED-99E8E552B79F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300B4D2-3E13-23E4-3F45-599A317FE953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31F87D-329D-B1CF-5B34-8EDC937E7910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819A55-3BBC-6878-1D2E-A36EF0B211D7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7DEF041-93F4-C968-0537-4B020C5B941C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C25082-4962-23CF-2313-E971BDD1DF7A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A6AD696-27B9-6189-733E-2DAB8ED63E59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23DBA52-4E7F-AA9B-EC80-F708CF57BBC8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C504673-958A-006A-61A8-36EB500A1CF8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2FAF61B-D268-E1D2-7131-855C6D424A4A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A42E6A-D249-EFA4-3D94-3F602C91C67B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8D377E-12E8-22A4-01C9-F8BF428E85BB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AD2F1C-1E91-136F-B29A-AA5C30D31207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2</a:t>
            </a:r>
            <a:endParaRPr lang="en-ZA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0BCED-9841-0769-EB6F-A85955C9D9C3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0</a:t>
            </a:r>
            <a:endParaRPr lang="en-ZA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EE0DF2-587C-13B3-B06F-D93F6D361B9C}"/>
              </a:ext>
            </a:extLst>
          </p:cNvPr>
          <p:cNvSpPr txBox="1"/>
          <p:nvPr/>
        </p:nvSpPr>
        <p:spPr>
          <a:xfrm>
            <a:off x="4292892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562453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AB5AD-5494-3E62-ABB1-9938EC961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42EFDDC-7142-7A86-1E6A-0F25495C1BFD}"/>
              </a:ext>
            </a:extLst>
          </p:cNvPr>
          <p:cNvSpPr txBox="1"/>
          <p:nvPr/>
        </p:nvSpPr>
        <p:spPr>
          <a:xfrm>
            <a:off x="4292892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38C958-714A-9E77-AEC4-A24DC21FA092}"/>
              </a:ext>
            </a:extLst>
          </p:cNvPr>
          <p:cNvSpPr txBox="1"/>
          <p:nvPr/>
        </p:nvSpPr>
        <p:spPr>
          <a:xfrm>
            <a:off x="11120407" y="2346923"/>
            <a:ext cx="842234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59F363A-BCB8-8038-6E48-37D1FFA7D8C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72EF031-458C-7BA7-364A-5D1CF18A0AD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C9D2778-24FA-3441-CED0-3D0BB82C312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D48E53E-F07B-D9EA-24ED-39AB155A684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1F2703F1-599F-398E-4498-FD201A6322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D8CBFBEB-9DDE-196F-41F7-1D9C7F71ABA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05EA0C1-4A83-EB99-510A-3E423EC32A7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3D655ED-9871-B624-CC66-93BA15D05D6A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BCA0FD-B10E-224D-B7DB-74B9E25228F7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DA7396D2-5485-7E8C-949B-E9472831455C}"/>
              </a:ext>
            </a:extLst>
          </p:cNvPr>
          <p:cNvSpPr/>
          <p:nvPr/>
        </p:nvSpPr>
        <p:spPr>
          <a:xfrm>
            <a:off x="11213205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C498C558-B79E-B3D9-2647-2BB6F2893B02}"/>
              </a:ext>
            </a:extLst>
          </p:cNvPr>
          <p:cNvSpPr/>
          <p:nvPr/>
        </p:nvSpPr>
        <p:spPr>
          <a:xfrm>
            <a:off x="4463297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96BA193E-6B60-4A9F-B690-712790D462E3}"/>
              </a:ext>
            </a:extLst>
          </p:cNvPr>
          <p:cNvSpPr/>
          <p:nvPr/>
        </p:nvSpPr>
        <p:spPr>
          <a:xfrm>
            <a:off x="6713267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738A8012-E3A8-0CEA-4336-34AA0D74A27E}"/>
              </a:ext>
            </a:extLst>
          </p:cNvPr>
          <p:cNvSpPr/>
          <p:nvPr/>
        </p:nvSpPr>
        <p:spPr>
          <a:xfrm>
            <a:off x="5588282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3DB363C6-5A8E-E9B7-8608-64456D2A3AA3}"/>
              </a:ext>
            </a:extLst>
          </p:cNvPr>
          <p:cNvSpPr/>
          <p:nvPr/>
        </p:nvSpPr>
        <p:spPr>
          <a:xfrm>
            <a:off x="10088222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6B90649B-61D4-417D-8860-27D23B170909}"/>
              </a:ext>
            </a:extLst>
          </p:cNvPr>
          <p:cNvSpPr/>
          <p:nvPr/>
        </p:nvSpPr>
        <p:spPr>
          <a:xfrm>
            <a:off x="8963237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5BB798DB-7AE2-610A-D787-DA5300442A44}"/>
              </a:ext>
            </a:extLst>
          </p:cNvPr>
          <p:cNvSpPr/>
          <p:nvPr/>
        </p:nvSpPr>
        <p:spPr>
          <a:xfrm>
            <a:off x="7838252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9B03EC-87A8-5661-A16A-03FC8FBEAF0C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B59333-A17A-4A5D-73D0-19B377B1BC3F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A5446D-6C48-CEF3-35FE-DFE97037770E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C3617F-A922-334B-770D-9109C2BB47A7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1810A6D-9214-D22D-233F-8D723DCAE8B8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5A8340-E4B9-7259-591A-425507E5ACE1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BE82FE6-2A35-9FE7-92D0-A1F80E35CD6A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656626E-7590-59A2-621E-2D7704BB046F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DF62EF-4ED9-5618-B688-25A08ACE63CA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62446F-7BBA-D6F7-72D9-BE9CC0761337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6CD1B28-A6F9-FE43-74B0-A9800AA8667E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87CE2F0-63FF-D1AC-A1C4-60896C27FEAC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66B521-ACA6-F878-ABA0-AB79D72F2B1D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700C83-014C-9DEB-A6E4-77779682FAD3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2</a:t>
            </a:r>
            <a:endParaRPr lang="en-ZA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F73250-ECE4-541F-4904-4922D0132919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0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2191892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E5569-DB6E-24EA-E1F9-B6F4B62E0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3908CBE-450D-32A1-B8E2-A12C68320B55}"/>
              </a:ext>
            </a:extLst>
          </p:cNvPr>
          <p:cNvSpPr txBox="1"/>
          <p:nvPr/>
        </p:nvSpPr>
        <p:spPr>
          <a:xfrm>
            <a:off x="5478307" y="2339796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72149E-4D0A-60D8-DCAA-36E6887072C3}"/>
              </a:ext>
            </a:extLst>
          </p:cNvPr>
          <p:cNvSpPr txBox="1"/>
          <p:nvPr/>
        </p:nvSpPr>
        <p:spPr>
          <a:xfrm>
            <a:off x="11120407" y="2346923"/>
            <a:ext cx="842234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4397150-D83E-DA10-8CC9-3CBA47E256C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C10013D-4646-D1B7-16EC-0F54EB5F2AA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5403188-063A-793F-5A17-19D52FCD37D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5D915EF-88CA-5F13-BA1A-43BDC0E1E73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B58833E7-E63D-AB9E-42BD-19881D43CA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3DB2D0D7-44E7-8269-E24A-C4A50D7D881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6D88CE3-EF1F-BE4D-816D-46AEE25BC45E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BDA61C0-1814-F8DD-F2B4-D1FE467FB78D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38DDCA-08CA-A5D8-5D70-FC7619B8885B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67E40DAD-C98B-9D32-57DB-673300D5EBDB}"/>
              </a:ext>
            </a:extLst>
          </p:cNvPr>
          <p:cNvSpPr/>
          <p:nvPr/>
        </p:nvSpPr>
        <p:spPr>
          <a:xfrm>
            <a:off x="11213205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35F436CB-1731-4E74-0347-04173B5E7406}"/>
              </a:ext>
            </a:extLst>
          </p:cNvPr>
          <p:cNvSpPr/>
          <p:nvPr/>
        </p:nvSpPr>
        <p:spPr>
          <a:xfrm>
            <a:off x="4463297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DB5B2658-18C1-6817-D1E7-87CF3D59B449}"/>
              </a:ext>
            </a:extLst>
          </p:cNvPr>
          <p:cNvSpPr/>
          <p:nvPr/>
        </p:nvSpPr>
        <p:spPr>
          <a:xfrm>
            <a:off x="6713267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39B0368D-6568-A532-9195-556A41848CF5}"/>
              </a:ext>
            </a:extLst>
          </p:cNvPr>
          <p:cNvSpPr/>
          <p:nvPr/>
        </p:nvSpPr>
        <p:spPr>
          <a:xfrm>
            <a:off x="5588282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9521302A-6DD5-AAA9-FBFF-E0011E9DB52F}"/>
              </a:ext>
            </a:extLst>
          </p:cNvPr>
          <p:cNvSpPr/>
          <p:nvPr/>
        </p:nvSpPr>
        <p:spPr>
          <a:xfrm>
            <a:off x="10088222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85D147D6-9FD2-5286-7A53-B9AD7BBB73AC}"/>
              </a:ext>
            </a:extLst>
          </p:cNvPr>
          <p:cNvSpPr/>
          <p:nvPr/>
        </p:nvSpPr>
        <p:spPr>
          <a:xfrm>
            <a:off x="8963237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06265D57-18DE-BDAC-C9AE-4364CBFF63BB}"/>
              </a:ext>
            </a:extLst>
          </p:cNvPr>
          <p:cNvSpPr/>
          <p:nvPr/>
        </p:nvSpPr>
        <p:spPr>
          <a:xfrm>
            <a:off x="7838252" y="2809696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DF07E5-484C-5633-26B0-84D8CF92CF62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D1778C-D8BB-1896-A1B8-34EE5DD8B6FA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1B0B68-E2E4-2309-F7C8-87B0CAD4E091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82B2BB-84D1-C1F0-76EE-A9BC413E3F25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8BEEB6-93AA-1E57-F21F-AF3C3737D84F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7EA67A8-D8E4-AEAC-7D2B-128F714481DD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6DA72A-6831-AE9F-C23F-A147F88D4722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ECADD8A-CDE4-C4B5-9CDB-06E936BB500E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684868-BA71-ACDA-98C5-BB489AA2CEA3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0341699-D282-21AE-4E42-2AF58A34B9CC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24CFE47-E095-E3D8-FA2A-CB305ADEE11B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B9C3B99-F8C1-C88D-A522-4313D7ACDE7E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B821C88-28B5-BC6B-ED51-5D9FA5B1A5DD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8CFFD6-7E05-DDBF-E928-6A3D335CAE50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2</a:t>
            </a:r>
            <a:endParaRPr lang="en-ZA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FABEED-F208-773A-BFDF-7531DFC12CF1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1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7784764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BE130-460A-9DE0-8AB5-EAC359942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BD218F-A9C1-554E-EAE3-138210F08146}"/>
              </a:ext>
            </a:extLst>
          </p:cNvPr>
          <p:cNvSpPr txBox="1"/>
          <p:nvPr/>
        </p:nvSpPr>
        <p:spPr>
          <a:xfrm>
            <a:off x="6594649" y="2331801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425A95-D4EB-DF0A-DA0B-AE10BD2441F5}"/>
              </a:ext>
            </a:extLst>
          </p:cNvPr>
          <p:cNvSpPr txBox="1"/>
          <p:nvPr/>
        </p:nvSpPr>
        <p:spPr>
          <a:xfrm>
            <a:off x="11120407" y="2346923"/>
            <a:ext cx="842234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55E508A-899C-0406-F9F7-FCB94A895FA4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7678D70-DA65-13A0-240A-C50AF0B50D4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DAD57E5-3FAA-2331-E02F-F13011AE7A8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71F680E-4EAD-DA81-097F-F9A34052E35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EB833F16-F3AB-7B89-52DB-6FBCDAA448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158386C-F036-32BC-4E0C-D9F01BB942A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CC1A704-4D1E-A16E-9D77-230D3D4725B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3E4CB04-FE11-1AE7-ED27-8B76043E43EE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0D851-4972-A61D-F2D9-4D54641201A0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52D2B0EE-87B0-4D3B-8B0A-F8EF8A280C3A}"/>
              </a:ext>
            </a:extLst>
          </p:cNvPr>
          <p:cNvSpPr/>
          <p:nvPr/>
        </p:nvSpPr>
        <p:spPr>
          <a:xfrm>
            <a:off x="11213205" y="2801054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ABE7EA19-7FD8-9EEF-6AA6-6BC779852989}"/>
              </a:ext>
            </a:extLst>
          </p:cNvPr>
          <p:cNvSpPr/>
          <p:nvPr/>
        </p:nvSpPr>
        <p:spPr>
          <a:xfrm>
            <a:off x="4463297" y="2801054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7CE97E46-8E84-9FC9-FCE1-D8615CF2F9B9}"/>
              </a:ext>
            </a:extLst>
          </p:cNvPr>
          <p:cNvSpPr/>
          <p:nvPr/>
        </p:nvSpPr>
        <p:spPr>
          <a:xfrm>
            <a:off x="7838252" y="2801054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46C0F0AD-606B-5FAA-48CC-2BA8D8856890}"/>
              </a:ext>
            </a:extLst>
          </p:cNvPr>
          <p:cNvSpPr/>
          <p:nvPr/>
        </p:nvSpPr>
        <p:spPr>
          <a:xfrm>
            <a:off x="5588282" y="2801054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610EDE5A-0138-7368-E3F2-22D0BA3E6537}"/>
              </a:ext>
            </a:extLst>
          </p:cNvPr>
          <p:cNvSpPr/>
          <p:nvPr/>
        </p:nvSpPr>
        <p:spPr>
          <a:xfrm>
            <a:off x="10088222" y="2801054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73BD903C-8F00-418F-4CA1-EEBFDA8B80C2}"/>
              </a:ext>
            </a:extLst>
          </p:cNvPr>
          <p:cNvSpPr/>
          <p:nvPr/>
        </p:nvSpPr>
        <p:spPr>
          <a:xfrm>
            <a:off x="8963237" y="2801054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00B3B0B4-770E-1FCE-7149-C9275054AB3C}"/>
              </a:ext>
            </a:extLst>
          </p:cNvPr>
          <p:cNvSpPr/>
          <p:nvPr/>
        </p:nvSpPr>
        <p:spPr>
          <a:xfrm>
            <a:off x="6713267" y="2801054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35A50A-7380-FCCB-479A-12595E56BBED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C245579-D3D7-D926-6BD3-BA61CE95E729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257C15-829E-98BB-79C8-339F3264ECA6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F1E4D69-F6AB-C194-87A9-0E4B313FD641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650EF5-F487-0AB8-9AD3-E3F18829BF59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6299F9-A5E4-098C-9B18-1D021217CA9E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91D9952-C0BC-17E1-2EEE-14E66323F6CA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7D189DC-90E9-8557-2DAB-D9831F540EDE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94848F-B159-81B9-D744-FDF64EDEE007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C6DB2C6-B465-28CB-1A95-B0EBAE065F4D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0C18109-534C-7D1B-3FFA-A43827ADD750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E4DA53A-13E1-2070-A95C-FFDF52D7F061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D49521-7B1A-71F6-CC67-3464EED84F01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F12A7C3-8394-8F30-876C-7E2E13F1232D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2</a:t>
            </a:r>
            <a:endParaRPr lang="en-ZA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69FF67-9719-D219-879C-A41205C8DB6F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2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28731172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E31D0-12C4-0C2A-7AE3-8D04AA124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5CB66DF-9BDB-D748-6FAC-D88A5490EA25}"/>
              </a:ext>
            </a:extLst>
          </p:cNvPr>
          <p:cNvSpPr txBox="1"/>
          <p:nvPr/>
        </p:nvSpPr>
        <p:spPr>
          <a:xfrm>
            <a:off x="7703817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A53950-CA57-3661-DBE9-E2FA374FB9CA}"/>
              </a:ext>
            </a:extLst>
          </p:cNvPr>
          <p:cNvSpPr txBox="1"/>
          <p:nvPr/>
        </p:nvSpPr>
        <p:spPr>
          <a:xfrm>
            <a:off x="11120407" y="2346923"/>
            <a:ext cx="842234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57C0519-D9DB-27A2-5140-4AC3C13319C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697F70C-1B24-FF3A-F2B8-B14B47518AC3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1EC75E0-0D90-EBBF-B424-452929BA12D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C8E8C08-F214-574B-051D-8CD1901955D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FAEBA70D-2533-4F9A-FFA7-3F0FCF685E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B2C53D9-4DA2-4CB3-114F-0020160C8A5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2E8B92C-689A-701E-95AE-F20E807BB121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CBF8093-1CD3-640F-DBA1-3E6D763DE908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D68189-E22C-9624-2395-93F5EFAE6315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7C48D46F-B1F9-87EA-C55E-A3D66C1D0357}"/>
              </a:ext>
            </a:extLst>
          </p:cNvPr>
          <p:cNvSpPr/>
          <p:nvPr/>
        </p:nvSpPr>
        <p:spPr>
          <a:xfrm>
            <a:off x="11213205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2ABED902-205C-D2BD-0F56-5EF30CCD6CC6}"/>
              </a:ext>
            </a:extLst>
          </p:cNvPr>
          <p:cNvSpPr/>
          <p:nvPr/>
        </p:nvSpPr>
        <p:spPr>
          <a:xfrm>
            <a:off x="4463297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E4F22F8C-5C23-9193-8A68-BB6E5128491B}"/>
              </a:ext>
            </a:extLst>
          </p:cNvPr>
          <p:cNvSpPr/>
          <p:nvPr/>
        </p:nvSpPr>
        <p:spPr>
          <a:xfrm>
            <a:off x="8963237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90B576AD-FADF-E909-1540-3691D2AC8E89}"/>
              </a:ext>
            </a:extLst>
          </p:cNvPr>
          <p:cNvSpPr/>
          <p:nvPr/>
        </p:nvSpPr>
        <p:spPr>
          <a:xfrm>
            <a:off x="5588282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80B2EE83-A203-4BBD-69AD-BB6E8B863EAD}"/>
              </a:ext>
            </a:extLst>
          </p:cNvPr>
          <p:cNvSpPr/>
          <p:nvPr/>
        </p:nvSpPr>
        <p:spPr>
          <a:xfrm>
            <a:off x="10088222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C19B8221-E91B-39DC-8D3E-88C5ACD9EE1F}"/>
              </a:ext>
            </a:extLst>
          </p:cNvPr>
          <p:cNvSpPr/>
          <p:nvPr/>
        </p:nvSpPr>
        <p:spPr>
          <a:xfrm>
            <a:off x="7838252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E37C1F8E-AE67-4D2E-B5FE-C116548C7A53}"/>
              </a:ext>
            </a:extLst>
          </p:cNvPr>
          <p:cNvSpPr/>
          <p:nvPr/>
        </p:nvSpPr>
        <p:spPr>
          <a:xfrm>
            <a:off x="6713267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B81A71-C841-63FB-1BED-B33D4B466476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A8D4C2-933A-D6FC-8CBA-2583E7C1E1BA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E29FE5-D818-E988-FCD7-9EF9AC0F44A6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BAD32C-9AAC-115E-1EB0-481EEFBA4ADA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40821D-8D73-75EF-A2D1-F290874CD8E4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F09891-5A45-C0A5-EDCA-11E7B76B4AEE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FBBD1F-CBC8-D9B3-78B7-BF67F4AE54B6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4BD3FB0-99C3-6E08-E055-8ED999817CF6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278295-D800-10CA-1F1F-63F6BD89F105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728E7C-ADE9-E96F-895C-078F19F58ABC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964501-40EC-9E4D-FACF-D83428D2B542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617453-BA64-F180-E87C-A3A0FBBBCF14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A089915-ACF6-454C-2176-C827CEE79B16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512E8B-EDC3-C311-E2CC-8A47D766A4AB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2</a:t>
            </a:r>
            <a:endParaRPr lang="en-ZA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71051-798D-E5B8-ED38-EDA0A18F5E5F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3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33097533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F763-03E2-9F97-A060-C73461C2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45E6A30-321C-B63E-25BF-A59FF32EDC70}"/>
              </a:ext>
            </a:extLst>
          </p:cNvPr>
          <p:cNvSpPr txBox="1"/>
          <p:nvPr/>
        </p:nvSpPr>
        <p:spPr>
          <a:xfrm>
            <a:off x="8896938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7048C15-3061-EDA7-749A-106E552FF8CE}"/>
              </a:ext>
            </a:extLst>
          </p:cNvPr>
          <p:cNvSpPr txBox="1"/>
          <p:nvPr/>
        </p:nvSpPr>
        <p:spPr>
          <a:xfrm>
            <a:off x="11120407" y="2346923"/>
            <a:ext cx="842234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0BE532-AB1C-A5A9-0717-637E852DDCA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CBE5345-EB92-5171-DD3B-AEC4201EBCC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C5368A9-9B9E-D762-A03D-3CA65CDA55B1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0207C80-4EFB-DD5E-C43F-B9B155C66FE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6D5BCBAC-BC91-4F18-CD57-F607335FBF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AEE2054-FE4D-ACCF-65E6-798601A000C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0AFED4F-7EED-A1CF-4994-5D13ECA8363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3099C31-4190-E00A-197B-8462A0F7ADE4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5C4F1-BC7A-48F0-3E09-7F162A530438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2A9412C7-17FA-A66C-B1E4-8084383DFBE3}"/>
              </a:ext>
            </a:extLst>
          </p:cNvPr>
          <p:cNvSpPr/>
          <p:nvPr/>
        </p:nvSpPr>
        <p:spPr>
          <a:xfrm>
            <a:off x="11213205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C1E11673-D9D7-58CD-74AB-EBB88EBDF2C3}"/>
              </a:ext>
            </a:extLst>
          </p:cNvPr>
          <p:cNvSpPr/>
          <p:nvPr/>
        </p:nvSpPr>
        <p:spPr>
          <a:xfrm>
            <a:off x="4463297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07ACA163-0096-7936-BA8B-C7BF5D33101D}"/>
              </a:ext>
            </a:extLst>
          </p:cNvPr>
          <p:cNvSpPr/>
          <p:nvPr/>
        </p:nvSpPr>
        <p:spPr>
          <a:xfrm>
            <a:off x="10088222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35BC6D7E-0C70-78D7-9D08-4F8A1D6F3C9A}"/>
              </a:ext>
            </a:extLst>
          </p:cNvPr>
          <p:cNvSpPr/>
          <p:nvPr/>
        </p:nvSpPr>
        <p:spPr>
          <a:xfrm>
            <a:off x="5588282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F99ECE89-E2C8-D64F-1CD1-D5B5F1516633}"/>
              </a:ext>
            </a:extLst>
          </p:cNvPr>
          <p:cNvSpPr/>
          <p:nvPr/>
        </p:nvSpPr>
        <p:spPr>
          <a:xfrm>
            <a:off x="8963237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4EE39D2B-F669-3007-DD82-A372A889969C}"/>
              </a:ext>
            </a:extLst>
          </p:cNvPr>
          <p:cNvSpPr/>
          <p:nvPr/>
        </p:nvSpPr>
        <p:spPr>
          <a:xfrm>
            <a:off x="7838252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7E45A2F9-8FA6-957E-34E6-23485BE692FB}"/>
              </a:ext>
            </a:extLst>
          </p:cNvPr>
          <p:cNvSpPr/>
          <p:nvPr/>
        </p:nvSpPr>
        <p:spPr>
          <a:xfrm>
            <a:off x="6713267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596D17-D955-B284-6798-85FAA924C566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41B900-13D4-7EDA-336F-AEB1D7C70CB3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952DFD-2615-2148-D455-15E537D396FF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A54394-598D-4635-F7B7-5A26C73E123E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BFCE50-4211-AB50-89EE-08AD5213BED9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B83E8F-40C5-AB9B-FC84-D449F76A1043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1939BE-BC84-B7CB-819E-16860DFB19B8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849B31-260C-F0ED-0F54-228EC8EAC5C3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F2A4197-D86C-57A1-F401-B8459DF40846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E81777-C66B-922A-D03C-9B6A49388103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8F17915-F0D2-CB94-4469-DF80E286CF66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A70B4F9-DF75-88CB-8EC8-84E2F9799D34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4BB12EB-2E1E-D3A6-E917-E0A2E7E21227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C692844-EC25-1691-34C1-8A7390688305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2</a:t>
            </a:r>
            <a:endParaRPr lang="en-ZA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078B1D-20D6-E79E-DE54-90A68D780DB6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4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25505907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1C22C-E4D3-B27E-DC82-8D7F01A0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0048BCF8-58DB-2EE9-BC8C-9DFF9DEB62BB}"/>
              </a:ext>
            </a:extLst>
          </p:cNvPr>
          <p:cNvSpPr txBox="1"/>
          <p:nvPr/>
        </p:nvSpPr>
        <p:spPr>
          <a:xfrm>
            <a:off x="9893225" y="2346923"/>
            <a:ext cx="2069416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CCCA8D2-2DA4-047A-E3F4-EF33CF2E9DD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5A20F85-9C3E-DC7D-5FC3-3574C8AD4EF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928395E-7AAD-361D-176D-68F362B3D24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9C64223-2F40-FE37-580F-F8C6EB95FEC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4355C36C-540B-C42E-CEFE-3DE736AD3A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BB8776-E6B5-A559-6689-EE9B24FA7545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CDB6DF8-BF8D-F1AA-D095-669E699C189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B4020B-43D2-A66C-8D69-072FFC144699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BAAA9-D542-A9B0-0A12-901DAB99B02D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A66BB906-9AE2-6274-1539-960BBE6446F2}"/>
              </a:ext>
            </a:extLst>
          </p:cNvPr>
          <p:cNvSpPr/>
          <p:nvPr/>
        </p:nvSpPr>
        <p:spPr>
          <a:xfrm>
            <a:off x="11213205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129AE8AD-76DD-FD95-685B-C59A82FA075F}"/>
              </a:ext>
            </a:extLst>
          </p:cNvPr>
          <p:cNvSpPr/>
          <p:nvPr/>
        </p:nvSpPr>
        <p:spPr>
          <a:xfrm>
            <a:off x="4463297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F48CA38B-D091-8446-2D2B-87944DBF5B04}"/>
              </a:ext>
            </a:extLst>
          </p:cNvPr>
          <p:cNvSpPr/>
          <p:nvPr/>
        </p:nvSpPr>
        <p:spPr>
          <a:xfrm>
            <a:off x="10088222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A3CF4898-545C-789E-F5A0-EAD7D8023163}"/>
              </a:ext>
            </a:extLst>
          </p:cNvPr>
          <p:cNvSpPr/>
          <p:nvPr/>
        </p:nvSpPr>
        <p:spPr>
          <a:xfrm>
            <a:off x="5588282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F9188A71-10DF-58A1-57F5-BB9912D0FA9D}"/>
              </a:ext>
            </a:extLst>
          </p:cNvPr>
          <p:cNvSpPr/>
          <p:nvPr/>
        </p:nvSpPr>
        <p:spPr>
          <a:xfrm>
            <a:off x="8963237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9ACA1BF5-1990-3A92-AF32-09E06777F547}"/>
              </a:ext>
            </a:extLst>
          </p:cNvPr>
          <p:cNvSpPr/>
          <p:nvPr/>
        </p:nvSpPr>
        <p:spPr>
          <a:xfrm>
            <a:off x="7838252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3B97543D-DBCA-F548-95C4-9D91C584B829}"/>
              </a:ext>
            </a:extLst>
          </p:cNvPr>
          <p:cNvSpPr/>
          <p:nvPr/>
        </p:nvSpPr>
        <p:spPr>
          <a:xfrm>
            <a:off x="6713267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C6455C-6072-0E5D-40A4-61FE3B97C219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B64A26B-751F-098C-E763-0608C4366542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BFAF720-F283-D41F-A347-E49359704002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DAB10F-DDA1-7554-3B94-FA74D65258B3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DBEDB1A-C2CB-A61B-30ED-BFE6C1C63956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5D56B3C-7543-94DD-B4A9-643EB4D2B0BD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3CA729E-C63C-8B2E-0004-61A156F60B32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ACF7BF-38E0-A5DF-5175-C6DCD77716E4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7E3F85-3D3A-26BE-2463-4BAF3717CAF5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0B6AF9-9AF5-EE70-A7C7-2ECB795B2C44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D3E3E8-FEFF-D635-80A3-B95E19E33D42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C8D86E-C00C-68EC-6AE1-584F64B03492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C4E5CC9-2CF5-748F-CB8A-E93D6F515C04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2E7A01-BC44-3E85-A2C7-DD077B12A89D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2</a:t>
            </a:r>
            <a:endParaRPr lang="en-ZA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5308D0-506A-46D3-7F8A-5BAA8FCB92B8}"/>
              </a:ext>
            </a:extLst>
          </p:cNvPr>
          <p:cNvSpPr txBox="1"/>
          <p:nvPr/>
        </p:nvSpPr>
        <p:spPr>
          <a:xfrm>
            <a:off x="4383997" y="4355965"/>
            <a:ext cx="33783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2 complete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36717120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E9763-1858-EC2A-A6B2-A8F65B69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9629467C-8F88-A4DB-67E5-F055F4DE438A}"/>
              </a:ext>
            </a:extLst>
          </p:cNvPr>
          <p:cNvSpPr txBox="1"/>
          <p:nvPr/>
        </p:nvSpPr>
        <p:spPr>
          <a:xfrm>
            <a:off x="9893225" y="2346923"/>
            <a:ext cx="2069416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BA7282A-9E28-C749-3DAB-E842FFA1A4E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4F61ABA7-6133-6820-1075-30A9C7CC8EF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E38A47A-E998-694B-EE8E-B93C1B84E69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96BDB92-477B-2395-AF8D-C7B984807BE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626EE36A-ED4E-987D-C360-EC4AF73407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C2E02A8-1CD7-C305-88D7-8EFB1B5510E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2C10876-B773-88E2-49B2-6C6B278C873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47267A3-B059-9CDA-01C7-10B8D1D8B87E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0F16DA-6102-C43C-63C5-DBCE48F78891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CF165D3A-3887-37D4-74B8-139996094B61}"/>
              </a:ext>
            </a:extLst>
          </p:cNvPr>
          <p:cNvSpPr/>
          <p:nvPr/>
        </p:nvSpPr>
        <p:spPr>
          <a:xfrm>
            <a:off x="11213205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73F274DB-045B-9735-2689-9B969389233B}"/>
              </a:ext>
            </a:extLst>
          </p:cNvPr>
          <p:cNvSpPr/>
          <p:nvPr/>
        </p:nvSpPr>
        <p:spPr>
          <a:xfrm>
            <a:off x="4463297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E9CE0CD5-F0DA-B523-F919-E0AEDE0AE740}"/>
              </a:ext>
            </a:extLst>
          </p:cNvPr>
          <p:cNvSpPr/>
          <p:nvPr/>
        </p:nvSpPr>
        <p:spPr>
          <a:xfrm>
            <a:off x="10088222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F1CE01CD-3022-3E57-27D5-886265809AC5}"/>
              </a:ext>
            </a:extLst>
          </p:cNvPr>
          <p:cNvSpPr/>
          <p:nvPr/>
        </p:nvSpPr>
        <p:spPr>
          <a:xfrm>
            <a:off x="5588282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A85BB643-167A-0DDB-0956-C2E3D5239BAA}"/>
              </a:ext>
            </a:extLst>
          </p:cNvPr>
          <p:cNvSpPr/>
          <p:nvPr/>
        </p:nvSpPr>
        <p:spPr>
          <a:xfrm>
            <a:off x="8963237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042088B7-73EA-E338-9089-17672BB34D02}"/>
              </a:ext>
            </a:extLst>
          </p:cNvPr>
          <p:cNvSpPr/>
          <p:nvPr/>
        </p:nvSpPr>
        <p:spPr>
          <a:xfrm>
            <a:off x="7838252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11FBB5BC-7F11-CC18-F57B-500DD918E5DC}"/>
              </a:ext>
            </a:extLst>
          </p:cNvPr>
          <p:cNvSpPr/>
          <p:nvPr/>
        </p:nvSpPr>
        <p:spPr>
          <a:xfrm>
            <a:off x="6713267" y="2752248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DFE3307-7D3B-C135-186E-15F359DBAAE4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D60BCC-D845-C53A-821B-EA3263C1671E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BB9B62-26F3-7568-20B3-FF573655F548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0ADE528-E9C7-C54A-230E-6C4F5012F681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2A8A46-BA47-1669-5F25-A04B28A17496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168472-DED1-21D5-B3E4-9947A0DE867C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BA4AD3-D4B6-9C62-63F5-29FE13840811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88874E1-7278-20D7-E2DE-36A594856F08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969C90D-A97B-2CBE-DA81-2F913E8DF432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2ACA5C-093C-238E-7255-64FC98E0E1A3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BFBF51-12F7-E2D9-25A1-65227118300E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8DE4E4F-DE45-9C1C-13CD-D7B2B8AB626A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1552E2-AA68-CBB8-D40C-9B28B5C6916F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D7884AE-23CD-6A21-0B87-478E03CCA9BE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3</a:t>
            </a:r>
            <a:endParaRPr lang="en-ZA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88CFAC-760A-7146-568E-8FC78A35B3CA}"/>
              </a:ext>
            </a:extLst>
          </p:cNvPr>
          <p:cNvSpPr txBox="1"/>
          <p:nvPr/>
        </p:nvSpPr>
        <p:spPr>
          <a:xfrm>
            <a:off x="4267152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F6F028-F111-F5B0-61A0-91F1AA050816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0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29537203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7F67-FDB4-2113-BF1E-C0D99C63D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20A264-0FE7-D299-2BE6-7030275E0881}"/>
              </a:ext>
            </a:extLst>
          </p:cNvPr>
          <p:cNvSpPr txBox="1"/>
          <p:nvPr/>
        </p:nvSpPr>
        <p:spPr>
          <a:xfrm>
            <a:off x="5461140" y="233014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3D50439-9930-D914-3D9A-E7F7604891E6}"/>
              </a:ext>
            </a:extLst>
          </p:cNvPr>
          <p:cNvSpPr txBox="1"/>
          <p:nvPr/>
        </p:nvSpPr>
        <p:spPr>
          <a:xfrm>
            <a:off x="9893225" y="2346923"/>
            <a:ext cx="2069416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133D16E-0A19-2B0D-AA33-EBB76FDA260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134019B-705C-EB91-82AA-46B00A51F63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82F46FC-F618-2C20-3AA4-0B35275A400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3892C30-0045-8ACC-1C6B-07CA48A76B8D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79430B1A-7362-A2E9-21EC-602867440F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A1CF1DC-68B6-61C6-99CB-ABA8B212AB3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05DFC8E-C6C5-D8A9-D629-8EC3546B0406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012E387-A90A-8AD5-7E4A-6594940088A7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BB3E1B-B49C-4CC8-B7A8-8D2CF1025EC5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13AD3CFB-5B7A-D489-D9BF-8B546600BE60}"/>
              </a:ext>
            </a:extLst>
          </p:cNvPr>
          <p:cNvSpPr/>
          <p:nvPr/>
        </p:nvSpPr>
        <p:spPr>
          <a:xfrm>
            <a:off x="11213205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863D5840-ACCE-9E86-EBF8-449A98C69AB6}"/>
              </a:ext>
            </a:extLst>
          </p:cNvPr>
          <p:cNvSpPr/>
          <p:nvPr/>
        </p:nvSpPr>
        <p:spPr>
          <a:xfrm>
            <a:off x="446329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41FEB30D-2FD0-1A16-C28A-E8225DA120CC}"/>
              </a:ext>
            </a:extLst>
          </p:cNvPr>
          <p:cNvSpPr/>
          <p:nvPr/>
        </p:nvSpPr>
        <p:spPr>
          <a:xfrm>
            <a:off x="1008822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FB03247C-215C-CA33-9D76-FE60C836210A}"/>
              </a:ext>
            </a:extLst>
          </p:cNvPr>
          <p:cNvSpPr/>
          <p:nvPr/>
        </p:nvSpPr>
        <p:spPr>
          <a:xfrm>
            <a:off x="671326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07B25E0C-4515-8997-4052-BBB222267C77}"/>
              </a:ext>
            </a:extLst>
          </p:cNvPr>
          <p:cNvSpPr/>
          <p:nvPr/>
        </p:nvSpPr>
        <p:spPr>
          <a:xfrm>
            <a:off x="896323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4B5860EA-6D7C-8597-24FA-3CBB410DE1CB}"/>
              </a:ext>
            </a:extLst>
          </p:cNvPr>
          <p:cNvSpPr/>
          <p:nvPr/>
        </p:nvSpPr>
        <p:spPr>
          <a:xfrm>
            <a:off x="783825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4078D655-5A0E-FC29-C100-519F40B43D65}"/>
              </a:ext>
            </a:extLst>
          </p:cNvPr>
          <p:cNvSpPr/>
          <p:nvPr/>
        </p:nvSpPr>
        <p:spPr>
          <a:xfrm>
            <a:off x="558828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BC0A07E-910E-38B6-7814-5CE7E74BB0B6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9403C5-59DB-8546-0F32-CF4FE76909BD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6A9561-7F59-D756-5FD0-C0BEB7564D03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B1C33A-A444-38EC-475A-A2A75D1A2FE1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DB323F-FAF3-E49A-5C81-5A1DD9FD888A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1811FA1-C174-8DF8-0922-5FBE592EE261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3C3816-5EF3-5840-D365-5C26B06102F0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619A51-2BC0-1BC2-FF05-9A4F412C4075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7B5B8A9-45DE-6924-32B2-33F29E4DF9E4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07C397F-E0AC-AD64-B561-72B9A99BA557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A30BDB1-06C2-F09B-1AAE-8DEEBCD732DC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B557B2-F905-A2D6-31F3-3FBCE91450AC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F1AA2F-D7E8-44AF-DF96-10B11F00FC44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48B888-002E-DA4D-1C78-5C84E60892F4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3</a:t>
            </a:r>
            <a:endParaRPr lang="en-ZA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DD7A5-A0C0-6ECC-CED9-F95D11A1FC94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1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3655023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EEB50-B7F3-BC06-9ACA-27BA1704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6282BC-682E-1C92-0C67-DCDE9B7B37AE}"/>
              </a:ext>
            </a:extLst>
          </p:cNvPr>
          <p:cNvSpPr txBox="1"/>
          <p:nvPr/>
        </p:nvSpPr>
        <p:spPr>
          <a:xfrm>
            <a:off x="6594727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461171-7E8B-D223-40FF-55875E8A6F30}"/>
              </a:ext>
            </a:extLst>
          </p:cNvPr>
          <p:cNvSpPr txBox="1"/>
          <p:nvPr/>
        </p:nvSpPr>
        <p:spPr>
          <a:xfrm>
            <a:off x="9893225" y="2346923"/>
            <a:ext cx="2069416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E9A3478-BF66-AF1D-A4A4-7722C403E45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79975F6-7B4D-51CD-28D0-B913BCB78B8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0181A4B-9A1B-055C-7F77-EB895EFA091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BF29CAC-88DB-D5C5-E838-BA847E40043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945CA882-7A1E-6F93-24C6-AE7E74D31A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EF956A9-5119-2D85-306C-FC9E6002C28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90F3606-2A9C-89CE-5758-955F9B4939A8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DE76287-CDD2-B51A-EA66-2AEEE0CA9AC2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36A8F-0CEC-9CBF-11A1-D2E73C02BEB1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A27408A2-7594-5B6A-7FE4-E75D97D43C89}"/>
              </a:ext>
            </a:extLst>
          </p:cNvPr>
          <p:cNvSpPr/>
          <p:nvPr/>
        </p:nvSpPr>
        <p:spPr>
          <a:xfrm>
            <a:off x="11213205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EF0E5685-9375-A377-CC63-BBD5CB886194}"/>
              </a:ext>
            </a:extLst>
          </p:cNvPr>
          <p:cNvSpPr/>
          <p:nvPr/>
        </p:nvSpPr>
        <p:spPr>
          <a:xfrm>
            <a:off x="446329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BE2E1304-219B-DE6E-70B9-65707D07AAF8}"/>
              </a:ext>
            </a:extLst>
          </p:cNvPr>
          <p:cNvSpPr/>
          <p:nvPr/>
        </p:nvSpPr>
        <p:spPr>
          <a:xfrm>
            <a:off x="1008822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AE2DC990-3F0C-C96B-ABBC-38C406EFFDFB}"/>
              </a:ext>
            </a:extLst>
          </p:cNvPr>
          <p:cNvSpPr/>
          <p:nvPr/>
        </p:nvSpPr>
        <p:spPr>
          <a:xfrm>
            <a:off x="671326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F913EAE8-BBAA-03BD-7C2A-F3582C0F1CB4}"/>
              </a:ext>
            </a:extLst>
          </p:cNvPr>
          <p:cNvSpPr/>
          <p:nvPr/>
        </p:nvSpPr>
        <p:spPr>
          <a:xfrm>
            <a:off x="896323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CC38C2DE-3965-9548-370C-D33F4C5CDA84}"/>
              </a:ext>
            </a:extLst>
          </p:cNvPr>
          <p:cNvSpPr/>
          <p:nvPr/>
        </p:nvSpPr>
        <p:spPr>
          <a:xfrm>
            <a:off x="783825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2DCC06CC-3163-109A-071E-D720E7369794}"/>
              </a:ext>
            </a:extLst>
          </p:cNvPr>
          <p:cNvSpPr/>
          <p:nvPr/>
        </p:nvSpPr>
        <p:spPr>
          <a:xfrm>
            <a:off x="558828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DE6D93-4023-ACCD-0201-89FC20250B24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60E54BD-7F6C-95D0-BC1C-E6066185DE96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0E2B19-FFCA-6B1E-BABE-A40C03CE0D2B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C3B4D2-79E8-6A53-01C3-D7AD42FB492D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5C6D78-DA77-6F2C-472F-D2851D83F287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328A03-5058-B478-142B-F052E746376F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231B484-345D-24DF-D5C8-D5687A097687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4FCDE6-67AA-B9CE-281A-B83C5D781E29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A161338-B440-85CC-097F-D2BD5ADE02BF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E2C722-551A-BE5C-B3B9-770B58F04695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4969B1-3456-6135-48B6-95F58F59EEFD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65B00F-FC97-4695-8A06-90969895B15D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86D983-38C6-5635-77D0-ABE5D7501E35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12EB484-D58D-A3D6-642B-7D4B78AF2D0A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3</a:t>
            </a:r>
            <a:endParaRPr lang="en-ZA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5CA37A-BE6C-48FA-A84A-AF211B9DA990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2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19051955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64D0B-F8F6-7EAF-6344-CAA2ACB7A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758A24-0149-BE57-AFD2-E492A2288B28}"/>
              </a:ext>
            </a:extLst>
          </p:cNvPr>
          <p:cNvSpPr txBox="1"/>
          <p:nvPr/>
        </p:nvSpPr>
        <p:spPr>
          <a:xfrm>
            <a:off x="7755529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D4D7528-EDFC-3EED-B2B2-FA60F4EC7AE0}"/>
              </a:ext>
            </a:extLst>
          </p:cNvPr>
          <p:cNvSpPr txBox="1"/>
          <p:nvPr/>
        </p:nvSpPr>
        <p:spPr>
          <a:xfrm>
            <a:off x="9893225" y="2346923"/>
            <a:ext cx="2069416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3624788-2792-1F5B-FE1D-0F6786CA815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28D60BD-08B6-061A-4508-5DA570E09EE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F2454DB-947A-FB20-4B7E-540AE57BD2A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DE304D2-9CEA-2039-8164-F6BAF10CA24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19778A16-A634-D9E7-B376-DD47AD88D5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5A2B263-CC0D-8790-CE0A-41831CC6257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F5D58E7-7555-27B0-A781-4736EF68742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F577B04-18D0-7FC9-D91F-A6144B419D78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AA5D7E-2A5D-A3D0-8B03-3D3D69AFFAF1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BFF3646E-BEA4-B4FD-DA2F-FED22EF09350}"/>
              </a:ext>
            </a:extLst>
          </p:cNvPr>
          <p:cNvSpPr/>
          <p:nvPr/>
        </p:nvSpPr>
        <p:spPr>
          <a:xfrm>
            <a:off x="11213205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14B556F7-8F32-F8AC-FF0D-D3AFB7D8D4B4}"/>
              </a:ext>
            </a:extLst>
          </p:cNvPr>
          <p:cNvSpPr/>
          <p:nvPr/>
        </p:nvSpPr>
        <p:spPr>
          <a:xfrm>
            <a:off x="446329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C4D1BB57-6CC8-64EA-8BDF-7F555571F605}"/>
              </a:ext>
            </a:extLst>
          </p:cNvPr>
          <p:cNvSpPr/>
          <p:nvPr/>
        </p:nvSpPr>
        <p:spPr>
          <a:xfrm>
            <a:off x="1008822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3190637F-5F7B-026E-C95D-324925FC1B67}"/>
              </a:ext>
            </a:extLst>
          </p:cNvPr>
          <p:cNvSpPr/>
          <p:nvPr/>
        </p:nvSpPr>
        <p:spPr>
          <a:xfrm>
            <a:off x="671326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43F57292-2EC4-7B36-133F-3AE8D3982D1B}"/>
              </a:ext>
            </a:extLst>
          </p:cNvPr>
          <p:cNvSpPr/>
          <p:nvPr/>
        </p:nvSpPr>
        <p:spPr>
          <a:xfrm>
            <a:off x="896323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751E1A9E-7376-B50B-344F-591E143D8B20}"/>
              </a:ext>
            </a:extLst>
          </p:cNvPr>
          <p:cNvSpPr/>
          <p:nvPr/>
        </p:nvSpPr>
        <p:spPr>
          <a:xfrm>
            <a:off x="783825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B4D48429-4AFA-49E9-A43F-DBE408FC7F64}"/>
              </a:ext>
            </a:extLst>
          </p:cNvPr>
          <p:cNvSpPr/>
          <p:nvPr/>
        </p:nvSpPr>
        <p:spPr>
          <a:xfrm>
            <a:off x="558828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30009E-C0D1-841E-858B-542C3B6FAEAF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718014C-1793-9BD5-05FD-F05B1B10C33B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4ED0AE-5C05-03D2-510B-DB6FBDD051C2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1450731-3898-5EE2-78D5-79E33D7A796E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F1646D5-9B86-945E-5EE7-F090FE7CABE8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0E72A47-E5E7-BAF1-2A01-D22FC0213828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51D312-2A7C-0004-679C-5A98A8751B6A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C81E70-3733-920D-23A8-1D94B151DB7A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5101F52-541B-A96F-43F5-8DDD6032F11B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7551E7-8317-C0EB-E132-3BDCA2B7A446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119A42F-860C-C677-405C-56FF4DB8FADE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C12C06-49FC-06F4-343C-8D649944270A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CB63AC8-A9DC-0BC9-1491-F292C4B40888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3F6E45-D0C9-75B5-5276-F70D1AF22AD4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3</a:t>
            </a:r>
            <a:endParaRPr lang="en-ZA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952F08-DAD2-CDFA-1EEA-B2F76E23E4BA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3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39858752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102C7-9A35-E825-340D-8E0BCB231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F1C72B-C2C8-2066-EA02-9FEA4E48A274}"/>
              </a:ext>
            </a:extLst>
          </p:cNvPr>
          <p:cNvSpPr txBox="1"/>
          <p:nvPr/>
        </p:nvSpPr>
        <p:spPr>
          <a:xfrm>
            <a:off x="4260255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AE8220-4385-7123-1C41-06B4193E1847}"/>
              </a:ext>
            </a:extLst>
          </p:cNvPr>
          <p:cNvSpPr txBox="1"/>
          <p:nvPr/>
        </p:nvSpPr>
        <p:spPr>
          <a:xfrm>
            <a:off x="8761937" y="2346923"/>
            <a:ext cx="3200704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99D4B58-32B3-575B-D83A-6D770A662C4D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904FECE-5AF8-C52F-ED1E-53212F23529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5CD40C1-0C5F-6C02-28EF-BF9ECA87292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D959E2B-4D34-A071-D6E3-1383BE574A2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411AF7C1-6A59-8327-8CEF-CBCD72EF2A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57338AB-2751-A9B6-E156-9406D7011F23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BA7EB27-32A2-7A55-4FFE-DCBC99E388F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2206EC6-703C-66DB-CC56-4517D5FE7442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1C8690-9572-1C12-3822-21533B95B34B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20044286-5631-49D8-A4B5-26EA337A569C}"/>
              </a:ext>
            </a:extLst>
          </p:cNvPr>
          <p:cNvSpPr/>
          <p:nvPr/>
        </p:nvSpPr>
        <p:spPr>
          <a:xfrm>
            <a:off x="11213205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55585E5C-E403-A221-BF14-880D7D9E43C5}"/>
              </a:ext>
            </a:extLst>
          </p:cNvPr>
          <p:cNvSpPr/>
          <p:nvPr/>
        </p:nvSpPr>
        <p:spPr>
          <a:xfrm>
            <a:off x="446329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9C5A20DD-CC8F-C634-297E-1C6D20F70CDD}"/>
              </a:ext>
            </a:extLst>
          </p:cNvPr>
          <p:cNvSpPr/>
          <p:nvPr/>
        </p:nvSpPr>
        <p:spPr>
          <a:xfrm>
            <a:off x="1008822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036BF24C-E759-3D4B-D739-C7CF0937C26B}"/>
              </a:ext>
            </a:extLst>
          </p:cNvPr>
          <p:cNvSpPr/>
          <p:nvPr/>
        </p:nvSpPr>
        <p:spPr>
          <a:xfrm>
            <a:off x="671326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84B97A06-29A1-8F88-6E53-0E06C5349002}"/>
              </a:ext>
            </a:extLst>
          </p:cNvPr>
          <p:cNvSpPr/>
          <p:nvPr/>
        </p:nvSpPr>
        <p:spPr>
          <a:xfrm>
            <a:off x="896323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B48E79FB-C6FA-15E7-2AEB-81112E2A0F81}"/>
              </a:ext>
            </a:extLst>
          </p:cNvPr>
          <p:cNvSpPr/>
          <p:nvPr/>
        </p:nvSpPr>
        <p:spPr>
          <a:xfrm>
            <a:off x="783825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08A11D4A-2743-91BF-12E8-70DA1626C6F5}"/>
              </a:ext>
            </a:extLst>
          </p:cNvPr>
          <p:cNvSpPr/>
          <p:nvPr/>
        </p:nvSpPr>
        <p:spPr>
          <a:xfrm>
            <a:off x="558828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CCED44-9E9F-945C-BE1C-90A7DC433840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17C420-AD8D-48C9-773C-8DDDA88A519B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4C4363-A52F-5DBB-6DA1-84F373AAC782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DC441C5-7B53-9A9F-4E24-3FE2B3433234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EDDF7F-E7BE-7B5C-762A-A9DE2B207E9A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3D6E09-192C-0C01-C743-1AACF4B6369D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6EF112-EC36-F51E-18D3-A1C2C98820D1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F29D08-82E4-D9CA-5419-D2E3813B42F3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B925DC-2B7C-9D2B-245B-BEB432B5C7FD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E7B839-EDEE-D11F-8C45-0A4EAD10C3C2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9D9FBD-054E-3570-6BB2-F327D51482AB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42365E-BAF1-BA49-1D3F-056C7BB03C85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63AB5E-2806-5EC6-D51E-6041963CE685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3D99DE6-7385-EA34-D03C-C530DAD76F5F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4</a:t>
            </a:r>
            <a:endParaRPr lang="en-ZA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6AB33E-517C-14F3-3BE6-8B2D0F650210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0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1111874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150DD-AB00-9027-1319-6BB52A3D3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B00F43-5A08-9E1F-B3C8-DF60BC216318}"/>
              </a:ext>
            </a:extLst>
          </p:cNvPr>
          <p:cNvSpPr txBox="1"/>
          <p:nvPr/>
        </p:nvSpPr>
        <p:spPr>
          <a:xfrm>
            <a:off x="5430809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242178A-29D6-78B0-1180-C805C8FE02F3}"/>
              </a:ext>
            </a:extLst>
          </p:cNvPr>
          <p:cNvSpPr txBox="1"/>
          <p:nvPr/>
        </p:nvSpPr>
        <p:spPr>
          <a:xfrm>
            <a:off x="8761937" y="2346923"/>
            <a:ext cx="3200704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00C1536-4E1A-DA0C-C607-30CDF972792E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7D041FB-38AE-42B7-BC70-C5E0611D81A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94FA2FF8-FEDD-B80B-CDFC-54BFA7B8262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D56A6DB-663A-A622-7E0F-3A3B9D4BF85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E5C1E52F-06D4-CFF5-62E1-BCC75A2089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FAC70C9-D72D-6C72-3C19-2D98D99A2EC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EB3746A-DF78-E6C6-5496-6D6B0A9E03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EB3D7B-C41A-8D3C-AB16-C7DBEF5C15BF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7F593-B3C1-8BF1-340E-1CABDCDE6BDC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74406140-7AA5-0A7C-1AFA-908E489934D3}"/>
              </a:ext>
            </a:extLst>
          </p:cNvPr>
          <p:cNvSpPr/>
          <p:nvPr/>
        </p:nvSpPr>
        <p:spPr>
          <a:xfrm>
            <a:off x="11213205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501E31A1-A252-A6D0-E6C8-45FA176B3332}"/>
              </a:ext>
            </a:extLst>
          </p:cNvPr>
          <p:cNvSpPr/>
          <p:nvPr/>
        </p:nvSpPr>
        <p:spPr>
          <a:xfrm>
            <a:off x="446329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0858E140-4EA8-3CAC-C65B-AED1BBAB908A}"/>
              </a:ext>
            </a:extLst>
          </p:cNvPr>
          <p:cNvSpPr/>
          <p:nvPr/>
        </p:nvSpPr>
        <p:spPr>
          <a:xfrm>
            <a:off x="1008822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E8AAB218-E2D8-89BA-6EB1-4D5D8393F423}"/>
              </a:ext>
            </a:extLst>
          </p:cNvPr>
          <p:cNvSpPr/>
          <p:nvPr/>
        </p:nvSpPr>
        <p:spPr>
          <a:xfrm>
            <a:off x="671326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F923DE68-5476-B3B2-5B24-90CC7F5E23D5}"/>
              </a:ext>
            </a:extLst>
          </p:cNvPr>
          <p:cNvSpPr/>
          <p:nvPr/>
        </p:nvSpPr>
        <p:spPr>
          <a:xfrm>
            <a:off x="896323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3296775F-13BD-FC7D-9CA5-3F0AE0981B5D}"/>
              </a:ext>
            </a:extLst>
          </p:cNvPr>
          <p:cNvSpPr/>
          <p:nvPr/>
        </p:nvSpPr>
        <p:spPr>
          <a:xfrm>
            <a:off x="783825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8389092B-EF9B-C328-A128-88073FD4F588}"/>
              </a:ext>
            </a:extLst>
          </p:cNvPr>
          <p:cNvSpPr/>
          <p:nvPr/>
        </p:nvSpPr>
        <p:spPr>
          <a:xfrm>
            <a:off x="558828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1346DD-BEFD-C74F-166B-5B500C09B4B6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548D2D-6E4C-5749-AF86-32159D022CC5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062FF4-B619-2603-6DC2-D1C90C9DAC21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497E4B-DFBE-7259-DE25-AA4FE1542939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BDFC92-CAFC-CB31-4849-6C6B69B76880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9269B7A-4E65-70B6-3509-B201FDF4B343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FAA8B56-8499-2A58-CFA3-200F0E0BBC31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7334EE-4D80-163B-8D67-CF7486DD5774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C69599-98AC-AA41-EA2C-C4F7A6D85F33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9855507-D6D4-1ECF-9615-D3EB8F1D6AA2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1C81BB-24B8-ED79-C4D3-152EFC7DD7CA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E6297E-E655-ACC0-9022-064C08022896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7CEA0F-A212-0352-24C6-9629BEFE3439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56C382-0C60-C2E7-B431-C9208AFA5F26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4</a:t>
            </a:r>
            <a:endParaRPr lang="en-ZA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8AB304-076B-5B97-DE24-20635FB5DC2E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1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3280476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D867-FB87-95DF-3790-79B59986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1C30A3-2458-AA84-950F-793562402682}"/>
              </a:ext>
            </a:extLst>
          </p:cNvPr>
          <p:cNvSpPr txBox="1"/>
          <p:nvPr/>
        </p:nvSpPr>
        <p:spPr>
          <a:xfrm>
            <a:off x="6505364" y="236551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972498-A911-17F7-D5D0-8289E4DB41F3}"/>
              </a:ext>
            </a:extLst>
          </p:cNvPr>
          <p:cNvSpPr txBox="1"/>
          <p:nvPr/>
        </p:nvSpPr>
        <p:spPr>
          <a:xfrm>
            <a:off x="8761937" y="2346923"/>
            <a:ext cx="3200704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DFE0314-0CEB-E58A-7737-5D2BDBE4414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B1FCFC72-E49E-1541-2B4F-0117366121C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79646E6-1EBA-D598-F9C6-85E529AAEFC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76BD905B-B4F4-FB28-F96D-D5C5CF43479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C40344B2-8579-CFC5-89B8-19275ED8F9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C75D5C4-43E3-8EDD-D739-D3379D97205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7F22E606-929C-0911-8F19-EA309906471F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62076BE-D270-4CE9-5ECD-89BEC513BB47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E666DE-0F20-4D4F-37D6-3740BDC9C919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C1FF3476-FC62-61A2-50BB-4F67802889F2}"/>
              </a:ext>
            </a:extLst>
          </p:cNvPr>
          <p:cNvSpPr/>
          <p:nvPr/>
        </p:nvSpPr>
        <p:spPr>
          <a:xfrm>
            <a:off x="11213205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0C429FD6-CA76-6AEB-A04A-74ECF88A5C89}"/>
              </a:ext>
            </a:extLst>
          </p:cNvPr>
          <p:cNvSpPr/>
          <p:nvPr/>
        </p:nvSpPr>
        <p:spPr>
          <a:xfrm>
            <a:off x="446329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7D40CEB0-D2A2-4378-4D23-1A3F90D05EC9}"/>
              </a:ext>
            </a:extLst>
          </p:cNvPr>
          <p:cNvSpPr/>
          <p:nvPr/>
        </p:nvSpPr>
        <p:spPr>
          <a:xfrm>
            <a:off x="1008822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1BCFF45E-42DC-122C-D8A2-21CBD0AFA78F}"/>
              </a:ext>
            </a:extLst>
          </p:cNvPr>
          <p:cNvSpPr/>
          <p:nvPr/>
        </p:nvSpPr>
        <p:spPr>
          <a:xfrm>
            <a:off x="671326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9110277B-0954-1614-F37F-8C74A6AC143D}"/>
              </a:ext>
            </a:extLst>
          </p:cNvPr>
          <p:cNvSpPr/>
          <p:nvPr/>
        </p:nvSpPr>
        <p:spPr>
          <a:xfrm>
            <a:off x="896323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C0F8F156-5088-B894-BB91-E47C4B1C2A23}"/>
              </a:ext>
            </a:extLst>
          </p:cNvPr>
          <p:cNvSpPr/>
          <p:nvPr/>
        </p:nvSpPr>
        <p:spPr>
          <a:xfrm>
            <a:off x="783825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328213A5-9CD5-E495-700D-AD3FCD5867A1}"/>
              </a:ext>
            </a:extLst>
          </p:cNvPr>
          <p:cNvSpPr/>
          <p:nvPr/>
        </p:nvSpPr>
        <p:spPr>
          <a:xfrm>
            <a:off x="558828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4BC34C8-D4FF-699B-A2FE-B06A68B20D4B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3ABF08-E62E-12D4-33C0-0708647C58EA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721A9D-F2EB-6CA1-CCED-0F4B1006083E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41632A1-F017-0EBB-2820-4D354F3941C2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E481F03-2353-8A4F-DF5B-D45192598FDE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3849090-DD77-D6C9-42D4-76AD3EE17EA2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9DB79F0-7690-D79B-F4A8-11E2B7A32358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E819CA-6059-6E5A-EB70-0A6666AD53FD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17DCEE7-F3D4-731F-B713-1D164EB6DBF5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0FEAF5-2B80-1C9D-40CB-9B31981FDF91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D3CB1B3-4902-B35E-03BA-C7AC0088046E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D607F6-4834-189B-CFF4-BA39BA8A4864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271147E-D975-3AE9-C29B-7BD3B3C95950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C182AF-30E1-3168-D14A-C131A80B7DD7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4</a:t>
            </a:r>
            <a:endParaRPr lang="en-ZA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D22865-8563-B306-9EE2-0EDA9F0D7696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2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2331734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4504F-FD2C-5129-3EC9-FA43B532F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0FD35F-D741-E4CA-B990-85D7CC8BBA87}"/>
              </a:ext>
            </a:extLst>
          </p:cNvPr>
          <p:cNvSpPr txBox="1"/>
          <p:nvPr/>
        </p:nvSpPr>
        <p:spPr>
          <a:xfrm>
            <a:off x="4321338" y="236551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AA330DF-E852-8E44-1ED7-56871CC26D04}"/>
              </a:ext>
            </a:extLst>
          </p:cNvPr>
          <p:cNvSpPr txBox="1"/>
          <p:nvPr/>
        </p:nvSpPr>
        <p:spPr>
          <a:xfrm>
            <a:off x="7696612" y="2346923"/>
            <a:ext cx="4266029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E6E094D-5618-F9F2-C8E0-EACF5B1542E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9FEC04B-A960-CA8A-BB58-8B4B28C5D4C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8796275-C100-0779-DC5A-53D02A97D38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7DD1E74-A9CD-EFA3-E84C-E850E9777BF0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1A3819AE-66A2-7ABE-3464-33511DE200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476191EC-4F8F-2A55-645F-97D09F26470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383114F-E608-6ED3-95CF-2179D3F87E4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9900CF8-42CF-1D45-7DF0-E47EA091DD94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165ED-B8CE-5835-7B9D-0967FBFFD807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854F8B5A-89D5-E519-815D-AB2EE624FDFD}"/>
              </a:ext>
            </a:extLst>
          </p:cNvPr>
          <p:cNvSpPr/>
          <p:nvPr/>
        </p:nvSpPr>
        <p:spPr>
          <a:xfrm>
            <a:off x="11213205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DC56ACE7-9F3C-5CF5-2721-5AA80002FB6C}"/>
              </a:ext>
            </a:extLst>
          </p:cNvPr>
          <p:cNvSpPr/>
          <p:nvPr/>
        </p:nvSpPr>
        <p:spPr>
          <a:xfrm>
            <a:off x="446329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0238B193-7F12-BFA7-9190-DDDCD8776D1D}"/>
              </a:ext>
            </a:extLst>
          </p:cNvPr>
          <p:cNvSpPr/>
          <p:nvPr/>
        </p:nvSpPr>
        <p:spPr>
          <a:xfrm>
            <a:off x="1008822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96CAFCF3-B1AF-F55E-DF3C-DBE30D0D627C}"/>
              </a:ext>
            </a:extLst>
          </p:cNvPr>
          <p:cNvSpPr/>
          <p:nvPr/>
        </p:nvSpPr>
        <p:spPr>
          <a:xfrm>
            <a:off x="671326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7D7CEE31-12D7-B676-5DDB-DDF86211E9BD}"/>
              </a:ext>
            </a:extLst>
          </p:cNvPr>
          <p:cNvSpPr/>
          <p:nvPr/>
        </p:nvSpPr>
        <p:spPr>
          <a:xfrm>
            <a:off x="896323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FA6E7E3E-F63D-D82F-5D0D-3831EA08E482}"/>
              </a:ext>
            </a:extLst>
          </p:cNvPr>
          <p:cNvSpPr/>
          <p:nvPr/>
        </p:nvSpPr>
        <p:spPr>
          <a:xfrm>
            <a:off x="783825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4EF6A43F-FF46-5CA7-D7A1-C801AF1B4296}"/>
              </a:ext>
            </a:extLst>
          </p:cNvPr>
          <p:cNvSpPr/>
          <p:nvPr/>
        </p:nvSpPr>
        <p:spPr>
          <a:xfrm>
            <a:off x="558828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2DE678-D7A0-F8F4-78ED-854CAAB9E8EF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063026-8B71-DC8B-42E1-47867749BF02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490C71-2EB7-0430-FB3A-49D81E8FE2C6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FD8334-55B7-3BF4-B5B4-FD9B8C5BCCCA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553BDED-4ABC-F7AB-3B91-20B8A2283F1C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715F83-83DA-43A5-19EE-4DD284A8AAEC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158A0A-4286-8E54-FBC6-614DFCEDD977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612EB59-4479-9228-7388-330A6B63811D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54E8196-BF34-11BF-997D-43F5CDFF2BE4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55E1AB-E165-EF9C-4945-6B82B4C4E767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F5EE1E3-410E-41A8-087A-2704C544900E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657427-9E55-DBB6-5696-360E609F6640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A8AD32-D452-2001-1A83-82AF01BD1515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918C09-2AAB-BCBD-76FB-41F3C91FCA6B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5</a:t>
            </a:r>
            <a:endParaRPr lang="en-ZA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60BC81-8901-B7B4-31EF-5EDCCDBF947F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0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3745200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CB56C-C489-063A-C2F7-622886652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55373B-B1C1-22F7-F442-510F9631AFBF}"/>
              </a:ext>
            </a:extLst>
          </p:cNvPr>
          <p:cNvSpPr txBox="1"/>
          <p:nvPr/>
        </p:nvSpPr>
        <p:spPr>
          <a:xfrm>
            <a:off x="5439520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7000FC-A0B9-E475-92FA-CC5935B8B367}"/>
              </a:ext>
            </a:extLst>
          </p:cNvPr>
          <p:cNvSpPr txBox="1"/>
          <p:nvPr/>
        </p:nvSpPr>
        <p:spPr>
          <a:xfrm>
            <a:off x="7696612" y="2346923"/>
            <a:ext cx="4266029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2896DFF-286B-E37D-E22D-158CADD577F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C519BA86-DBDB-735D-5019-42A01520AF7E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0AFE181-62EC-5152-ECEB-952C454DA0A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F06A7A4-3A13-B1A7-1B31-A1B91450265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BB515C41-920F-1D71-8DA5-9ED9E8B01D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48832D4-8171-F2F0-3F95-C0627EE2A52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3C8D8D2-9F2D-7EA2-C891-A74209E97D5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7602DF8-D187-6393-4D90-1F9BAC3BA8AA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5ACE3D-8AC1-0C4B-B497-0BD1EB7466E2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41D4E902-77DB-91C5-5C7C-585B0E39A094}"/>
              </a:ext>
            </a:extLst>
          </p:cNvPr>
          <p:cNvSpPr/>
          <p:nvPr/>
        </p:nvSpPr>
        <p:spPr>
          <a:xfrm>
            <a:off x="11213205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2BE654AB-B16D-131F-E3C9-F733A5B53F65}"/>
              </a:ext>
            </a:extLst>
          </p:cNvPr>
          <p:cNvSpPr/>
          <p:nvPr/>
        </p:nvSpPr>
        <p:spPr>
          <a:xfrm>
            <a:off x="446329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5BDD4709-5883-C58D-A24C-0C14BE7D1AEC}"/>
              </a:ext>
            </a:extLst>
          </p:cNvPr>
          <p:cNvSpPr/>
          <p:nvPr/>
        </p:nvSpPr>
        <p:spPr>
          <a:xfrm>
            <a:off x="1008822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121A6F0D-01EC-0FB9-C2B1-C8CC6EA67D15}"/>
              </a:ext>
            </a:extLst>
          </p:cNvPr>
          <p:cNvSpPr/>
          <p:nvPr/>
        </p:nvSpPr>
        <p:spPr>
          <a:xfrm>
            <a:off x="671326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14D387A0-C627-61E1-1B24-144E576A1A77}"/>
              </a:ext>
            </a:extLst>
          </p:cNvPr>
          <p:cNvSpPr/>
          <p:nvPr/>
        </p:nvSpPr>
        <p:spPr>
          <a:xfrm>
            <a:off x="896323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0EB01F83-AE92-9807-9BF9-C371DA952FCA}"/>
              </a:ext>
            </a:extLst>
          </p:cNvPr>
          <p:cNvSpPr/>
          <p:nvPr/>
        </p:nvSpPr>
        <p:spPr>
          <a:xfrm>
            <a:off x="783825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4B66E783-C0B0-25E4-1EFD-74D15768F4F6}"/>
              </a:ext>
            </a:extLst>
          </p:cNvPr>
          <p:cNvSpPr/>
          <p:nvPr/>
        </p:nvSpPr>
        <p:spPr>
          <a:xfrm>
            <a:off x="558828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4124E7-B250-0337-4C1F-3369AE554E88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014C068-D38C-08D3-B4C3-DBC67CB3A01A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D5E3701-E89B-CD0F-5079-76D881C2DF0A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DAF97C-ACBE-D96D-563A-F8B4E4005E22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C3053D-C8AA-7D6B-6B21-D4D99F2A2B12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0C721F-E9F2-C821-AD39-648B5A1DADD6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1727B4-898E-9BBC-00D1-61C8C2725DF5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BE6D16-B772-9A48-743E-C77E0D8B4237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D4ADEBF-2973-05B7-5DDD-D8752BEDAB66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9ED65A-E3EE-5EF6-4545-A7536AA7107F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4B85C1-3BF4-98CD-59DE-81C919318069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69DBB7-EBEC-65CB-4C62-42067645DBA4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91ADE4D-111E-F208-8BB7-9BC70249A8B6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8DFB11-29E6-BA7E-11DE-9CE3FBD1F731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5</a:t>
            </a:r>
            <a:endParaRPr lang="en-ZA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7DAF8B-3007-7A06-64F9-9F6A970E0D92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1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1716487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9B60D-71FA-6425-5D93-5D16D03AE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D2DE1F-EECC-A67D-6617-C833D219F4E4}"/>
              </a:ext>
            </a:extLst>
          </p:cNvPr>
          <p:cNvSpPr txBox="1"/>
          <p:nvPr/>
        </p:nvSpPr>
        <p:spPr>
          <a:xfrm>
            <a:off x="4260491" y="2346923"/>
            <a:ext cx="2012552" cy="1456266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31986A-EB1F-2A76-E6E5-C773F29F12A3}"/>
              </a:ext>
            </a:extLst>
          </p:cNvPr>
          <p:cNvSpPr txBox="1"/>
          <p:nvPr/>
        </p:nvSpPr>
        <p:spPr>
          <a:xfrm>
            <a:off x="6570040" y="2346923"/>
            <a:ext cx="5392602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6C0DEB0-6EED-502F-B570-BE45CE5D514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51B9208A-9492-E246-0BCB-06F9E443E23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03991B8-19FE-E78D-45C4-03CBA077C7BD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CEEFFF2-19DD-C617-6D21-864CED75FBC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708CAC9C-9E1C-38BD-CBE5-A9E959778D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9299FBB-01A5-B979-1961-8161481F44C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1BEBC36-1480-2EF4-9E7A-C49ED0D4D48E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321E18A-D9A6-4D4A-78A1-E7748F92EFA4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61A7B5-6BFB-FD7B-68DC-B5A8FD18C37E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8C935457-7637-07F2-BDA4-B5D121481A03}"/>
              </a:ext>
            </a:extLst>
          </p:cNvPr>
          <p:cNvSpPr/>
          <p:nvPr/>
        </p:nvSpPr>
        <p:spPr>
          <a:xfrm>
            <a:off x="11213205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F04C85CF-5F2D-275E-B958-EC8D51681507}"/>
              </a:ext>
            </a:extLst>
          </p:cNvPr>
          <p:cNvSpPr/>
          <p:nvPr/>
        </p:nvSpPr>
        <p:spPr>
          <a:xfrm>
            <a:off x="446329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5B8C17DD-1952-FF25-D728-952AC160DB76}"/>
              </a:ext>
            </a:extLst>
          </p:cNvPr>
          <p:cNvSpPr/>
          <p:nvPr/>
        </p:nvSpPr>
        <p:spPr>
          <a:xfrm>
            <a:off x="1008822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C92FC33B-3463-B228-A252-9A89E09C5767}"/>
              </a:ext>
            </a:extLst>
          </p:cNvPr>
          <p:cNvSpPr/>
          <p:nvPr/>
        </p:nvSpPr>
        <p:spPr>
          <a:xfrm>
            <a:off x="671326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46C08835-070D-B1EE-24AF-7D8607198896}"/>
              </a:ext>
            </a:extLst>
          </p:cNvPr>
          <p:cNvSpPr/>
          <p:nvPr/>
        </p:nvSpPr>
        <p:spPr>
          <a:xfrm>
            <a:off x="896323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163B3C3E-11F4-DE14-C359-421BC79FFD3B}"/>
              </a:ext>
            </a:extLst>
          </p:cNvPr>
          <p:cNvSpPr/>
          <p:nvPr/>
        </p:nvSpPr>
        <p:spPr>
          <a:xfrm>
            <a:off x="783825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407DDA5A-AA1F-A742-9BF5-B05B4383509E}"/>
              </a:ext>
            </a:extLst>
          </p:cNvPr>
          <p:cNvSpPr/>
          <p:nvPr/>
        </p:nvSpPr>
        <p:spPr>
          <a:xfrm>
            <a:off x="558828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13D15C-699D-56CF-2622-42CA8A4CA23C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F3D78D-F052-B79A-CE7A-91F8A02F52B6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154239-612C-E45A-A9EF-00F26A4BA31E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8D3D88-353C-649A-30E3-9396352477DF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DC5CD37-C6E8-EFB2-282E-A4CC1EC3B553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0962DD-2563-1741-A28A-0B17A16A73F8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77BA5A2-7B05-01B0-1E07-3B2584270004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D4850F-FC7C-5A73-6FD6-029F5D47E7E1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6B1F2E0-56D6-9DD7-0ED0-7D109CDB1D80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4CE6F8E-FA37-7875-63C9-C8E7E016CC1B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6A50427-1FB3-F221-E7A1-B1ACB38F0FF9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8A88CB2-D84C-9DD9-E051-6FDDF79A01AF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C032DD-5AE5-F6E6-0D65-BF084D12CA2F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3021210-B0F4-4DD6-53BB-4D7C36DDE536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6</a:t>
            </a:r>
            <a:endParaRPr lang="en-ZA" sz="32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209EFB-EDB9-8C82-0A18-F7EF3157DDBE}"/>
              </a:ext>
            </a:extLst>
          </p:cNvPr>
          <p:cNvSpPr txBox="1"/>
          <p:nvPr/>
        </p:nvSpPr>
        <p:spPr>
          <a:xfrm>
            <a:off x="4969035" y="4408238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 err="1">
                <a:latin typeface="LM Roman 12" panose="00000500000000000000" pitchFamily="50" charset="0"/>
              </a:rPr>
              <a:t>i</a:t>
            </a:r>
            <a:r>
              <a:rPr lang="en-ZA" sz="3200" b="1" dirty="0">
                <a:latin typeface="LM Roman 12" panose="00000500000000000000" pitchFamily="50" charset="0"/>
              </a:rPr>
              <a:t> = 0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299139367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B51AA-0C04-88BB-4E61-2F0EB7207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9C446FE6-2422-3061-5D50-DE0F2987BFB5}"/>
              </a:ext>
            </a:extLst>
          </p:cNvPr>
          <p:cNvSpPr txBox="1"/>
          <p:nvPr/>
        </p:nvSpPr>
        <p:spPr>
          <a:xfrm>
            <a:off x="4309534" y="2346923"/>
            <a:ext cx="7653108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2072AD6-E2C4-D208-A22E-7DCD8F41716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6808D03-455D-75B9-CAF2-68FC4B52C84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3DEDAD4-D46A-01A2-0DD3-426786FCFAD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EA7084E3-8AAB-88CF-BD3A-156A6192DB7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59C9A421-75AB-E4CC-84DF-CDAEFBB579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C3A496E-53A8-8D13-1C7D-590B2F8E6A17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1870B41-2FDD-1AAF-AE3F-110478371F8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DE4DF06-8F9F-6762-8913-A43BD1BE91D2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49BBC7-435C-1CD5-00CE-07C78BE79B0A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26D63C1A-EE63-6FA9-6F63-39B8004063F5}"/>
              </a:ext>
            </a:extLst>
          </p:cNvPr>
          <p:cNvSpPr/>
          <p:nvPr/>
        </p:nvSpPr>
        <p:spPr>
          <a:xfrm>
            <a:off x="11213205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113D3E37-1CED-BC7F-8BC8-6625EC3FAACC}"/>
              </a:ext>
            </a:extLst>
          </p:cNvPr>
          <p:cNvSpPr/>
          <p:nvPr/>
        </p:nvSpPr>
        <p:spPr>
          <a:xfrm>
            <a:off x="446329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7B253450-C45E-B8A7-DCC6-328963D43490}"/>
              </a:ext>
            </a:extLst>
          </p:cNvPr>
          <p:cNvSpPr/>
          <p:nvPr/>
        </p:nvSpPr>
        <p:spPr>
          <a:xfrm>
            <a:off x="1008822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3FE9178D-84CD-2076-B4A2-70AB6B5056B3}"/>
              </a:ext>
            </a:extLst>
          </p:cNvPr>
          <p:cNvSpPr/>
          <p:nvPr/>
        </p:nvSpPr>
        <p:spPr>
          <a:xfrm>
            <a:off x="671326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0A92EF3C-1B53-3EDC-600F-ACBEE56B1ED3}"/>
              </a:ext>
            </a:extLst>
          </p:cNvPr>
          <p:cNvSpPr/>
          <p:nvPr/>
        </p:nvSpPr>
        <p:spPr>
          <a:xfrm>
            <a:off x="896323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B7B9A348-514E-102B-E981-E34A76D1622E}"/>
              </a:ext>
            </a:extLst>
          </p:cNvPr>
          <p:cNvSpPr/>
          <p:nvPr/>
        </p:nvSpPr>
        <p:spPr>
          <a:xfrm>
            <a:off x="783825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C0808750-DF96-B190-F3A4-2A84692EB9E6}"/>
              </a:ext>
            </a:extLst>
          </p:cNvPr>
          <p:cNvSpPr/>
          <p:nvPr/>
        </p:nvSpPr>
        <p:spPr>
          <a:xfrm>
            <a:off x="558828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359780-7898-4530-24F1-D22A28AD77A6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F96FF4-47E6-099F-E92C-2FE63584AE31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CDAF4B-5AE9-3423-D895-9C8167F05AAC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1BE2AE-4830-34C3-EAF7-C2BE55998E50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413AF8-713F-E1D6-403D-66C1938F82B1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03A37C-D0C8-A18B-C16F-BE182D6851E7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2FB8000-6875-DACE-6CDE-1B4D3C0C938B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C76848-1884-BC00-D1E4-5DB62637D3F9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DD3CEE-6BEB-C11E-7510-1256EC81770E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377BDF-E3F3-92D6-6B10-BAEF94B3B0E4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D33157-9A60-556A-96B1-75940DC471EC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7A0CB4-A81E-2FD1-B6C3-7DE946A1725A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34195B3-725E-F1CD-B564-C3DDEC4D7CAD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10FD94-9CEC-C9EC-9BF9-42DF34E490EE}"/>
              </a:ext>
            </a:extLst>
          </p:cNvPr>
          <p:cNvSpPr txBox="1"/>
          <p:nvPr/>
        </p:nvSpPr>
        <p:spPr>
          <a:xfrm>
            <a:off x="4563383" y="4408238"/>
            <a:ext cx="615137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6 complete -&gt; array sorted</a:t>
            </a:r>
            <a:endParaRPr lang="en-ZA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979D1F-0CCF-B621-7F40-277D72ABF252}"/>
              </a:ext>
            </a:extLst>
          </p:cNvPr>
          <p:cNvSpPr txBox="1"/>
          <p:nvPr/>
        </p:nvSpPr>
        <p:spPr>
          <a:xfrm>
            <a:off x="4786842" y="1591271"/>
            <a:ext cx="189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3200" b="1" dirty="0">
                <a:latin typeface="LM Roman 12" panose="00000500000000000000" pitchFamily="50" charset="0"/>
              </a:rPr>
              <a:t>pass = 6</a:t>
            </a:r>
            <a:endParaRPr lang="en-ZA" sz="3200" b="1" dirty="0"/>
          </a:p>
        </p:txBody>
      </p:sp>
    </p:spTree>
    <p:extLst>
      <p:ext uri="{BB962C8B-B14F-4D97-AF65-F5344CB8AC3E}">
        <p14:creationId xmlns:p14="http://schemas.microsoft.com/office/powerpoint/2010/main" val="1137677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7AD0-A0CC-A718-A931-C185014DD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>
            <a:extLst>
              <a:ext uri="{FF2B5EF4-FFF2-40B4-BE49-F238E27FC236}">
                <a16:creationId xmlns:a16="http://schemas.microsoft.com/office/drawing/2014/main" id="{27FAFD03-7D1F-3F75-C890-E6D8DAA7D88B}"/>
              </a:ext>
            </a:extLst>
          </p:cNvPr>
          <p:cNvSpPr txBox="1"/>
          <p:nvPr/>
        </p:nvSpPr>
        <p:spPr>
          <a:xfrm>
            <a:off x="4284134" y="2346923"/>
            <a:ext cx="7678508" cy="145626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6A925E9-C961-0B6D-7CC7-13B35763E1F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CC7CB3D-4FC5-B241-C72C-334E73CBB5D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7F6E8F-154A-44BE-10BD-AE719315BE6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5B04EF33-505A-5B11-FA12-A1B9214DB7A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B6332942-C262-8532-3640-984B2CA2FD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418E926-55B8-D3DE-3EE3-20F02922631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4152E5C-3575-B634-540A-41D8F063706D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C5F4032-38DA-449B-3F36-11F64B1D34F1}"/>
              </a:ext>
            </a:extLst>
          </p:cNvPr>
          <p:cNvSpPr txBox="1"/>
          <p:nvPr/>
        </p:nvSpPr>
        <p:spPr>
          <a:xfrm>
            <a:off x="-76200" y="27211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6F52F6-F63E-19C5-0FCC-84A532FCCAEA}"/>
              </a:ext>
            </a:extLst>
          </p:cNvPr>
          <p:cNvSpPr txBox="1"/>
          <p:nvPr/>
        </p:nvSpPr>
        <p:spPr>
          <a:xfrm>
            <a:off x="11835341" y="2721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" name="Octagon 6">
            <a:extLst>
              <a:ext uri="{FF2B5EF4-FFF2-40B4-BE49-F238E27FC236}">
                <a16:creationId xmlns:a16="http://schemas.microsoft.com/office/drawing/2014/main" id="{DDC3B8FE-3157-B3F2-B5B9-6098B2BBD9D3}"/>
              </a:ext>
            </a:extLst>
          </p:cNvPr>
          <p:cNvSpPr/>
          <p:nvPr/>
        </p:nvSpPr>
        <p:spPr>
          <a:xfrm>
            <a:off x="11213205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9" name="Octagon 8">
            <a:extLst>
              <a:ext uri="{FF2B5EF4-FFF2-40B4-BE49-F238E27FC236}">
                <a16:creationId xmlns:a16="http://schemas.microsoft.com/office/drawing/2014/main" id="{84BB2204-6CB9-2BF1-177D-230706BCF2A0}"/>
              </a:ext>
            </a:extLst>
          </p:cNvPr>
          <p:cNvSpPr/>
          <p:nvPr/>
        </p:nvSpPr>
        <p:spPr>
          <a:xfrm>
            <a:off x="446329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11" name="Octagon 10">
            <a:extLst>
              <a:ext uri="{FF2B5EF4-FFF2-40B4-BE49-F238E27FC236}">
                <a16:creationId xmlns:a16="http://schemas.microsoft.com/office/drawing/2014/main" id="{393DE966-479A-2CDB-E1D4-7AEF288466E0}"/>
              </a:ext>
            </a:extLst>
          </p:cNvPr>
          <p:cNvSpPr/>
          <p:nvPr/>
        </p:nvSpPr>
        <p:spPr>
          <a:xfrm>
            <a:off x="1008822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13" name="Octagon 12">
            <a:extLst>
              <a:ext uri="{FF2B5EF4-FFF2-40B4-BE49-F238E27FC236}">
                <a16:creationId xmlns:a16="http://schemas.microsoft.com/office/drawing/2014/main" id="{089B6455-C2F2-1791-07D7-14DFDF06E659}"/>
              </a:ext>
            </a:extLst>
          </p:cNvPr>
          <p:cNvSpPr/>
          <p:nvPr/>
        </p:nvSpPr>
        <p:spPr>
          <a:xfrm>
            <a:off x="671326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21" name="Octagon 20">
            <a:extLst>
              <a:ext uri="{FF2B5EF4-FFF2-40B4-BE49-F238E27FC236}">
                <a16:creationId xmlns:a16="http://schemas.microsoft.com/office/drawing/2014/main" id="{40A35CD1-BC20-10BB-306F-8F1803E8B3C4}"/>
              </a:ext>
            </a:extLst>
          </p:cNvPr>
          <p:cNvSpPr/>
          <p:nvPr/>
        </p:nvSpPr>
        <p:spPr>
          <a:xfrm>
            <a:off x="8963237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23" name="Octagon 22">
            <a:extLst>
              <a:ext uri="{FF2B5EF4-FFF2-40B4-BE49-F238E27FC236}">
                <a16:creationId xmlns:a16="http://schemas.microsoft.com/office/drawing/2014/main" id="{953BF86D-93B9-2D71-6614-A3B892760CAD}"/>
              </a:ext>
            </a:extLst>
          </p:cNvPr>
          <p:cNvSpPr/>
          <p:nvPr/>
        </p:nvSpPr>
        <p:spPr>
          <a:xfrm>
            <a:off x="783825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25" name="Octagon 24">
            <a:extLst>
              <a:ext uri="{FF2B5EF4-FFF2-40B4-BE49-F238E27FC236}">
                <a16:creationId xmlns:a16="http://schemas.microsoft.com/office/drawing/2014/main" id="{7242FD6A-F931-8F4E-ADEE-00B2433B28CF}"/>
              </a:ext>
            </a:extLst>
          </p:cNvPr>
          <p:cNvSpPr/>
          <p:nvPr/>
        </p:nvSpPr>
        <p:spPr>
          <a:xfrm>
            <a:off x="5588282" y="2724835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1DD5821-D95E-1DB7-D9E0-455E16725548}"/>
              </a:ext>
            </a:extLst>
          </p:cNvPr>
          <p:cNvSpPr txBox="1"/>
          <p:nvPr/>
        </p:nvSpPr>
        <p:spPr>
          <a:xfrm>
            <a:off x="51352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43B978-147C-1F8F-3776-EFD4AA53AC9D}"/>
              </a:ext>
            </a:extLst>
          </p:cNvPr>
          <p:cNvSpPr txBox="1"/>
          <p:nvPr/>
        </p:nvSpPr>
        <p:spPr>
          <a:xfrm>
            <a:off x="626664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49056F-2911-9432-29AE-C23CD5DFE225}"/>
              </a:ext>
            </a:extLst>
          </p:cNvPr>
          <p:cNvSpPr txBox="1"/>
          <p:nvPr/>
        </p:nvSpPr>
        <p:spPr>
          <a:xfrm>
            <a:off x="739806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8E235C3-C057-7665-D1A2-4874489E0E89}"/>
              </a:ext>
            </a:extLst>
          </p:cNvPr>
          <p:cNvSpPr txBox="1"/>
          <p:nvPr/>
        </p:nvSpPr>
        <p:spPr>
          <a:xfrm>
            <a:off x="852948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19898D6-470A-5310-35CD-72EEAD486395}"/>
              </a:ext>
            </a:extLst>
          </p:cNvPr>
          <p:cNvSpPr txBox="1"/>
          <p:nvPr/>
        </p:nvSpPr>
        <p:spPr>
          <a:xfrm>
            <a:off x="966090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A2D60EB-45A0-F91D-0C05-8203AD73B1B7}"/>
              </a:ext>
            </a:extLst>
          </p:cNvPr>
          <p:cNvSpPr txBox="1"/>
          <p:nvPr/>
        </p:nvSpPr>
        <p:spPr>
          <a:xfrm>
            <a:off x="10792324" y="2721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87026F-717F-B037-A25A-122F7F12DD9F}"/>
              </a:ext>
            </a:extLst>
          </p:cNvPr>
          <p:cNvSpPr txBox="1"/>
          <p:nvPr/>
        </p:nvSpPr>
        <p:spPr>
          <a:xfrm>
            <a:off x="4052064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726893-DDE4-C870-C585-44D30FD9DAE3}"/>
              </a:ext>
            </a:extLst>
          </p:cNvPr>
          <p:cNvSpPr txBox="1"/>
          <p:nvPr/>
        </p:nvSpPr>
        <p:spPr>
          <a:xfrm>
            <a:off x="5201451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16CE48F-ED4F-3DD3-C4C4-7878F2B5D97F}"/>
              </a:ext>
            </a:extLst>
          </p:cNvPr>
          <p:cNvSpPr txBox="1"/>
          <p:nvPr/>
        </p:nvSpPr>
        <p:spPr>
          <a:xfrm>
            <a:off x="6350838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701B207-50EB-E79C-F04E-D801FDD4F6DF}"/>
              </a:ext>
            </a:extLst>
          </p:cNvPr>
          <p:cNvSpPr txBox="1"/>
          <p:nvPr/>
        </p:nvSpPr>
        <p:spPr>
          <a:xfrm>
            <a:off x="7500225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8EAA0C9-0985-89BB-2E63-E66DE0E264BF}"/>
              </a:ext>
            </a:extLst>
          </p:cNvPr>
          <p:cNvSpPr txBox="1"/>
          <p:nvPr/>
        </p:nvSpPr>
        <p:spPr>
          <a:xfrm>
            <a:off x="8649612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591F12A-2F50-9AAB-E334-553C1D22F463}"/>
              </a:ext>
            </a:extLst>
          </p:cNvPr>
          <p:cNvSpPr txBox="1"/>
          <p:nvPr/>
        </p:nvSpPr>
        <p:spPr>
          <a:xfrm>
            <a:off x="9798999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E80D80-A945-97A0-EEF0-7542DACF3DD0}"/>
              </a:ext>
            </a:extLst>
          </p:cNvPr>
          <p:cNvSpPr txBox="1"/>
          <p:nvPr/>
        </p:nvSpPr>
        <p:spPr>
          <a:xfrm>
            <a:off x="10948387" y="3395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29DC0D5-397D-5F5E-11A4-195D1677CDA9}"/>
              </a:ext>
            </a:extLst>
          </p:cNvPr>
          <p:cNvSpPr txBox="1"/>
          <p:nvPr/>
        </p:nvSpPr>
        <p:spPr>
          <a:xfrm>
            <a:off x="-64400" y="4990314"/>
            <a:ext cx="45016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4000" dirty="0">
                <a:solidFill>
                  <a:srgbClr val="00B0F0"/>
                </a:solidFill>
                <a:latin typeface="LM Roman 12" panose="00000500000000000000" pitchFamily="50" charset="0"/>
              </a:rPr>
              <a:t>int</a:t>
            </a:r>
            <a:r>
              <a:rPr lang="en-ZA" sz="4000" dirty="0">
                <a:latin typeface="LM Roman 12" panose="00000500000000000000" pitchFamily="50" charset="0"/>
              </a:rPr>
              <a:t> </a:t>
            </a:r>
            <a:r>
              <a:rPr lang="en-ZA" sz="4000" b="1" dirty="0" err="1">
                <a:latin typeface="LM Roman 12" panose="00000500000000000000" pitchFamily="50" charset="0"/>
              </a:rPr>
              <a:t>myArray</a:t>
            </a:r>
            <a:r>
              <a:rPr lang="en-ZA" sz="4000" dirty="0">
                <a:latin typeface="LM Roman 12" panose="00000500000000000000" pitchFamily="50" charset="0"/>
              </a:rPr>
              <a:t>[7] = {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17BBB3-6D98-4FCE-6F5A-156EE293886B}"/>
              </a:ext>
            </a:extLst>
          </p:cNvPr>
          <p:cNvSpPr txBox="1"/>
          <p:nvPr/>
        </p:nvSpPr>
        <p:spPr>
          <a:xfrm>
            <a:off x="11776074" y="5007114"/>
            <a:ext cx="7133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}</a:t>
            </a:r>
            <a:endParaRPr lang="en-ZA" dirty="0"/>
          </a:p>
        </p:txBody>
      </p:sp>
      <p:sp>
        <p:nvSpPr>
          <p:cNvPr id="77" name="Octagon 76">
            <a:extLst>
              <a:ext uri="{FF2B5EF4-FFF2-40B4-BE49-F238E27FC236}">
                <a16:creationId xmlns:a16="http://schemas.microsoft.com/office/drawing/2014/main" id="{0CD0EBF5-91DA-A12E-F926-5901BD025855}"/>
              </a:ext>
            </a:extLst>
          </p:cNvPr>
          <p:cNvSpPr/>
          <p:nvPr/>
        </p:nvSpPr>
        <p:spPr>
          <a:xfrm>
            <a:off x="4361024" y="5142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13</a:t>
            </a:r>
          </a:p>
        </p:txBody>
      </p:sp>
      <p:sp>
        <p:nvSpPr>
          <p:cNvPr id="79" name="Octagon 78">
            <a:extLst>
              <a:ext uri="{FF2B5EF4-FFF2-40B4-BE49-F238E27FC236}">
                <a16:creationId xmlns:a16="http://schemas.microsoft.com/office/drawing/2014/main" id="{F508299E-AFDC-B3D8-AE24-A5428D6517E4}"/>
              </a:ext>
            </a:extLst>
          </p:cNvPr>
          <p:cNvSpPr/>
          <p:nvPr/>
        </p:nvSpPr>
        <p:spPr>
          <a:xfrm>
            <a:off x="6623864" y="5142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</a:t>
            </a:r>
          </a:p>
        </p:txBody>
      </p:sp>
      <p:sp>
        <p:nvSpPr>
          <p:cNvPr id="81" name="Octagon 80">
            <a:extLst>
              <a:ext uri="{FF2B5EF4-FFF2-40B4-BE49-F238E27FC236}">
                <a16:creationId xmlns:a16="http://schemas.microsoft.com/office/drawing/2014/main" id="{A81F284D-CB92-1592-7D41-129DEF452C12}"/>
              </a:ext>
            </a:extLst>
          </p:cNvPr>
          <p:cNvSpPr/>
          <p:nvPr/>
        </p:nvSpPr>
        <p:spPr>
          <a:xfrm>
            <a:off x="7755284" y="5142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12</a:t>
            </a:r>
          </a:p>
        </p:txBody>
      </p:sp>
      <p:sp>
        <p:nvSpPr>
          <p:cNvPr id="83" name="Octagon 82">
            <a:extLst>
              <a:ext uri="{FF2B5EF4-FFF2-40B4-BE49-F238E27FC236}">
                <a16:creationId xmlns:a16="http://schemas.microsoft.com/office/drawing/2014/main" id="{D619D647-83E8-CEED-4F10-0810075C30F7}"/>
              </a:ext>
            </a:extLst>
          </p:cNvPr>
          <p:cNvSpPr/>
          <p:nvPr/>
        </p:nvSpPr>
        <p:spPr>
          <a:xfrm>
            <a:off x="5492444" y="5142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4</a:t>
            </a:r>
          </a:p>
        </p:txBody>
      </p:sp>
      <p:sp>
        <p:nvSpPr>
          <p:cNvPr id="85" name="Octagon 84">
            <a:extLst>
              <a:ext uri="{FF2B5EF4-FFF2-40B4-BE49-F238E27FC236}">
                <a16:creationId xmlns:a16="http://schemas.microsoft.com/office/drawing/2014/main" id="{796F5CCC-C7E6-A88D-F087-E8BA1034208C}"/>
              </a:ext>
            </a:extLst>
          </p:cNvPr>
          <p:cNvSpPr/>
          <p:nvPr/>
        </p:nvSpPr>
        <p:spPr>
          <a:xfrm>
            <a:off x="11149541" y="5142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11</a:t>
            </a:r>
          </a:p>
        </p:txBody>
      </p:sp>
      <p:sp>
        <p:nvSpPr>
          <p:cNvPr id="87" name="Octagon 86">
            <a:extLst>
              <a:ext uri="{FF2B5EF4-FFF2-40B4-BE49-F238E27FC236}">
                <a16:creationId xmlns:a16="http://schemas.microsoft.com/office/drawing/2014/main" id="{33E1929E-335C-464B-005A-E41DCDDF5D84}"/>
              </a:ext>
            </a:extLst>
          </p:cNvPr>
          <p:cNvSpPr/>
          <p:nvPr/>
        </p:nvSpPr>
        <p:spPr>
          <a:xfrm>
            <a:off x="10018124" y="5142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7</a:t>
            </a:r>
          </a:p>
        </p:txBody>
      </p:sp>
      <p:sp>
        <p:nvSpPr>
          <p:cNvPr id="89" name="Octagon 88">
            <a:extLst>
              <a:ext uri="{FF2B5EF4-FFF2-40B4-BE49-F238E27FC236}">
                <a16:creationId xmlns:a16="http://schemas.microsoft.com/office/drawing/2014/main" id="{C18E7459-9A45-6A5A-7530-F227FAA8E68F}"/>
              </a:ext>
            </a:extLst>
          </p:cNvPr>
          <p:cNvSpPr/>
          <p:nvPr/>
        </p:nvSpPr>
        <p:spPr>
          <a:xfrm>
            <a:off x="8886704" y="5142790"/>
            <a:ext cx="626533" cy="516467"/>
          </a:xfrm>
          <a:prstGeom prst="octagon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8DAC0C6-BEA4-3269-9C1B-4C391BE93980}"/>
              </a:ext>
            </a:extLst>
          </p:cNvPr>
          <p:cNvSpPr txBox="1"/>
          <p:nvPr/>
        </p:nvSpPr>
        <p:spPr>
          <a:xfrm>
            <a:off x="5075957" y="5007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9FFB86A-A32A-CE6A-C10D-690AC4F614BA}"/>
              </a:ext>
            </a:extLst>
          </p:cNvPr>
          <p:cNvSpPr txBox="1"/>
          <p:nvPr/>
        </p:nvSpPr>
        <p:spPr>
          <a:xfrm>
            <a:off x="6207377" y="5007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77C8C5-03A5-CAB5-62B7-624497B0965E}"/>
              </a:ext>
            </a:extLst>
          </p:cNvPr>
          <p:cNvSpPr txBox="1"/>
          <p:nvPr/>
        </p:nvSpPr>
        <p:spPr>
          <a:xfrm>
            <a:off x="7338797" y="5007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9458711-48FA-20AE-509B-2684C02F5210}"/>
              </a:ext>
            </a:extLst>
          </p:cNvPr>
          <p:cNvSpPr txBox="1"/>
          <p:nvPr/>
        </p:nvSpPr>
        <p:spPr>
          <a:xfrm>
            <a:off x="8470217" y="5007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57D6371-CF16-251F-EBA8-1485A904FBCA}"/>
              </a:ext>
            </a:extLst>
          </p:cNvPr>
          <p:cNvSpPr txBox="1"/>
          <p:nvPr/>
        </p:nvSpPr>
        <p:spPr>
          <a:xfrm>
            <a:off x="9601637" y="5007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8FABFCB-AC65-F2FA-9DE8-8077D8A40E56}"/>
              </a:ext>
            </a:extLst>
          </p:cNvPr>
          <p:cNvSpPr txBox="1"/>
          <p:nvPr/>
        </p:nvSpPr>
        <p:spPr>
          <a:xfrm>
            <a:off x="10733057" y="5007114"/>
            <a:ext cx="328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4000" dirty="0">
                <a:latin typeface="LM Roman 12" panose="00000500000000000000" pitchFamily="50" charset="0"/>
              </a:rPr>
              <a:t>,</a:t>
            </a:r>
            <a:endParaRPr lang="en-ZA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BB719DB-1CE0-B2AD-16DE-77837D30B068}"/>
              </a:ext>
            </a:extLst>
          </p:cNvPr>
          <p:cNvSpPr txBox="1"/>
          <p:nvPr/>
        </p:nvSpPr>
        <p:spPr>
          <a:xfrm>
            <a:off x="3992797" y="5681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[0]</a:t>
            </a:r>
            <a:endParaRPr lang="en-ZA" sz="9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596DC1D-74A9-0C46-57FD-276F073C5F19}"/>
              </a:ext>
            </a:extLst>
          </p:cNvPr>
          <p:cNvSpPr txBox="1"/>
          <p:nvPr/>
        </p:nvSpPr>
        <p:spPr>
          <a:xfrm>
            <a:off x="5142184" y="5681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[1]</a:t>
            </a:r>
            <a:endParaRPr lang="en-ZA" sz="9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6483792-128C-24A7-57A6-E53409C05906}"/>
              </a:ext>
            </a:extLst>
          </p:cNvPr>
          <p:cNvSpPr txBox="1"/>
          <p:nvPr/>
        </p:nvSpPr>
        <p:spPr>
          <a:xfrm>
            <a:off x="6291571" y="5681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[2]</a:t>
            </a:r>
            <a:endParaRPr lang="en-ZA" sz="9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692CE733-DD11-1673-E5B5-1307B22E1A6C}"/>
              </a:ext>
            </a:extLst>
          </p:cNvPr>
          <p:cNvSpPr txBox="1"/>
          <p:nvPr/>
        </p:nvSpPr>
        <p:spPr>
          <a:xfrm>
            <a:off x="7440958" y="5681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[3]</a:t>
            </a:r>
            <a:endParaRPr lang="en-ZA" sz="9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395CC4B-D8FB-42B2-37DA-CA2FA1BB91B5}"/>
              </a:ext>
            </a:extLst>
          </p:cNvPr>
          <p:cNvSpPr txBox="1"/>
          <p:nvPr/>
        </p:nvSpPr>
        <p:spPr>
          <a:xfrm>
            <a:off x="8590345" y="5681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[4]</a:t>
            </a:r>
            <a:endParaRPr lang="en-ZA" sz="9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DFCAD03-89C9-8F2F-38DD-BFEF253A5DF8}"/>
              </a:ext>
            </a:extLst>
          </p:cNvPr>
          <p:cNvSpPr txBox="1"/>
          <p:nvPr/>
        </p:nvSpPr>
        <p:spPr>
          <a:xfrm>
            <a:off x="9739732" y="5681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[5]</a:t>
            </a:r>
            <a:endParaRPr lang="en-ZA" sz="900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E3379D23-06B9-1049-7D9E-558D068196A8}"/>
              </a:ext>
            </a:extLst>
          </p:cNvPr>
          <p:cNvSpPr txBox="1"/>
          <p:nvPr/>
        </p:nvSpPr>
        <p:spPr>
          <a:xfrm>
            <a:off x="10889120" y="5681399"/>
            <a:ext cx="124361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 err="1">
                <a:latin typeface="LM Roman 12" panose="00000500000000000000" pitchFamily="50" charset="0"/>
              </a:rPr>
              <a:t>myArray</a:t>
            </a:r>
            <a:r>
              <a:rPr lang="en-ZA" sz="1600" dirty="0">
                <a:latin typeface="LM Roman 12" panose="00000500000000000000" pitchFamily="50" charset="0"/>
              </a:rPr>
              <a:t>[6]</a:t>
            </a:r>
            <a:endParaRPr lang="en-ZA" sz="900" dirty="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3AA930B0-D91D-7B6D-71EF-44A7D8BD779B}"/>
              </a:ext>
            </a:extLst>
          </p:cNvPr>
          <p:cNvSpPr txBox="1"/>
          <p:nvPr/>
        </p:nvSpPr>
        <p:spPr>
          <a:xfrm>
            <a:off x="4282777" y="4672890"/>
            <a:ext cx="7678508" cy="145626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endParaRPr lang="en-ZA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AD667DF-4A71-BD55-A32E-F55E07FC5592}"/>
              </a:ext>
            </a:extLst>
          </p:cNvPr>
          <p:cNvSpPr txBox="1"/>
          <p:nvPr/>
        </p:nvSpPr>
        <p:spPr>
          <a:xfrm>
            <a:off x="4987557" y="1896533"/>
            <a:ext cx="3491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Sorted with </a:t>
            </a:r>
            <a:r>
              <a:rPr lang="en-ZA" dirty="0" err="1">
                <a:latin typeface="LM Roman 12" panose="00000500000000000000" pitchFamily="50" charset="0"/>
              </a:rPr>
              <a:t>bubblesort</a:t>
            </a:r>
            <a:r>
              <a:rPr lang="en-ZA" dirty="0">
                <a:latin typeface="LM Roman 12" panose="00000500000000000000" pitchFamily="50" charset="0"/>
              </a:rPr>
              <a:t> algorithm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24418EF7-0080-A1CE-A532-95329A03F695}"/>
              </a:ext>
            </a:extLst>
          </p:cNvPr>
          <p:cNvSpPr txBox="1"/>
          <p:nvPr/>
        </p:nvSpPr>
        <p:spPr>
          <a:xfrm>
            <a:off x="4848896" y="4269204"/>
            <a:ext cx="2512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>
                <a:latin typeface="LM Roman 12" panose="00000500000000000000" pitchFamily="50" charset="0"/>
              </a:rPr>
              <a:t>Original unsorted array</a:t>
            </a:r>
          </a:p>
        </p:txBody>
      </p:sp>
    </p:spTree>
    <p:extLst>
      <p:ext uri="{BB962C8B-B14F-4D97-AF65-F5344CB8AC3E}">
        <p14:creationId xmlns:p14="http://schemas.microsoft.com/office/powerpoint/2010/main" val="495873230"/>
      </p:ext>
    </p:extLst>
  </p:cSld>
  <p:clrMapOvr>
    <a:masterClrMapping/>
  </p:clrMapOvr>
  <p:transition spd="slow">
    <p:push dir="u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3B26-23A1-9359-2184-5D8F8A74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92AA6456-ECCB-00B2-E625-662DB0ED412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71A4F74-ADE0-B751-A69D-A5B67637B4B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7C94354-ED8E-781C-CCFB-BA82234EE9C2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D14B57A-328B-46D8-4165-6A7CAE83A9A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324A4426-A0A6-125E-EFE8-77F4B731FC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ADAD3F1-C7EE-7772-5BC3-351ADC8B1B5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1D5C5BB-7632-1158-58E9-9877AF52F1E2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 1: </a:t>
              </a:r>
              <a:r>
                <a:rPr kumimoji="0" lang="en-ZA" sz="1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bubblesort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 algorithm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67BF7079-F638-448B-8863-FAF5E8517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818" y="1313974"/>
            <a:ext cx="9311122" cy="4434893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1BCAA31B-223B-0343-3A2D-53BBA03C80A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50580296"/>
                  </p:ext>
                </p:extLst>
              </p:nvPr>
            </p:nvGraphicFramePr>
            <p:xfrm>
              <a:off x="10058400" y="5071479"/>
              <a:ext cx="719667" cy="404813"/>
            </p:xfrm>
            <a:graphic>
              <a:graphicData uri="http://schemas.microsoft.com/office/powerpoint/2016/slidezoom">
                <pslz:sldZm>
                  <pslz:sldZmObj sldId="648" cId="2334165525">
                    <pslz:zmPr id="{B7A0F309-2542-4FA1-99DD-6F5618654B43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719667" cy="404813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8" name="Slide Zoom 7">
                <a:extLst>
                  <a:ext uri="{FF2B5EF4-FFF2-40B4-BE49-F238E27FC236}">
                    <a16:creationId xmlns:a16="http://schemas.microsoft.com/office/drawing/2014/main" id="{1BCAA31B-223B-0343-3A2D-53BBA03C80A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58400" y="5071479"/>
                <a:ext cx="719667" cy="4048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219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F1AFA2-5DCE-647F-6092-64B12097F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16" y="278348"/>
            <a:ext cx="5826984" cy="51460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7266D9-589D-224E-27D5-A7930971BB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875"/>
          <a:stretch>
            <a:fillRect/>
          </a:stretch>
        </p:blipFill>
        <p:spPr>
          <a:xfrm>
            <a:off x="6238240" y="1318496"/>
            <a:ext cx="5953760" cy="422100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476153D-DF3E-4861-6F0C-5A4660403E5F}"/>
              </a:ext>
            </a:extLst>
          </p:cNvPr>
          <p:cNvCxnSpPr>
            <a:cxnSpLocks/>
          </p:cNvCxnSpPr>
          <p:nvPr/>
        </p:nvCxnSpPr>
        <p:spPr>
          <a:xfrm>
            <a:off x="6304280" y="278348"/>
            <a:ext cx="0" cy="5521319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66D0C65-8161-53B7-66C3-EBFACB7F3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561" y="5740400"/>
            <a:ext cx="5573379" cy="10537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5B9C2E-4195-1223-4A08-85B2ADAEAF49}"/>
              </a:ext>
            </a:extLst>
          </p:cNvPr>
          <p:cNvSpPr txBox="1"/>
          <p:nvPr/>
        </p:nvSpPr>
        <p:spPr>
          <a:xfrm>
            <a:off x="8618113" y="5338002"/>
            <a:ext cx="15119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2400" dirty="0">
                <a:solidFill>
                  <a:srgbClr val="00B0F0"/>
                </a:solidFill>
                <a:latin typeface="LM Roman 12" panose="00000500000000000000" pitchFamily="50" charset="0"/>
              </a:rPr>
              <a:t>OUTPUT</a:t>
            </a:r>
            <a:endParaRPr lang="en-ZA" sz="2400" dirty="0">
              <a:latin typeface="LM Roman 12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1655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E3512-3759-E1C9-2AAF-F2F8F9619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4E1AE912-1324-DC61-34DC-9BE43CDBBAB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D0DBBED-48D1-04E1-40AA-6274D3FDF46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F910D7D-7B23-D32B-BFE4-41C3D7DCA37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4C9E254-DAFE-DEEF-58D8-67C26139366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39" name="Picture 38" descr="Stellenbosch_University_new_logo_slogan_for-web-02 | SMF News">
                <a:extLst>
                  <a:ext uri="{FF2B5EF4-FFF2-40B4-BE49-F238E27FC236}">
                    <a16:creationId xmlns:a16="http://schemas.microsoft.com/office/drawing/2014/main" id="{5AD5FB44-B372-A3C2-E744-1DC0D9ACC7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A9DF2EE-2327-7652-59CB-4E3179D34A6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28257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 </a:t>
                </a:r>
                <a:r>
                  <a:rPr lang="en-ZA" sz="2400" dirty="0">
                    <a:solidFill>
                      <a:prstClr val="white"/>
                    </a:solidFill>
                    <a:latin typeface="Aptos" panose="02110004020202020204"/>
                  </a:rPr>
                  <a:t>24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 August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CA35D26-F9C5-1578-379B-DC06272D6B4C}"/>
                </a:ext>
              </a:extLst>
            </p:cNvPr>
            <p:cNvSpPr/>
            <p:nvPr/>
          </p:nvSpPr>
          <p:spPr>
            <a:xfrm>
              <a:off x="3708455" y="584240"/>
              <a:ext cx="403007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Example 2: sorting and target values</a:t>
              </a: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7FF1AE3-AC5B-953D-5FFE-615C66EE87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7887" y="983749"/>
            <a:ext cx="7222726" cy="3548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F77F11B-6DB7-DB9B-3161-5C7D9E13B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8042" y="5029200"/>
            <a:ext cx="7194130" cy="164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476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32D7D3-50CB-EDB5-AD23-E36E65FAE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27" y="92099"/>
            <a:ext cx="5143946" cy="43437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BB245A-B896-5DCD-96F6-F05D55802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543" y="173379"/>
            <a:ext cx="4999153" cy="33149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2DF9CA2-E50D-E672-C5A7-AE722CB756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543" y="3560146"/>
            <a:ext cx="4625741" cy="317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82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2540</Words>
  <Application>Microsoft Office PowerPoint</Application>
  <PresentationFormat>Widescreen</PresentationFormat>
  <Paragraphs>976</Paragraphs>
  <Slides>40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Aptos Display</vt:lpstr>
      <vt:lpstr>Arial</vt:lpstr>
      <vt:lpstr>Bradley Hand ITC</vt:lpstr>
      <vt:lpstr>LM Roman 12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2026-08-23T15:18:21Z</dcterms:created>
  <dcterms:modified xsi:type="dcterms:W3CDTF">2026-08-23T19:51:18Z</dcterms:modified>
</cp:coreProperties>
</file>