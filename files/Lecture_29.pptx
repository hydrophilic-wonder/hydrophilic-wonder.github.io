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597" r:id="rId2"/>
    <p:sldId id="629" r:id="rId3"/>
    <p:sldId id="658" r:id="rId4"/>
    <p:sldId id="661" r:id="rId5"/>
    <p:sldId id="660" r:id="rId6"/>
    <p:sldId id="659" r:id="rId7"/>
    <p:sldId id="713" r:id="rId8"/>
    <p:sldId id="663" r:id="rId9"/>
    <p:sldId id="664" r:id="rId10"/>
    <p:sldId id="665" r:id="rId11"/>
    <p:sldId id="666" r:id="rId12"/>
    <p:sldId id="667" r:id="rId13"/>
    <p:sldId id="668" r:id="rId14"/>
    <p:sldId id="669" r:id="rId15"/>
    <p:sldId id="670" r:id="rId16"/>
    <p:sldId id="671" r:id="rId17"/>
    <p:sldId id="672" r:id="rId18"/>
    <p:sldId id="673" r:id="rId19"/>
    <p:sldId id="677" r:id="rId20"/>
    <p:sldId id="674" r:id="rId21"/>
    <p:sldId id="675" r:id="rId22"/>
    <p:sldId id="676" r:id="rId23"/>
    <p:sldId id="678" r:id="rId24"/>
    <p:sldId id="679" r:id="rId25"/>
    <p:sldId id="682" r:id="rId26"/>
    <p:sldId id="685" r:id="rId27"/>
    <p:sldId id="686" r:id="rId28"/>
    <p:sldId id="687" r:id="rId29"/>
    <p:sldId id="688" r:id="rId30"/>
    <p:sldId id="689" r:id="rId31"/>
    <p:sldId id="690" r:id="rId32"/>
    <p:sldId id="691" r:id="rId33"/>
    <p:sldId id="692" r:id="rId34"/>
    <p:sldId id="693" r:id="rId35"/>
    <p:sldId id="694" r:id="rId36"/>
    <p:sldId id="680" r:id="rId37"/>
    <p:sldId id="695" r:id="rId38"/>
    <p:sldId id="696" r:id="rId39"/>
    <p:sldId id="697" r:id="rId40"/>
    <p:sldId id="698" r:id="rId41"/>
    <p:sldId id="699" r:id="rId42"/>
    <p:sldId id="700" r:id="rId43"/>
    <p:sldId id="701" r:id="rId44"/>
    <p:sldId id="702" r:id="rId45"/>
    <p:sldId id="681" r:id="rId46"/>
    <p:sldId id="703" r:id="rId47"/>
    <p:sldId id="704" r:id="rId48"/>
    <p:sldId id="705" r:id="rId49"/>
    <p:sldId id="706" r:id="rId50"/>
    <p:sldId id="707" r:id="rId51"/>
    <p:sldId id="708" r:id="rId52"/>
    <p:sldId id="709" r:id="rId53"/>
    <p:sldId id="710" r:id="rId54"/>
    <p:sldId id="711" r:id="rId55"/>
    <p:sldId id="712" r:id="rId56"/>
    <p:sldId id="714" r:id="rId57"/>
    <p:sldId id="719" r:id="rId58"/>
    <p:sldId id="717" r:id="rId59"/>
    <p:sldId id="716" r:id="rId60"/>
    <p:sldId id="718" r:id="rId61"/>
    <p:sldId id="626" r:id="rId62"/>
    <p:sldId id="609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B2CD0-2BDF-491A-A545-89A37F494721}" v="396" dt="2026-10-14T10:05:43.935"/>
    <p1510:client id="{DC5E5DEE-662F-4908-8A1A-47587C14236A}" v="740" dt="2026-10-14T09:55:03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redo custSel addSld delSld modSld sldOrd">
      <pc:chgData name="Khobo, IL, Dr [ilkhobo@sun.ac.za]" userId="b519a442-dcea-4a28-9c45-7e29f1df5837" providerId="ADAL" clId="{8BC8A5CF-2DB3-45E9-BF57-F2ED810C291E}" dt="2026-10-14T10:57:36.596" v="10523" actId="20577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10-14T10:05:43.935" v="10518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10-11T14:01:16.546" v="7470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10-11T14:01:43.883" v="7474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addSp delSp modSp mod">
        <pc:chgData name="Khobo, IL, Dr [ilkhobo@sun.ac.za]" userId="b519a442-dcea-4a28-9c45-7e29f1df5837" providerId="ADAL" clId="{8BC8A5CF-2DB3-45E9-BF57-F2ED810C291E}" dt="2026-10-11T20:23:02.269" v="8167" actId="22"/>
        <pc:sldMkLst>
          <pc:docMk/>
          <pc:sldMk cId="338082082" sldId="609"/>
        </pc:sldMkLst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28" creationId="{431794E6-39B0-77BC-44D9-E8CE60CBBD30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0" creationId="{BA0B0B3F-2013-3D29-8717-26133D80F40E}"/>
          </ac:spMkLst>
        </pc:spChg>
        <pc:spChg chg="mod">
          <ac:chgData name="Khobo, IL, Dr [ilkhobo@sun.ac.za]" userId="b519a442-dcea-4a28-9c45-7e29f1df5837" providerId="ADAL" clId="{8BC8A5CF-2DB3-45E9-BF57-F2ED810C291E}" dt="2026-10-11T18:18:03.375" v="7956" actId="20577"/>
          <ac:spMkLst>
            <pc:docMk/>
            <pc:sldMk cId="338082082" sldId="609"/>
            <ac:spMk id="34" creationId="{F1E50580-54BF-5667-527F-E6168B0C7A2F}"/>
          </ac:spMkLst>
        </pc:spChg>
        <pc:spChg chg="mod">
          <ac:chgData name="Khobo, IL, Dr [ilkhobo@sun.ac.za]" userId="b519a442-dcea-4a28-9c45-7e29f1df5837" providerId="ADAL" clId="{8BC8A5CF-2DB3-45E9-BF57-F2ED810C291E}" dt="2026-10-04T13:42:39.793" v="5128" actId="20577"/>
          <ac:spMkLst>
            <pc:docMk/>
            <pc:sldMk cId="338082082" sldId="609"/>
            <ac:spMk id="36" creationId="{9BF15938-D2FF-3104-FE0A-AD538A4A67F6}"/>
          </ac:spMkLst>
        </pc:s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5" creationId="{152F0199-B4EA-2CFC-0C4C-DD09C9119D02}"/>
          </ac:grpSpMkLst>
        </pc:gr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7" creationId="{BEC73604-5FD7-BFC5-D35B-DD75FBDED9FA}"/>
          </ac:grpSpMkLst>
        </pc:grpChg>
        <pc:picChg chg="mod">
          <ac:chgData name="Khobo, IL, Dr [ilkhobo@sun.ac.za]" userId="b519a442-dcea-4a28-9c45-7e29f1df5837" providerId="ADAL" clId="{8BC8A5CF-2DB3-45E9-BF57-F2ED810C291E}" dt="2026-10-01T20:17:50.837" v="4424"/>
          <ac:picMkLst>
            <pc:docMk/>
            <pc:sldMk cId="338082082" sldId="609"/>
            <ac:picMk id="24" creationId="{4EF60769-267A-7EB3-45A5-D69B7FF2D4C8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11T20:22:28.501" v="8165" actId="1076"/>
        <pc:sldMkLst>
          <pc:docMk/>
          <pc:sldMk cId="4109929451" sldId="626"/>
        </pc:sldMkLst>
        <pc:spChg chg="mod">
          <ac:chgData name="Khobo, IL, Dr [ilkhobo@sun.ac.za]" userId="b519a442-dcea-4a28-9c45-7e29f1df5837" providerId="ADAL" clId="{8BC8A5CF-2DB3-45E9-BF57-F2ED810C291E}" dt="2026-10-11T18:17:58.091" v="7952" actId="20577"/>
          <ac:spMkLst>
            <pc:docMk/>
            <pc:sldMk cId="4109929451" sldId="626"/>
            <ac:spMk id="34" creationId="{DBFF1010-ADFA-6395-0608-846BDF0AEA54}"/>
          </ac:spMkLst>
        </pc:spChg>
      </pc:sldChg>
      <pc:sldChg chg="addSp delSp new del mod">
        <pc:chgData name="Khobo, IL, Dr [ilkhobo@sun.ac.za]" userId="b519a442-dcea-4a28-9c45-7e29f1df5837" providerId="ADAL" clId="{8BC8A5CF-2DB3-45E9-BF57-F2ED810C291E}" dt="2026-10-13T22:24:35.148" v="10162" actId="2696"/>
        <pc:sldMkLst>
          <pc:docMk/>
          <pc:sldMk cId="342749209" sldId="627"/>
        </pc:sldMkLst>
      </pc:sldChg>
      <pc:sldChg chg="addSp delSp modSp add del mod modTransition addAnim delAnim modAnim">
        <pc:chgData name="Khobo, IL, Dr [ilkhobo@sun.ac.za]" userId="b519a442-dcea-4a28-9c45-7e29f1df5837" providerId="ADAL" clId="{8BC8A5CF-2DB3-45E9-BF57-F2ED810C291E}" dt="2026-10-13T16:19:03.280" v="8382"/>
        <pc:sldMkLst>
          <pc:docMk/>
          <pc:sldMk cId="2564158962" sldId="629"/>
        </pc:sldMkLst>
        <pc:spChg chg="mod">
          <ac:chgData name="Khobo, IL, Dr [ilkhobo@sun.ac.za]" userId="b519a442-dcea-4a28-9c45-7e29f1df5837" providerId="ADAL" clId="{8BC8A5CF-2DB3-45E9-BF57-F2ED810C291E}" dt="2026-10-11T18:09:50.410" v="7940" actId="20577"/>
          <ac:spMkLst>
            <pc:docMk/>
            <pc:sldMk cId="2564158962" sldId="629"/>
            <ac:spMk id="14" creationId="{60F77E37-B118-0590-5DAC-2499E0F6C0F1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13T16:18:47.096" v="8380" actId="1076"/>
          <ac:graphicFrameMkLst>
            <pc:docMk/>
            <pc:sldMk cId="2564158962" sldId="629"/>
            <ac:graphicFrameMk id="6" creationId="{3C2C4099-9D74-87AF-1BF0-CC6BD13998DD}"/>
          </ac:graphicFrameMkLst>
        </pc:graphicFrameChg>
        <pc:graphicFrameChg chg="del">
          <ac:chgData name="Khobo, IL, Dr [ilkhobo@sun.ac.za]" userId="b519a442-dcea-4a28-9c45-7e29f1df5837" providerId="ADAL" clId="{8BC8A5CF-2DB3-45E9-BF57-F2ED810C291E}" dt="2026-10-13T16:18:21.109" v="8376" actId="478"/>
          <ac:graphicFrameMkLst>
            <pc:docMk/>
            <pc:sldMk cId="2564158962" sldId="629"/>
            <ac:graphicFrameMk id="9" creationId="{5CA2D713-695F-C100-464E-A085CDE3905A}"/>
          </ac:graphicFrameMkLst>
        </pc:graphicFrameChg>
      </pc:sldChg>
      <pc:sldChg chg="addSp delSp modSp add del mod ord">
        <pc:chgData name="Khobo, IL, Dr [ilkhobo@sun.ac.za]" userId="b519a442-dcea-4a28-9c45-7e29f1df5837" providerId="ADAL" clId="{8BC8A5CF-2DB3-45E9-BF57-F2ED810C291E}" dt="2026-10-13T16:10:02.375" v="8367" actId="2696"/>
        <pc:sldMkLst>
          <pc:docMk/>
          <pc:sldMk cId="2193090984" sldId="655"/>
        </pc:sldMkLst>
        <pc:picChg chg="del">
          <ac:chgData name="Khobo, IL, Dr [ilkhobo@sun.ac.za]" userId="b519a442-dcea-4a28-9c45-7e29f1df5837" providerId="ADAL" clId="{8BC8A5CF-2DB3-45E9-BF57-F2ED810C291E}" dt="2026-10-13T16:02:20.620" v="8360" actId="478"/>
          <ac:picMkLst>
            <pc:docMk/>
            <pc:sldMk cId="2193090984" sldId="655"/>
            <ac:picMk id="3" creationId="{CC2AAE1F-8718-3A6C-0D96-44CF8946E809}"/>
          </ac:picMkLst>
        </pc:picChg>
        <pc:picChg chg="add del">
          <ac:chgData name="Khobo, IL, Dr [ilkhobo@sun.ac.za]" userId="b519a442-dcea-4a28-9c45-7e29f1df5837" providerId="ADAL" clId="{8BC8A5CF-2DB3-45E9-BF57-F2ED810C291E}" dt="2026-10-13T16:09:59.310" v="8366" actId="21"/>
          <ac:picMkLst>
            <pc:docMk/>
            <pc:sldMk cId="2193090984" sldId="655"/>
            <ac:picMk id="4" creationId="{3825BEB5-C491-D875-35C0-42F559842BED}"/>
          </ac:picMkLst>
        </pc:picChg>
      </pc:sldChg>
      <pc:sldChg chg="addSp modSp del mod">
        <pc:chgData name="Khobo, IL, Dr [ilkhobo@sun.ac.za]" userId="b519a442-dcea-4a28-9c45-7e29f1df5837" providerId="ADAL" clId="{8BC8A5CF-2DB3-45E9-BF57-F2ED810C291E}" dt="2026-10-13T16:17:42.531" v="8373" actId="2696"/>
        <pc:sldMkLst>
          <pc:docMk/>
          <pc:sldMk cId="3889761629" sldId="656"/>
        </pc:sldMkLst>
        <pc:picChg chg="add mod">
          <ac:chgData name="Khobo, IL, Dr [ilkhobo@sun.ac.za]" userId="b519a442-dcea-4a28-9c45-7e29f1df5837" providerId="ADAL" clId="{8BC8A5CF-2DB3-45E9-BF57-F2ED810C291E}" dt="2026-10-13T15:56:59.608" v="8348" actId="1076"/>
          <ac:picMkLst>
            <pc:docMk/>
            <pc:sldMk cId="3889761629" sldId="656"/>
            <ac:picMk id="3" creationId="{48656E50-62C6-9334-9416-443B2F012CD6}"/>
          </ac:picMkLst>
        </pc:picChg>
        <pc:picChg chg="mod">
          <ac:chgData name="Khobo, IL, Dr [ilkhobo@sun.ac.za]" userId="b519a442-dcea-4a28-9c45-7e29f1df5837" providerId="ADAL" clId="{8BC8A5CF-2DB3-45E9-BF57-F2ED810C291E}" dt="2026-10-13T15:56:55.852" v="8347" actId="1076"/>
          <ac:picMkLst>
            <pc:docMk/>
            <pc:sldMk cId="3889761629" sldId="656"/>
            <ac:picMk id="77" creationId="{6CE3D002-0B65-ADB7-3912-8DA8591067F9}"/>
          </ac:picMkLst>
        </pc:picChg>
      </pc:sldChg>
      <pc:sldChg chg="del">
        <pc:chgData name="Khobo, IL, Dr [ilkhobo@sun.ac.za]" userId="b519a442-dcea-4a28-9c45-7e29f1df5837" providerId="ADAL" clId="{8BC8A5CF-2DB3-45E9-BF57-F2ED810C291E}" dt="2026-10-13T22:24:32.361" v="10161" actId="2696"/>
        <pc:sldMkLst>
          <pc:docMk/>
          <pc:sldMk cId="2788093090" sldId="657"/>
        </pc:sldMkLst>
      </pc:sldChg>
      <pc:sldChg chg="modSp add del mod modTransition">
        <pc:chgData name="Khobo, IL, Dr [ilkhobo@sun.ac.za]" userId="b519a442-dcea-4a28-9c45-7e29f1df5837" providerId="ADAL" clId="{8BC8A5CF-2DB3-45E9-BF57-F2ED810C291E}" dt="2026-10-13T15:58:05.673" v="8353" actId="2696"/>
        <pc:sldMkLst>
          <pc:docMk/>
          <pc:sldMk cId="1860007295" sldId="658"/>
        </pc:sldMkLst>
        <pc:picChg chg="mod">
          <ac:chgData name="Khobo, IL, Dr [ilkhobo@sun.ac.za]" userId="b519a442-dcea-4a28-9c45-7e29f1df5837" providerId="ADAL" clId="{8BC8A5CF-2DB3-45E9-BF57-F2ED810C291E}" dt="2026-10-13T15:57:17.784" v="8351" actId="1076"/>
          <ac:picMkLst>
            <pc:docMk/>
            <pc:sldMk cId="1860007295" sldId="658"/>
            <ac:picMk id="3" creationId="{0FD07B6A-2BD4-A9A9-8AA1-D3FC52CBFC12}"/>
          </ac:picMkLst>
        </pc:picChg>
        <pc:picChg chg="mod">
          <ac:chgData name="Khobo, IL, Dr [ilkhobo@sun.ac.za]" userId="b519a442-dcea-4a28-9c45-7e29f1df5837" providerId="ADAL" clId="{8BC8A5CF-2DB3-45E9-BF57-F2ED810C291E}" dt="2026-10-13T15:57:17.784" v="8351" actId="1076"/>
          <ac:picMkLst>
            <pc:docMk/>
            <pc:sldMk cId="1860007295" sldId="658"/>
            <ac:picMk id="77" creationId="{835E0CCC-70DA-0C32-EEDB-6E5C2FB0EA7C}"/>
          </ac:picMkLst>
        </pc:picChg>
      </pc:sldChg>
      <pc:sldChg chg="addSp modSp add mod modTransition modAnim">
        <pc:chgData name="Khobo, IL, Dr [ilkhobo@sun.ac.za]" userId="b519a442-dcea-4a28-9c45-7e29f1df5837" providerId="ADAL" clId="{8BC8A5CF-2DB3-45E9-BF57-F2ED810C291E}" dt="2026-10-13T16:19:57.949" v="8384" actId="1076"/>
        <pc:sldMkLst>
          <pc:docMk/>
          <pc:sldMk cId="2090568957" sldId="658"/>
        </pc:sldMkLst>
        <pc:picChg chg="mod">
          <ac:chgData name="Khobo, IL, Dr [ilkhobo@sun.ac.za]" userId="b519a442-dcea-4a28-9c45-7e29f1df5837" providerId="ADAL" clId="{8BC8A5CF-2DB3-45E9-BF57-F2ED810C291E}" dt="2026-10-13T16:19:57.949" v="8384" actId="1076"/>
          <ac:picMkLst>
            <pc:docMk/>
            <pc:sldMk cId="2090568957" sldId="658"/>
            <ac:picMk id="3" creationId="{6BD067CE-8551-8E86-485B-6EDE7BD08990}"/>
          </ac:picMkLst>
        </pc:picChg>
        <pc:picChg chg="add mod">
          <ac:chgData name="Khobo, IL, Dr [ilkhobo@sun.ac.za]" userId="b519a442-dcea-4a28-9c45-7e29f1df5837" providerId="ADAL" clId="{8BC8A5CF-2DB3-45E9-BF57-F2ED810C291E}" dt="2026-10-13T16:18:06.128" v="8375" actId="1076"/>
          <ac:picMkLst>
            <pc:docMk/>
            <pc:sldMk cId="2090568957" sldId="658"/>
            <ac:picMk id="4" creationId="{E2557657-0582-9594-F01D-4FCE3DDD3BC0}"/>
          </ac:picMkLst>
        </pc:picChg>
        <pc:picChg chg="mod">
          <ac:chgData name="Khobo, IL, Dr [ilkhobo@sun.ac.za]" userId="b519a442-dcea-4a28-9c45-7e29f1df5837" providerId="ADAL" clId="{8BC8A5CF-2DB3-45E9-BF57-F2ED810C291E}" dt="2026-10-13T16:18:06.128" v="8375" actId="1076"/>
          <ac:picMkLst>
            <pc:docMk/>
            <pc:sldMk cId="2090568957" sldId="658"/>
            <ac:picMk id="77" creationId="{3B91CCD4-D463-05C2-AC87-1396EF928AA4}"/>
          </ac:picMkLst>
        </pc:picChg>
      </pc:sldChg>
      <pc:sldChg chg="modSp add del mod modTransition">
        <pc:chgData name="Khobo, IL, Dr [ilkhobo@sun.ac.za]" userId="b519a442-dcea-4a28-9c45-7e29f1df5837" providerId="ADAL" clId="{8BC8A5CF-2DB3-45E9-BF57-F2ED810C291E}" dt="2026-10-13T15:57:05.342" v="8349" actId="2696"/>
        <pc:sldMkLst>
          <pc:docMk/>
          <pc:sldMk cId="2345461362" sldId="658"/>
        </pc:sldMkLst>
        <pc:picChg chg="mod">
          <ac:chgData name="Khobo, IL, Dr [ilkhobo@sun.ac.za]" userId="b519a442-dcea-4a28-9c45-7e29f1df5837" providerId="ADAL" clId="{8BC8A5CF-2DB3-45E9-BF57-F2ED810C291E}" dt="2026-10-13T15:56:33.474" v="8345" actId="1076"/>
          <ac:picMkLst>
            <pc:docMk/>
            <pc:sldMk cId="2345461362" sldId="658"/>
            <ac:picMk id="3" creationId="{51FF9575-1398-78EB-3714-88E12803F4D8}"/>
          </ac:picMkLst>
        </pc:picChg>
        <pc:picChg chg="mod">
          <ac:chgData name="Khobo, IL, Dr [ilkhobo@sun.ac.za]" userId="b519a442-dcea-4a28-9c45-7e29f1df5837" providerId="ADAL" clId="{8BC8A5CF-2DB3-45E9-BF57-F2ED810C291E}" dt="2026-10-13T15:56:33.474" v="8345" actId="1076"/>
          <ac:picMkLst>
            <pc:docMk/>
            <pc:sldMk cId="2345461362" sldId="658"/>
            <ac:picMk id="77" creationId="{02289840-D789-3248-0BA3-413071DFE88E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13T21:10:36.823" v="9838" actId="207"/>
        <pc:sldMkLst>
          <pc:docMk/>
          <pc:sldMk cId="4073174151" sldId="659"/>
        </pc:sldMkLst>
        <pc:spChg chg="add mod">
          <ac:chgData name="Khobo, IL, Dr [ilkhobo@sun.ac.za]" userId="b519a442-dcea-4a28-9c45-7e29f1df5837" providerId="ADAL" clId="{8BC8A5CF-2DB3-45E9-BF57-F2ED810C291E}" dt="2026-10-13T17:06:42.520" v="8640" actId="164"/>
          <ac:spMkLst>
            <pc:docMk/>
            <pc:sldMk cId="4073174151" sldId="659"/>
            <ac:spMk id="2" creationId="{AB703640-9A67-5D57-E67D-B31EED2BEE5C}"/>
          </ac:spMkLst>
        </pc:spChg>
        <pc:spChg chg="add mod">
          <ac:chgData name="Khobo, IL, Dr [ilkhobo@sun.ac.za]" userId="b519a442-dcea-4a28-9c45-7e29f1df5837" providerId="ADAL" clId="{8BC8A5CF-2DB3-45E9-BF57-F2ED810C291E}" dt="2026-10-13T17:06:42.520" v="8640" actId="164"/>
          <ac:spMkLst>
            <pc:docMk/>
            <pc:sldMk cId="4073174151" sldId="659"/>
            <ac:spMk id="4" creationId="{1C14683D-C1E2-4B33-5FD3-CC5A4575A30E}"/>
          </ac:spMkLst>
        </pc:spChg>
        <pc:spChg chg="add mod">
          <ac:chgData name="Khobo, IL, Dr [ilkhobo@sun.ac.za]" userId="b519a442-dcea-4a28-9c45-7e29f1df5837" providerId="ADAL" clId="{8BC8A5CF-2DB3-45E9-BF57-F2ED810C291E}" dt="2026-10-13T17:06:42.520" v="8640" actId="164"/>
          <ac:spMkLst>
            <pc:docMk/>
            <pc:sldMk cId="4073174151" sldId="659"/>
            <ac:spMk id="5" creationId="{AD92A24F-5219-E999-B189-C01A7FC6ABFB}"/>
          </ac:spMkLst>
        </pc:spChg>
        <pc:spChg chg="add mod">
          <ac:chgData name="Khobo, IL, Dr [ilkhobo@sun.ac.za]" userId="b519a442-dcea-4a28-9c45-7e29f1df5837" providerId="ADAL" clId="{8BC8A5CF-2DB3-45E9-BF57-F2ED810C291E}" dt="2026-10-13T17:06:42.520" v="8640" actId="164"/>
          <ac:spMkLst>
            <pc:docMk/>
            <pc:sldMk cId="4073174151" sldId="659"/>
            <ac:spMk id="8" creationId="{18F6D19A-EFD5-4224-ACBC-53F306DDA360}"/>
          </ac:spMkLst>
        </pc:spChg>
        <pc:spChg chg="add mod">
          <ac:chgData name="Khobo, IL, Dr [ilkhobo@sun.ac.za]" userId="b519a442-dcea-4a28-9c45-7e29f1df5837" providerId="ADAL" clId="{8BC8A5CF-2DB3-45E9-BF57-F2ED810C291E}" dt="2026-10-13T17:06:46.869" v="8641" actId="1076"/>
          <ac:spMkLst>
            <pc:docMk/>
            <pc:sldMk cId="4073174151" sldId="659"/>
            <ac:spMk id="9" creationId="{CE6B02FF-90F4-6275-667F-9524BEE488CE}"/>
          </ac:spMkLst>
        </pc:spChg>
        <pc:spChg chg="add mod">
          <ac:chgData name="Khobo, IL, Dr [ilkhobo@sun.ac.za]" userId="b519a442-dcea-4a28-9c45-7e29f1df5837" providerId="ADAL" clId="{8BC8A5CF-2DB3-45E9-BF57-F2ED810C291E}" dt="2026-10-13T17:06:51.998" v="8642" actId="1076"/>
          <ac:spMkLst>
            <pc:docMk/>
            <pc:sldMk cId="4073174151" sldId="659"/>
            <ac:spMk id="11" creationId="{087F44EB-F0CD-9F2C-C024-0B5642773043}"/>
          </ac:spMkLst>
        </pc:spChg>
        <pc:spChg chg="mod">
          <ac:chgData name="Khobo, IL, Dr [ilkhobo@sun.ac.za]" userId="b519a442-dcea-4a28-9c45-7e29f1df5837" providerId="ADAL" clId="{8BC8A5CF-2DB3-45E9-BF57-F2ED810C291E}" dt="2026-10-13T17:14:25.280" v="8644"/>
          <ac:spMkLst>
            <pc:docMk/>
            <pc:sldMk cId="4073174151" sldId="659"/>
            <ac:spMk id="15" creationId="{B1A7E93D-37C1-EA2D-8D34-3337E00E4B91}"/>
          </ac:spMkLst>
        </pc:spChg>
        <pc:spChg chg="mod">
          <ac:chgData name="Khobo, IL, Dr [ilkhobo@sun.ac.za]" userId="b519a442-dcea-4a28-9c45-7e29f1df5837" providerId="ADAL" clId="{8BC8A5CF-2DB3-45E9-BF57-F2ED810C291E}" dt="2026-10-13T17:15:43.228" v="8658" actId="20577"/>
          <ac:spMkLst>
            <pc:docMk/>
            <pc:sldMk cId="4073174151" sldId="659"/>
            <ac:spMk id="16" creationId="{0CD7D818-8C29-A8DE-2116-FC91353491AA}"/>
          </ac:spMkLst>
        </pc:spChg>
        <pc:spChg chg="mod">
          <ac:chgData name="Khobo, IL, Dr [ilkhobo@sun.ac.za]" userId="b519a442-dcea-4a28-9c45-7e29f1df5837" providerId="ADAL" clId="{8BC8A5CF-2DB3-45E9-BF57-F2ED810C291E}" dt="2026-10-13T21:09:54.719" v="9831" actId="207"/>
          <ac:spMkLst>
            <pc:docMk/>
            <pc:sldMk cId="4073174151" sldId="659"/>
            <ac:spMk id="17" creationId="{FF9F4622-37FC-367B-B26C-0F806BB25D30}"/>
          </ac:spMkLst>
        </pc:spChg>
        <pc:spChg chg="mod">
          <ac:chgData name="Khobo, IL, Dr [ilkhobo@sun.ac.za]" userId="b519a442-dcea-4a28-9c45-7e29f1df5837" providerId="ADAL" clId="{8BC8A5CF-2DB3-45E9-BF57-F2ED810C291E}" dt="2026-10-13T21:10:04.655" v="9832" actId="207"/>
          <ac:spMkLst>
            <pc:docMk/>
            <pc:sldMk cId="4073174151" sldId="659"/>
            <ac:spMk id="18" creationId="{47F5287E-246E-CB77-35C4-096748E639BF}"/>
          </ac:spMkLst>
        </pc:spChg>
        <pc:spChg chg="del mod">
          <ac:chgData name="Khobo, IL, Dr [ilkhobo@sun.ac.za]" userId="b519a442-dcea-4a28-9c45-7e29f1df5837" providerId="ADAL" clId="{8BC8A5CF-2DB3-45E9-BF57-F2ED810C291E}" dt="2026-10-13T21:08:03.926" v="9827" actId="478"/>
          <ac:spMkLst>
            <pc:docMk/>
            <pc:sldMk cId="4073174151" sldId="659"/>
            <ac:spMk id="19" creationId="{45884451-877C-6C6C-40A8-F449988C2389}"/>
          </ac:spMkLst>
        </pc:spChg>
        <pc:spChg chg="add del mod">
          <ac:chgData name="Khobo, IL, Dr [ilkhobo@sun.ac.za]" userId="b519a442-dcea-4a28-9c45-7e29f1df5837" providerId="ADAL" clId="{8BC8A5CF-2DB3-45E9-BF57-F2ED810C291E}" dt="2026-10-13T21:08:45.373" v="9829" actId="478"/>
          <ac:spMkLst>
            <pc:docMk/>
            <pc:sldMk cId="4073174151" sldId="659"/>
            <ac:spMk id="20" creationId="{164FB20C-C5A0-5A4D-F48E-15F6FCF11950}"/>
          </ac:spMkLst>
        </pc:spChg>
        <pc:spChg chg="mod">
          <ac:chgData name="Khobo, IL, Dr [ilkhobo@sun.ac.za]" userId="b519a442-dcea-4a28-9c45-7e29f1df5837" providerId="ADAL" clId="{8BC8A5CF-2DB3-45E9-BF57-F2ED810C291E}" dt="2026-10-13T17:14:31.711" v="8646"/>
          <ac:spMkLst>
            <pc:docMk/>
            <pc:sldMk cId="4073174151" sldId="659"/>
            <ac:spMk id="22" creationId="{6F6EEC64-8B00-D112-084E-E79D15128C16}"/>
          </ac:spMkLst>
        </pc:spChg>
        <pc:spChg chg="mod">
          <ac:chgData name="Khobo, IL, Dr [ilkhobo@sun.ac.za]" userId="b519a442-dcea-4a28-9c45-7e29f1df5837" providerId="ADAL" clId="{8BC8A5CF-2DB3-45E9-BF57-F2ED810C291E}" dt="2026-10-13T17:15:49.965" v="8660" actId="20577"/>
          <ac:spMkLst>
            <pc:docMk/>
            <pc:sldMk cId="4073174151" sldId="659"/>
            <ac:spMk id="23" creationId="{2BE53280-65B7-045B-7643-2D9A5F0A71A7}"/>
          </ac:spMkLst>
        </pc:spChg>
        <pc:spChg chg="mod">
          <ac:chgData name="Khobo, IL, Dr [ilkhobo@sun.ac.za]" userId="b519a442-dcea-4a28-9c45-7e29f1df5837" providerId="ADAL" clId="{8BC8A5CF-2DB3-45E9-BF57-F2ED810C291E}" dt="2026-10-13T17:14:31.711" v="8646"/>
          <ac:spMkLst>
            <pc:docMk/>
            <pc:sldMk cId="4073174151" sldId="659"/>
            <ac:spMk id="25" creationId="{282DE43E-2F41-ADB1-9BF5-0223300E87A1}"/>
          </ac:spMkLst>
        </pc:spChg>
        <pc:spChg chg="mod">
          <ac:chgData name="Khobo, IL, Dr [ilkhobo@sun.ac.za]" userId="b519a442-dcea-4a28-9c45-7e29f1df5837" providerId="ADAL" clId="{8BC8A5CF-2DB3-45E9-BF57-F2ED810C291E}" dt="2026-10-13T21:10:13.611" v="9834" actId="207"/>
          <ac:spMkLst>
            <pc:docMk/>
            <pc:sldMk cId="4073174151" sldId="659"/>
            <ac:spMk id="26" creationId="{80A548A3-DB8E-894A-2298-47F2E009E86D}"/>
          </ac:spMkLst>
        </pc:spChg>
        <pc:spChg chg="mod">
          <ac:chgData name="Khobo, IL, Dr [ilkhobo@sun.ac.za]" userId="b519a442-dcea-4a28-9c45-7e29f1df5837" providerId="ADAL" clId="{8BC8A5CF-2DB3-45E9-BF57-F2ED810C291E}" dt="2026-10-13T17:14:31.711" v="8646"/>
          <ac:spMkLst>
            <pc:docMk/>
            <pc:sldMk cId="4073174151" sldId="659"/>
            <ac:spMk id="27" creationId="{43026A5C-A035-4B34-3DF8-040B5AA2458B}"/>
          </ac:spMkLst>
        </pc:spChg>
        <pc:spChg chg="del mod">
          <ac:chgData name="Khobo, IL, Dr [ilkhobo@sun.ac.za]" userId="b519a442-dcea-4a28-9c45-7e29f1df5837" providerId="ADAL" clId="{8BC8A5CF-2DB3-45E9-BF57-F2ED810C291E}" dt="2026-10-13T21:10:09.503" v="9833" actId="478"/>
          <ac:spMkLst>
            <pc:docMk/>
            <pc:sldMk cId="4073174151" sldId="659"/>
            <ac:spMk id="29" creationId="{6A00F4FB-D310-D5BB-8B2F-3744E0548830}"/>
          </ac:spMkLst>
        </pc:spChg>
        <pc:spChg chg="mod">
          <ac:chgData name="Khobo, IL, Dr [ilkhobo@sun.ac.za]" userId="b519a442-dcea-4a28-9c45-7e29f1df5837" providerId="ADAL" clId="{8BC8A5CF-2DB3-45E9-BF57-F2ED810C291E}" dt="2026-10-13T17:14:42.507" v="8649"/>
          <ac:spMkLst>
            <pc:docMk/>
            <pc:sldMk cId="4073174151" sldId="659"/>
            <ac:spMk id="32" creationId="{F5363B8C-0DD5-7F9C-BB49-1BBDB8E39A05}"/>
          </ac:spMkLst>
        </pc:spChg>
        <pc:spChg chg="mod">
          <ac:chgData name="Khobo, IL, Dr [ilkhobo@sun.ac.za]" userId="b519a442-dcea-4a28-9c45-7e29f1df5837" providerId="ADAL" clId="{8BC8A5CF-2DB3-45E9-BF57-F2ED810C291E}" dt="2026-10-13T17:16:05.932" v="8663" actId="20577"/>
          <ac:spMkLst>
            <pc:docMk/>
            <pc:sldMk cId="4073174151" sldId="659"/>
            <ac:spMk id="33" creationId="{C4F2299B-0B60-5DC9-92F7-F33A1A8DC395}"/>
          </ac:spMkLst>
        </pc:spChg>
        <pc:spChg chg="mod">
          <ac:chgData name="Khobo, IL, Dr [ilkhobo@sun.ac.za]" userId="b519a442-dcea-4a28-9c45-7e29f1df5837" providerId="ADAL" clId="{8BC8A5CF-2DB3-45E9-BF57-F2ED810C291E}" dt="2026-10-13T21:10:36.823" v="9838" actId="207"/>
          <ac:spMkLst>
            <pc:docMk/>
            <pc:sldMk cId="4073174151" sldId="659"/>
            <ac:spMk id="38" creationId="{5DBD0B25-0A4B-222C-31A4-6D28BBB8FC90}"/>
          </ac:spMkLst>
        </pc:spChg>
        <pc:spChg chg="mod">
          <ac:chgData name="Khobo, IL, Dr [ilkhobo@sun.ac.za]" userId="b519a442-dcea-4a28-9c45-7e29f1df5837" providerId="ADAL" clId="{8BC8A5CF-2DB3-45E9-BF57-F2ED810C291E}" dt="2026-10-13T21:10:32.837" v="9837" actId="207"/>
          <ac:spMkLst>
            <pc:docMk/>
            <pc:sldMk cId="4073174151" sldId="659"/>
            <ac:spMk id="39" creationId="{11AC7BA1-58A2-C478-40BF-02060C7E3EEF}"/>
          </ac:spMkLst>
        </pc:spChg>
        <pc:spChg chg="del mod">
          <ac:chgData name="Khobo, IL, Dr [ilkhobo@sun.ac.za]" userId="b519a442-dcea-4a28-9c45-7e29f1df5837" providerId="ADAL" clId="{8BC8A5CF-2DB3-45E9-BF57-F2ED810C291E}" dt="2026-10-13T21:10:23.198" v="9835" actId="478"/>
          <ac:spMkLst>
            <pc:docMk/>
            <pc:sldMk cId="4073174151" sldId="659"/>
            <ac:spMk id="40" creationId="{8A131770-C817-0F9C-CB1E-8DDBF001C1EA}"/>
          </ac:spMkLst>
        </pc:spChg>
        <pc:spChg chg="add del mod">
          <ac:chgData name="Khobo, IL, Dr [ilkhobo@sun.ac.za]" userId="b519a442-dcea-4a28-9c45-7e29f1df5837" providerId="ADAL" clId="{8BC8A5CF-2DB3-45E9-BF57-F2ED810C291E}" dt="2026-10-13T21:10:26.462" v="9836" actId="478"/>
          <ac:spMkLst>
            <pc:docMk/>
            <pc:sldMk cId="4073174151" sldId="659"/>
            <ac:spMk id="41" creationId="{E3A8E27C-B9E9-FB90-E35B-9968B235D728}"/>
          </ac:spMkLst>
        </pc:spChg>
        <pc:spChg chg="add del mod">
          <ac:chgData name="Khobo, IL, Dr [ilkhobo@sun.ac.za]" userId="b519a442-dcea-4a28-9c45-7e29f1df5837" providerId="ADAL" clId="{8BC8A5CF-2DB3-45E9-BF57-F2ED810C291E}" dt="2026-10-13T21:07:55.346" v="9818" actId="22"/>
          <ac:spMkLst>
            <pc:docMk/>
            <pc:sldMk cId="4073174151" sldId="659"/>
            <ac:spMk id="49" creationId="{A5EDA4D7-0563-2385-B6A8-1D55492F16B2}"/>
          </ac:spMkLst>
        </pc:spChg>
        <pc:spChg chg="add del mod">
          <ac:chgData name="Khobo, IL, Dr [ilkhobo@sun.ac.za]" userId="b519a442-dcea-4a28-9c45-7e29f1df5837" providerId="ADAL" clId="{8BC8A5CF-2DB3-45E9-BF57-F2ED810C291E}" dt="2026-10-13T21:07:54.586" v="9815" actId="22"/>
          <ac:spMkLst>
            <pc:docMk/>
            <pc:sldMk cId="4073174151" sldId="659"/>
            <ac:spMk id="51" creationId="{38C38B43-FB79-C2C4-DA25-9843A478DA17}"/>
          </ac:spMkLst>
        </pc:spChg>
        <pc:spChg chg="add del mod">
          <ac:chgData name="Khobo, IL, Dr [ilkhobo@sun.ac.za]" userId="b519a442-dcea-4a28-9c45-7e29f1df5837" providerId="ADAL" clId="{8BC8A5CF-2DB3-45E9-BF57-F2ED810C291E}" dt="2026-10-13T21:07:53.794" v="9812" actId="22"/>
          <ac:spMkLst>
            <pc:docMk/>
            <pc:sldMk cId="4073174151" sldId="659"/>
            <ac:spMk id="53" creationId="{0394300E-8A76-0BB3-58B6-1BB5B0914F52}"/>
          </ac:spMkLst>
        </pc:spChg>
        <pc:spChg chg="add del mod">
          <ac:chgData name="Khobo, IL, Dr [ilkhobo@sun.ac.za]" userId="b519a442-dcea-4a28-9c45-7e29f1df5837" providerId="ADAL" clId="{8BC8A5CF-2DB3-45E9-BF57-F2ED810C291E}" dt="2026-10-13T21:07:52.186" v="9809" actId="22"/>
          <ac:spMkLst>
            <pc:docMk/>
            <pc:sldMk cId="4073174151" sldId="659"/>
            <ac:spMk id="55" creationId="{67BD5203-45EA-9978-162B-7292CD104CCB}"/>
          </ac:spMkLst>
        </pc:spChg>
        <pc:grpChg chg="add mod">
          <ac:chgData name="Khobo, IL, Dr [ilkhobo@sun.ac.za]" userId="b519a442-dcea-4a28-9c45-7e29f1df5837" providerId="ADAL" clId="{8BC8A5CF-2DB3-45E9-BF57-F2ED810C291E}" dt="2026-10-13T17:06:10.770" v="8637" actId="164"/>
          <ac:grpSpMkLst>
            <pc:docMk/>
            <pc:sldMk cId="4073174151" sldId="659"/>
            <ac:grpSpMk id="12" creationId="{3791F4D1-3E10-DCA1-1C1A-52C41AB2994A}"/>
          </ac:grpSpMkLst>
        </pc:grpChg>
        <pc:grpChg chg="add mod">
          <ac:chgData name="Khobo, IL, Dr [ilkhobo@sun.ac.za]" userId="b519a442-dcea-4a28-9c45-7e29f1df5837" providerId="ADAL" clId="{8BC8A5CF-2DB3-45E9-BF57-F2ED810C291E}" dt="2026-10-13T17:14:40.096" v="8648" actId="1076"/>
          <ac:grpSpMkLst>
            <pc:docMk/>
            <pc:sldMk cId="4073174151" sldId="659"/>
            <ac:grpSpMk id="13" creationId="{3BC2100A-41E3-9ED2-F143-33E1F4970DD2}"/>
          </ac:grpSpMkLst>
        </pc:grpChg>
        <pc:grpChg chg="add mod">
          <ac:chgData name="Khobo, IL, Dr [ilkhobo@sun.ac.za]" userId="b519a442-dcea-4a28-9c45-7e29f1df5837" providerId="ADAL" clId="{8BC8A5CF-2DB3-45E9-BF57-F2ED810C291E}" dt="2026-10-13T17:14:30.562" v="8645" actId="1076"/>
          <ac:grpSpMkLst>
            <pc:docMk/>
            <pc:sldMk cId="4073174151" sldId="659"/>
            <ac:grpSpMk id="14" creationId="{6D11DC62-24BB-3DFA-A526-DBEE9B1747A2}"/>
          </ac:grpSpMkLst>
        </pc:grpChg>
        <pc:grpChg chg="add mod">
          <ac:chgData name="Khobo, IL, Dr [ilkhobo@sun.ac.za]" userId="b519a442-dcea-4a28-9c45-7e29f1df5837" providerId="ADAL" clId="{8BC8A5CF-2DB3-45E9-BF57-F2ED810C291E}" dt="2026-10-13T17:14:35.122" v="8647" actId="1076"/>
          <ac:grpSpMkLst>
            <pc:docMk/>
            <pc:sldMk cId="4073174151" sldId="659"/>
            <ac:grpSpMk id="21" creationId="{BB94F1A8-CB75-2DB5-8580-8D22AF6391ED}"/>
          </ac:grpSpMkLst>
        </pc:grpChg>
        <pc:grpChg chg="add del mod">
          <ac:chgData name="Khobo, IL, Dr [ilkhobo@sun.ac.za]" userId="b519a442-dcea-4a28-9c45-7e29f1df5837" providerId="ADAL" clId="{8BC8A5CF-2DB3-45E9-BF57-F2ED810C291E}" dt="2026-10-13T21:07:27.671" v="9806" actId="1076"/>
          <ac:grpSpMkLst>
            <pc:docMk/>
            <pc:sldMk cId="4073174151" sldId="659"/>
            <ac:grpSpMk id="31" creationId="{BA25D620-0219-C130-0684-39D33263740A}"/>
          </ac:grpSpMkLst>
        </pc:grpChg>
        <pc:graphicFrameChg chg="add mod">
          <ac:chgData name="Khobo, IL, Dr [ilkhobo@sun.ac.za]" userId="b519a442-dcea-4a28-9c45-7e29f1df5837" providerId="ADAL" clId="{8BC8A5CF-2DB3-45E9-BF57-F2ED810C291E}" dt="2026-10-13T17:01:28.347" v="8564"/>
          <ac:graphicFrameMkLst>
            <pc:docMk/>
            <pc:sldMk cId="4073174151" sldId="659"/>
            <ac:graphicFrameMk id="6" creationId="{53427D75-54A8-C257-96EE-BF8A21C9553B}"/>
          </ac:graphicFrameMkLst>
        </pc:graphicFrameChg>
        <pc:picChg chg="del mod modCrop">
          <ac:chgData name="Khobo, IL, Dr [ilkhobo@sun.ac.za]" userId="b519a442-dcea-4a28-9c45-7e29f1df5837" providerId="ADAL" clId="{8BC8A5CF-2DB3-45E9-BF57-F2ED810C291E}" dt="2026-10-13T17:17:14.213" v="8668" actId="478"/>
          <ac:picMkLst>
            <pc:docMk/>
            <pc:sldMk cId="4073174151" sldId="659"/>
            <ac:picMk id="3" creationId="{EFA0C8A4-811F-2CC2-5525-C2949605123B}"/>
          </ac:picMkLst>
        </pc:picChg>
        <pc:cxnChg chg="add mod">
          <ac:chgData name="Khobo, IL, Dr [ilkhobo@sun.ac.za]" userId="b519a442-dcea-4a28-9c45-7e29f1df5837" providerId="ADAL" clId="{8BC8A5CF-2DB3-45E9-BF57-F2ED810C291E}" dt="2026-10-13T17:15:08.751" v="8652" actId="208"/>
          <ac:cxnSpMkLst>
            <pc:docMk/>
            <pc:sldMk cId="4073174151" sldId="659"/>
            <ac:cxnSpMk id="43" creationId="{9A45E369-C4C3-67F7-5B2E-AFA4FBB389CC}"/>
          </ac:cxnSpMkLst>
        </pc:cxnChg>
        <pc:cxnChg chg="add mod">
          <ac:chgData name="Khobo, IL, Dr [ilkhobo@sun.ac.za]" userId="b519a442-dcea-4a28-9c45-7e29f1df5837" providerId="ADAL" clId="{8BC8A5CF-2DB3-45E9-BF57-F2ED810C291E}" dt="2026-10-13T17:15:21.417" v="8654" actId="208"/>
          <ac:cxnSpMkLst>
            <pc:docMk/>
            <pc:sldMk cId="4073174151" sldId="659"/>
            <ac:cxnSpMk id="45" creationId="{6D320F43-EF29-D0DC-5113-FAE9DD229640}"/>
          </ac:cxnSpMkLst>
        </pc:cxnChg>
        <pc:cxnChg chg="add mod">
          <ac:chgData name="Khobo, IL, Dr [ilkhobo@sun.ac.za]" userId="b519a442-dcea-4a28-9c45-7e29f1df5837" providerId="ADAL" clId="{8BC8A5CF-2DB3-45E9-BF57-F2ED810C291E}" dt="2026-10-13T21:07:27.671" v="9806" actId="1076"/>
          <ac:cxnSpMkLst>
            <pc:docMk/>
            <pc:sldMk cId="4073174151" sldId="659"/>
            <ac:cxnSpMk id="47" creationId="{140CF945-E492-F993-1347-D1D6230E0874}"/>
          </ac:cxnSpMkLst>
        </pc:cxnChg>
      </pc:sldChg>
      <pc:sldChg chg="modSp add mod modNotesTx">
        <pc:chgData name="Khobo, IL, Dr [ilkhobo@sun.ac.za]" userId="b519a442-dcea-4a28-9c45-7e29f1df5837" providerId="ADAL" clId="{8BC8A5CF-2DB3-45E9-BF57-F2ED810C291E}" dt="2026-10-13T16:50:03.018" v="8550" actId="20577"/>
        <pc:sldMkLst>
          <pc:docMk/>
          <pc:sldMk cId="1517357562" sldId="660"/>
        </pc:sldMkLst>
        <pc:picChg chg="mod">
          <ac:chgData name="Khobo, IL, Dr [ilkhobo@sun.ac.za]" userId="b519a442-dcea-4a28-9c45-7e29f1df5837" providerId="ADAL" clId="{8BC8A5CF-2DB3-45E9-BF57-F2ED810C291E}" dt="2026-10-13T16:10:36.687" v="8371" actId="1076"/>
          <ac:picMkLst>
            <pc:docMk/>
            <pc:sldMk cId="1517357562" sldId="660"/>
            <ac:picMk id="3" creationId="{0A5E1F69-8DB9-25B0-E93A-35F982D1162F}"/>
          </ac:picMkLst>
        </pc:picChg>
        <pc:picChg chg="mod">
          <ac:chgData name="Khobo, IL, Dr [ilkhobo@sun.ac.za]" userId="b519a442-dcea-4a28-9c45-7e29f1df5837" providerId="ADAL" clId="{8BC8A5CF-2DB3-45E9-BF57-F2ED810C291E}" dt="2026-10-13T16:10:36.687" v="8371" actId="1076"/>
          <ac:picMkLst>
            <pc:docMk/>
            <pc:sldMk cId="1517357562" sldId="660"/>
            <ac:picMk id="4" creationId="{F920BDEA-E3ED-3A95-373E-DD3306650AAB}"/>
          </ac:picMkLst>
        </pc:picChg>
      </pc:sldChg>
      <pc:sldChg chg="add">
        <pc:chgData name="Khobo, IL, Dr [ilkhobo@sun.ac.za]" userId="b519a442-dcea-4a28-9c45-7e29f1df5837" providerId="ADAL" clId="{8BC8A5CF-2DB3-45E9-BF57-F2ED810C291E}" dt="2026-10-13T16:17:38.329" v="8372" actId="2890"/>
        <pc:sldMkLst>
          <pc:docMk/>
          <pc:sldMk cId="1821098448" sldId="661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10-13T17:28:21.896" v="8736" actId="1076"/>
        <pc:sldMkLst>
          <pc:docMk/>
          <pc:sldMk cId="2420509086" sldId="662"/>
        </pc:sldMkLst>
        <pc:spChg chg="add mod">
          <ac:chgData name="Khobo, IL, Dr [ilkhobo@sun.ac.za]" userId="b519a442-dcea-4a28-9c45-7e29f1df5837" providerId="ADAL" clId="{8BC8A5CF-2DB3-45E9-BF57-F2ED810C291E}" dt="2026-10-13T17:18:06.565" v="8679" actId="14100"/>
          <ac:spMkLst>
            <pc:docMk/>
            <pc:sldMk cId="2420509086" sldId="662"/>
            <ac:spMk id="6" creationId="{0AB09D4D-33EF-7458-A70F-68778A59616D}"/>
          </ac:spMkLst>
        </pc:spChg>
        <pc:spChg chg="add mod">
          <ac:chgData name="Khobo, IL, Dr [ilkhobo@sun.ac.za]" userId="b519a442-dcea-4a28-9c45-7e29f1df5837" providerId="ADAL" clId="{8BC8A5CF-2DB3-45E9-BF57-F2ED810C291E}" dt="2026-10-13T17:28:21.896" v="8736" actId="1076"/>
          <ac:spMkLst>
            <pc:docMk/>
            <pc:sldMk cId="2420509086" sldId="662"/>
            <ac:spMk id="7" creationId="{B4DF1288-1958-3AC8-FE4C-E1D48A24258F}"/>
          </ac:spMkLst>
        </pc:spChg>
        <pc:picChg chg="mod modCrop">
          <ac:chgData name="Khobo, IL, Dr [ilkhobo@sun.ac.za]" userId="b519a442-dcea-4a28-9c45-7e29f1df5837" providerId="ADAL" clId="{8BC8A5CF-2DB3-45E9-BF57-F2ED810C291E}" dt="2026-10-13T17:17:25.814" v="8669" actId="732"/>
          <ac:picMkLst>
            <pc:docMk/>
            <pc:sldMk cId="2420509086" sldId="662"/>
            <ac:picMk id="3" creationId="{1E42FE8E-3AB4-F252-C094-4450A03249BA}"/>
          </ac:picMkLst>
        </pc:picChg>
      </pc:sldChg>
      <pc:sldChg chg="addSp modSp add mod modTransition">
        <pc:chgData name="Khobo, IL, Dr [ilkhobo@sun.ac.za]" userId="b519a442-dcea-4a28-9c45-7e29f1df5837" providerId="ADAL" clId="{8BC8A5CF-2DB3-45E9-BF57-F2ED810C291E}" dt="2026-10-13T17:30:48.022" v="8851" actId="1076"/>
        <pc:sldMkLst>
          <pc:docMk/>
          <pc:sldMk cId="572061902" sldId="663"/>
        </pc:sldMkLst>
        <pc:spChg chg="mod">
          <ac:chgData name="Khobo, IL, Dr [ilkhobo@sun.ac.za]" userId="b519a442-dcea-4a28-9c45-7e29f1df5837" providerId="ADAL" clId="{8BC8A5CF-2DB3-45E9-BF57-F2ED810C291E}" dt="2026-10-13T17:19:21.192" v="8683" actId="14100"/>
          <ac:spMkLst>
            <pc:docMk/>
            <pc:sldMk cId="572061902" sldId="663"/>
            <ac:spMk id="6" creationId="{306632D1-7C28-6F7D-DCC0-4CF736A50623}"/>
          </ac:spMkLst>
        </pc:spChg>
        <pc:spChg chg="add mod">
          <ac:chgData name="Khobo, IL, Dr [ilkhobo@sun.ac.za]" userId="b519a442-dcea-4a28-9c45-7e29f1df5837" providerId="ADAL" clId="{8BC8A5CF-2DB3-45E9-BF57-F2ED810C291E}" dt="2026-10-13T17:30:48.022" v="8851" actId="1076"/>
          <ac:spMkLst>
            <pc:docMk/>
            <pc:sldMk cId="572061902" sldId="663"/>
            <ac:spMk id="10" creationId="{3A8B1872-4AEC-6B37-0C29-F3B89186784F}"/>
          </ac:spMkLst>
        </pc:spChg>
        <pc:picChg chg="mod modCrop">
          <ac:chgData name="Khobo, IL, Dr [ilkhobo@sun.ac.za]" userId="b519a442-dcea-4a28-9c45-7e29f1df5837" providerId="ADAL" clId="{8BC8A5CF-2DB3-45E9-BF57-F2ED810C291E}" dt="2026-10-13T17:18:30.699" v="8681" actId="732"/>
          <ac:picMkLst>
            <pc:docMk/>
            <pc:sldMk cId="572061902" sldId="663"/>
            <ac:picMk id="3" creationId="{17B9DAB7-265D-DA7A-2C5C-ED5F5B465524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10-13T17:31:27.926" v="8891" actId="1076"/>
        <pc:sldMkLst>
          <pc:docMk/>
          <pc:sldMk cId="1909961736" sldId="664"/>
        </pc:sldMkLst>
        <pc:spChg chg="mod">
          <ac:chgData name="Khobo, IL, Dr [ilkhobo@sun.ac.za]" userId="b519a442-dcea-4a28-9c45-7e29f1df5837" providerId="ADAL" clId="{8BC8A5CF-2DB3-45E9-BF57-F2ED810C291E}" dt="2026-10-13T17:21:54.046" v="8688" actId="14100"/>
          <ac:spMkLst>
            <pc:docMk/>
            <pc:sldMk cId="1909961736" sldId="664"/>
            <ac:spMk id="6" creationId="{FE2F7E49-D980-745F-2F57-2FFAAB2A8A74}"/>
          </ac:spMkLst>
        </pc:spChg>
        <pc:spChg chg="add del mod">
          <ac:chgData name="Khobo, IL, Dr [ilkhobo@sun.ac.za]" userId="b519a442-dcea-4a28-9c45-7e29f1df5837" providerId="ADAL" clId="{8BC8A5CF-2DB3-45E9-BF57-F2ED810C291E}" dt="2026-10-13T17:30:10.501" v="8784" actId="478"/>
          <ac:spMkLst>
            <pc:docMk/>
            <pc:sldMk cId="1909961736" sldId="664"/>
            <ac:spMk id="10" creationId="{ED6E7260-913B-398A-12A7-65B432D9C30B}"/>
          </ac:spMkLst>
        </pc:spChg>
        <pc:spChg chg="add mod">
          <ac:chgData name="Khobo, IL, Dr [ilkhobo@sun.ac.za]" userId="b519a442-dcea-4a28-9c45-7e29f1df5837" providerId="ADAL" clId="{8BC8A5CF-2DB3-45E9-BF57-F2ED810C291E}" dt="2026-10-13T17:31:27.926" v="8891" actId="1076"/>
          <ac:spMkLst>
            <pc:docMk/>
            <pc:sldMk cId="1909961736" sldId="664"/>
            <ac:spMk id="42" creationId="{21FD3ABC-B392-3E4A-FAE8-6135CDAD9A30}"/>
          </ac:spMkLst>
        </pc:spChg>
        <pc:picChg chg="mod modCrop">
          <ac:chgData name="Khobo, IL, Dr [ilkhobo@sun.ac.za]" userId="b519a442-dcea-4a28-9c45-7e29f1df5837" providerId="ADAL" clId="{8BC8A5CF-2DB3-45E9-BF57-F2ED810C291E}" dt="2026-10-13T17:21:28.527" v="8685" actId="732"/>
          <ac:picMkLst>
            <pc:docMk/>
            <pc:sldMk cId="1909961736" sldId="664"/>
            <ac:picMk id="3" creationId="{0E6650A8-F080-946C-107E-49B2F17C2E68}"/>
          </ac:picMkLst>
        </pc:picChg>
      </pc:sldChg>
      <pc:sldChg chg="addSp modSp add mod modTransition">
        <pc:chgData name="Khobo, IL, Dr [ilkhobo@sun.ac.za]" userId="b519a442-dcea-4a28-9c45-7e29f1df5837" providerId="ADAL" clId="{8BC8A5CF-2DB3-45E9-BF57-F2ED810C291E}" dt="2026-10-13T17:32:25.801" v="8909" actId="207"/>
        <pc:sldMkLst>
          <pc:docMk/>
          <pc:sldMk cId="3325300277" sldId="665"/>
        </pc:sldMkLst>
        <pc:spChg chg="mod">
          <ac:chgData name="Khobo, IL, Dr [ilkhobo@sun.ac.za]" userId="b519a442-dcea-4a28-9c45-7e29f1df5837" providerId="ADAL" clId="{8BC8A5CF-2DB3-45E9-BF57-F2ED810C291E}" dt="2026-10-13T17:22:17.899" v="8693" actId="14100"/>
          <ac:spMkLst>
            <pc:docMk/>
            <pc:sldMk cId="3325300277" sldId="665"/>
            <ac:spMk id="6" creationId="{CBC4939F-034A-6263-3F53-F3599DDA82AB}"/>
          </ac:spMkLst>
        </pc:spChg>
        <pc:spChg chg="add mod">
          <ac:chgData name="Khobo, IL, Dr [ilkhobo@sun.ac.za]" userId="b519a442-dcea-4a28-9c45-7e29f1df5837" providerId="ADAL" clId="{8BC8A5CF-2DB3-45E9-BF57-F2ED810C291E}" dt="2026-10-13T17:32:25.801" v="8909" actId="207"/>
          <ac:spMkLst>
            <pc:docMk/>
            <pc:sldMk cId="3325300277" sldId="665"/>
            <ac:spMk id="10" creationId="{75056F55-F18B-C103-6978-9EBF27B6E90E}"/>
          </ac:spMkLst>
        </pc:spChg>
      </pc:sldChg>
      <pc:sldChg chg="addSp modSp add mod modTransition">
        <pc:chgData name="Khobo, IL, Dr [ilkhobo@sun.ac.za]" userId="b519a442-dcea-4a28-9c45-7e29f1df5837" providerId="ADAL" clId="{8BC8A5CF-2DB3-45E9-BF57-F2ED810C291E}" dt="2026-10-13T17:34:44.386" v="8938" actId="1076"/>
        <pc:sldMkLst>
          <pc:docMk/>
          <pc:sldMk cId="3577794071" sldId="666"/>
        </pc:sldMkLst>
        <pc:spChg chg="mod">
          <ac:chgData name="Khobo, IL, Dr [ilkhobo@sun.ac.za]" userId="b519a442-dcea-4a28-9c45-7e29f1df5837" providerId="ADAL" clId="{8BC8A5CF-2DB3-45E9-BF57-F2ED810C291E}" dt="2026-10-13T17:23:41.364" v="8697" actId="14100"/>
          <ac:spMkLst>
            <pc:docMk/>
            <pc:sldMk cId="3577794071" sldId="666"/>
            <ac:spMk id="6" creationId="{880322B4-2563-2696-D6E3-0FA5832E927C}"/>
          </ac:spMkLst>
        </pc:spChg>
        <pc:spChg chg="add mod">
          <ac:chgData name="Khobo, IL, Dr [ilkhobo@sun.ac.za]" userId="b519a442-dcea-4a28-9c45-7e29f1df5837" providerId="ADAL" clId="{8BC8A5CF-2DB3-45E9-BF57-F2ED810C291E}" dt="2026-10-13T17:34:44.386" v="8938" actId="1076"/>
          <ac:spMkLst>
            <pc:docMk/>
            <pc:sldMk cId="3577794071" sldId="666"/>
            <ac:spMk id="10" creationId="{4FD76F89-23CD-9A72-2FB4-12B1E12932CB}"/>
          </ac:spMkLst>
        </pc:spChg>
        <pc:spChg chg="add mod">
          <ac:chgData name="Khobo, IL, Dr [ilkhobo@sun.ac.za]" userId="b519a442-dcea-4a28-9c45-7e29f1df5837" providerId="ADAL" clId="{8BC8A5CF-2DB3-45E9-BF57-F2ED810C291E}" dt="2026-10-13T17:34:26.315" v="8934" actId="1076"/>
          <ac:spMkLst>
            <pc:docMk/>
            <pc:sldMk cId="3577794071" sldId="666"/>
            <ac:spMk id="42" creationId="{AD3ED038-915D-E494-B59A-FDE6C0205589}"/>
          </ac:spMkLst>
        </pc:spChg>
        <pc:picChg chg="mod modCrop">
          <ac:chgData name="Khobo, IL, Dr [ilkhobo@sun.ac.za]" userId="b519a442-dcea-4a28-9c45-7e29f1df5837" providerId="ADAL" clId="{8BC8A5CF-2DB3-45E9-BF57-F2ED810C291E}" dt="2026-10-13T17:23:12.666" v="8695" actId="732"/>
          <ac:picMkLst>
            <pc:docMk/>
            <pc:sldMk cId="3577794071" sldId="666"/>
            <ac:picMk id="3" creationId="{FCF50AEA-E6D0-2D83-1798-65004D03E83E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10-13T17:52:38.395" v="9111"/>
        <pc:sldMkLst>
          <pc:docMk/>
          <pc:sldMk cId="982294448" sldId="667"/>
        </pc:sldMkLst>
        <pc:spChg chg="del">
          <ac:chgData name="Khobo, IL, Dr [ilkhobo@sun.ac.za]" userId="b519a442-dcea-4a28-9c45-7e29f1df5837" providerId="ADAL" clId="{8BC8A5CF-2DB3-45E9-BF57-F2ED810C291E}" dt="2026-10-13T17:36:50.959" v="8942" actId="478"/>
          <ac:spMkLst>
            <pc:docMk/>
            <pc:sldMk cId="982294448" sldId="667"/>
            <ac:spMk id="6" creationId="{EA5D353D-54CF-06F8-CB23-4B6508DCDF2F}"/>
          </ac:spMkLst>
        </pc:spChg>
        <pc:spChg chg="del">
          <ac:chgData name="Khobo, IL, Dr [ilkhobo@sun.ac.za]" userId="b519a442-dcea-4a28-9c45-7e29f1df5837" providerId="ADAL" clId="{8BC8A5CF-2DB3-45E9-BF57-F2ED810C291E}" dt="2026-10-13T17:36:46.202" v="8940" actId="478"/>
          <ac:spMkLst>
            <pc:docMk/>
            <pc:sldMk cId="982294448" sldId="667"/>
            <ac:spMk id="10" creationId="{C2C41C70-0017-5811-AFA8-0BBADF4C7D8A}"/>
          </ac:spMkLst>
        </pc:spChg>
        <pc:spChg chg="mod">
          <ac:chgData name="Khobo, IL, Dr [ilkhobo@sun.ac.za]" userId="b519a442-dcea-4a28-9c45-7e29f1df5837" providerId="ADAL" clId="{8BC8A5CF-2DB3-45E9-BF57-F2ED810C291E}" dt="2026-10-13T17:36:58.025" v="8963" actId="20577"/>
          <ac:spMkLst>
            <pc:docMk/>
            <pc:sldMk cId="982294448" sldId="667"/>
            <ac:spMk id="36" creationId="{F030AC0C-D8B2-30D6-5E3A-69E0E58C9A8B}"/>
          </ac:spMkLst>
        </pc:spChg>
        <pc:spChg chg="del">
          <ac:chgData name="Khobo, IL, Dr [ilkhobo@sun.ac.za]" userId="b519a442-dcea-4a28-9c45-7e29f1df5837" providerId="ADAL" clId="{8BC8A5CF-2DB3-45E9-BF57-F2ED810C291E}" dt="2026-10-13T17:36:46.202" v="8940" actId="478"/>
          <ac:spMkLst>
            <pc:docMk/>
            <pc:sldMk cId="982294448" sldId="667"/>
            <ac:spMk id="42" creationId="{9BEF188E-8072-433A-6DAF-0F3A2E3A9CA2}"/>
          </ac:spMkLst>
        </pc:spChg>
        <pc:spChg chg="add del mod">
          <ac:chgData name="Khobo, IL, Dr [ilkhobo@sun.ac.za]" userId="b519a442-dcea-4a28-9c45-7e29f1df5837" providerId="ADAL" clId="{8BC8A5CF-2DB3-45E9-BF57-F2ED810C291E}" dt="2026-10-13T17:48:40.183" v="9034" actId="478"/>
          <ac:spMkLst>
            <pc:docMk/>
            <pc:sldMk cId="982294448" sldId="667"/>
            <ac:spMk id="46" creationId="{5B136915-BF16-3DAB-0222-AA2600DEDAF7}"/>
          </ac:spMkLst>
        </pc:spChg>
        <pc:spChg chg="add del mod">
          <ac:chgData name="Khobo, IL, Dr [ilkhobo@sun.ac.za]" userId="b519a442-dcea-4a28-9c45-7e29f1df5837" providerId="ADAL" clId="{8BC8A5CF-2DB3-45E9-BF57-F2ED810C291E}" dt="2026-10-13T17:48:43.477" v="9035" actId="478"/>
          <ac:spMkLst>
            <pc:docMk/>
            <pc:sldMk cId="982294448" sldId="667"/>
            <ac:spMk id="48" creationId="{8844CDE5-D675-A875-75A6-058F556378FF}"/>
          </ac:spMkLst>
        </pc:spChg>
        <pc:grpChg chg="del">
          <ac:chgData name="Khobo, IL, Dr [ilkhobo@sun.ac.za]" userId="b519a442-dcea-4a28-9c45-7e29f1df5837" providerId="ADAL" clId="{8BC8A5CF-2DB3-45E9-BF57-F2ED810C291E}" dt="2026-10-13T17:36:46.202" v="8940" actId="478"/>
          <ac:grpSpMkLst>
            <pc:docMk/>
            <pc:sldMk cId="982294448" sldId="667"/>
            <ac:grpSpMk id="13" creationId="{450588C1-2CD4-7FA1-8908-ED200BDD2318}"/>
          </ac:grpSpMkLst>
        </pc:grpChg>
        <pc:grpChg chg="del">
          <ac:chgData name="Khobo, IL, Dr [ilkhobo@sun.ac.za]" userId="b519a442-dcea-4a28-9c45-7e29f1df5837" providerId="ADAL" clId="{8BC8A5CF-2DB3-45E9-BF57-F2ED810C291E}" dt="2026-10-13T17:36:46.202" v="8940" actId="478"/>
          <ac:grpSpMkLst>
            <pc:docMk/>
            <pc:sldMk cId="982294448" sldId="667"/>
            <ac:grpSpMk id="14" creationId="{66573B07-F912-9D86-888D-6C1862D4FACD}"/>
          </ac:grpSpMkLst>
        </pc:grpChg>
        <pc:grpChg chg="del">
          <ac:chgData name="Khobo, IL, Dr [ilkhobo@sun.ac.za]" userId="b519a442-dcea-4a28-9c45-7e29f1df5837" providerId="ADAL" clId="{8BC8A5CF-2DB3-45E9-BF57-F2ED810C291E}" dt="2026-10-13T17:36:46.202" v="8940" actId="478"/>
          <ac:grpSpMkLst>
            <pc:docMk/>
            <pc:sldMk cId="982294448" sldId="667"/>
            <ac:grpSpMk id="21" creationId="{36B8FA40-8424-96D2-6922-8D7614A71856}"/>
          </ac:grpSpMkLst>
        </pc:grpChg>
        <pc:grpChg chg="del">
          <ac:chgData name="Khobo, IL, Dr [ilkhobo@sun.ac.za]" userId="b519a442-dcea-4a28-9c45-7e29f1df5837" providerId="ADAL" clId="{8BC8A5CF-2DB3-45E9-BF57-F2ED810C291E}" dt="2026-10-13T17:36:46.202" v="8940" actId="478"/>
          <ac:grpSpMkLst>
            <pc:docMk/>
            <pc:sldMk cId="982294448" sldId="667"/>
            <ac:grpSpMk id="31" creationId="{C376C2B1-DB01-E883-16FF-8D5D2FBCCF70}"/>
          </ac:grpSpMkLst>
        </pc:grpChg>
        <pc:picChg chg="del">
          <ac:chgData name="Khobo, IL, Dr [ilkhobo@sun.ac.za]" userId="b519a442-dcea-4a28-9c45-7e29f1df5837" providerId="ADAL" clId="{8BC8A5CF-2DB3-45E9-BF57-F2ED810C291E}" dt="2026-10-13T17:36:46.202" v="8940" actId="478"/>
          <ac:picMkLst>
            <pc:docMk/>
            <pc:sldMk cId="982294448" sldId="667"/>
            <ac:picMk id="3" creationId="{95BF0D46-0104-3EB5-7FC7-6835DB9BEA85}"/>
          </ac:picMkLst>
        </pc:picChg>
        <pc:picChg chg="add mod">
          <ac:chgData name="Khobo, IL, Dr [ilkhobo@sun.ac.za]" userId="b519a442-dcea-4a28-9c45-7e29f1df5837" providerId="ADAL" clId="{8BC8A5CF-2DB3-45E9-BF57-F2ED810C291E}" dt="2026-10-13T17:46:49.006" v="8973" actId="1076"/>
          <ac:picMkLst>
            <pc:docMk/>
            <pc:sldMk cId="982294448" sldId="667"/>
            <ac:picMk id="12" creationId="{3ADCEBCC-FC60-CBC7-0163-FF9977FC39EC}"/>
          </ac:picMkLst>
        </pc:picChg>
        <pc:cxnChg chg="del mod">
          <ac:chgData name="Khobo, IL, Dr [ilkhobo@sun.ac.za]" userId="b519a442-dcea-4a28-9c45-7e29f1df5837" providerId="ADAL" clId="{8BC8A5CF-2DB3-45E9-BF57-F2ED810C291E}" dt="2026-10-13T17:36:46.202" v="8940" actId="478"/>
          <ac:cxnSpMkLst>
            <pc:docMk/>
            <pc:sldMk cId="982294448" sldId="667"/>
            <ac:cxnSpMk id="43" creationId="{0D580131-CA1A-0940-11F4-8E958ED6C99D}"/>
          </ac:cxnSpMkLst>
        </pc:cxnChg>
        <pc:cxnChg chg="del mod">
          <ac:chgData name="Khobo, IL, Dr [ilkhobo@sun.ac.za]" userId="b519a442-dcea-4a28-9c45-7e29f1df5837" providerId="ADAL" clId="{8BC8A5CF-2DB3-45E9-BF57-F2ED810C291E}" dt="2026-10-13T17:36:48.893" v="8941" actId="478"/>
          <ac:cxnSpMkLst>
            <pc:docMk/>
            <pc:sldMk cId="982294448" sldId="667"/>
            <ac:cxnSpMk id="45" creationId="{E5A7D130-D6C1-B75C-2AAC-53560D9520D4}"/>
          </ac:cxnSpMkLst>
        </pc:cxnChg>
        <pc:cxnChg chg="del mod">
          <ac:chgData name="Khobo, IL, Dr [ilkhobo@sun.ac.za]" userId="b519a442-dcea-4a28-9c45-7e29f1df5837" providerId="ADAL" clId="{8BC8A5CF-2DB3-45E9-BF57-F2ED810C291E}" dt="2026-10-13T17:36:46.202" v="8940" actId="478"/>
          <ac:cxnSpMkLst>
            <pc:docMk/>
            <pc:sldMk cId="982294448" sldId="667"/>
            <ac:cxnSpMk id="47" creationId="{CDF969EC-2BD8-F713-CDBF-765CE38E27C4}"/>
          </ac:cxnSpMkLst>
        </pc:cxnChg>
      </pc:sldChg>
      <pc:sldChg chg="add">
        <pc:chgData name="Khobo, IL, Dr [ilkhobo@sun.ac.za]" userId="b519a442-dcea-4a28-9c45-7e29f1df5837" providerId="ADAL" clId="{8BC8A5CF-2DB3-45E9-BF57-F2ED810C291E}" dt="2026-10-13T17:48:34.911" v="9033" actId="2890"/>
        <pc:sldMkLst>
          <pc:docMk/>
          <pc:sldMk cId="3667765275" sldId="668"/>
        </pc:sldMkLst>
      </pc:sldChg>
      <pc:sldChg chg="modSp add mod">
        <pc:chgData name="Khobo, IL, Dr [ilkhobo@sun.ac.za]" userId="b519a442-dcea-4a28-9c45-7e29f1df5837" providerId="ADAL" clId="{8BC8A5CF-2DB3-45E9-BF57-F2ED810C291E}" dt="2026-10-13T17:49:36.367" v="9059" actId="20577"/>
        <pc:sldMkLst>
          <pc:docMk/>
          <pc:sldMk cId="3304723369" sldId="669"/>
        </pc:sldMkLst>
        <pc:spChg chg="mod">
          <ac:chgData name="Khobo, IL, Dr [ilkhobo@sun.ac.za]" userId="b519a442-dcea-4a28-9c45-7e29f1df5837" providerId="ADAL" clId="{8BC8A5CF-2DB3-45E9-BF57-F2ED810C291E}" dt="2026-10-13T17:49:10.164" v="9037" actId="1076"/>
          <ac:spMkLst>
            <pc:docMk/>
            <pc:sldMk cId="3304723369" sldId="669"/>
            <ac:spMk id="46" creationId="{EA3C1F9B-747A-68A0-6B9B-E6BB850CEAD1}"/>
          </ac:spMkLst>
        </pc:spChg>
        <pc:spChg chg="mod">
          <ac:chgData name="Khobo, IL, Dr [ilkhobo@sun.ac.za]" userId="b519a442-dcea-4a28-9c45-7e29f1df5837" providerId="ADAL" clId="{8BC8A5CF-2DB3-45E9-BF57-F2ED810C291E}" dt="2026-10-13T17:49:36.367" v="9059" actId="20577"/>
          <ac:spMkLst>
            <pc:docMk/>
            <pc:sldMk cId="3304723369" sldId="669"/>
            <ac:spMk id="48" creationId="{A01B9AC0-99DD-6372-F876-61EE46CF5B50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10-13T17:51:11.023" v="9089" actId="1076"/>
        <pc:sldMkLst>
          <pc:docMk/>
          <pc:sldMk cId="761048077" sldId="670"/>
        </pc:sldMkLst>
        <pc:spChg chg="mod">
          <ac:chgData name="Khobo, IL, Dr [ilkhobo@sun.ac.za]" userId="b519a442-dcea-4a28-9c45-7e29f1df5837" providerId="ADAL" clId="{8BC8A5CF-2DB3-45E9-BF57-F2ED810C291E}" dt="2026-10-13T17:51:03.722" v="9088" actId="14100"/>
          <ac:spMkLst>
            <pc:docMk/>
            <pc:sldMk cId="761048077" sldId="670"/>
            <ac:spMk id="46" creationId="{BA7D2BD4-C628-DEA1-AA3A-FB7AEDF5E897}"/>
          </ac:spMkLst>
        </pc:spChg>
        <pc:spChg chg="mod">
          <ac:chgData name="Khobo, IL, Dr [ilkhobo@sun.ac.za]" userId="b519a442-dcea-4a28-9c45-7e29f1df5837" providerId="ADAL" clId="{8BC8A5CF-2DB3-45E9-BF57-F2ED810C291E}" dt="2026-10-13T17:51:11.023" v="9089" actId="1076"/>
          <ac:spMkLst>
            <pc:docMk/>
            <pc:sldMk cId="761048077" sldId="670"/>
            <ac:spMk id="48" creationId="{4227F1ED-1906-5570-CC99-11F438CCD1F7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10-13T17:52:07.513" v="9110" actId="20577"/>
        <pc:sldMkLst>
          <pc:docMk/>
          <pc:sldMk cId="176322716" sldId="671"/>
        </pc:sldMkLst>
        <pc:spChg chg="mod">
          <ac:chgData name="Khobo, IL, Dr [ilkhobo@sun.ac.za]" userId="b519a442-dcea-4a28-9c45-7e29f1df5837" providerId="ADAL" clId="{8BC8A5CF-2DB3-45E9-BF57-F2ED810C291E}" dt="2026-10-13T17:51:31.358" v="9093" actId="14100"/>
          <ac:spMkLst>
            <pc:docMk/>
            <pc:sldMk cId="176322716" sldId="671"/>
            <ac:spMk id="46" creationId="{2666B949-4F66-83B4-BDBE-02DA222C44C9}"/>
          </ac:spMkLst>
        </pc:spChg>
        <pc:spChg chg="mod">
          <ac:chgData name="Khobo, IL, Dr [ilkhobo@sun.ac.za]" userId="b519a442-dcea-4a28-9c45-7e29f1df5837" providerId="ADAL" clId="{8BC8A5CF-2DB3-45E9-BF57-F2ED810C291E}" dt="2026-10-13T17:52:07.513" v="9110" actId="20577"/>
          <ac:spMkLst>
            <pc:docMk/>
            <pc:sldMk cId="176322716" sldId="671"/>
            <ac:spMk id="48" creationId="{3CA954CF-F0BC-3B3B-EA0C-DABDD06C3ED1}"/>
          </ac:spMkLst>
        </pc:spChg>
      </pc:sldChg>
      <pc:sldChg chg="addSp delSp modSp add mod modTransition delAnim modAnim">
        <pc:chgData name="Khobo, IL, Dr [ilkhobo@sun.ac.za]" userId="b519a442-dcea-4a28-9c45-7e29f1df5837" providerId="ADAL" clId="{8BC8A5CF-2DB3-45E9-BF57-F2ED810C291E}" dt="2026-10-13T18:29:25.195" v="9212" actId="1076"/>
        <pc:sldMkLst>
          <pc:docMk/>
          <pc:sldMk cId="3603122938" sldId="672"/>
        </pc:sldMkLst>
        <pc:spChg chg="mod">
          <ac:chgData name="Khobo, IL, Dr [ilkhobo@sun.ac.za]" userId="b519a442-dcea-4a28-9c45-7e29f1df5837" providerId="ADAL" clId="{8BC8A5CF-2DB3-45E9-BF57-F2ED810C291E}" dt="2026-10-13T18:14:47.937" v="9126" actId="20577"/>
          <ac:spMkLst>
            <pc:docMk/>
            <pc:sldMk cId="3603122938" sldId="672"/>
            <ac:spMk id="36" creationId="{29A7F94C-EB5B-743C-51F9-4A9518767FAF}"/>
          </ac:spMkLst>
        </pc:spChg>
        <pc:spChg chg="del">
          <ac:chgData name="Khobo, IL, Dr [ilkhobo@sun.ac.za]" userId="b519a442-dcea-4a28-9c45-7e29f1df5837" providerId="ADAL" clId="{8BC8A5CF-2DB3-45E9-BF57-F2ED810C291E}" dt="2026-10-13T18:14:53.496" v="9127" actId="478"/>
          <ac:spMkLst>
            <pc:docMk/>
            <pc:sldMk cId="3603122938" sldId="672"/>
            <ac:spMk id="46" creationId="{87F8F6FF-9F3C-6554-B949-76334D70B39A}"/>
          </ac:spMkLst>
        </pc:spChg>
        <pc:spChg chg="del">
          <ac:chgData name="Khobo, IL, Dr [ilkhobo@sun.ac.za]" userId="b519a442-dcea-4a28-9c45-7e29f1df5837" providerId="ADAL" clId="{8BC8A5CF-2DB3-45E9-BF57-F2ED810C291E}" dt="2026-10-13T18:14:57.244" v="9128" actId="478"/>
          <ac:spMkLst>
            <pc:docMk/>
            <pc:sldMk cId="3603122938" sldId="672"/>
            <ac:spMk id="48" creationId="{046A2759-49D8-5744-56BB-698AA58AEF74}"/>
          </ac:spMkLst>
        </pc:spChg>
        <pc:picChg chg="add del mod">
          <ac:chgData name="Khobo, IL, Dr [ilkhobo@sun.ac.za]" userId="b519a442-dcea-4a28-9c45-7e29f1df5837" providerId="ADAL" clId="{8BC8A5CF-2DB3-45E9-BF57-F2ED810C291E}" dt="2026-10-13T18:26:29.477" v="9205" actId="478"/>
          <ac:picMkLst>
            <pc:docMk/>
            <pc:sldMk cId="3603122938" sldId="672"/>
            <ac:picMk id="3" creationId="{89E4E56D-D074-7D20-22B7-341B05F2D246}"/>
          </ac:picMkLst>
        </pc:picChg>
        <pc:picChg chg="add del mod">
          <ac:chgData name="Khobo, IL, Dr [ilkhobo@sun.ac.za]" userId="b519a442-dcea-4a28-9c45-7e29f1df5837" providerId="ADAL" clId="{8BC8A5CF-2DB3-45E9-BF57-F2ED810C291E}" dt="2026-10-13T18:26:27.944" v="9204" actId="478"/>
          <ac:picMkLst>
            <pc:docMk/>
            <pc:sldMk cId="3603122938" sldId="672"/>
            <ac:picMk id="5" creationId="{D659157D-4A3E-F639-8D63-77D938B8BDF5}"/>
          </ac:picMkLst>
        </pc:picChg>
        <pc:picChg chg="add del mod">
          <ac:chgData name="Khobo, IL, Dr [ilkhobo@sun.ac.za]" userId="b519a442-dcea-4a28-9c45-7e29f1df5837" providerId="ADAL" clId="{8BC8A5CF-2DB3-45E9-BF57-F2ED810C291E}" dt="2026-10-13T18:26:25.688" v="9203" actId="478"/>
          <ac:picMkLst>
            <pc:docMk/>
            <pc:sldMk cId="3603122938" sldId="672"/>
            <ac:picMk id="7" creationId="{0D64A69A-2E25-40C6-E3A4-2265603ED93B}"/>
          </ac:picMkLst>
        </pc:picChg>
        <pc:picChg chg="add del mod">
          <ac:chgData name="Khobo, IL, Dr [ilkhobo@sun.ac.za]" userId="b519a442-dcea-4a28-9c45-7e29f1df5837" providerId="ADAL" clId="{8BC8A5CF-2DB3-45E9-BF57-F2ED810C291E}" dt="2026-10-13T18:26:24.436" v="9202" actId="478"/>
          <ac:picMkLst>
            <pc:docMk/>
            <pc:sldMk cId="3603122938" sldId="672"/>
            <ac:picMk id="9" creationId="{90D11BD4-F643-701F-53C6-7454959F7E37}"/>
          </ac:picMkLst>
        </pc:picChg>
        <pc:picChg chg="add del mod">
          <ac:chgData name="Khobo, IL, Dr [ilkhobo@sun.ac.za]" userId="b519a442-dcea-4a28-9c45-7e29f1df5837" providerId="ADAL" clId="{8BC8A5CF-2DB3-45E9-BF57-F2ED810C291E}" dt="2026-10-13T18:26:23.191" v="9201" actId="478"/>
          <ac:picMkLst>
            <pc:docMk/>
            <pc:sldMk cId="3603122938" sldId="672"/>
            <ac:picMk id="11" creationId="{53E850D8-A164-2B4F-710D-D9B22F235283}"/>
          </ac:picMkLst>
        </pc:picChg>
        <pc:picChg chg="del">
          <ac:chgData name="Khobo, IL, Dr [ilkhobo@sun.ac.za]" userId="b519a442-dcea-4a28-9c45-7e29f1df5837" providerId="ADAL" clId="{8BC8A5CF-2DB3-45E9-BF57-F2ED810C291E}" dt="2026-10-13T18:14:59.081" v="9129" actId="478"/>
          <ac:picMkLst>
            <pc:docMk/>
            <pc:sldMk cId="3603122938" sldId="672"/>
            <ac:picMk id="12" creationId="{82019942-F979-F3B5-C6FE-FBD0730EAD21}"/>
          </ac:picMkLst>
        </pc:picChg>
        <pc:picChg chg="add del mod">
          <ac:chgData name="Khobo, IL, Dr [ilkhobo@sun.ac.za]" userId="b519a442-dcea-4a28-9c45-7e29f1df5837" providerId="ADAL" clId="{8BC8A5CF-2DB3-45E9-BF57-F2ED810C291E}" dt="2026-10-13T18:26:22.030" v="9200" actId="478"/>
          <ac:picMkLst>
            <pc:docMk/>
            <pc:sldMk cId="3603122938" sldId="672"/>
            <ac:picMk id="14" creationId="{005F3A41-BE18-59FD-59E6-F6222417959C}"/>
          </ac:picMkLst>
        </pc:picChg>
        <pc:picChg chg="add del mod">
          <ac:chgData name="Khobo, IL, Dr [ilkhobo@sun.ac.za]" userId="b519a442-dcea-4a28-9c45-7e29f1df5837" providerId="ADAL" clId="{8BC8A5CF-2DB3-45E9-BF57-F2ED810C291E}" dt="2026-10-13T18:26:20.272" v="9199" actId="478"/>
          <ac:picMkLst>
            <pc:docMk/>
            <pc:sldMk cId="3603122938" sldId="672"/>
            <ac:picMk id="16" creationId="{4EB5EA45-888C-E072-502E-AC6B61033961}"/>
          </ac:picMkLst>
        </pc:picChg>
        <pc:picChg chg="add mod">
          <ac:chgData name="Khobo, IL, Dr [ilkhobo@sun.ac.za]" userId="b519a442-dcea-4a28-9c45-7e29f1df5837" providerId="ADAL" clId="{8BC8A5CF-2DB3-45E9-BF57-F2ED810C291E}" dt="2026-10-13T18:28:22.615" v="9208" actId="1076"/>
          <ac:picMkLst>
            <pc:docMk/>
            <pc:sldMk cId="3603122938" sldId="672"/>
            <ac:picMk id="18" creationId="{252D8D4B-C950-7888-16A3-D93A2B5C596B}"/>
          </ac:picMkLst>
        </pc:picChg>
        <pc:picChg chg="add mod">
          <ac:chgData name="Khobo, IL, Dr [ilkhobo@sun.ac.za]" userId="b519a442-dcea-4a28-9c45-7e29f1df5837" providerId="ADAL" clId="{8BC8A5CF-2DB3-45E9-BF57-F2ED810C291E}" dt="2026-10-13T18:29:25.195" v="9212" actId="1076"/>
          <ac:picMkLst>
            <pc:docMk/>
            <pc:sldMk cId="3603122938" sldId="672"/>
            <ac:picMk id="20" creationId="{E83634E7-E27C-3497-7FC1-DEA8B00B1AFC}"/>
          </ac:picMkLst>
        </pc:picChg>
      </pc:sldChg>
      <pc:sldChg chg="addSp modSp add mod modTransition">
        <pc:chgData name="Khobo, IL, Dr [ilkhobo@sun.ac.za]" userId="b519a442-dcea-4a28-9c45-7e29f1df5837" providerId="ADAL" clId="{8BC8A5CF-2DB3-45E9-BF57-F2ED810C291E}" dt="2026-10-13T18:41:32.286" v="9532" actId="1076"/>
        <pc:sldMkLst>
          <pc:docMk/>
          <pc:sldMk cId="4185931684" sldId="673"/>
        </pc:sldMkLst>
        <pc:spChg chg="add mod">
          <ac:chgData name="Khobo, IL, Dr [ilkhobo@sun.ac.za]" userId="b519a442-dcea-4a28-9c45-7e29f1df5837" providerId="ADAL" clId="{8BC8A5CF-2DB3-45E9-BF57-F2ED810C291E}" dt="2026-10-13T18:41:30.532" v="9531" actId="14100"/>
          <ac:spMkLst>
            <pc:docMk/>
            <pc:sldMk cId="4185931684" sldId="673"/>
            <ac:spMk id="2" creationId="{44D76F9F-B9CF-718F-C958-A868814E5CFA}"/>
          </ac:spMkLst>
        </pc:spChg>
        <pc:spChg chg="add mod">
          <ac:chgData name="Khobo, IL, Dr [ilkhobo@sun.ac.za]" userId="b519a442-dcea-4a28-9c45-7e29f1df5837" providerId="ADAL" clId="{8BC8A5CF-2DB3-45E9-BF57-F2ED810C291E}" dt="2026-10-13T18:41:07.872" v="9525" actId="20577"/>
          <ac:spMkLst>
            <pc:docMk/>
            <pc:sldMk cId="4185931684" sldId="673"/>
            <ac:spMk id="4" creationId="{7A9BA56D-F59A-82D9-4E5E-6E6F2C3C3362}"/>
          </ac:spMkLst>
        </pc:spChg>
        <pc:picChg chg="mod">
          <ac:chgData name="Khobo, IL, Dr [ilkhobo@sun.ac.za]" userId="b519a442-dcea-4a28-9c45-7e29f1df5837" providerId="ADAL" clId="{8BC8A5CF-2DB3-45E9-BF57-F2ED810C291E}" dt="2026-10-13T18:41:32.286" v="9532" actId="1076"/>
          <ac:picMkLst>
            <pc:docMk/>
            <pc:sldMk cId="4185931684" sldId="673"/>
            <ac:picMk id="20" creationId="{847898F6-D88A-1C7B-4530-41E915445B60}"/>
          </ac:picMkLst>
        </pc:picChg>
      </pc:sldChg>
      <pc:sldChg chg="add del">
        <pc:chgData name="Khobo, IL, Dr [ilkhobo@sun.ac.za]" userId="b519a442-dcea-4a28-9c45-7e29f1df5837" providerId="ADAL" clId="{8BC8A5CF-2DB3-45E9-BF57-F2ED810C291E}" dt="2026-10-13T18:34:04.306" v="9322" actId="2696"/>
        <pc:sldMkLst>
          <pc:docMk/>
          <pc:sldMk cId="1831998892" sldId="674"/>
        </pc:sldMkLst>
      </pc:sldChg>
      <pc:sldChg chg="modSp add mod modTransition">
        <pc:chgData name="Khobo, IL, Dr [ilkhobo@sun.ac.za]" userId="b519a442-dcea-4a28-9c45-7e29f1df5837" providerId="ADAL" clId="{8BC8A5CF-2DB3-45E9-BF57-F2ED810C291E}" dt="2026-10-13T18:39:52.822" v="9466"/>
        <pc:sldMkLst>
          <pc:docMk/>
          <pc:sldMk cId="3772196076" sldId="674"/>
        </pc:sldMkLst>
        <pc:spChg chg="mod">
          <ac:chgData name="Khobo, IL, Dr [ilkhobo@sun.ac.za]" userId="b519a442-dcea-4a28-9c45-7e29f1df5837" providerId="ADAL" clId="{8BC8A5CF-2DB3-45E9-BF57-F2ED810C291E}" dt="2026-10-13T18:34:27.533" v="9328" actId="14100"/>
          <ac:spMkLst>
            <pc:docMk/>
            <pc:sldMk cId="3772196076" sldId="674"/>
            <ac:spMk id="2" creationId="{0007A151-6F8D-C283-3232-D1B7EAAB8589}"/>
          </ac:spMkLst>
        </pc:spChg>
        <pc:spChg chg="mod">
          <ac:chgData name="Khobo, IL, Dr [ilkhobo@sun.ac.za]" userId="b519a442-dcea-4a28-9c45-7e29f1df5837" providerId="ADAL" clId="{8BC8A5CF-2DB3-45E9-BF57-F2ED810C291E}" dt="2026-10-13T18:36:22.301" v="9401" actId="1076"/>
          <ac:spMkLst>
            <pc:docMk/>
            <pc:sldMk cId="3772196076" sldId="674"/>
            <ac:spMk id="4" creationId="{ECFD9AC4-1B97-00BB-0147-B76047326B5D}"/>
          </ac:spMkLst>
        </pc:spChg>
        <pc:picChg chg="mod modCrop">
          <ac:chgData name="Khobo, IL, Dr [ilkhobo@sun.ac.za]" userId="b519a442-dcea-4a28-9c45-7e29f1df5837" providerId="ADAL" clId="{8BC8A5CF-2DB3-45E9-BF57-F2ED810C291E}" dt="2026-10-13T18:36:17.311" v="9400" actId="1076"/>
          <ac:picMkLst>
            <pc:docMk/>
            <pc:sldMk cId="3772196076" sldId="674"/>
            <ac:picMk id="20" creationId="{36FAC6E4-B30A-E245-B038-8BC3232A4602}"/>
          </ac:picMkLst>
        </pc:picChg>
      </pc:sldChg>
      <pc:sldChg chg="modSp add mod modTransition">
        <pc:chgData name="Khobo, IL, Dr [ilkhobo@sun.ac.za]" userId="b519a442-dcea-4a28-9c45-7e29f1df5837" providerId="ADAL" clId="{8BC8A5CF-2DB3-45E9-BF57-F2ED810C291E}" dt="2026-10-13T18:39:52.822" v="9466"/>
        <pc:sldMkLst>
          <pc:docMk/>
          <pc:sldMk cId="4199195280" sldId="675"/>
        </pc:sldMkLst>
        <pc:spChg chg="mod">
          <ac:chgData name="Khobo, IL, Dr [ilkhobo@sun.ac.za]" userId="b519a442-dcea-4a28-9c45-7e29f1df5837" providerId="ADAL" clId="{8BC8A5CF-2DB3-45E9-BF57-F2ED810C291E}" dt="2026-10-13T18:36:47.699" v="9404" actId="14100"/>
          <ac:spMkLst>
            <pc:docMk/>
            <pc:sldMk cId="4199195280" sldId="675"/>
            <ac:spMk id="2" creationId="{83E03717-129D-394D-E491-7E6054C7DA78}"/>
          </ac:spMkLst>
        </pc:spChg>
        <pc:spChg chg="mod">
          <ac:chgData name="Khobo, IL, Dr [ilkhobo@sun.ac.za]" userId="b519a442-dcea-4a28-9c45-7e29f1df5837" providerId="ADAL" clId="{8BC8A5CF-2DB3-45E9-BF57-F2ED810C291E}" dt="2026-10-13T18:37:04.544" v="9426" actId="20577"/>
          <ac:spMkLst>
            <pc:docMk/>
            <pc:sldMk cId="4199195280" sldId="675"/>
            <ac:spMk id="4" creationId="{0820F405-598C-2BEF-4492-DA851B810017}"/>
          </ac:spMkLst>
        </pc:spChg>
      </pc:sldChg>
      <pc:sldChg chg="addSp delSp modSp add mod modTransition">
        <pc:chgData name="Khobo, IL, Dr [ilkhobo@sun.ac.za]" userId="b519a442-dcea-4a28-9c45-7e29f1df5837" providerId="ADAL" clId="{8BC8A5CF-2DB3-45E9-BF57-F2ED810C291E}" dt="2026-10-13T18:39:52.822" v="9466"/>
        <pc:sldMkLst>
          <pc:docMk/>
          <pc:sldMk cId="2442913890" sldId="676"/>
        </pc:sldMkLst>
        <pc:spChg chg="del">
          <ac:chgData name="Khobo, IL, Dr [ilkhobo@sun.ac.za]" userId="b519a442-dcea-4a28-9c45-7e29f1df5837" providerId="ADAL" clId="{8BC8A5CF-2DB3-45E9-BF57-F2ED810C291E}" dt="2026-10-13T18:37:37.721" v="9429" actId="478"/>
          <ac:spMkLst>
            <pc:docMk/>
            <pc:sldMk cId="2442913890" sldId="676"/>
            <ac:spMk id="2" creationId="{7F66E434-F1A4-7476-6018-C4733F30A783}"/>
          </ac:spMkLst>
        </pc:spChg>
        <pc:spChg chg="mod">
          <ac:chgData name="Khobo, IL, Dr [ilkhobo@sun.ac.za]" userId="b519a442-dcea-4a28-9c45-7e29f1df5837" providerId="ADAL" clId="{8BC8A5CF-2DB3-45E9-BF57-F2ED810C291E}" dt="2026-10-13T18:39:30.671" v="9465" actId="1076"/>
          <ac:spMkLst>
            <pc:docMk/>
            <pc:sldMk cId="2442913890" sldId="676"/>
            <ac:spMk id="4" creationId="{2EEC5672-83F9-6A85-6194-15663EEB0B0A}"/>
          </ac:spMkLst>
        </pc:spChg>
        <pc:spChg chg="add mod">
          <ac:chgData name="Khobo, IL, Dr [ilkhobo@sun.ac.za]" userId="b519a442-dcea-4a28-9c45-7e29f1df5837" providerId="ADAL" clId="{8BC8A5CF-2DB3-45E9-BF57-F2ED810C291E}" dt="2026-10-13T18:38:49.741" v="9435" actId="207"/>
          <ac:spMkLst>
            <pc:docMk/>
            <pc:sldMk cId="2442913890" sldId="676"/>
            <ac:spMk id="6" creationId="{BC5313B6-532A-4F00-7074-AC99767BE30E}"/>
          </ac:spMkLst>
        </pc:spChg>
        <pc:picChg chg="mod">
          <ac:chgData name="Khobo, IL, Dr [ilkhobo@sun.ac.za]" userId="b519a442-dcea-4a28-9c45-7e29f1df5837" providerId="ADAL" clId="{8BC8A5CF-2DB3-45E9-BF57-F2ED810C291E}" dt="2026-10-13T18:37:30.335" v="9428" actId="1076"/>
          <ac:picMkLst>
            <pc:docMk/>
            <pc:sldMk cId="2442913890" sldId="676"/>
            <ac:picMk id="20" creationId="{75DB975F-4730-BE2F-DC4C-8184E046F334}"/>
          </ac:picMkLst>
        </pc:picChg>
        <pc:cxnChg chg="add mod">
          <ac:chgData name="Khobo, IL, Dr [ilkhobo@sun.ac.za]" userId="b519a442-dcea-4a28-9c45-7e29f1df5837" providerId="ADAL" clId="{8BC8A5CF-2DB3-45E9-BF57-F2ED810C291E}" dt="2026-10-13T18:38:08.473" v="9432" actId="1582"/>
          <ac:cxnSpMkLst>
            <pc:docMk/>
            <pc:sldMk cId="2442913890" sldId="676"/>
            <ac:cxnSpMk id="5" creationId="{70F1A0B3-E83D-FD3E-9EC0-40D8B018FBB8}"/>
          </ac:cxnSpMkLst>
        </pc:cxnChg>
      </pc:sldChg>
      <pc:sldChg chg="add">
        <pc:chgData name="Khobo, IL, Dr [ilkhobo@sun.ac.za]" userId="b519a442-dcea-4a28-9c45-7e29f1df5837" providerId="ADAL" clId="{8BC8A5CF-2DB3-45E9-BF57-F2ED810C291E}" dt="2026-10-13T18:40:31.995" v="9467" actId="2890"/>
        <pc:sldMkLst>
          <pc:docMk/>
          <pc:sldMk cId="614426779" sldId="677"/>
        </pc:sldMkLst>
      </pc:sldChg>
      <pc:sldChg chg="addSp delSp modSp add mod modTransition">
        <pc:chgData name="Khobo, IL, Dr [ilkhobo@sun.ac.za]" userId="b519a442-dcea-4a28-9c45-7e29f1df5837" providerId="ADAL" clId="{8BC8A5CF-2DB3-45E9-BF57-F2ED810C291E}" dt="2026-10-13T20:48:01.029" v="9626"/>
        <pc:sldMkLst>
          <pc:docMk/>
          <pc:sldMk cId="3268800240" sldId="678"/>
        </pc:sldMkLst>
        <pc:spChg chg="add mod">
          <ac:chgData name="Khobo, IL, Dr [ilkhobo@sun.ac.za]" userId="b519a442-dcea-4a28-9c45-7e29f1df5837" providerId="ADAL" clId="{8BC8A5CF-2DB3-45E9-BF57-F2ED810C291E}" dt="2026-10-13T20:44:50.516" v="9567" actId="164"/>
          <ac:spMkLst>
            <pc:docMk/>
            <pc:sldMk cId="3268800240" sldId="678"/>
            <ac:spMk id="3" creationId="{DC0BC8BC-6D46-3978-F5DD-27A5A8D74FD0}"/>
          </ac:spMkLst>
        </pc:spChg>
        <pc:spChg chg="del">
          <ac:chgData name="Khobo, IL, Dr [ilkhobo@sun.ac.za]" userId="b519a442-dcea-4a28-9c45-7e29f1df5837" providerId="ADAL" clId="{8BC8A5CF-2DB3-45E9-BF57-F2ED810C291E}" dt="2026-10-13T18:44:24.909" v="9551" actId="478"/>
          <ac:spMkLst>
            <pc:docMk/>
            <pc:sldMk cId="3268800240" sldId="678"/>
            <ac:spMk id="4" creationId="{E17E1EF2-D2E9-FD5A-1F20-80C261750A2C}"/>
          </ac:spMkLst>
        </pc:spChg>
        <pc:spChg chg="del">
          <ac:chgData name="Khobo, IL, Dr [ilkhobo@sun.ac.za]" userId="b519a442-dcea-4a28-9c45-7e29f1df5837" providerId="ADAL" clId="{8BC8A5CF-2DB3-45E9-BF57-F2ED810C291E}" dt="2026-10-13T18:44:20.403" v="9548" actId="478"/>
          <ac:spMkLst>
            <pc:docMk/>
            <pc:sldMk cId="3268800240" sldId="678"/>
            <ac:spMk id="6" creationId="{AAF1F4A4-E216-65EF-C6F9-CC75DD834FCE}"/>
          </ac:spMkLst>
        </pc:spChg>
        <pc:spChg chg="add mod">
          <ac:chgData name="Khobo, IL, Dr [ilkhobo@sun.ac.za]" userId="b519a442-dcea-4a28-9c45-7e29f1df5837" providerId="ADAL" clId="{8BC8A5CF-2DB3-45E9-BF57-F2ED810C291E}" dt="2026-10-13T20:45:17.232" v="9582" actId="20577"/>
          <ac:spMkLst>
            <pc:docMk/>
            <pc:sldMk cId="3268800240" sldId="678"/>
            <ac:spMk id="8" creationId="{60DB9E66-3547-1D5F-FD21-2028FA8D51AF}"/>
          </ac:spMkLst>
        </pc:spChg>
        <pc:spChg chg="add mod">
          <ac:chgData name="Khobo, IL, Dr [ilkhobo@sun.ac.za]" userId="b519a442-dcea-4a28-9c45-7e29f1df5837" providerId="ADAL" clId="{8BC8A5CF-2DB3-45E9-BF57-F2ED810C291E}" dt="2026-10-13T20:44:46.081" v="9566" actId="164"/>
          <ac:spMkLst>
            <pc:docMk/>
            <pc:sldMk cId="3268800240" sldId="678"/>
            <ac:spMk id="10" creationId="{BBFC45E5-3F0A-1476-6030-9CA83A17A953}"/>
          </ac:spMkLst>
        </pc:spChg>
        <pc:spChg chg="add mod">
          <ac:chgData name="Khobo, IL, Dr [ilkhobo@sun.ac.za]" userId="b519a442-dcea-4a28-9c45-7e29f1df5837" providerId="ADAL" clId="{8BC8A5CF-2DB3-45E9-BF57-F2ED810C291E}" dt="2026-10-13T20:45:24.097" v="9591" actId="20577"/>
          <ac:spMkLst>
            <pc:docMk/>
            <pc:sldMk cId="3268800240" sldId="678"/>
            <ac:spMk id="12" creationId="{C05FFFDC-BC35-7240-74D2-A033253BA97C}"/>
          </ac:spMkLst>
        </pc:spChg>
        <pc:spChg chg="add mod">
          <ac:chgData name="Khobo, IL, Dr [ilkhobo@sun.ac.za]" userId="b519a442-dcea-4a28-9c45-7e29f1df5837" providerId="ADAL" clId="{8BC8A5CF-2DB3-45E9-BF57-F2ED810C291E}" dt="2026-10-13T20:44:40.848" v="9565" actId="164"/>
          <ac:spMkLst>
            <pc:docMk/>
            <pc:sldMk cId="3268800240" sldId="678"/>
            <ac:spMk id="14" creationId="{9E5FB4C4-4E3B-B20D-ED79-4220BBA1EE99}"/>
          </ac:spMkLst>
        </pc:spChg>
        <pc:spChg chg="add mod">
          <ac:chgData name="Khobo, IL, Dr [ilkhobo@sun.ac.za]" userId="b519a442-dcea-4a28-9c45-7e29f1df5837" providerId="ADAL" clId="{8BC8A5CF-2DB3-45E9-BF57-F2ED810C291E}" dt="2026-10-13T20:45:30.388" v="9601" actId="20577"/>
          <ac:spMkLst>
            <pc:docMk/>
            <pc:sldMk cId="3268800240" sldId="678"/>
            <ac:spMk id="16" creationId="{5A6A0370-F3B3-A394-6980-A8A08990ADCA}"/>
          </ac:spMkLst>
        </pc:spChg>
        <pc:spChg chg="mod">
          <ac:chgData name="Khobo, IL, Dr [ilkhobo@sun.ac.za]" userId="b519a442-dcea-4a28-9c45-7e29f1df5837" providerId="ADAL" clId="{8BC8A5CF-2DB3-45E9-BF57-F2ED810C291E}" dt="2026-10-13T18:44:14.583" v="9546" actId="20577"/>
          <ac:spMkLst>
            <pc:docMk/>
            <pc:sldMk cId="3268800240" sldId="678"/>
            <ac:spMk id="36" creationId="{2DC98F71-9B45-57A1-DCA7-2086856810E0}"/>
          </ac:spMkLst>
        </pc:spChg>
        <pc:grpChg chg="add mod">
          <ac:chgData name="Khobo, IL, Dr [ilkhobo@sun.ac.za]" userId="b519a442-dcea-4a28-9c45-7e29f1df5837" providerId="ADAL" clId="{8BC8A5CF-2DB3-45E9-BF57-F2ED810C291E}" dt="2026-10-13T20:44:40.848" v="9565" actId="164"/>
          <ac:grpSpMkLst>
            <pc:docMk/>
            <pc:sldMk cId="3268800240" sldId="678"/>
            <ac:grpSpMk id="17" creationId="{AE7390AE-7BB2-455E-4526-DE4F6F16ECF9}"/>
          </ac:grpSpMkLst>
        </pc:grpChg>
        <pc:grpChg chg="add mod">
          <ac:chgData name="Khobo, IL, Dr [ilkhobo@sun.ac.za]" userId="b519a442-dcea-4a28-9c45-7e29f1df5837" providerId="ADAL" clId="{8BC8A5CF-2DB3-45E9-BF57-F2ED810C291E}" dt="2026-10-13T20:44:56.762" v="9568" actId="408"/>
          <ac:grpSpMkLst>
            <pc:docMk/>
            <pc:sldMk cId="3268800240" sldId="678"/>
            <ac:grpSpMk id="19" creationId="{C5AC3A33-B3CB-F069-7FFA-AE88866E06F1}"/>
          </ac:grpSpMkLst>
        </pc:grpChg>
        <pc:grpChg chg="add mod">
          <ac:chgData name="Khobo, IL, Dr [ilkhobo@sun.ac.za]" userId="b519a442-dcea-4a28-9c45-7e29f1df5837" providerId="ADAL" clId="{8BC8A5CF-2DB3-45E9-BF57-F2ED810C291E}" dt="2026-10-13T20:44:50.516" v="9567" actId="164"/>
          <ac:grpSpMkLst>
            <pc:docMk/>
            <pc:sldMk cId="3268800240" sldId="678"/>
            <ac:grpSpMk id="21" creationId="{E7C1A144-457E-2A03-60AA-E7DBE5A32643}"/>
          </ac:grpSpMkLst>
        </pc:grpChg>
        <pc:picChg chg="del">
          <ac:chgData name="Khobo, IL, Dr [ilkhobo@sun.ac.za]" userId="b519a442-dcea-4a28-9c45-7e29f1df5837" providerId="ADAL" clId="{8BC8A5CF-2DB3-45E9-BF57-F2ED810C291E}" dt="2026-10-13T18:44:18.952" v="9547" actId="478"/>
          <ac:picMkLst>
            <pc:docMk/>
            <pc:sldMk cId="3268800240" sldId="678"/>
            <ac:picMk id="18" creationId="{D58A7542-EE69-9B42-562B-D1A0D7FE821F}"/>
          </ac:picMkLst>
        </pc:picChg>
        <pc:picChg chg="del">
          <ac:chgData name="Khobo, IL, Dr [ilkhobo@sun.ac.za]" userId="b519a442-dcea-4a28-9c45-7e29f1df5837" providerId="ADAL" clId="{8BC8A5CF-2DB3-45E9-BF57-F2ED810C291E}" dt="2026-10-13T18:44:22.569" v="9550" actId="478"/>
          <ac:picMkLst>
            <pc:docMk/>
            <pc:sldMk cId="3268800240" sldId="678"/>
            <ac:picMk id="20" creationId="{27E2A0AA-47C4-3BCE-9171-14DA3A4D3D2E}"/>
          </ac:picMkLst>
        </pc:picChg>
        <pc:cxnChg chg="del">
          <ac:chgData name="Khobo, IL, Dr [ilkhobo@sun.ac.za]" userId="b519a442-dcea-4a28-9c45-7e29f1df5837" providerId="ADAL" clId="{8BC8A5CF-2DB3-45E9-BF57-F2ED810C291E}" dt="2026-10-13T18:44:21.735" v="9549" actId="478"/>
          <ac:cxnSpMkLst>
            <pc:docMk/>
            <pc:sldMk cId="3268800240" sldId="678"/>
            <ac:cxnSpMk id="5" creationId="{51927F9E-0E51-B0EA-B5EA-ECC478CC2996}"/>
          </ac:cxnSpMkLst>
        </pc:cxnChg>
      </pc:sldChg>
      <pc:sldChg chg="addSp delSp modSp add mod">
        <pc:chgData name="Khobo, IL, Dr [ilkhobo@sun.ac.za]" userId="b519a442-dcea-4a28-9c45-7e29f1df5837" providerId="ADAL" clId="{8BC8A5CF-2DB3-45E9-BF57-F2ED810C291E}" dt="2026-10-13T21:27:08.914" v="9963" actId="1076"/>
        <pc:sldMkLst>
          <pc:docMk/>
          <pc:sldMk cId="1408005146" sldId="679"/>
        </pc:sldMkLst>
        <pc:spChg chg="add mod">
          <ac:chgData name="Khobo, IL, Dr [ilkhobo@sun.ac.za]" userId="b519a442-dcea-4a28-9c45-7e29f1df5837" providerId="ADAL" clId="{8BC8A5CF-2DB3-45E9-BF57-F2ED810C291E}" dt="2026-10-13T20:50:38.997" v="9666" actId="5793"/>
          <ac:spMkLst>
            <pc:docMk/>
            <pc:sldMk cId="1408005146" sldId="679"/>
            <ac:spMk id="4" creationId="{C4D6D353-DF39-E3D0-C919-E01BFEEE0790}"/>
          </ac:spMkLst>
        </pc:spChg>
        <pc:spChg chg="add mod">
          <ac:chgData name="Khobo, IL, Dr [ilkhobo@sun.ac.za]" userId="b519a442-dcea-4a28-9c45-7e29f1df5837" providerId="ADAL" clId="{8BC8A5CF-2DB3-45E9-BF57-F2ED810C291E}" dt="2026-10-13T20:50:11.439" v="9651" actId="1076"/>
          <ac:spMkLst>
            <pc:docMk/>
            <pc:sldMk cId="1408005146" sldId="679"/>
            <ac:spMk id="5" creationId="{039FDCD9-341B-28C3-06BA-8612D6D92308}"/>
          </ac:spMkLst>
        </pc:spChg>
        <pc:spChg chg="add mod">
          <ac:chgData name="Khobo, IL, Dr [ilkhobo@sun.ac.za]" userId="b519a442-dcea-4a28-9c45-7e29f1df5837" providerId="ADAL" clId="{8BC8A5CF-2DB3-45E9-BF57-F2ED810C291E}" dt="2026-10-13T20:50:26.439" v="9656" actId="20577"/>
          <ac:spMkLst>
            <pc:docMk/>
            <pc:sldMk cId="1408005146" sldId="679"/>
            <ac:spMk id="6" creationId="{E094BE01-0D4F-BF2E-A486-BDF6CD70D7A1}"/>
          </ac:spMkLst>
        </pc:spChg>
        <pc:spChg chg="mod">
          <ac:chgData name="Khobo, IL, Dr [ilkhobo@sun.ac.za]" userId="b519a442-dcea-4a28-9c45-7e29f1df5837" providerId="ADAL" clId="{8BC8A5CF-2DB3-45E9-BF57-F2ED810C291E}" dt="2026-10-13T20:45:52.550" v="9603" actId="1076"/>
          <ac:spMkLst>
            <pc:docMk/>
            <pc:sldMk cId="1408005146" sldId="679"/>
            <ac:spMk id="8" creationId="{E44E1F89-F1AE-7F55-57A3-6DB691B73ED9}"/>
          </ac:spMkLst>
        </pc:spChg>
        <pc:spChg chg="add mod">
          <ac:chgData name="Khobo, IL, Dr [ilkhobo@sun.ac.za]" userId="b519a442-dcea-4a28-9c45-7e29f1df5837" providerId="ADAL" clId="{8BC8A5CF-2DB3-45E9-BF57-F2ED810C291E}" dt="2026-10-13T20:50:11.439" v="9651" actId="1076"/>
          <ac:spMkLst>
            <pc:docMk/>
            <pc:sldMk cId="1408005146" sldId="679"/>
            <ac:spMk id="9" creationId="{93E88A77-116C-D919-8368-3E7EDD5F848A}"/>
          </ac:spMkLst>
        </pc:spChg>
        <pc:spChg chg="add del mod">
          <ac:chgData name="Khobo, IL, Dr [ilkhobo@sun.ac.za]" userId="b519a442-dcea-4a28-9c45-7e29f1df5837" providerId="ADAL" clId="{8BC8A5CF-2DB3-45E9-BF57-F2ED810C291E}" dt="2026-10-13T20:51:05.723" v="9669" actId="478"/>
          <ac:spMkLst>
            <pc:docMk/>
            <pc:sldMk cId="1408005146" sldId="679"/>
            <ac:spMk id="13" creationId="{EF5315E7-63B8-E24C-AB75-1CEC735620FC}"/>
          </ac:spMkLst>
        </pc:spChg>
        <pc:spChg chg="add del mod">
          <ac:chgData name="Khobo, IL, Dr [ilkhobo@sun.ac.za]" userId="b519a442-dcea-4a28-9c45-7e29f1df5837" providerId="ADAL" clId="{8BC8A5CF-2DB3-45E9-BF57-F2ED810C291E}" dt="2026-10-13T20:51:05.723" v="9669" actId="478"/>
          <ac:spMkLst>
            <pc:docMk/>
            <pc:sldMk cId="1408005146" sldId="679"/>
            <ac:spMk id="18" creationId="{977D98E5-696A-342C-82BC-DECE412CA83A}"/>
          </ac:spMkLst>
        </pc:spChg>
        <pc:spChg chg="add del mod">
          <ac:chgData name="Khobo, IL, Dr [ilkhobo@sun.ac.za]" userId="b519a442-dcea-4a28-9c45-7e29f1df5837" providerId="ADAL" clId="{8BC8A5CF-2DB3-45E9-BF57-F2ED810C291E}" dt="2026-10-13T20:51:05.723" v="9669" actId="478"/>
          <ac:spMkLst>
            <pc:docMk/>
            <pc:sldMk cId="1408005146" sldId="679"/>
            <ac:spMk id="22" creationId="{5FA13D55-9890-2C64-DDFC-DB345AA6A00A}"/>
          </ac:spMkLst>
        </pc:spChg>
        <pc:spChg chg="add del mod">
          <ac:chgData name="Khobo, IL, Dr [ilkhobo@sun.ac.za]" userId="b519a442-dcea-4a28-9c45-7e29f1df5837" providerId="ADAL" clId="{8BC8A5CF-2DB3-45E9-BF57-F2ED810C291E}" dt="2026-10-13T20:51:17.669" v="9672" actId="21"/>
          <ac:spMkLst>
            <pc:docMk/>
            <pc:sldMk cId="1408005146" sldId="679"/>
            <ac:spMk id="25" creationId="{CB0E2DF9-7B82-D323-8877-3205D7B51564}"/>
          </ac:spMkLst>
        </pc:spChg>
        <pc:grpChg chg="mod">
          <ac:chgData name="Khobo, IL, Dr [ilkhobo@sun.ac.za]" userId="b519a442-dcea-4a28-9c45-7e29f1df5837" providerId="ADAL" clId="{8BC8A5CF-2DB3-45E9-BF57-F2ED810C291E}" dt="2026-10-13T20:46:51.368" v="9608" actId="1076"/>
          <ac:grpSpMkLst>
            <pc:docMk/>
            <pc:sldMk cId="1408005146" sldId="679"/>
            <ac:grpSpMk id="21" creationId="{6DDB227E-4576-C2C2-8FC0-38B82DE02229}"/>
          </ac:grpSpMkLst>
        </pc:grpChg>
        <pc:graphicFrameChg chg="add mod modGraphic">
          <ac:chgData name="Khobo, IL, Dr [ilkhobo@sun.ac.za]" userId="b519a442-dcea-4a28-9c45-7e29f1df5837" providerId="ADAL" clId="{8BC8A5CF-2DB3-45E9-BF57-F2ED810C291E}" dt="2026-10-13T21:27:08.914" v="9963" actId="1076"/>
          <ac:graphicFrameMkLst>
            <pc:docMk/>
            <pc:sldMk cId="1408005146" sldId="679"/>
            <ac:graphicFrameMk id="27" creationId="{5BBCD40F-0440-7062-81AE-FA848066939C}"/>
          </ac:graphicFrameMkLst>
        </pc:graphicFrameChg>
      </pc:sldChg>
      <pc:sldChg chg="add del">
        <pc:chgData name="Khobo, IL, Dr [ilkhobo@sun.ac.za]" userId="b519a442-dcea-4a28-9c45-7e29f1df5837" providerId="ADAL" clId="{8BC8A5CF-2DB3-45E9-BF57-F2ED810C291E}" dt="2026-10-13T20:46:07.790" v="9605" actId="2890"/>
        <pc:sldMkLst>
          <pc:docMk/>
          <pc:sldMk cId="2423608850" sldId="680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10-13T22:15:50.092" v="10078" actId="1076"/>
        <pc:sldMkLst>
          <pc:docMk/>
          <pc:sldMk cId="2669576907" sldId="680"/>
        </pc:sldMkLst>
        <pc:spChg chg="add mod">
          <ac:chgData name="Khobo, IL, Dr [ilkhobo@sun.ac.za]" userId="b519a442-dcea-4a28-9c45-7e29f1df5837" providerId="ADAL" clId="{8BC8A5CF-2DB3-45E9-BF57-F2ED810C291E}" dt="2026-10-13T20:52:01.341" v="9696" actId="20577"/>
          <ac:spMkLst>
            <pc:docMk/>
            <pc:sldMk cId="2669576907" sldId="680"/>
            <ac:spMk id="7" creationId="{9459AEF2-019F-51E2-502A-D24C610B0340}"/>
          </ac:spMkLst>
        </pc:spChg>
        <pc:spChg chg="mod">
          <ac:chgData name="Khobo, IL, Dr [ilkhobo@sun.ac.za]" userId="b519a442-dcea-4a28-9c45-7e29f1df5837" providerId="ADAL" clId="{8BC8A5CF-2DB3-45E9-BF57-F2ED810C291E}" dt="2026-10-13T20:51:30.123" v="9674" actId="1076"/>
          <ac:spMkLst>
            <pc:docMk/>
            <pc:sldMk cId="2669576907" sldId="680"/>
            <ac:spMk id="12" creationId="{C4F701B0-7960-096D-A14F-C570101094B8}"/>
          </ac:spMkLst>
        </pc:spChg>
        <pc:spChg chg="add mod">
          <ac:chgData name="Khobo, IL, Dr [ilkhobo@sun.ac.za]" userId="b519a442-dcea-4a28-9c45-7e29f1df5837" providerId="ADAL" clId="{8BC8A5CF-2DB3-45E9-BF57-F2ED810C291E}" dt="2026-10-13T20:52:57.932" v="9708" actId="1076"/>
          <ac:spMkLst>
            <pc:docMk/>
            <pc:sldMk cId="2669576907" sldId="680"/>
            <ac:spMk id="13" creationId="{AE666962-9DEF-71D7-1DD1-163F1416AC44}"/>
          </ac:spMkLst>
        </pc:spChg>
        <pc:spChg chg="add mod">
          <ac:chgData name="Khobo, IL, Dr [ilkhobo@sun.ac.za]" userId="b519a442-dcea-4a28-9c45-7e29f1df5837" providerId="ADAL" clId="{8BC8A5CF-2DB3-45E9-BF57-F2ED810C291E}" dt="2026-10-13T20:52:49.243" v="9707" actId="20577"/>
          <ac:spMkLst>
            <pc:docMk/>
            <pc:sldMk cId="2669576907" sldId="680"/>
            <ac:spMk id="18" creationId="{8B0180BA-5F82-4772-CBBA-03982D074418}"/>
          </ac:spMkLst>
        </pc:spChg>
        <pc:spChg chg="add mod">
          <ac:chgData name="Khobo, IL, Dr [ilkhobo@sun.ac.za]" userId="b519a442-dcea-4a28-9c45-7e29f1df5837" providerId="ADAL" clId="{8BC8A5CF-2DB3-45E9-BF57-F2ED810C291E}" dt="2026-10-13T20:52:12.749" v="9698" actId="1076"/>
          <ac:spMkLst>
            <pc:docMk/>
            <pc:sldMk cId="2669576907" sldId="680"/>
            <ac:spMk id="22" creationId="{6EB99DB9-DDE5-E57D-378D-36A7B7956947}"/>
          </ac:spMkLst>
        </pc:spChg>
        <pc:grpChg chg="mod">
          <ac:chgData name="Khobo, IL, Dr [ilkhobo@sun.ac.za]" userId="b519a442-dcea-4a28-9c45-7e29f1df5837" providerId="ADAL" clId="{8BC8A5CF-2DB3-45E9-BF57-F2ED810C291E}" dt="2026-10-13T20:52:15.122" v="9700" actId="1076"/>
          <ac:grpSpMkLst>
            <pc:docMk/>
            <pc:sldMk cId="2669576907" sldId="680"/>
            <ac:grpSpMk id="19" creationId="{0B16843E-B75D-EF6E-F7AE-B4E565368C43}"/>
          </ac:grpSpMkLst>
        </pc:grpChg>
        <pc:graphicFrameChg chg="add mod modGraphic">
          <ac:chgData name="Khobo, IL, Dr [ilkhobo@sun.ac.za]" userId="b519a442-dcea-4a28-9c45-7e29f1df5837" providerId="ADAL" clId="{8BC8A5CF-2DB3-45E9-BF57-F2ED810C291E}" dt="2026-10-13T22:15:50.092" v="10078" actId="1076"/>
          <ac:graphicFrameMkLst>
            <pc:docMk/>
            <pc:sldMk cId="2669576907" sldId="680"/>
            <ac:graphicFrameMk id="25" creationId="{D114B23C-B142-BAA7-4B2A-4776577EC575}"/>
          </ac:graphicFrameMkLst>
        </pc:graphicFrameChg>
      </pc:sldChg>
      <pc:sldChg chg="addSp modSp add mod modTransition">
        <pc:chgData name="Khobo, IL, Dr [ilkhobo@sun.ac.za]" userId="b519a442-dcea-4a28-9c45-7e29f1df5837" providerId="ADAL" clId="{8BC8A5CF-2DB3-45E9-BF57-F2ED810C291E}" dt="2026-10-13T22:26:32.370" v="10167" actId="1076"/>
        <pc:sldMkLst>
          <pc:docMk/>
          <pc:sldMk cId="1406563074" sldId="681"/>
        </pc:sldMkLst>
        <pc:spChg chg="add mod">
          <ac:chgData name="Khobo, IL, Dr [ilkhobo@sun.ac.za]" userId="b519a442-dcea-4a28-9c45-7e29f1df5837" providerId="ADAL" clId="{8BC8A5CF-2DB3-45E9-BF57-F2ED810C291E}" dt="2026-10-13T20:53:49.754" v="9726" actId="20577"/>
          <ac:spMkLst>
            <pc:docMk/>
            <pc:sldMk cId="1406563074" sldId="681"/>
            <ac:spMk id="11" creationId="{D8F3EAB9-F2BB-53CE-2845-5AF28F77F659}"/>
          </ac:spMkLst>
        </pc:spChg>
        <pc:spChg chg="mod">
          <ac:chgData name="Khobo, IL, Dr [ilkhobo@sun.ac.za]" userId="b519a442-dcea-4a28-9c45-7e29f1df5837" providerId="ADAL" clId="{8BC8A5CF-2DB3-45E9-BF57-F2ED810C291E}" dt="2026-10-13T20:53:10.477" v="9710" actId="1076"/>
          <ac:spMkLst>
            <pc:docMk/>
            <pc:sldMk cId="1406563074" sldId="681"/>
            <ac:spMk id="16" creationId="{5F7944BE-D7D8-7C0B-7FF8-AE571C623BBC}"/>
          </ac:spMkLst>
        </pc:spChg>
        <pc:spChg chg="add mod">
          <ac:chgData name="Khobo, IL, Dr [ilkhobo@sun.ac.za]" userId="b519a442-dcea-4a28-9c45-7e29f1df5837" providerId="ADAL" clId="{8BC8A5CF-2DB3-45E9-BF57-F2ED810C291E}" dt="2026-10-13T20:54:04.905" v="9732" actId="20577"/>
          <ac:spMkLst>
            <pc:docMk/>
            <pc:sldMk cId="1406563074" sldId="681"/>
            <ac:spMk id="20" creationId="{3D886544-D252-8E8B-8F50-CFB7036F7517}"/>
          </ac:spMkLst>
        </pc:spChg>
        <pc:spChg chg="add mod">
          <ac:chgData name="Khobo, IL, Dr [ilkhobo@sun.ac.za]" userId="b519a442-dcea-4a28-9c45-7e29f1df5837" providerId="ADAL" clId="{8BC8A5CF-2DB3-45E9-BF57-F2ED810C291E}" dt="2026-10-13T20:54:08.201" v="9734" actId="20577"/>
          <ac:spMkLst>
            <pc:docMk/>
            <pc:sldMk cId="1406563074" sldId="681"/>
            <ac:spMk id="25" creationId="{E89A0224-A800-7F5C-8C7E-23D56FD7D508}"/>
          </ac:spMkLst>
        </pc:spChg>
        <pc:spChg chg="add mod">
          <ac:chgData name="Khobo, IL, Dr [ilkhobo@sun.ac.za]" userId="b519a442-dcea-4a28-9c45-7e29f1df5837" providerId="ADAL" clId="{8BC8A5CF-2DB3-45E9-BF57-F2ED810C291E}" dt="2026-10-13T20:54:13.223" v="9736" actId="20577"/>
          <ac:spMkLst>
            <pc:docMk/>
            <pc:sldMk cId="1406563074" sldId="681"/>
            <ac:spMk id="27" creationId="{A4E9241A-8D8D-84FD-B901-DD7A35F85DA5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13T22:26:32.370" v="10167" actId="1076"/>
          <ac:graphicFrameMkLst>
            <pc:docMk/>
            <pc:sldMk cId="1406563074" sldId="681"/>
            <ac:graphicFrameMk id="31" creationId="{66287770-F268-03F3-1F4E-E419228F1FF1}"/>
          </ac:graphicFrameMkLst>
        </pc:graphicFrameChg>
      </pc:sldChg>
      <pc:sldChg chg="addSp delSp modSp new mod">
        <pc:chgData name="Khobo, IL, Dr [ilkhobo@sun.ac.za]" userId="b519a442-dcea-4a28-9c45-7e29f1df5837" providerId="ADAL" clId="{8BC8A5CF-2DB3-45E9-BF57-F2ED810C291E}" dt="2026-10-13T21:15:26.477" v="9883" actId="20577"/>
        <pc:sldMkLst>
          <pc:docMk/>
          <pc:sldMk cId="3156830046" sldId="682"/>
        </pc:sldMkLst>
        <pc:spChg chg="del">
          <ac:chgData name="Khobo, IL, Dr [ilkhobo@sun.ac.za]" userId="b519a442-dcea-4a28-9c45-7e29f1df5837" providerId="ADAL" clId="{8BC8A5CF-2DB3-45E9-BF57-F2ED810C291E}" dt="2026-10-13T20:55:29.097" v="9738" actId="478"/>
          <ac:spMkLst>
            <pc:docMk/>
            <pc:sldMk cId="3156830046" sldId="682"/>
            <ac:spMk id="2" creationId="{B0E9C028-D4E1-586F-F553-B318F75D381F}"/>
          </ac:spMkLst>
        </pc:spChg>
        <pc:spChg chg="del">
          <ac:chgData name="Khobo, IL, Dr [ilkhobo@sun.ac.za]" userId="b519a442-dcea-4a28-9c45-7e29f1df5837" providerId="ADAL" clId="{8BC8A5CF-2DB3-45E9-BF57-F2ED810C291E}" dt="2026-10-13T20:55:32.990" v="9739" actId="478"/>
          <ac:spMkLst>
            <pc:docMk/>
            <pc:sldMk cId="3156830046" sldId="682"/>
            <ac:spMk id="3" creationId="{374BC377-28F0-3ED0-F9DA-1CE6849B8807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5" creationId="{43924CE9-E717-B8A7-4562-7FB142B8D8D8}"/>
          </ac:spMkLst>
        </pc:spChg>
        <pc:spChg chg="mod">
          <ac:chgData name="Khobo, IL, Dr [ilkhobo@sun.ac.za]" userId="b519a442-dcea-4a28-9c45-7e29f1df5837" providerId="ADAL" clId="{8BC8A5CF-2DB3-45E9-BF57-F2ED810C291E}" dt="2026-10-13T21:05:29.094" v="9775" actId="20577"/>
          <ac:spMkLst>
            <pc:docMk/>
            <pc:sldMk cId="3156830046" sldId="682"/>
            <ac:spMk id="6" creationId="{364D64C3-59D0-9E14-239A-C5E0F60C1E0E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7" creationId="{188F870E-3123-57EC-AB63-A400B038424A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9" creationId="{1C02F2F1-4CE3-E39C-90E4-DD7A1F7F8494}"/>
          </ac:spMkLst>
        </pc:spChg>
        <pc:spChg chg="mod">
          <ac:chgData name="Khobo, IL, Dr [ilkhobo@sun.ac.za]" userId="b519a442-dcea-4a28-9c45-7e29f1df5837" providerId="ADAL" clId="{8BC8A5CF-2DB3-45E9-BF57-F2ED810C291E}" dt="2026-10-13T21:05:34.218" v="9776" actId="1076"/>
          <ac:spMkLst>
            <pc:docMk/>
            <pc:sldMk cId="3156830046" sldId="682"/>
            <ac:spMk id="10" creationId="{E79525B8-495E-1866-993A-F8DD37654B50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12" creationId="{CDDDD55F-5A5D-AAA4-0422-B8A4D2F95786}"/>
          </ac:spMkLst>
        </pc:spChg>
        <pc:spChg chg="mod">
          <ac:chgData name="Khobo, IL, Dr [ilkhobo@sun.ac.za]" userId="b519a442-dcea-4a28-9c45-7e29f1df5837" providerId="ADAL" clId="{8BC8A5CF-2DB3-45E9-BF57-F2ED810C291E}" dt="2026-10-13T21:05:14.935" v="9771" actId="20577"/>
          <ac:spMkLst>
            <pc:docMk/>
            <pc:sldMk cId="3156830046" sldId="682"/>
            <ac:spMk id="13" creationId="{D3CCD7AF-FA5B-A1D9-ED4F-B4300AD9DE16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16" creationId="{DD4D8933-7C2D-ED60-36AF-93D1E1F13E08}"/>
          </ac:spMkLst>
        </pc:spChg>
        <pc:spChg chg="mod">
          <ac:chgData name="Khobo, IL, Dr [ilkhobo@sun.ac.za]" userId="b519a442-dcea-4a28-9c45-7e29f1df5837" providerId="ADAL" clId="{8BC8A5CF-2DB3-45E9-BF57-F2ED810C291E}" dt="2026-10-13T21:05:20.409" v="9772" actId="1076"/>
          <ac:spMkLst>
            <pc:docMk/>
            <pc:sldMk cId="3156830046" sldId="682"/>
            <ac:spMk id="17" creationId="{4C85CDFB-E09B-B062-0DE3-08B8253CA704}"/>
          </ac:spMkLst>
        </pc:spChg>
        <pc:spChg chg="mod">
          <ac:chgData name="Khobo, IL, Dr [ilkhobo@sun.ac.za]" userId="b519a442-dcea-4a28-9c45-7e29f1df5837" providerId="ADAL" clId="{8BC8A5CF-2DB3-45E9-BF57-F2ED810C291E}" dt="2026-10-13T21:15:16.684" v="9880" actId="20577"/>
          <ac:spMkLst>
            <pc:docMk/>
            <pc:sldMk cId="3156830046" sldId="682"/>
            <ac:spMk id="20" creationId="{4FB02C5A-2D55-4E5A-5095-6F284A24F3B2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22" creationId="{C9511B38-CF1C-1C05-6ACB-E79D3BBA0B62}"/>
          </ac:spMkLst>
        </pc:spChg>
        <pc:spChg chg="mod">
          <ac:chgData name="Khobo, IL, Dr [ilkhobo@sun.ac.za]" userId="b519a442-dcea-4a28-9c45-7e29f1df5837" providerId="ADAL" clId="{8BC8A5CF-2DB3-45E9-BF57-F2ED810C291E}" dt="2026-10-13T21:02:06.148" v="9748"/>
          <ac:spMkLst>
            <pc:docMk/>
            <pc:sldMk cId="3156830046" sldId="682"/>
            <ac:spMk id="23" creationId="{A1B055A5-CCD2-0FDD-85D7-D342F435582E}"/>
          </ac:spMkLst>
        </pc:spChg>
        <pc:spChg chg="mod">
          <ac:chgData name="Khobo, IL, Dr [ilkhobo@sun.ac.za]" userId="b519a442-dcea-4a28-9c45-7e29f1df5837" providerId="ADAL" clId="{8BC8A5CF-2DB3-45E9-BF57-F2ED810C291E}" dt="2026-10-13T21:15:22.923" v="9881" actId="1076"/>
          <ac:spMkLst>
            <pc:docMk/>
            <pc:sldMk cId="3156830046" sldId="682"/>
            <ac:spMk id="24" creationId="{B68F3167-66D1-472F-98DE-3F12F521CA0C}"/>
          </ac:spMkLst>
        </pc:spChg>
        <pc:spChg chg="mod">
          <ac:chgData name="Khobo, IL, Dr [ilkhobo@sun.ac.za]" userId="b519a442-dcea-4a28-9c45-7e29f1df5837" providerId="ADAL" clId="{8BC8A5CF-2DB3-45E9-BF57-F2ED810C291E}" dt="2026-10-13T21:05:00.278" v="9767" actId="20577"/>
          <ac:spMkLst>
            <pc:docMk/>
            <pc:sldMk cId="3156830046" sldId="682"/>
            <ac:spMk id="27" creationId="{1BAD829A-08EE-9A2A-1EF3-45B3E4E69E41}"/>
          </ac:spMkLst>
        </pc:spChg>
        <pc:spChg chg="mod">
          <ac:chgData name="Khobo, IL, Dr [ilkhobo@sun.ac.za]" userId="b519a442-dcea-4a28-9c45-7e29f1df5837" providerId="ADAL" clId="{8BC8A5CF-2DB3-45E9-BF57-F2ED810C291E}" dt="2026-10-13T21:13:08.654" v="9866" actId="2085"/>
          <ac:spMkLst>
            <pc:docMk/>
            <pc:sldMk cId="3156830046" sldId="682"/>
            <ac:spMk id="28" creationId="{845A6837-B4CA-0614-F4B4-00F8D895D5DE}"/>
          </ac:spMkLst>
        </pc:spChg>
        <pc:spChg chg="mod">
          <ac:chgData name="Khobo, IL, Dr [ilkhobo@sun.ac.za]" userId="b519a442-dcea-4a28-9c45-7e29f1df5837" providerId="ADAL" clId="{8BC8A5CF-2DB3-45E9-BF57-F2ED810C291E}" dt="2026-10-13T21:13:04.853" v="9865" actId="2085"/>
          <ac:spMkLst>
            <pc:docMk/>
            <pc:sldMk cId="3156830046" sldId="682"/>
            <ac:spMk id="29" creationId="{35339D77-AF6F-051A-C29E-C1F7F22350CF}"/>
          </ac:spMkLst>
        </pc:spChg>
        <pc:spChg chg="del">
          <ac:chgData name="Khobo, IL, Dr [ilkhobo@sun.ac.za]" userId="b519a442-dcea-4a28-9c45-7e29f1df5837" providerId="ADAL" clId="{8BC8A5CF-2DB3-45E9-BF57-F2ED810C291E}" dt="2026-10-13T21:10:57.537" v="9839" actId="478"/>
          <ac:spMkLst>
            <pc:docMk/>
            <pc:sldMk cId="3156830046" sldId="682"/>
            <ac:spMk id="30" creationId="{D77F4D3D-1244-0284-E1E3-24ACF393F823}"/>
          </ac:spMkLst>
        </pc:spChg>
        <pc:spChg chg="del mod">
          <ac:chgData name="Khobo, IL, Dr [ilkhobo@sun.ac.za]" userId="b519a442-dcea-4a28-9c45-7e29f1df5837" providerId="ADAL" clId="{8BC8A5CF-2DB3-45E9-BF57-F2ED810C291E}" dt="2026-10-13T21:11:00.882" v="9840" actId="478"/>
          <ac:spMkLst>
            <pc:docMk/>
            <pc:sldMk cId="3156830046" sldId="682"/>
            <ac:spMk id="31" creationId="{E5991B58-0E54-1CDA-376D-42181B4110F7}"/>
          </ac:spMkLst>
        </pc:spChg>
        <pc:spChg chg="mod">
          <ac:chgData name="Khobo, IL, Dr [ilkhobo@sun.ac.za]" userId="b519a442-dcea-4a28-9c45-7e29f1df5837" providerId="ADAL" clId="{8BC8A5CF-2DB3-45E9-BF57-F2ED810C291E}" dt="2026-10-13T21:02:30.446" v="9751"/>
          <ac:spMkLst>
            <pc:docMk/>
            <pc:sldMk cId="3156830046" sldId="682"/>
            <ac:spMk id="33" creationId="{50A094F6-C59A-C4F5-4E9F-FF52DBC840FF}"/>
          </ac:spMkLst>
        </pc:spChg>
        <pc:spChg chg="mod">
          <ac:chgData name="Khobo, IL, Dr [ilkhobo@sun.ac.za]" userId="b519a442-dcea-4a28-9c45-7e29f1df5837" providerId="ADAL" clId="{8BC8A5CF-2DB3-45E9-BF57-F2ED810C291E}" dt="2026-10-13T21:02:30.446" v="9751"/>
          <ac:spMkLst>
            <pc:docMk/>
            <pc:sldMk cId="3156830046" sldId="682"/>
            <ac:spMk id="34" creationId="{374DFA46-54F9-2CBF-843D-D026236BCA2E}"/>
          </ac:spMkLst>
        </pc:spChg>
        <pc:spChg chg="mod">
          <ac:chgData name="Khobo, IL, Dr [ilkhobo@sun.ac.za]" userId="b519a442-dcea-4a28-9c45-7e29f1df5837" providerId="ADAL" clId="{8BC8A5CF-2DB3-45E9-BF57-F2ED810C291E}" dt="2026-10-13T21:12:43.446" v="9864" actId="2085"/>
          <ac:spMkLst>
            <pc:docMk/>
            <pc:sldMk cId="3156830046" sldId="682"/>
            <ac:spMk id="35" creationId="{0C662F72-42B6-C4C3-0D5F-DCF3E7811269}"/>
          </ac:spMkLst>
        </pc:spChg>
        <pc:spChg chg="mod">
          <ac:chgData name="Khobo, IL, Dr [ilkhobo@sun.ac.za]" userId="b519a442-dcea-4a28-9c45-7e29f1df5837" providerId="ADAL" clId="{8BC8A5CF-2DB3-45E9-BF57-F2ED810C291E}" dt="2026-10-13T21:12:39.684" v="9863" actId="2085"/>
          <ac:spMkLst>
            <pc:docMk/>
            <pc:sldMk cId="3156830046" sldId="682"/>
            <ac:spMk id="36" creationId="{989E6215-518D-B98D-B05F-505528CE443A}"/>
          </ac:spMkLst>
        </pc:spChg>
        <pc:spChg chg="del mod">
          <ac:chgData name="Khobo, IL, Dr [ilkhobo@sun.ac.za]" userId="b519a442-dcea-4a28-9c45-7e29f1df5837" providerId="ADAL" clId="{8BC8A5CF-2DB3-45E9-BF57-F2ED810C291E}" dt="2026-10-13T21:11:08.151" v="9841" actId="478"/>
          <ac:spMkLst>
            <pc:docMk/>
            <pc:sldMk cId="3156830046" sldId="682"/>
            <ac:spMk id="37" creationId="{695CAF2F-556F-2ADF-36A0-2B777B04F84D}"/>
          </ac:spMkLst>
        </pc:spChg>
        <pc:spChg chg="del mod">
          <ac:chgData name="Khobo, IL, Dr [ilkhobo@sun.ac.za]" userId="b519a442-dcea-4a28-9c45-7e29f1df5837" providerId="ADAL" clId="{8BC8A5CF-2DB3-45E9-BF57-F2ED810C291E}" dt="2026-10-13T21:11:11.301" v="9842" actId="478"/>
          <ac:spMkLst>
            <pc:docMk/>
            <pc:sldMk cId="3156830046" sldId="682"/>
            <ac:spMk id="38" creationId="{5DF64B57-57FB-2E46-FAC9-6506A0CF605A}"/>
          </ac:spMkLst>
        </pc:spChg>
        <pc:spChg chg="mod">
          <ac:chgData name="Khobo, IL, Dr [ilkhobo@sun.ac.za]" userId="b519a442-dcea-4a28-9c45-7e29f1df5837" providerId="ADAL" clId="{8BC8A5CF-2DB3-45E9-BF57-F2ED810C291E}" dt="2026-10-13T21:05:44.273" v="9779" actId="20577"/>
          <ac:spMkLst>
            <pc:docMk/>
            <pc:sldMk cId="3156830046" sldId="682"/>
            <ac:spMk id="41" creationId="{37688098-3BF5-905A-21E8-E731851FF2AB}"/>
          </ac:spMkLst>
        </pc:spChg>
        <pc:spChg chg="mod">
          <ac:chgData name="Khobo, IL, Dr [ilkhobo@sun.ac.za]" userId="b519a442-dcea-4a28-9c45-7e29f1df5837" providerId="ADAL" clId="{8BC8A5CF-2DB3-45E9-BF57-F2ED810C291E}" dt="2026-10-13T21:12:30.725" v="9861" actId="2085"/>
          <ac:spMkLst>
            <pc:docMk/>
            <pc:sldMk cId="3156830046" sldId="682"/>
            <ac:spMk id="42" creationId="{C6FE84DA-DC0B-2F18-7CB2-5D245EF0885A}"/>
          </ac:spMkLst>
        </pc:spChg>
        <pc:spChg chg="mod">
          <ac:chgData name="Khobo, IL, Dr [ilkhobo@sun.ac.za]" userId="b519a442-dcea-4a28-9c45-7e29f1df5837" providerId="ADAL" clId="{8BC8A5CF-2DB3-45E9-BF57-F2ED810C291E}" dt="2026-10-13T21:12:33.905" v="9862" actId="2085"/>
          <ac:spMkLst>
            <pc:docMk/>
            <pc:sldMk cId="3156830046" sldId="682"/>
            <ac:spMk id="43" creationId="{A420DA93-EC93-7413-97C0-5F189584C2F8}"/>
          </ac:spMkLst>
        </pc:spChg>
        <pc:spChg chg="del">
          <ac:chgData name="Khobo, IL, Dr [ilkhobo@sun.ac.za]" userId="b519a442-dcea-4a28-9c45-7e29f1df5837" providerId="ADAL" clId="{8BC8A5CF-2DB3-45E9-BF57-F2ED810C291E}" dt="2026-10-13T21:11:15.061" v="9843" actId="478"/>
          <ac:spMkLst>
            <pc:docMk/>
            <pc:sldMk cId="3156830046" sldId="682"/>
            <ac:spMk id="44" creationId="{DE1C4207-6D75-476F-CA4E-D4FD83F5AD71}"/>
          </ac:spMkLst>
        </pc:spChg>
        <pc:spChg chg="del mod">
          <ac:chgData name="Khobo, IL, Dr [ilkhobo@sun.ac.za]" userId="b519a442-dcea-4a28-9c45-7e29f1df5837" providerId="ADAL" clId="{8BC8A5CF-2DB3-45E9-BF57-F2ED810C291E}" dt="2026-10-13T21:11:18.348" v="9844" actId="478"/>
          <ac:spMkLst>
            <pc:docMk/>
            <pc:sldMk cId="3156830046" sldId="682"/>
            <ac:spMk id="45" creationId="{679FE53B-5CCF-C4D5-59E8-B4C0704E022F}"/>
          </ac:spMkLst>
        </pc:spChg>
        <pc:spChg chg="mod">
          <ac:chgData name="Khobo, IL, Dr [ilkhobo@sun.ac.za]" userId="b519a442-dcea-4a28-9c45-7e29f1df5837" providerId="ADAL" clId="{8BC8A5CF-2DB3-45E9-BF57-F2ED810C291E}" dt="2026-10-13T21:03:06.485" v="9754"/>
          <ac:spMkLst>
            <pc:docMk/>
            <pc:sldMk cId="3156830046" sldId="682"/>
            <ac:spMk id="47" creationId="{D702D94F-451D-F141-4CB9-14FFB5679B3D}"/>
          </ac:spMkLst>
        </pc:spChg>
        <pc:spChg chg="mod">
          <ac:chgData name="Khobo, IL, Dr [ilkhobo@sun.ac.za]" userId="b519a442-dcea-4a28-9c45-7e29f1df5837" providerId="ADAL" clId="{8BC8A5CF-2DB3-45E9-BF57-F2ED810C291E}" dt="2026-10-13T21:15:26.477" v="9883" actId="20577"/>
          <ac:spMkLst>
            <pc:docMk/>
            <pc:sldMk cId="3156830046" sldId="682"/>
            <ac:spMk id="48" creationId="{B1D980D7-5A9E-24D1-6DC4-CF3D03898789}"/>
          </ac:spMkLst>
        </pc:spChg>
        <pc:spChg chg="mod">
          <ac:chgData name="Khobo, IL, Dr [ilkhobo@sun.ac.za]" userId="b519a442-dcea-4a28-9c45-7e29f1df5837" providerId="ADAL" clId="{8BC8A5CF-2DB3-45E9-BF57-F2ED810C291E}" dt="2026-10-13T21:12:19.137" v="9858" actId="2085"/>
          <ac:spMkLst>
            <pc:docMk/>
            <pc:sldMk cId="3156830046" sldId="682"/>
            <ac:spMk id="49" creationId="{2624CBFB-3D33-7879-85B1-497E7330B456}"/>
          </ac:spMkLst>
        </pc:spChg>
        <pc:spChg chg="add del mod">
          <ac:chgData name="Khobo, IL, Dr [ilkhobo@sun.ac.za]" userId="b519a442-dcea-4a28-9c45-7e29f1df5837" providerId="ADAL" clId="{8BC8A5CF-2DB3-45E9-BF57-F2ED810C291E}" dt="2026-10-13T21:12:15.722" v="9857" actId="2085"/>
          <ac:spMkLst>
            <pc:docMk/>
            <pc:sldMk cId="3156830046" sldId="682"/>
            <ac:spMk id="50" creationId="{CB45F76C-DBF0-1DDE-E799-5F71F01236D1}"/>
          </ac:spMkLst>
        </pc:spChg>
        <pc:spChg chg="del mod">
          <ac:chgData name="Khobo, IL, Dr [ilkhobo@sun.ac.za]" userId="b519a442-dcea-4a28-9c45-7e29f1df5837" providerId="ADAL" clId="{8BC8A5CF-2DB3-45E9-BF57-F2ED810C291E}" dt="2026-10-13T21:11:23.575" v="9845" actId="478"/>
          <ac:spMkLst>
            <pc:docMk/>
            <pc:sldMk cId="3156830046" sldId="682"/>
            <ac:spMk id="51" creationId="{A5F115C7-55E7-B877-19C1-2FFF68FA76ED}"/>
          </ac:spMkLst>
        </pc:spChg>
        <pc:spChg chg="del mod">
          <ac:chgData name="Khobo, IL, Dr [ilkhobo@sun.ac.za]" userId="b519a442-dcea-4a28-9c45-7e29f1df5837" providerId="ADAL" clId="{8BC8A5CF-2DB3-45E9-BF57-F2ED810C291E}" dt="2026-10-13T21:11:33.753" v="9848" actId="478"/>
          <ac:spMkLst>
            <pc:docMk/>
            <pc:sldMk cId="3156830046" sldId="682"/>
            <ac:spMk id="52" creationId="{C744D160-6C18-A175-3EAC-634664E5C45B}"/>
          </ac:spMkLst>
        </pc:spChg>
        <pc:grpChg chg="mod">
          <ac:chgData name="Khobo, IL, Dr [ilkhobo@sun.ac.za]" userId="b519a442-dcea-4a28-9c45-7e29f1df5837" providerId="ADAL" clId="{8BC8A5CF-2DB3-45E9-BF57-F2ED810C291E}" dt="2026-10-13T21:03:27.561" v="9757" actId="1076"/>
          <ac:grpSpMkLst>
            <pc:docMk/>
            <pc:sldMk cId="3156830046" sldId="682"/>
            <ac:grpSpMk id="4" creationId="{545D3CCB-549D-6E53-EA66-3A8A60FDC7FF}"/>
          </ac:grpSpMkLst>
        </pc:grpChg>
        <pc:grpChg chg="mod">
          <ac:chgData name="Khobo, IL, Dr [ilkhobo@sun.ac.za]" userId="b519a442-dcea-4a28-9c45-7e29f1df5837" providerId="ADAL" clId="{8BC8A5CF-2DB3-45E9-BF57-F2ED810C291E}" dt="2026-10-13T21:02:17.213" v="9749" actId="1076"/>
          <ac:grpSpMkLst>
            <pc:docMk/>
            <pc:sldMk cId="3156830046" sldId="682"/>
            <ac:grpSpMk id="11" creationId="{565319FB-2756-88CC-6CF7-F8DCC8D76765}"/>
          </ac:grpSpMkLst>
        </pc:grpChg>
        <pc:grpChg chg="mod">
          <ac:chgData name="Khobo, IL, Dr [ilkhobo@sun.ac.za]" userId="b519a442-dcea-4a28-9c45-7e29f1df5837" providerId="ADAL" clId="{8BC8A5CF-2DB3-45E9-BF57-F2ED810C291E}" dt="2026-10-13T21:03:20.093" v="9756" actId="1076"/>
          <ac:grpSpMkLst>
            <pc:docMk/>
            <pc:sldMk cId="3156830046" sldId="682"/>
            <ac:grpSpMk id="18" creationId="{E9B1341A-9CAA-C169-E272-58B1B3E1220B}"/>
          </ac:grpSpMkLst>
        </pc:grpChg>
        <pc:grpChg chg="mod">
          <ac:chgData name="Khobo, IL, Dr [ilkhobo@sun.ac.za]" userId="b519a442-dcea-4a28-9c45-7e29f1df5837" providerId="ADAL" clId="{8BC8A5CF-2DB3-45E9-BF57-F2ED810C291E}" dt="2026-10-13T21:04:54.071" v="9764" actId="1076"/>
          <ac:grpSpMkLst>
            <pc:docMk/>
            <pc:sldMk cId="3156830046" sldId="682"/>
            <ac:grpSpMk id="25" creationId="{87616AA0-EE56-07D0-AB87-22859435898F}"/>
          </ac:grpSpMkLst>
        </pc:grpChg>
        <pc:grpChg chg="add mod">
          <ac:chgData name="Khobo, IL, Dr [ilkhobo@sun.ac.za]" userId="b519a442-dcea-4a28-9c45-7e29f1df5837" providerId="ADAL" clId="{8BC8A5CF-2DB3-45E9-BF57-F2ED810C291E}" dt="2026-10-13T21:02:38.732" v="9752" actId="1076"/>
          <ac:grpSpMkLst>
            <pc:docMk/>
            <pc:sldMk cId="3156830046" sldId="682"/>
            <ac:grpSpMk id="32" creationId="{2F075A66-F9FA-D8D8-213B-A3604E80A372}"/>
          </ac:grpSpMkLst>
        </pc:grpChg>
        <pc:grpChg chg="mod">
          <ac:chgData name="Khobo, IL, Dr [ilkhobo@sun.ac.za]" userId="b519a442-dcea-4a28-9c45-7e29f1df5837" providerId="ADAL" clId="{8BC8A5CF-2DB3-45E9-BF57-F2ED810C291E}" dt="2026-10-13T21:03:14.397" v="9755" actId="1076"/>
          <ac:grpSpMkLst>
            <pc:docMk/>
            <pc:sldMk cId="3156830046" sldId="682"/>
            <ac:grpSpMk id="39" creationId="{DBDAB424-B6D1-9491-9DFF-55044A3C6135}"/>
          </ac:grpSpMkLst>
        </pc:grpChg>
        <pc:grpChg chg="mod">
          <ac:chgData name="Khobo, IL, Dr [ilkhobo@sun.ac.za]" userId="b519a442-dcea-4a28-9c45-7e29f1df5837" providerId="ADAL" clId="{8BC8A5CF-2DB3-45E9-BF57-F2ED810C291E}" dt="2026-10-13T21:03:14.397" v="9755" actId="1076"/>
          <ac:grpSpMkLst>
            <pc:docMk/>
            <pc:sldMk cId="3156830046" sldId="682"/>
            <ac:grpSpMk id="46" creationId="{B310987A-FEC9-96CE-23B5-4E924A194430}"/>
          </ac:grpSpMkLst>
        </pc:grpChg>
        <pc:cxnChg chg="add del mod">
          <ac:chgData name="Khobo, IL, Dr [ilkhobo@sun.ac.za]" userId="b519a442-dcea-4a28-9c45-7e29f1df5837" providerId="ADAL" clId="{8BC8A5CF-2DB3-45E9-BF57-F2ED810C291E}" dt="2026-10-13T21:13:38.712" v="9869" actId="478"/>
          <ac:cxnSpMkLst>
            <pc:docMk/>
            <pc:sldMk cId="3156830046" sldId="682"/>
            <ac:cxnSpMk id="54" creationId="{BC7B4DC3-6281-1468-46A3-635288F98697}"/>
          </ac:cxnSpMkLst>
        </pc:cxnChg>
        <pc:cxnChg chg="add del mod">
          <ac:chgData name="Khobo, IL, Dr [ilkhobo@sun.ac.za]" userId="b519a442-dcea-4a28-9c45-7e29f1df5837" providerId="ADAL" clId="{8BC8A5CF-2DB3-45E9-BF57-F2ED810C291E}" dt="2026-10-13T21:13:41.791" v="9870" actId="478"/>
          <ac:cxnSpMkLst>
            <pc:docMk/>
            <pc:sldMk cId="3156830046" sldId="682"/>
            <ac:cxnSpMk id="56" creationId="{D58401A7-D78B-384B-0AF7-CAB218B488E9}"/>
          </ac:cxnSpMkLst>
        </pc:cxnChg>
        <pc:cxnChg chg="add">
          <ac:chgData name="Khobo, IL, Dr [ilkhobo@sun.ac.za]" userId="b519a442-dcea-4a28-9c45-7e29f1df5837" providerId="ADAL" clId="{8BC8A5CF-2DB3-45E9-BF57-F2ED810C291E}" dt="2026-10-13T21:13:53.014" v="9871" actId="11529"/>
          <ac:cxnSpMkLst>
            <pc:docMk/>
            <pc:sldMk cId="3156830046" sldId="682"/>
            <ac:cxnSpMk id="58" creationId="{83D50146-B701-7680-9918-AD6F1F36FDE9}"/>
          </ac:cxnSpMkLst>
        </pc:cxnChg>
        <pc:cxnChg chg="add mod">
          <ac:chgData name="Khobo, IL, Dr [ilkhobo@sun.ac.za]" userId="b519a442-dcea-4a28-9c45-7e29f1df5837" providerId="ADAL" clId="{8BC8A5CF-2DB3-45E9-BF57-F2ED810C291E}" dt="2026-10-13T21:14:07.137" v="9873" actId="14100"/>
          <ac:cxnSpMkLst>
            <pc:docMk/>
            <pc:sldMk cId="3156830046" sldId="682"/>
            <ac:cxnSpMk id="60" creationId="{3B12161B-3B1F-79A0-695E-1AA3BBB7CA8E}"/>
          </ac:cxnSpMkLst>
        </pc:cxnChg>
        <pc:cxnChg chg="add">
          <ac:chgData name="Khobo, IL, Dr [ilkhobo@sun.ac.za]" userId="b519a442-dcea-4a28-9c45-7e29f1df5837" providerId="ADAL" clId="{8BC8A5CF-2DB3-45E9-BF57-F2ED810C291E}" dt="2026-10-13T21:14:20.053" v="9874" actId="11529"/>
          <ac:cxnSpMkLst>
            <pc:docMk/>
            <pc:sldMk cId="3156830046" sldId="682"/>
            <ac:cxnSpMk id="63" creationId="{4450E3A5-ACB4-D3C6-6CD3-4A6EDE592991}"/>
          </ac:cxnSpMkLst>
        </pc:cxnChg>
        <pc:cxnChg chg="add">
          <ac:chgData name="Khobo, IL, Dr [ilkhobo@sun.ac.za]" userId="b519a442-dcea-4a28-9c45-7e29f1df5837" providerId="ADAL" clId="{8BC8A5CF-2DB3-45E9-BF57-F2ED810C291E}" dt="2026-10-13T21:14:26.833" v="9875" actId="11529"/>
          <ac:cxnSpMkLst>
            <pc:docMk/>
            <pc:sldMk cId="3156830046" sldId="682"/>
            <ac:cxnSpMk id="65" creationId="{FCE7C01D-EDF6-435B-0802-6A76908F3B11}"/>
          </ac:cxnSpMkLst>
        </pc:cxnChg>
        <pc:cxnChg chg="add">
          <ac:chgData name="Khobo, IL, Dr [ilkhobo@sun.ac.za]" userId="b519a442-dcea-4a28-9c45-7e29f1df5837" providerId="ADAL" clId="{8BC8A5CF-2DB3-45E9-BF57-F2ED810C291E}" dt="2026-10-13T21:14:41.242" v="9876" actId="11529"/>
          <ac:cxnSpMkLst>
            <pc:docMk/>
            <pc:sldMk cId="3156830046" sldId="682"/>
            <ac:cxnSpMk id="67" creationId="{84C55F92-F18F-2B73-732C-950B7AB9FC4B}"/>
          </ac:cxnSpMkLst>
        </pc:cxnChg>
        <pc:cxnChg chg="add">
          <ac:chgData name="Khobo, IL, Dr [ilkhobo@sun.ac.za]" userId="b519a442-dcea-4a28-9c45-7e29f1df5837" providerId="ADAL" clId="{8BC8A5CF-2DB3-45E9-BF57-F2ED810C291E}" dt="2026-10-13T21:14:48.484" v="9877" actId="11529"/>
          <ac:cxnSpMkLst>
            <pc:docMk/>
            <pc:sldMk cId="3156830046" sldId="682"/>
            <ac:cxnSpMk id="69" creationId="{467F33FE-5DD6-1180-A3A7-A32F4EA40BC5}"/>
          </ac:cxnSpMkLst>
        </pc:cxnChg>
      </pc:sldChg>
      <pc:sldChg chg="addSp delSp modSp new del mod">
        <pc:chgData name="Khobo, IL, Dr [ilkhobo@sun.ac.za]" userId="b519a442-dcea-4a28-9c45-7e29f1df5837" providerId="ADAL" clId="{8BC8A5CF-2DB3-45E9-BF57-F2ED810C291E}" dt="2026-10-13T21:36:13.481" v="9966" actId="47"/>
        <pc:sldMkLst>
          <pc:docMk/>
          <pc:sldMk cId="3934412097" sldId="683"/>
        </pc:sldMkLst>
        <pc:spChg chg="del">
          <ac:chgData name="Khobo, IL, Dr [ilkhobo@sun.ac.za]" userId="b519a442-dcea-4a28-9c45-7e29f1df5837" providerId="ADAL" clId="{8BC8A5CF-2DB3-45E9-BF57-F2ED810C291E}" dt="2026-10-13T20:55:52.490" v="9745" actId="478"/>
          <ac:spMkLst>
            <pc:docMk/>
            <pc:sldMk cId="3934412097" sldId="683"/>
            <ac:spMk id="2" creationId="{7E906465-E25F-C504-D177-22213D07F577}"/>
          </ac:spMkLst>
        </pc:spChg>
        <pc:spChg chg="del">
          <ac:chgData name="Khobo, IL, Dr [ilkhobo@sun.ac.za]" userId="b519a442-dcea-4a28-9c45-7e29f1df5837" providerId="ADAL" clId="{8BC8A5CF-2DB3-45E9-BF57-F2ED810C291E}" dt="2026-10-13T20:55:52.490" v="9745" actId="478"/>
          <ac:spMkLst>
            <pc:docMk/>
            <pc:sldMk cId="3934412097" sldId="683"/>
            <ac:spMk id="3" creationId="{0EF293D6-189C-BDF1-3DDA-70CF94939EBF}"/>
          </ac:spMkLst>
        </pc:spChg>
        <pc:spChg chg="add del mod">
          <ac:chgData name="Khobo, IL, Dr [ilkhobo@sun.ac.za]" userId="b519a442-dcea-4a28-9c45-7e29f1df5837" providerId="ADAL" clId="{8BC8A5CF-2DB3-45E9-BF57-F2ED810C291E}" dt="2026-10-13T20:55:50.616" v="9744"/>
          <ac:spMkLst>
            <pc:docMk/>
            <pc:sldMk cId="3934412097" sldId="683"/>
            <ac:spMk id="4" creationId="{00D94A03-7FE0-B5D7-15EB-AC7BF04EE450}"/>
          </ac:spMkLst>
        </pc:spChg>
      </pc:sldChg>
      <pc:sldChg chg="delSp new del mod">
        <pc:chgData name="Khobo, IL, Dr [ilkhobo@sun.ac.za]" userId="b519a442-dcea-4a28-9c45-7e29f1df5837" providerId="ADAL" clId="{8BC8A5CF-2DB3-45E9-BF57-F2ED810C291E}" dt="2026-10-13T22:15:18.856" v="10072" actId="2696"/>
        <pc:sldMkLst>
          <pc:docMk/>
          <pc:sldMk cId="963257736" sldId="684"/>
        </pc:sldMkLst>
        <pc:spChg chg="del">
          <ac:chgData name="Khobo, IL, Dr [ilkhobo@sun.ac.za]" userId="b519a442-dcea-4a28-9c45-7e29f1df5837" providerId="ADAL" clId="{8BC8A5CF-2DB3-45E9-BF57-F2ED810C291E}" dt="2026-10-13T20:56:03.588" v="9747" actId="478"/>
          <ac:spMkLst>
            <pc:docMk/>
            <pc:sldMk cId="963257736" sldId="684"/>
            <ac:spMk id="2" creationId="{B7DD85D2-CB2C-F3B4-4A88-B6D762AD2219}"/>
          </ac:spMkLst>
        </pc:spChg>
        <pc:spChg chg="del">
          <ac:chgData name="Khobo, IL, Dr [ilkhobo@sun.ac.za]" userId="b519a442-dcea-4a28-9c45-7e29f1df5837" providerId="ADAL" clId="{8BC8A5CF-2DB3-45E9-BF57-F2ED810C291E}" dt="2026-10-13T20:56:03.588" v="9747" actId="478"/>
          <ac:spMkLst>
            <pc:docMk/>
            <pc:sldMk cId="963257736" sldId="684"/>
            <ac:spMk id="3" creationId="{6BDBBCF7-4547-AA1C-A351-7577C24F23E8}"/>
          </ac:spMkLst>
        </pc:spChg>
      </pc:sldChg>
      <pc:sldChg chg="add del">
        <pc:chgData name="Khobo, IL, Dr [ilkhobo@sun.ac.za]" userId="b519a442-dcea-4a28-9c45-7e29f1df5837" providerId="ADAL" clId="{8BC8A5CF-2DB3-45E9-BF57-F2ED810C291E}" dt="2026-10-13T21:18:03.709" v="9885" actId="47"/>
        <pc:sldMkLst>
          <pc:docMk/>
          <pc:sldMk cId="36950635" sldId="685"/>
        </pc:sldMkLst>
      </pc:sldChg>
      <pc:sldChg chg="addSp modSp add mod">
        <pc:chgData name="Khobo, IL, Dr [ilkhobo@sun.ac.za]" userId="b519a442-dcea-4a28-9c45-7e29f1df5837" providerId="ADAL" clId="{8BC8A5CF-2DB3-45E9-BF57-F2ED810C291E}" dt="2026-10-13T21:18:46.631" v="9893" actId="1076"/>
        <pc:sldMkLst>
          <pc:docMk/>
          <pc:sldMk cId="2697765053" sldId="685"/>
        </pc:sldMkLst>
        <pc:spChg chg="add mod">
          <ac:chgData name="Khobo, IL, Dr [ilkhobo@sun.ac.za]" userId="b519a442-dcea-4a28-9c45-7e29f1df5837" providerId="ADAL" clId="{8BC8A5CF-2DB3-45E9-BF57-F2ED810C291E}" dt="2026-10-13T21:18:46.631" v="9893" actId="1076"/>
          <ac:spMkLst>
            <pc:docMk/>
            <pc:sldMk cId="2697765053" sldId="685"/>
            <ac:spMk id="2" creationId="{21DE68E5-0A0B-7BCA-B87B-C9DD110E1A31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10-13T21:19:07.151" v="9895" actId="1076"/>
        <pc:sldMkLst>
          <pc:docMk/>
          <pc:sldMk cId="3565393033" sldId="686"/>
        </pc:sldMkLst>
        <pc:spChg chg="mod">
          <ac:chgData name="Khobo, IL, Dr [ilkhobo@sun.ac.za]" userId="b519a442-dcea-4a28-9c45-7e29f1df5837" providerId="ADAL" clId="{8BC8A5CF-2DB3-45E9-BF57-F2ED810C291E}" dt="2026-10-13T21:19:07.151" v="9895" actId="1076"/>
          <ac:spMkLst>
            <pc:docMk/>
            <pc:sldMk cId="3565393033" sldId="686"/>
            <ac:spMk id="2" creationId="{230C4DB3-685D-FBDE-838B-4BF460820AEF}"/>
          </ac:spMkLst>
        </pc:spChg>
      </pc:sldChg>
      <pc:sldChg chg="addSp modSp add mod">
        <pc:chgData name="Khobo, IL, Dr [ilkhobo@sun.ac.za]" userId="b519a442-dcea-4a28-9c45-7e29f1df5837" providerId="ADAL" clId="{8BC8A5CF-2DB3-45E9-BF57-F2ED810C291E}" dt="2026-10-13T21:19:59.357" v="9912" actId="1076"/>
        <pc:sldMkLst>
          <pc:docMk/>
          <pc:sldMk cId="2334974205" sldId="687"/>
        </pc:sldMkLst>
        <pc:spChg chg="mod">
          <ac:chgData name="Khobo, IL, Dr [ilkhobo@sun.ac.za]" userId="b519a442-dcea-4a28-9c45-7e29f1df5837" providerId="ADAL" clId="{8BC8A5CF-2DB3-45E9-BF57-F2ED810C291E}" dt="2026-10-13T21:19:28.355" v="9897" actId="1076"/>
          <ac:spMkLst>
            <pc:docMk/>
            <pc:sldMk cId="2334974205" sldId="687"/>
            <ac:spMk id="2" creationId="{700E316C-AEC5-084E-8AB9-8686872CE7C6}"/>
          </ac:spMkLst>
        </pc:spChg>
        <pc:spChg chg="add mod">
          <ac:chgData name="Khobo, IL, Dr [ilkhobo@sun.ac.za]" userId="b519a442-dcea-4a28-9c45-7e29f1df5837" providerId="ADAL" clId="{8BC8A5CF-2DB3-45E9-BF57-F2ED810C291E}" dt="2026-10-13T21:19:59.357" v="9912" actId="1076"/>
          <ac:spMkLst>
            <pc:docMk/>
            <pc:sldMk cId="2334974205" sldId="687"/>
            <ac:spMk id="3" creationId="{D3ADDFF0-C98C-FF84-21A1-DE257D70B7D4}"/>
          </ac:spMkLst>
        </pc:spChg>
      </pc:sldChg>
      <pc:sldChg chg="addSp modSp add mod">
        <pc:chgData name="Khobo, IL, Dr [ilkhobo@sun.ac.za]" userId="b519a442-dcea-4a28-9c45-7e29f1df5837" providerId="ADAL" clId="{8BC8A5CF-2DB3-45E9-BF57-F2ED810C291E}" dt="2026-10-13T21:20:39.795" v="9920" actId="20577"/>
        <pc:sldMkLst>
          <pc:docMk/>
          <pc:sldMk cId="2812800013" sldId="688"/>
        </pc:sldMkLst>
        <pc:spChg chg="mod">
          <ac:chgData name="Khobo, IL, Dr [ilkhobo@sun.ac.za]" userId="b519a442-dcea-4a28-9c45-7e29f1df5837" providerId="ADAL" clId="{8BC8A5CF-2DB3-45E9-BF57-F2ED810C291E}" dt="2026-10-13T21:20:25.169" v="9914" actId="1076"/>
          <ac:spMkLst>
            <pc:docMk/>
            <pc:sldMk cId="2812800013" sldId="688"/>
            <ac:spMk id="2" creationId="{194EEC1B-9905-7797-D7F1-124673ACD3F3}"/>
          </ac:spMkLst>
        </pc:spChg>
        <pc:spChg chg="add mod">
          <ac:chgData name="Khobo, IL, Dr [ilkhobo@sun.ac.za]" userId="b519a442-dcea-4a28-9c45-7e29f1df5837" providerId="ADAL" clId="{8BC8A5CF-2DB3-45E9-BF57-F2ED810C291E}" dt="2026-10-13T21:20:39.795" v="9920" actId="20577"/>
          <ac:spMkLst>
            <pc:docMk/>
            <pc:sldMk cId="2812800013" sldId="688"/>
            <ac:spMk id="31" creationId="{CF9E9EDF-F109-2E86-E043-D7E4BA9D40D6}"/>
          </ac:spMkLst>
        </pc:spChg>
      </pc:sldChg>
      <pc:sldChg chg="addSp modSp add mod">
        <pc:chgData name="Khobo, IL, Dr [ilkhobo@sun.ac.za]" userId="b519a442-dcea-4a28-9c45-7e29f1df5837" providerId="ADAL" clId="{8BC8A5CF-2DB3-45E9-BF57-F2ED810C291E}" dt="2026-10-13T21:22:32.645" v="9927" actId="1076"/>
        <pc:sldMkLst>
          <pc:docMk/>
          <pc:sldMk cId="2643157951" sldId="689"/>
        </pc:sldMkLst>
        <pc:spChg chg="mod">
          <ac:chgData name="Khobo, IL, Dr [ilkhobo@sun.ac.za]" userId="b519a442-dcea-4a28-9c45-7e29f1df5837" providerId="ADAL" clId="{8BC8A5CF-2DB3-45E9-BF57-F2ED810C291E}" dt="2026-10-13T21:20:54.356" v="9922" actId="1076"/>
          <ac:spMkLst>
            <pc:docMk/>
            <pc:sldMk cId="2643157951" sldId="689"/>
            <ac:spMk id="2" creationId="{8972394B-1FEB-98E9-B099-78C072457768}"/>
          </ac:spMkLst>
        </pc:spChg>
        <pc:spChg chg="add mod">
          <ac:chgData name="Khobo, IL, Dr [ilkhobo@sun.ac.za]" userId="b519a442-dcea-4a28-9c45-7e29f1df5837" providerId="ADAL" clId="{8BC8A5CF-2DB3-45E9-BF57-F2ED810C291E}" dt="2026-10-13T21:22:32.645" v="9927" actId="1076"/>
          <ac:spMkLst>
            <pc:docMk/>
            <pc:sldMk cId="2643157951" sldId="689"/>
            <ac:spMk id="37" creationId="{810CB882-E120-E370-01B9-440D0D1916EF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1:48:05.418" v="9989" actId="22"/>
        <pc:sldMkLst>
          <pc:docMk/>
          <pc:sldMk cId="2169909976" sldId="690"/>
        </pc:sldMkLst>
        <pc:spChg chg="mod">
          <ac:chgData name="Khobo, IL, Dr [ilkhobo@sun.ac.za]" userId="b519a442-dcea-4a28-9c45-7e29f1df5837" providerId="ADAL" clId="{8BC8A5CF-2DB3-45E9-BF57-F2ED810C291E}" dt="2026-10-13T21:22:54.247" v="9929" actId="1076"/>
          <ac:spMkLst>
            <pc:docMk/>
            <pc:sldMk cId="2169909976" sldId="690"/>
            <ac:spMk id="2" creationId="{59076002-6BB1-4D04-CF07-6B7D456AB629}"/>
          </ac:spMkLst>
        </pc:spChg>
        <pc:spChg chg="del">
          <ac:chgData name="Khobo, IL, Dr [ilkhobo@sun.ac.za]" userId="b519a442-dcea-4a28-9c45-7e29f1df5837" providerId="ADAL" clId="{8BC8A5CF-2DB3-45E9-BF57-F2ED810C291E}" dt="2026-10-13T21:46:35.229" v="9983" actId="478"/>
          <ac:spMkLst>
            <pc:docMk/>
            <pc:sldMk cId="2169909976" sldId="690"/>
            <ac:spMk id="3" creationId="{144537CD-D825-AF4D-E646-9FB0A8507443}"/>
          </ac:spMkLst>
        </pc:spChg>
        <pc:spChg chg="del">
          <ac:chgData name="Khobo, IL, Dr [ilkhobo@sun.ac.za]" userId="b519a442-dcea-4a28-9c45-7e29f1df5837" providerId="ADAL" clId="{8BC8A5CF-2DB3-45E9-BF57-F2ED810C291E}" dt="2026-10-13T21:46:35.229" v="9983" actId="478"/>
          <ac:spMkLst>
            <pc:docMk/>
            <pc:sldMk cId="2169909976" sldId="690"/>
            <ac:spMk id="31" creationId="{47F4E274-B4E1-037C-C392-463755311608}"/>
          </ac:spMkLst>
        </pc:spChg>
        <pc:spChg chg="del">
          <ac:chgData name="Khobo, IL, Dr [ilkhobo@sun.ac.za]" userId="b519a442-dcea-4a28-9c45-7e29f1df5837" providerId="ADAL" clId="{8BC8A5CF-2DB3-45E9-BF57-F2ED810C291E}" dt="2026-10-13T21:46:35.229" v="9983" actId="478"/>
          <ac:spMkLst>
            <pc:docMk/>
            <pc:sldMk cId="2169909976" sldId="690"/>
            <ac:spMk id="37" creationId="{9214B951-A2D5-3C58-C6AA-807B16B2E188}"/>
          </ac:spMkLst>
        </pc:spChg>
        <pc:spChg chg="add del mod">
          <ac:chgData name="Khobo, IL, Dr [ilkhobo@sun.ac.za]" userId="b519a442-dcea-4a28-9c45-7e29f1df5837" providerId="ADAL" clId="{8BC8A5CF-2DB3-45E9-BF57-F2ED810C291E}" dt="2026-10-13T21:46:35.229" v="9983" actId="478"/>
          <ac:spMkLst>
            <pc:docMk/>
            <pc:sldMk cId="2169909976" sldId="690"/>
            <ac:spMk id="38" creationId="{33276394-4AC7-9C4E-0375-C3A67DC9E47E}"/>
          </ac:spMkLst>
        </pc:spChg>
        <pc:spChg chg="add del">
          <ac:chgData name="Khobo, IL, Dr [ilkhobo@sun.ac.za]" userId="b519a442-dcea-4a28-9c45-7e29f1df5837" providerId="ADAL" clId="{8BC8A5CF-2DB3-45E9-BF57-F2ED810C291E}" dt="2026-10-13T21:48:04.705" v="9988" actId="478"/>
          <ac:spMkLst>
            <pc:docMk/>
            <pc:sldMk cId="2169909976" sldId="690"/>
            <ac:spMk id="45" creationId="{BF6F76BA-36CA-3FEB-37A9-511F13A13631}"/>
          </ac:spMkLst>
        </pc:spChg>
        <pc:spChg chg="add del">
          <ac:chgData name="Khobo, IL, Dr [ilkhobo@sun.ac.za]" userId="b519a442-dcea-4a28-9c45-7e29f1df5837" providerId="ADAL" clId="{8BC8A5CF-2DB3-45E9-BF57-F2ED810C291E}" dt="2026-10-13T21:48:04.705" v="9988" actId="478"/>
          <ac:spMkLst>
            <pc:docMk/>
            <pc:sldMk cId="2169909976" sldId="690"/>
            <ac:spMk id="52" creationId="{69980BA3-9EB6-803E-A5B6-D5C4C0EBD16C}"/>
          </ac:spMkLst>
        </pc:spChg>
        <pc:spChg chg="add del">
          <ac:chgData name="Khobo, IL, Dr [ilkhobo@sun.ac.za]" userId="b519a442-dcea-4a28-9c45-7e29f1df5837" providerId="ADAL" clId="{8BC8A5CF-2DB3-45E9-BF57-F2ED810C291E}" dt="2026-10-13T21:48:04.705" v="9988" actId="478"/>
          <ac:spMkLst>
            <pc:docMk/>
            <pc:sldMk cId="2169909976" sldId="690"/>
            <ac:spMk id="54" creationId="{99C541B3-01FE-D274-A165-A5DFDD84CB59}"/>
          </ac:spMkLst>
        </pc:spChg>
        <pc:spChg chg="add del">
          <ac:chgData name="Khobo, IL, Dr [ilkhobo@sun.ac.za]" userId="b519a442-dcea-4a28-9c45-7e29f1df5837" providerId="ADAL" clId="{8BC8A5CF-2DB3-45E9-BF57-F2ED810C291E}" dt="2026-10-13T21:46:41.772" v="9985" actId="478"/>
          <ac:spMkLst>
            <pc:docMk/>
            <pc:sldMk cId="2169909976" sldId="690"/>
            <ac:spMk id="56" creationId="{34A75913-6666-F050-8089-0E2E8988D97D}"/>
          </ac:spMkLst>
        </pc:spChg>
        <pc:spChg chg="add del">
          <ac:chgData name="Khobo, IL, Dr [ilkhobo@sun.ac.za]" userId="b519a442-dcea-4a28-9c45-7e29f1df5837" providerId="ADAL" clId="{8BC8A5CF-2DB3-45E9-BF57-F2ED810C291E}" dt="2026-10-13T21:46:41.772" v="9985" actId="478"/>
          <ac:spMkLst>
            <pc:docMk/>
            <pc:sldMk cId="2169909976" sldId="690"/>
            <ac:spMk id="59" creationId="{D76EA3E3-96AA-2C87-1294-46478AEF5F2D}"/>
          </ac:spMkLst>
        </pc:spChg>
        <pc:spChg chg="add del">
          <ac:chgData name="Khobo, IL, Dr [ilkhobo@sun.ac.za]" userId="b519a442-dcea-4a28-9c45-7e29f1df5837" providerId="ADAL" clId="{8BC8A5CF-2DB3-45E9-BF57-F2ED810C291E}" dt="2026-10-13T21:46:41.772" v="9985" actId="478"/>
          <ac:spMkLst>
            <pc:docMk/>
            <pc:sldMk cId="2169909976" sldId="690"/>
            <ac:spMk id="62" creationId="{33DD2A95-11A5-28D6-046B-E605F5420A9F}"/>
          </ac:spMkLst>
        </pc:spChg>
        <pc:spChg chg="add del">
          <ac:chgData name="Khobo, IL, Dr [ilkhobo@sun.ac.za]" userId="b519a442-dcea-4a28-9c45-7e29f1df5837" providerId="ADAL" clId="{8BC8A5CF-2DB3-45E9-BF57-F2ED810C291E}" dt="2026-10-13T21:46:41.772" v="9985" actId="478"/>
          <ac:spMkLst>
            <pc:docMk/>
            <pc:sldMk cId="2169909976" sldId="690"/>
            <ac:spMk id="66" creationId="{FF0D821A-4469-0F1A-8494-9F53FA8EBEAA}"/>
          </ac:spMkLst>
        </pc:spChg>
        <pc:spChg chg="add">
          <ac:chgData name="Khobo, IL, Dr [ilkhobo@sun.ac.za]" userId="b519a442-dcea-4a28-9c45-7e29f1df5837" providerId="ADAL" clId="{8BC8A5CF-2DB3-45E9-BF57-F2ED810C291E}" dt="2026-10-13T21:48:05.418" v="9989" actId="22"/>
          <ac:spMkLst>
            <pc:docMk/>
            <pc:sldMk cId="2169909976" sldId="690"/>
            <ac:spMk id="70" creationId="{6C80B08E-6A7F-1C32-B64D-E1E726102B04}"/>
          </ac:spMkLst>
        </pc:spChg>
        <pc:spChg chg="add">
          <ac:chgData name="Khobo, IL, Dr [ilkhobo@sun.ac.za]" userId="b519a442-dcea-4a28-9c45-7e29f1df5837" providerId="ADAL" clId="{8BC8A5CF-2DB3-45E9-BF57-F2ED810C291E}" dt="2026-10-13T21:48:05.418" v="9989" actId="22"/>
          <ac:spMkLst>
            <pc:docMk/>
            <pc:sldMk cId="2169909976" sldId="690"/>
            <ac:spMk id="72" creationId="{0D025CF3-BEDA-E7C0-B4D6-D544B236C34D}"/>
          </ac:spMkLst>
        </pc:spChg>
        <pc:spChg chg="add">
          <ac:chgData name="Khobo, IL, Dr [ilkhobo@sun.ac.za]" userId="b519a442-dcea-4a28-9c45-7e29f1df5837" providerId="ADAL" clId="{8BC8A5CF-2DB3-45E9-BF57-F2ED810C291E}" dt="2026-10-13T21:48:05.418" v="9989" actId="22"/>
          <ac:spMkLst>
            <pc:docMk/>
            <pc:sldMk cId="2169909976" sldId="690"/>
            <ac:spMk id="74" creationId="{D8E56F34-7A20-901E-FFB4-795FF2312A4C}"/>
          </ac:spMkLst>
        </pc:spChg>
        <pc:spChg chg="add">
          <ac:chgData name="Khobo, IL, Dr [ilkhobo@sun.ac.za]" userId="b519a442-dcea-4a28-9c45-7e29f1df5837" providerId="ADAL" clId="{8BC8A5CF-2DB3-45E9-BF57-F2ED810C291E}" dt="2026-10-13T21:48:05.418" v="9989" actId="22"/>
          <ac:spMkLst>
            <pc:docMk/>
            <pc:sldMk cId="2169909976" sldId="690"/>
            <ac:spMk id="76" creationId="{14C402CA-56A2-10F0-5178-219AF159F81F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1:47:48.787" v="9987" actId="1076"/>
        <pc:sldMkLst>
          <pc:docMk/>
          <pc:sldMk cId="3487173691" sldId="691"/>
        </pc:sldMkLst>
        <pc:spChg chg="mod">
          <ac:chgData name="Khobo, IL, Dr [ilkhobo@sun.ac.za]" userId="b519a442-dcea-4a28-9c45-7e29f1df5837" providerId="ADAL" clId="{8BC8A5CF-2DB3-45E9-BF57-F2ED810C291E}" dt="2026-10-13T21:23:24.610" v="9934" actId="1076"/>
          <ac:spMkLst>
            <pc:docMk/>
            <pc:sldMk cId="3487173691" sldId="691"/>
            <ac:spMk id="2" creationId="{B5F9D6C6-C9CF-47E2-6F33-1AA0B26FC2A9}"/>
          </ac:spMkLst>
        </pc:spChg>
        <pc:spChg chg="del mod">
          <ac:chgData name="Khobo, IL, Dr [ilkhobo@sun.ac.za]" userId="b519a442-dcea-4a28-9c45-7e29f1df5837" providerId="ADAL" clId="{8BC8A5CF-2DB3-45E9-BF57-F2ED810C291E}" dt="2026-10-13T21:46:15.800" v="9979" actId="478"/>
          <ac:spMkLst>
            <pc:docMk/>
            <pc:sldMk cId="3487173691" sldId="691"/>
            <ac:spMk id="3" creationId="{0376C9E7-0108-9205-9A12-08BE93CCF38C}"/>
          </ac:spMkLst>
        </pc:spChg>
        <pc:spChg chg="del mod">
          <ac:chgData name="Khobo, IL, Dr [ilkhobo@sun.ac.za]" userId="b519a442-dcea-4a28-9c45-7e29f1df5837" providerId="ADAL" clId="{8BC8A5CF-2DB3-45E9-BF57-F2ED810C291E}" dt="2026-10-13T21:46:18.067" v="9980" actId="478"/>
          <ac:spMkLst>
            <pc:docMk/>
            <pc:sldMk cId="3487173691" sldId="691"/>
            <ac:spMk id="31" creationId="{933C7725-36BD-C1BB-2B4B-02C854C4A2A4}"/>
          </ac:spMkLst>
        </pc:spChg>
        <pc:spChg chg="del">
          <ac:chgData name="Khobo, IL, Dr [ilkhobo@sun.ac.za]" userId="b519a442-dcea-4a28-9c45-7e29f1df5837" providerId="ADAL" clId="{8BC8A5CF-2DB3-45E9-BF57-F2ED810C291E}" dt="2026-10-13T21:46:15.800" v="9979" actId="478"/>
          <ac:spMkLst>
            <pc:docMk/>
            <pc:sldMk cId="3487173691" sldId="691"/>
            <ac:spMk id="37" creationId="{63D4E808-C634-0B7B-3DD8-4C3C70CEF738}"/>
          </ac:spMkLst>
        </pc:spChg>
        <pc:spChg chg="del">
          <ac:chgData name="Khobo, IL, Dr [ilkhobo@sun.ac.za]" userId="b519a442-dcea-4a28-9c45-7e29f1df5837" providerId="ADAL" clId="{8BC8A5CF-2DB3-45E9-BF57-F2ED810C291E}" dt="2026-10-13T21:46:15.800" v="9979" actId="478"/>
          <ac:spMkLst>
            <pc:docMk/>
            <pc:sldMk cId="3487173691" sldId="691"/>
            <ac:spMk id="38" creationId="{5DD56B45-E171-869F-95C5-0C7C76830FB7}"/>
          </ac:spMkLst>
        </pc:spChg>
        <pc:spChg chg="add mod">
          <ac:chgData name="Khobo, IL, Dr [ilkhobo@sun.ac.za]" userId="b519a442-dcea-4a28-9c45-7e29f1df5837" providerId="ADAL" clId="{8BC8A5CF-2DB3-45E9-BF57-F2ED810C291E}" dt="2026-10-13T21:47:48.787" v="9987" actId="1076"/>
          <ac:spMkLst>
            <pc:docMk/>
            <pc:sldMk cId="3487173691" sldId="691"/>
            <ac:spMk id="44" creationId="{750CDFB4-09E6-0AE9-B82F-97F974D2EC6F}"/>
          </ac:spMkLst>
        </pc:spChg>
        <pc:spChg chg="add mod">
          <ac:chgData name="Khobo, IL, Dr [ilkhobo@sun.ac.za]" userId="b519a442-dcea-4a28-9c45-7e29f1df5837" providerId="ADAL" clId="{8BC8A5CF-2DB3-45E9-BF57-F2ED810C291E}" dt="2026-10-13T21:47:48.787" v="9987" actId="1076"/>
          <ac:spMkLst>
            <pc:docMk/>
            <pc:sldMk cId="3487173691" sldId="691"/>
            <ac:spMk id="51" creationId="{820AF9A6-DC5E-9E56-3C04-4C2620A315C9}"/>
          </ac:spMkLst>
        </pc:spChg>
        <pc:spChg chg="add mod">
          <ac:chgData name="Khobo, IL, Dr [ilkhobo@sun.ac.za]" userId="b519a442-dcea-4a28-9c45-7e29f1df5837" providerId="ADAL" clId="{8BC8A5CF-2DB3-45E9-BF57-F2ED810C291E}" dt="2026-10-13T21:47:48.787" v="9987" actId="1076"/>
          <ac:spMkLst>
            <pc:docMk/>
            <pc:sldMk cId="3487173691" sldId="691"/>
            <ac:spMk id="53" creationId="{4E87B654-BE6E-A6E0-FA72-4D7DF5081B50}"/>
          </ac:spMkLst>
        </pc:spChg>
        <pc:spChg chg="add">
          <ac:chgData name="Khobo, IL, Dr [ilkhobo@sun.ac.za]" userId="b519a442-dcea-4a28-9c45-7e29f1df5837" providerId="ADAL" clId="{8BC8A5CF-2DB3-45E9-BF57-F2ED810C291E}" dt="2026-10-13T21:46:19.036" v="9981" actId="22"/>
          <ac:spMkLst>
            <pc:docMk/>
            <pc:sldMk cId="3487173691" sldId="691"/>
            <ac:spMk id="55" creationId="{7255B626-1ACB-E3EF-09C4-5C1ACCCD37C6}"/>
          </ac:spMkLst>
        </pc:spChg>
        <pc:spChg chg="add del">
          <ac:chgData name="Khobo, IL, Dr [ilkhobo@sun.ac.za]" userId="b519a442-dcea-4a28-9c45-7e29f1df5837" providerId="ADAL" clId="{8BC8A5CF-2DB3-45E9-BF57-F2ED810C291E}" dt="2026-10-13T21:46:25.744" v="9982" actId="478"/>
          <ac:spMkLst>
            <pc:docMk/>
            <pc:sldMk cId="3487173691" sldId="691"/>
            <ac:spMk id="57" creationId="{28334207-1319-1D58-9CCC-66F91109D872}"/>
          </ac:spMkLst>
        </pc:spChg>
        <pc:spChg chg="add del">
          <ac:chgData name="Khobo, IL, Dr [ilkhobo@sun.ac.za]" userId="b519a442-dcea-4a28-9c45-7e29f1df5837" providerId="ADAL" clId="{8BC8A5CF-2DB3-45E9-BF57-F2ED810C291E}" dt="2026-10-13T21:46:25.744" v="9982" actId="478"/>
          <ac:spMkLst>
            <pc:docMk/>
            <pc:sldMk cId="3487173691" sldId="691"/>
            <ac:spMk id="61" creationId="{241C8D10-9078-67EB-7DCA-95C7589BF80E}"/>
          </ac:spMkLst>
        </pc:spChg>
        <pc:spChg chg="add del">
          <ac:chgData name="Khobo, IL, Dr [ilkhobo@sun.ac.za]" userId="b519a442-dcea-4a28-9c45-7e29f1df5837" providerId="ADAL" clId="{8BC8A5CF-2DB3-45E9-BF57-F2ED810C291E}" dt="2026-10-13T21:46:25.744" v="9982" actId="478"/>
          <ac:spMkLst>
            <pc:docMk/>
            <pc:sldMk cId="3487173691" sldId="691"/>
            <ac:spMk id="64" creationId="{A318F1EB-9C60-B193-805D-00B4D357E1D8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1:46:04.007" v="9977" actId="478"/>
        <pc:sldMkLst>
          <pc:docMk/>
          <pc:sldMk cId="2471590524" sldId="692"/>
        </pc:sldMkLst>
        <pc:spChg chg="mod">
          <ac:chgData name="Khobo, IL, Dr [ilkhobo@sun.ac.za]" userId="b519a442-dcea-4a28-9c45-7e29f1df5837" providerId="ADAL" clId="{8BC8A5CF-2DB3-45E9-BF57-F2ED810C291E}" dt="2026-10-13T21:23:32.794" v="9936" actId="1076"/>
          <ac:spMkLst>
            <pc:docMk/>
            <pc:sldMk cId="2471590524" sldId="692"/>
            <ac:spMk id="2" creationId="{AFD5BF50-80F4-50B9-E125-235D5A513E43}"/>
          </ac:spMkLst>
        </pc:spChg>
        <pc:spChg chg="del">
          <ac:chgData name="Khobo, IL, Dr [ilkhobo@sun.ac.za]" userId="b519a442-dcea-4a28-9c45-7e29f1df5837" providerId="ADAL" clId="{8BC8A5CF-2DB3-45E9-BF57-F2ED810C291E}" dt="2026-10-13T21:45:58.889" v="9975" actId="478"/>
          <ac:spMkLst>
            <pc:docMk/>
            <pc:sldMk cId="2471590524" sldId="692"/>
            <ac:spMk id="3" creationId="{09A4ECA8-07E9-D287-185E-FE1B6C870F84}"/>
          </ac:spMkLst>
        </pc:spChg>
        <pc:spChg chg="del">
          <ac:chgData name="Khobo, IL, Dr [ilkhobo@sun.ac.za]" userId="b519a442-dcea-4a28-9c45-7e29f1df5837" providerId="ADAL" clId="{8BC8A5CF-2DB3-45E9-BF57-F2ED810C291E}" dt="2026-10-13T21:45:58.889" v="9975" actId="478"/>
          <ac:spMkLst>
            <pc:docMk/>
            <pc:sldMk cId="2471590524" sldId="692"/>
            <ac:spMk id="31" creationId="{BE100850-0C16-8EBA-8E8A-25127CE5B766}"/>
          </ac:spMkLst>
        </pc:spChg>
        <pc:spChg chg="del">
          <ac:chgData name="Khobo, IL, Dr [ilkhobo@sun.ac.za]" userId="b519a442-dcea-4a28-9c45-7e29f1df5837" providerId="ADAL" clId="{8BC8A5CF-2DB3-45E9-BF57-F2ED810C291E}" dt="2026-10-13T21:45:58.889" v="9975" actId="478"/>
          <ac:spMkLst>
            <pc:docMk/>
            <pc:sldMk cId="2471590524" sldId="692"/>
            <ac:spMk id="37" creationId="{59AB2507-7788-FBF0-08F6-E07500231F33}"/>
          </ac:spMkLst>
        </pc:spChg>
        <pc:spChg chg="del">
          <ac:chgData name="Khobo, IL, Dr [ilkhobo@sun.ac.za]" userId="b519a442-dcea-4a28-9c45-7e29f1df5837" providerId="ADAL" clId="{8BC8A5CF-2DB3-45E9-BF57-F2ED810C291E}" dt="2026-10-13T21:45:58.889" v="9975" actId="478"/>
          <ac:spMkLst>
            <pc:docMk/>
            <pc:sldMk cId="2471590524" sldId="692"/>
            <ac:spMk id="38" creationId="{E1423469-7491-2D71-0485-A13E6B7D34C6}"/>
          </ac:spMkLst>
        </pc:spChg>
        <pc:spChg chg="add del mod">
          <ac:chgData name="Khobo, IL, Dr [ilkhobo@sun.ac.za]" userId="b519a442-dcea-4a28-9c45-7e29f1df5837" providerId="ADAL" clId="{8BC8A5CF-2DB3-45E9-BF57-F2ED810C291E}" dt="2026-10-13T21:45:58.889" v="9975" actId="478"/>
          <ac:spMkLst>
            <pc:docMk/>
            <pc:sldMk cId="2471590524" sldId="692"/>
            <ac:spMk id="44" creationId="{4F7C7085-AAA9-386C-0974-FA673D2D0966}"/>
          </ac:spMkLst>
        </pc:spChg>
        <pc:spChg chg="add">
          <ac:chgData name="Khobo, IL, Dr [ilkhobo@sun.ac.za]" userId="b519a442-dcea-4a28-9c45-7e29f1df5837" providerId="ADAL" clId="{8BC8A5CF-2DB3-45E9-BF57-F2ED810C291E}" dt="2026-10-13T21:45:59.672" v="9976" actId="22"/>
          <ac:spMkLst>
            <pc:docMk/>
            <pc:sldMk cId="2471590524" sldId="692"/>
            <ac:spMk id="51" creationId="{6B50B5D2-774A-D4B0-D0FD-23016A8CA4D8}"/>
          </ac:spMkLst>
        </pc:spChg>
        <pc:spChg chg="add">
          <ac:chgData name="Khobo, IL, Dr [ilkhobo@sun.ac.za]" userId="b519a442-dcea-4a28-9c45-7e29f1df5837" providerId="ADAL" clId="{8BC8A5CF-2DB3-45E9-BF57-F2ED810C291E}" dt="2026-10-13T21:45:59.672" v="9976" actId="22"/>
          <ac:spMkLst>
            <pc:docMk/>
            <pc:sldMk cId="2471590524" sldId="692"/>
            <ac:spMk id="53" creationId="{778E463C-8E7E-42CD-3F3F-68E8F8C3E077}"/>
          </ac:spMkLst>
        </pc:spChg>
        <pc:spChg chg="add">
          <ac:chgData name="Khobo, IL, Dr [ilkhobo@sun.ac.za]" userId="b519a442-dcea-4a28-9c45-7e29f1df5837" providerId="ADAL" clId="{8BC8A5CF-2DB3-45E9-BF57-F2ED810C291E}" dt="2026-10-13T21:45:59.672" v="9976" actId="22"/>
          <ac:spMkLst>
            <pc:docMk/>
            <pc:sldMk cId="2471590524" sldId="692"/>
            <ac:spMk id="55" creationId="{84685023-4822-749C-4CA9-6E045F7057A0}"/>
          </ac:spMkLst>
        </pc:spChg>
        <pc:spChg chg="add">
          <ac:chgData name="Khobo, IL, Dr [ilkhobo@sun.ac.za]" userId="b519a442-dcea-4a28-9c45-7e29f1df5837" providerId="ADAL" clId="{8BC8A5CF-2DB3-45E9-BF57-F2ED810C291E}" dt="2026-10-13T21:45:59.672" v="9976" actId="22"/>
          <ac:spMkLst>
            <pc:docMk/>
            <pc:sldMk cId="2471590524" sldId="692"/>
            <ac:spMk id="57" creationId="{574803D9-9BD3-D753-6B70-3DEB587F5723}"/>
          </ac:spMkLst>
        </pc:spChg>
        <pc:spChg chg="add">
          <ac:chgData name="Khobo, IL, Dr [ilkhobo@sun.ac.za]" userId="b519a442-dcea-4a28-9c45-7e29f1df5837" providerId="ADAL" clId="{8BC8A5CF-2DB3-45E9-BF57-F2ED810C291E}" dt="2026-10-13T21:45:59.672" v="9976" actId="22"/>
          <ac:spMkLst>
            <pc:docMk/>
            <pc:sldMk cId="2471590524" sldId="692"/>
            <ac:spMk id="61" creationId="{C81C259C-FD51-EDB2-8E83-7D11058321CC}"/>
          </ac:spMkLst>
        </pc:spChg>
        <pc:spChg chg="add del">
          <ac:chgData name="Khobo, IL, Dr [ilkhobo@sun.ac.za]" userId="b519a442-dcea-4a28-9c45-7e29f1df5837" providerId="ADAL" clId="{8BC8A5CF-2DB3-45E9-BF57-F2ED810C291E}" dt="2026-10-13T21:46:04.007" v="9977" actId="478"/>
          <ac:spMkLst>
            <pc:docMk/>
            <pc:sldMk cId="2471590524" sldId="692"/>
            <ac:spMk id="64" creationId="{32AC4F51-461D-C154-AC12-4A9CE1E327C0}"/>
          </ac:spMkLst>
        </pc:spChg>
        <pc:spChg chg="add del">
          <ac:chgData name="Khobo, IL, Dr [ilkhobo@sun.ac.za]" userId="b519a442-dcea-4a28-9c45-7e29f1df5837" providerId="ADAL" clId="{8BC8A5CF-2DB3-45E9-BF57-F2ED810C291E}" dt="2026-10-13T21:46:04.007" v="9977" actId="478"/>
          <ac:spMkLst>
            <pc:docMk/>
            <pc:sldMk cId="2471590524" sldId="692"/>
            <ac:spMk id="68" creationId="{DEB430EE-A45F-6D87-B699-1A41C3BB670A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1:45:49.485" v="9974" actId="478"/>
        <pc:sldMkLst>
          <pc:docMk/>
          <pc:sldMk cId="3643348208" sldId="693"/>
        </pc:sldMkLst>
        <pc:spChg chg="mod">
          <ac:chgData name="Khobo, IL, Dr [ilkhobo@sun.ac.za]" userId="b519a442-dcea-4a28-9c45-7e29f1df5837" providerId="ADAL" clId="{8BC8A5CF-2DB3-45E9-BF57-F2ED810C291E}" dt="2026-10-13T21:24:04.074" v="9944" actId="1076"/>
          <ac:spMkLst>
            <pc:docMk/>
            <pc:sldMk cId="3643348208" sldId="693"/>
            <ac:spMk id="2" creationId="{D9121959-5829-1F8B-E871-66A51708D8FE}"/>
          </ac:spMkLst>
        </pc:spChg>
        <pc:spChg chg="del mod">
          <ac:chgData name="Khobo, IL, Dr [ilkhobo@sun.ac.za]" userId="b519a442-dcea-4a28-9c45-7e29f1df5837" providerId="ADAL" clId="{8BC8A5CF-2DB3-45E9-BF57-F2ED810C291E}" dt="2026-10-13T21:45:43.703" v="9972" actId="478"/>
          <ac:spMkLst>
            <pc:docMk/>
            <pc:sldMk cId="3643348208" sldId="693"/>
            <ac:spMk id="3" creationId="{253C6ABC-7302-8732-2666-E68503DF2A08}"/>
          </ac:spMkLst>
        </pc:spChg>
        <pc:spChg chg="del mod">
          <ac:chgData name="Khobo, IL, Dr [ilkhobo@sun.ac.za]" userId="b519a442-dcea-4a28-9c45-7e29f1df5837" providerId="ADAL" clId="{8BC8A5CF-2DB3-45E9-BF57-F2ED810C291E}" dt="2026-10-13T21:45:43.703" v="9972" actId="478"/>
          <ac:spMkLst>
            <pc:docMk/>
            <pc:sldMk cId="3643348208" sldId="693"/>
            <ac:spMk id="31" creationId="{9C11CCA7-1716-E601-E1A4-AF2BA9A69881}"/>
          </ac:spMkLst>
        </pc:spChg>
        <pc:spChg chg="del mod">
          <ac:chgData name="Khobo, IL, Dr [ilkhobo@sun.ac.za]" userId="b519a442-dcea-4a28-9c45-7e29f1df5837" providerId="ADAL" clId="{8BC8A5CF-2DB3-45E9-BF57-F2ED810C291E}" dt="2026-10-13T21:45:43.703" v="9972" actId="478"/>
          <ac:spMkLst>
            <pc:docMk/>
            <pc:sldMk cId="3643348208" sldId="693"/>
            <ac:spMk id="37" creationId="{2883A421-ACB3-0FBB-8C2A-ABFE56F6952F}"/>
          </ac:spMkLst>
        </pc:spChg>
        <pc:spChg chg="del mod">
          <ac:chgData name="Khobo, IL, Dr [ilkhobo@sun.ac.za]" userId="b519a442-dcea-4a28-9c45-7e29f1df5837" providerId="ADAL" clId="{8BC8A5CF-2DB3-45E9-BF57-F2ED810C291E}" dt="2026-10-13T21:45:43.703" v="9972" actId="478"/>
          <ac:spMkLst>
            <pc:docMk/>
            <pc:sldMk cId="3643348208" sldId="693"/>
            <ac:spMk id="38" creationId="{F140EB21-786C-E7A2-6820-035C0BF2D96B}"/>
          </ac:spMkLst>
        </pc:spChg>
        <pc:spChg chg="del">
          <ac:chgData name="Khobo, IL, Dr [ilkhobo@sun.ac.za]" userId="b519a442-dcea-4a28-9c45-7e29f1df5837" providerId="ADAL" clId="{8BC8A5CF-2DB3-45E9-BF57-F2ED810C291E}" dt="2026-10-13T21:45:43.703" v="9972" actId="478"/>
          <ac:spMkLst>
            <pc:docMk/>
            <pc:sldMk cId="3643348208" sldId="693"/>
            <ac:spMk id="44" creationId="{8331993A-8503-F6D2-B83E-C0B5C2CC539C}"/>
          </ac:spMkLst>
        </pc:spChg>
        <pc:spChg chg="add del mod">
          <ac:chgData name="Khobo, IL, Dr [ilkhobo@sun.ac.za]" userId="b519a442-dcea-4a28-9c45-7e29f1df5837" providerId="ADAL" clId="{8BC8A5CF-2DB3-45E9-BF57-F2ED810C291E}" dt="2026-10-13T21:45:43.703" v="9972" actId="478"/>
          <ac:spMkLst>
            <pc:docMk/>
            <pc:sldMk cId="3643348208" sldId="693"/>
            <ac:spMk id="45" creationId="{4FB1DE61-B957-2B54-9400-97A3AB070296}"/>
          </ac:spMkLst>
        </pc:spChg>
        <pc:spChg chg="add del mod">
          <ac:chgData name="Khobo, IL, Dr [ilkhobo@sun.ac.za]" userId="b519a442-dcea-4a28-9c45-7e29f1df5837" providerId="ADAL" clId="{8BC8A5CF-2DB3-45E9-BF57-F2ED810C291E}" dt="2026-10-13T21:25:04.509" v="9954" actId="478"/>
          <ac:spMkLst>
            <pc:docMk/>
            <pc:sldMk cId="3643348208" sldId="693"/>
            <ac:spMk id="52" creationId="{982D9CA8-DB95-1E45-C677-A7A1439AE0FF}"/>
          </ac:spMkLst>
        </pc:spChg>
        <pc:spChg chg="add">
          <ac:chgData name="Khobo, IL, Dr [ilkhobo@sun.ac.za]" userId="b519a442-dcea-4a28-9c45-7e29f1df5837" providerId="ADAL" clId="{8BC8A5CF-2DB3-45E9-BF57-F2ED810C291E}" dt="2026-10-13T21:45:45.077" v="9973" actId="22"/>
          <ac:spMkLst>
            <pc:docMk/>
            <pc:sldMk cId="3643348208" sldId="693"/>
            <ac:spMk id="54" creationId="{7E3D871D-C233-123C-42F2-562BCF10F28C}"/>
          </ac:spMkLst>
        </pc:spChg>
        <pc:spChg chg="add">
          <ac:chgData name="Khobo, IL, Dr [ilkhobo@sun.ac.za]" userId="b519a442-dcea-4a28-9c45-7e29f1df5837" providerId="ADAL" clId="{8BC8A5CF-2DB3-45E9-BF57-F2ED810C291E}" dt="2026-10-13T21:45:45.077" v="9973" actId="22"/>
          <ac:spMkLst>
            <pc:docMk/>
            <pc:sldMk cId="3643348208" sldId="693"/>
            <ac:spMk id="56" creationId="{ED0E3A68-5AF7-85A0-8A82-8DAB0260D89D}"/>
          </ac:spMkLst>
        </pc:spChg>
        <pc:spChg chg="add">
          <ac:chgData name="Khobo, IL, Dr [ilkhobo@sun.ac.za]" userId="b519a442-dcea-4a28-9c45-7e29f1df5837" providerId="ADAL" clId="{8BC8A5CF-2DB3-45E9-BF57-F2ED810C291E}" dt="2026-10-13T21:45:45.077" v="9973" actId="22"/>
          <ac:spMkLst>
            <pc:docMk/>
            <pc:sldMk cId="3643348208" sldId="693"/>
            <ac:spMk id="59" creationId="{85A8D23F-D694-11AA-2AA8-24266FB0081C}"/>
          </ac:spMkLst>
        </pc:spChg>
        <pc:spChg chg="add">
          <ac:chgData name="Khobo, IL, Dr [ilkhobo@sun.ac.za]" userId="b519a442-dcea-4a28-9c45-7e29f1df5837" providerId="ADAL" clId="{8BC8A5CF-2DB3-45E9-BF57-F2ED810C291E}" dt="2026-10-13T21:45:45.077" v="9973" actId="22"/>
          <ac:spMkLst>
            <pc:docMk/>
            <pc:sldMk cId="3643348208" sldId="693"/>
            <ac:spMk id="62" creationId="{91697128-4163-FBFE-6DFC-0CF0CF991A1D}"/>
          </ac:spMkLst>
        </pc:spChg>
        <pc:spChg chg="add">
          <ac:chgData name="Khobo, IL, Dr [ilkhobo@sun.ac.za]" userId="b519a442-dcea-4a28-9c45-7e29f1df5837" providerId="ADAL" clId="{8BC8A5CF-2DB3-45E9-BF57-F2ED810C291E}" dt="2026-10-13T21:45:45.077" v="9973" actId="22"/>
          <ac:spMkLst>
            <pc:docMk/>
            <pc:sldMk cId="3643348208" sldId="693"/>
            <ac:spMk id="66" creationId="{11B52C9F-A093-EA5B-9D2B-6D4F212DBCB0}"/>
          </ac:spMkLst>
        </pc:spChg>
        <pc:spChg chg="add">
          <ac:chgData name="Khobo, IL, Dr [ilkhobo@sun.ac.za]" userId="b519a442-dcea-4a28-9c45-7e29f1df5837" providerId="ADAL" clId="{8BC8A5CF-2DB3-45E9-BF57-F2ED810C291E}" dt="2026-10-13T21:45:45.077" v="9973" actId="22"/>
          <ac:spMkLst>
            <pc:docMk/>
            <pc:sldMk cId="3643348208" sldId="693"/>
            <ac:spMk id="70" creationId="{02A9A6F6-7FD6-9D64-0912-477DDE8CFFAF}"/>
          </ac:spMkLst>
        </pc:spChg>
        <pc:spChg chg="add del">
          <ac:chgData name="Khobo, IL, Dr [ilkhobo@sun.ac.za]" userId="b519a442-dcea-4a28-9c45-7e29f1df5837" providerId="ADAL" clId="{8BC8A5CF-2DB3-45E9-BF57-F2ED810C291E}" dt="2026-10-13T21:45:49.485" v="9974" actId="478"/>
          <ac:spMkLst>
            <pc:docMk/>
            <pc:sldMk cId="3643348208" sldId="693"/>
            <ac:spMk id="72" creationId="{55A8BF4D-580F-C9D7-6DDA-CE0A3791BFA2}"/>
          </ac:spMkLst>
        </pc:spChg>
      </pc:sldChg>
      <pc:sldChg chg="addSp modSp add mod">
        <pc:chgData name="Khobo, IL, Dr [ilkhobo@sun.ac.za]" userId="b519a442-dcea-4a28-9c45-7e29f1df5837" providerId="ADAL" clId="{8BC8A5CF-2DB3-45E9-BF57-F2ED810C291E}" dt="2026-10-13T21:51:46.053" v="9991" actId="1076"/>
        <pc:sldMkLst>
          <pc:docMk/>
          <pc:sldMk cId="1017164979" sldId="694"/>
        </pc:sldMkLst>
        <pc:spChg chg="mod">
          <ac:chgData name="Khobo, IL, Dr [ilkhobo@sun.ac.za]" userId="b519a442-dcea-4a28-9c45-7e29f1df5837" providerId="ADAL" clId="{8BC8A5CF-2DB3-45E9-BF57-F2ED810C291E}" dt="2026-10-13T21:25:12.308" v="9956" actId="1076"/>
          <ac:spMkLst>
            <pc:docMk/>
            <pc:sldMk cId="1017164979" sldId="694"/>
            <ac:spMk id="2" creationId="{EFA2D969-1F15-B803-0C36-AFB0997D1C70}"/>
          </ac:spMkLst>
        </pc:spChg>
        <pc:spChg chg="mod">
          <ac:chgData name="Khobo, IL, Dr [ilkhobo@sun.ac.za]" userId="b519a442-dcea-4a28-9c45-7e29f1df5837" providerId="ADAL" clId="{8BC8A5CF-2DB3-45E9-BF57-F2ED810C291E}" dt="2026-10-13T21:44:58.527" v="9968" actId="1076"/>
          <ac:spMkLst>
            <pc:docMk/>
            <pc:sldMk cId="1017164979" sldId="694"/>
            <ac:spMk id="38" creationId="{A54C0DAD-456F-57AC-4A29-2628ABACA889}"/>
          </ac:spMkLst>
        </pc:spChg>
        <pc:spChg chg="mod">
          <ac:chgData name="Khobo, IL, Dr [ilkhobo@sun.ac.za]" userId="b519a442-dcea-4a28-9c45-7e29f1df5837" providerId="ADAL" clId="{8BC8A5CF-2DB3-45E9-BF57-F2ED810C291E}" dt="2026-10-13T21:45:10.160" v="9969" actId="1076"/>
          <ac:spMkLst>
            <pc:docMk/>
            <pc:sldMk cId="1017164979" sldId="694"/>
            <ac:spMk id="44" creationId="{839468B4-0CBD-0A12-6269-EAA56E29D636}"/>
          </ac:spMkLst>
        </pc:spChg>
        <pc:spChg chg="mod">
          <ac:chgData name="Khobo, IL, Dr [ilkhobo@sun.ac.za]" userId="b519a442-dcea-4a28-9c45-7e29f1df5837" providerId="ADAL" clId="{8BC8A5CF-2DB3-45E9-BF57-F2ED810C291E}" dt="2026-10-13T21:45:10.160" v="9969" actId="1076"/>
          <ac:spMkLst>
            <pc:docMk/>
            <pc:sldMk cId="1017164979" sldId="694"/>
            <ac:spMk id="45" creationId="{7A140097-B0F3-5D4D-5031-721185FE3F57}"/>
          </ac:spMkLst>
        </pc:spChg>
        <pc:spChg chg="add mod">
          <ac:chgData name="Khobo, IL, Dr [ilkhobo@sun.ac.za]" userId="b519a442-dcea-4a28-9c45-7e29f1df5837" providerId="ADAL" clId="{8BC8A5CF-2DB3-45E9-BF57-F2ED810C291E}" dt="2026-10-13T21:45:10.160" v="9969" actId="1076"/>
          <ac:spMkLst>
            <pc:docMk/>
            <pc:sldMk cId="1017164979" sldId="694"/>
            <ac:spMk id="51" creationId="{99447CCE-1785-D7DC-08C1-5263BEBCBAFF}"/>
          </ac:spMkLst>
        </pc:spChg>
        <pc:spChg chg="add mod">
          <ac:chgData name="Khobo, IL, Dr [ilkhobo@sun.ac.za]" userId="b519a442-dcea-4a28-9c45-7e29f1df5837" providerId="ADAL" clId="{8BC8A5CF-2DB3-45E9-BF57-F2ED810C291E}" dt="2026-10-13T21:51:46.053" v="9991" actId="1076"/>
          <ac:spMkLst>
            <pc:docMk/>
            <pc:sldMk cId="1017164979" sldId="694"/>
            <ac:spMk id="53" creationId="{A42A78A8-79BC-75CE-B6D3-B712C6341DA2}"/>
          </ac:spMkLst>
        </pc:spChg>
        <pc:spChg chg="add mod">
          <ac:chgData name="Khobo, IL, Dr [ilkhobo@sun.ac.za]" userId="b519a442-dcea-4a28-9c45-7e29f1df5837" providerId="ADAL" clId="{8BC8A5CF-2DB3-45E9-BF57-F2ED810C291E}" dt="2026-10-13T21:51:46.053" v="9991" actId="1076"/>
          <ac:spMkLst>
            <pc:docMk/>
            <pc:sldMk cId="1017164979" sldId="694"/>
            <ac:spMk id="55" creationId="{DC6DA220-85F0-D6B4-E3FD-89FB1AE7FCBA}"/>
          </ac:spMkLst>
        </pc:spChg>
        <pc:spChg chg="add mod">
          <ac:chgData name="Khobo, IL, Dr [ilkhobo@sun.ac.za]" userId="b519a442-dcea-4a28-9c45-7e29f1df5837" providerId="ADAL" clId="{8BC8A5CF-2DB3-45E9-BF57-F2ED810C291E}" dt="2026-10-13T21:51:46.053" v="9991" actId="1076"/>
          <ac:spMkLst>
            <pc:docMk/>
            <pc:sldMk cId="1017164979" sldId="694"/>
            <ac:spMk id="57" creationId="{2A12775B-C2A4-ACBE-C7AD-C96B23C2BC68}"/>
          </ac:spMkLst>
        </pc:spChg>
      </pc:sldChg>
      <pc:sldChg chg="addSp modSp add mod">
        <pc:chgData name="Khobo, IL, Dr [ilkhobo@sun.ac.za]" userId="b519a442-dcea-4a28-9c45-7e29f1df5837" providerId="ADAL" clId="{8BC8A5CF-2DB3-45E9-BF57-F2ED810C291E}" dt="2026-10-13T22:03:18.843" v="10003" actId="1076"/>
        <pc:sldMkLst>
          <pc:docMk/>
          <pc:sldMk cId="4174523050" sldId="695"/>
        </pc:sldMkLst>
        <pc:spChg chg="add mod">
          <ac:chgData name="Khobo, IL, Dr [ilkhobo@sun.ac.za]" userId="b519a442-dcea-4a28-9c45-7e29f1df5837" providerId="ADAL" clId="{8BC8A5CF-2DB3-45E9-BF57-F2ED810C291E}" dt="2026-10-13T22:03:18.843" v="10003" actId="1076"/>
          <ac:spMkLst>
            <pc:docMk/>
            <pc:sldMk cId="4174523050" sldId="695"/>
            <ac:spMk id="3" creationId="{2BC8E5EB-74B2-3C1A-6B31-5FD30E886C3F}"/>
          </ac:spMkLst>
        </pc:spChg>
        <pc:spChg chg="mod">
          <ac:chgData name="Khobo, IL, Dr [ilkhobo@sun.ac.za]" userId="b519a442-dcea-4a28-9c45-7e29f1df5837" providerId="ADAL" clId="{8BC8A5CF-2DB3-45E9-BF57-F2ED810C291E}" dt="2026-10-13T22:01:10.155" v="9993" actId="20577"/>
          <ac:spMkLst>
            <pc:docMk/>
            <pc:sldMk cId="4174523050" sldId="695"/>
            <ac:spMk id="6" creationId="{EFA9B8A5-7FA0-E634-A915-B9B7D4EDA019}"/>
          </ac:spMkLst>
        </pc:spChg>
        <pc:spChg chg="mod">
          <ac:chgData name="Khobo, IL, Dr [ilkhobo@sun.ac.za]" userId="b519a442-dcea-4a28-9c45-7e29f1df5837" providerId="ADAL" clId="{8BC8A5CF-2DB3-45E9-BF57-F2ED810C291E}" dt="2026-10-13T22:02:33.913" v="9999" actId="20577"/>
          <ac:spMkLst>
            <pc:docMk/>
            <pc:sldMk cId="4174523050" sldId="695"/>
            <ac:spMk id="20" creationId="{06525254-28A0-C042-7A46-D79D6E544D93}"/>
          </ac:spMkLst>
        </pc:spChg>
        <pc:spChg chg="mod">
          <ac:chgData name="Khobo, IL, Dr [ilkhobo@sun.ac.za]" userId="b519a442-dcea-4a28-9c45-7e29f1df5837" providerId="ADAL" clId="{8BC8A5CF-2DB3-45E9-BF57-F2ED810C291E}" dt="2026-10-13T22:01:14.715" v="9995" actId="20577"/>
          <ac:spMkLst>
            <pc:docMk/>
            <pc:sldMk cId="4174523050" sldId="695"/>
            <ac:spMk id="27" creationId="{1B46ABD0-DF7E-90CB-BF81-85C7E0C716B7}"/>
          </ac:spMkLst>
        </pc:spChg>
        <pc:spChg chg="add mod">
          <ac:chgData name="Khobo, IL, Dr [ilkhobo@sun.ac.za]" userId="b519a442-dcea-4a28-9c45-7e29f1df5837" providerId="ADAL" clId="{8BC8A5CF-2DB3-45E9-BF57-F2ED810C291E}" dt="2026-10-13T22:03:18.843" v="10003" actId="1076"/>
          <ac:spMkLst>
            <pc:docMk/>
            <pc:sldMk cId="4174523050" sldId="695"/>
            <ac:spMk id="31" creationId="{BBC2B311-44E0-7D60-5745-07372BBD2D81}"/>
          </ac:spMkLst>
        </pc:spChg>
        <pc:spChg chg="mod">
          <ac:chgData name="Khobo, IL, Dr [ilkhobo@sun.ac.za]" userId="b519a442-dcea-4a28-9c45-7e29f1df5837" providerId="ADAL" clId="{8BC8A5CF-2DB3-45E9-BF57-F2ED810C291E}" dt="2026-10-13T22:01:18.603" v="9997" actId="20577"/>
          <ac:spMkLst>
            <pc:docMk/>
            <pc:sldMk cId="4174523050" sldId="695"/>
            <ac:spMk id="34" creationId="{2C554A93-A6BE-9E54-1738-D4094F140FF8}"/>
          </ac:spMkLst>
        </pc:spChg>
        <pc:spChg chg="add mod">
          <ac:chgData name="Khobo, IL, Dr [ilkhobo@sun.ac.za]" userId="b519a442-dcea-4a28-9c45-7e29f1df5837" providerId="ADAL" clId="{8BC8A5CF-2DB3-45E9-BF57-F2ED810C291E}" dt="2026-10-13T22:03:18.843" v="10003" actId="1076"/>
          <ac:spMkLst>
            <pc:docMk/>
            <pc:sldMk cId="4174523050" sldId="695"/>
            <ac:spMk id="38" creationId="{623A729E-AC1E-9C68-1995-7D8DFDBB2AFE}"/>
          </ac:spMkLst>
        </pc:spChg>
        <pc:spChg chg="mod">
          <ac:chgData name="Khobo, IL, Dr [ilkhobo@sun.ac.za]" userId="b519a442-dcea-4a28-9c45-7e29f1df5837" providerId="ADAL" clId="{8BC8A5CF-2DB3-45E9-BF57-F2ED810C291E}" dt="2026-10-13T22:02:36.702" v="10001" actId="20577"/>
          <ac:spMkLst>
            <pc:docMk/>
            <pc:sldMk cId="4174523050" sldId="695"/>
            <ac:spMk id="41" creationId="{6CCC22E9-FD94-3548-B633-A5ECDB7B6AD9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05:07.367" v="10008" actId="478"/>
        <pc:sldMkLst>
          <pc:docMk/>
          <pc:sldMk cId="3129624555" sldId="696"/>
        </pc:sldMkLst>
        <pc:spChg chg="add mod">
          <ac:chgData name="Khobo, IL, Dr [ilkhobo@sun.ac.za]" userId="b519a442-dcea-4a28-9c45-7e29f1df5837" providerId="ADAL" clId="{8BC8A5CF-2DB3-45E9-BF57-F2ED810C291E}" dt="2026-10-13T22:03:56.062" v="10006" actId="1076"/>
          <ac:spMkLst>
            <pc:docMk/>
            <pc:sldMk cId="3129624555" sldId="696"/>
            <ac:spMk id="30" creationId="{06A552A5-6BFB-6AC5-8E34-A742B42F7C30}"/>
          </ac:spMkLst>
        </pc:spChg>
        <pc:spChg chg="add">
          <ac:chgData name="Khobo, IL, Dr [ilkhobo@sun.ac.za]" userId="b519a442-dcea-4a28-9c45-7e29f1df5837" providerId="ADAL" clId="{8BC8A5CF-2DB3-45E9-BF57-F2ED810C291E}" dt="2026-10-13T22:04:28.957" v="10007" actId="22"/>
          <ac:spMkLst>
            <pc:docMk/>
            <pc:sldMk cId="3129624555" sldId="696"/>
            <ac:spMk id="44" creationId="{6018FE4C-88DA-E085-7451-5E9685185DCA}"/>
          </ac:spMkLst>
        </pc:spChg>
        <pc:spChg chg="add del">
          <ac:chgData name="Khobo, IL, Dr [ilkhobo@sun.ac.za]" userId="b519a442-dcea-4a28-9c45-7e29f1df5837" providerId="ADAL" clId="{8BC8A5CF-2DB3-45E9-BF57-F2ED810C291E}" dt="2026-10-13T22:05:07.367" v="10008" actId="478"/>
          <ac:spMkLst>
            <pc:docMk/>
            <pc:sldMk cId="3129624555" sldId="696"/>
            <ac:spMk id="51" creationId="{CAA3BDE1-6759-0BF1-21DC-AFE140EC187E}"/>
          </ac:spMkLst>
        </pc:spChg>
        <pc:spChg chg="add del">
          <ac:chgData name="Khobo, IL, Dr [ilkhobo@sun.ac.za]" userId="b519a442-dcea-4a28-9c45-7e29f1df5837" providerId="ADAL" clId="{8BC8A5CF-2DB3-45E9-BF57-F2ED810C291E}" dt="2026-10-13T22:05:07.367" v="10008" actId="478"/>
          <ac:spMkLst>
            <pc:docMk/>
            <pc:sldMk cId="3129624555" sldId="696"/>
            <ac:spMk id="53" creationId="{6972DF67-1B01-BE55-0C15-755813D25DB6}"/>
          </ac:spMkLst>
        </pc:spChg>
        <pc:spChg chg="add del">
          <ac:chgData name="Khobo, IL, Dr [ilkhobo@sun.ac.za]" userId="b519a442-dcea-4a28-9c45-7e29f1df5837" providerId="ADAL" clId="{8BC8A5CF-2DB3-45E9-BF57-F2ED810C291E}" dt="2026-10-13T22:05:07.367" v="10008" actId="478"/>
          <ac:spMkLst>
            <pc:docMk/>
            <pc:sldMk cId="3129624555" sldId="696"/>
            <ac:spMk id="55" creationId="{060D6142-13AE-EF9C-7EB5-E0BA2CF92655}"/>
          </ac:spMkLst>
        </pc:spChg>
        <pc:spChg chg="add del">
          <ac:chgData name="Khobo, IL, Dr [ilkhobo@sun.ac.za]" userId="b519a442-dcea-4a28-9c45-7e29f1df5837" providerId="ADAL" clId="{8BC8A5CF-2DB3-45E9-BF57-F2ED810C291E}" dt="2026-10-13T22:05:07.367" v="10008" actId="478"/>
          <ac:spMkLst>
            <pc:docMk/>
            <pc:sldMk cId="3129624555" sldId="696"/>
            <ac:spMk id="57" creationId="{67D922A0-5C15-CE94-EB05-7C826880C882}"/>
          </ac:spMkLst>
        </pc:spChg>
        <pc:spChg chg="add del">
          <ac:chgData name="Khobo, IL, Dr [ilkhobo@sun.ac.za]" userId="b519a442-dcea-4a28-9c45-7e29f1df5837" providerId="ADAL" clId="{8BC8A5CF-2DB3-45E9-BF57-F2ED810C291E}" dt="2026-10-13T22:05:07.367" v="10008" actId="478"/>
          <ac:spMkLst>
            <pc:docMk/>
            <pc:sldMk cId="3129624555" sldId="696"/>
            <ac:spMk id="61" creationId="{ABAE3691-EC98-FF26-9A49-BF03BACF4991}"/>
          </ac:spMkLst>
        </pc:spChg>
        <pc:spChg chg="add del">
          <ac:chgData name="Khobo, IL, Dr [ilkhobo@sun.ac.za]" userId="b519a442-dcea-4a28-9c45-7e29f1df5837" providerId="ADAL" clId="{8BC8A5CF-2DB3-45E9-BF57-F2ED810C291E}" dt="2026-10-13T22:05:07.367" v="10008" actId="478"/>
          <ac:spMkLst>
            <pc:docMk/>
            <pc:sldMk cId="3129624555" sldId="696"/>
            <ac:spMk id="64" creationId="{0FE69A57-D1C1-A635-9EB4-13BE90474E41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05:58.847" v="10017" actId="478"/>
        <pc:sldMkLst>
          <pc:docMk/>
          <pc:sldMk cId="931441846" sldId="697"/>
        </pc:sldMkLst>
        <pc:spChg chg="mod">
          <ac:chgData name="Khobo, IL, Dr [ilkhobo@sun.ac.za]" userId="b519a442-dcea-4a28-9c45-7e29f1df5837" providerId="ADAL" clId="{8BC8A5CF-2DB3-45E9-BF57-F2ED810C291E}" dt="2026-10-13T22:05:26.241" v="10010" actId="1076"/>
          <ac:spMkLst>
            <pc:docMk/>
            <pc:sldMk cId="931441846" sldId="697"/>
            <ac:spMk id="30" creationId="{5699BA5D-626F-5209-69C6-29A51A60FD2C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37" creationId="{2B272289-A28A-DA53-7A5E-EAE7F1A01F57}"/>
          </ac:spMkLst>
        </pc:spChg>
        <pc:spChg chg="del">
          <ac:chgData name="Khobo, IL, Dr [ilkhobo@sun.ac.za]" userId="b519a442-dcea-4a28-9c45-7e29f1df5837" providerId="ADAL" clId="{8BC8A5CF-2DB3-45E9-BF57-F2ED810C291E}" dt="2026-10-13T22:05:39.827" v="10013" actId="478"/>
          <ac:spMkLst>
            <pc:docMk/>
            <pc:sldMk cId="931441846" sldId="697"/>
            <ac:spMk id="44" creationId="{FF881E8A-A2D3-E385-B84B-97A4BCD81250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51" creationId="{ABD85C4C-DF3C-4B1B-9653-C2B928BB413C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53" creationId="{70177F1A-3569-FE94-2853-4A2753229AE1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55" creationId="{FFB01380-79FA-B41D-9159-459F7A8DBD9A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57" creationId="{3C059126-058B-23A6-AE4B-B825F60A7AE7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61" creationId="{E31844DF-5949-E0A5-D9B0-40607890B666}"/>
          </ac:spMkLst>
        </pc:spChg>
        <pc:spChg chg="add del">
          <ac:chgData name="Khobo, IL, Dr [ilkhobo@sun.ac.za]" userId="b519a442-dcea-4a28-9c45-7e29f1df5837" providerId="ADAL" clId="{8BC8A5CF-2DB3-45E9-BF57-F2ED810C291E}" dt="2026-10-13T22:05:36.713" v="10012" actId="478"/>
          <ac:spMkLst>
            <pc:docMk/>
            <pc:sldMk cId="931441846" sldId="697"/>
            <ac:spMk id="64" creationId="{8B58B994-0F6A-03B9-9D5D-16D134C129F2}"/>
          </ac:spMkLst>
        </pc:spChg>
        <pc:spChg chg="add">
          <ac:chgData name="Khobo, IL, Dr [ilkhobo@sun.ac.za]" userId="b519a442-dcea-4a28-9c45-7e29f1df5837" providerId="ADAL" clId="{8BC8A5CF-2DB3-45E9-BF57-F2ED810C291E}" dt="2026-10-13T22:05:40.414" v="10014" actId="22"/>
          <ac:spMkLst>
            <pc:docMk/>
            <pc:sldMk cId="931441846" sldId="697"/>
            <ac:spMk id="68" creationId="{60C39964-66BE-F35E-865E-D5B0DD418706}"/>
          </ac:spMkLst>
        </pc:spChg>
        <pc:spChg chg="add">
          <ac:chgData name="Khobo, IL, Dr [ilkhobo@sun.ac.za]" userId="b519a442-dcea-4a28-9c45-7e29f1df5837" providerId="ADAL" clId="{8BC8A5CF-2DB3-45E9-BF57-F2ED810C291E}" dt="2026-10-13T22:05:40.414" v="10014" actId="22"/>
          <ac:spMkLst>
            <pc:docMk/>
            <pc:sldMk cId="931441846" sldId="697"/>
            <ac:spMk id="71" creationId="{95F8538D-28D3-C9D4-6967-CC2AA28795A7}"/>
          </ac:spMkLst>
        </pc:spChg>
        <pc:spChg chg="add del">
          <ac:chgData name="Khobo, IL, Dr [ilkhobo@sun.ac.za]" userId="b519a442-dcea-4a28-9c45-7e29f1df5837" providerId="ADAL" clId="{8BC8A5CF-2DB3-45E9-BF57-F2ED810C291E}" dt="2026-10-13T22:05:47.233" v="10015" actId="478"/>
          <ac:spMkLst>
            <pc:docMk/>
            <pc:sldMk cId="931441846" sldId="697"/>
            <ac:spMk id="73" creationId="{D8EE5F70-7910-CC42-0D8E-05691690E162}"/>
          </ac:spMkLst>
        </pc:spChg>
        <pc:spChg chg="add del">
          <ac:chgData name="Khobo, IL, Dr [ilkhobo@sun.ac.za]" userId="b519a442-dcea-4a28-9c45-7e29f1df5837" providerId="ADAL" clId="{8BC8A5CF-2DB3-45E9-BF57-F2ED810C291E}" dt="2026-10-13T22:05:47.233" v="10015" actId="478"/>
          <ac:spMkLst>
            <pc:docMk/>
            <pc:sldMk cId="931441846" sldId="697"/>
            <ac:spMk id="75" creationId="{0AF7B3F9-928C-35AD-17A3-C8EB5EBA4561}"/>
          </ac:spMkLst>
        </pc:spChg>
        <pc:spChg chg="add del">
          <ac:chgData name="Khobo, IL, Dr [ilkhobo@sun.ac.za]" userId="b519a442-dcea-4a28-9c45-7e29f1df5837" providerId="ADAL" clId="{8BC8A5CF-2DB3-45E9-BF57-F2ED810C291E}" dt="2026-10-13T22:05:47.233" v="10015" actId="478"/>
          <ac:spMkLst>
            <pc:docMk/>
            <pc:sldMk cId="931441846" sldId="697"/>
            <ac:spMk id="77" creationId="{96F5065A-2505-C973-FAA4-6FFFAF29CA8D}"/>
          </ac:spMkLst>
        </pc:spChg>
        <pc:spChg chg="add del">
          <ac:chgData name="Khobo, IL, Dr [ilkhobo@sun.ac.za]" userId="b519a442-dcea-4a28-9c45-7e29f1df5837" providerId="ADAL" clId="{8BC8A5CF-2DB3-45E9-BF57-F2ED810C291E}" dt="2026-10-13T22:05:47.233" v="10015" actId="478"/>
          <ac:spMkLst>
            <pc:docMk/>
            <pc:sldMk cId="931441846" sldId="697"/>
            <ac:spMk id="79" creationId="{F7F711ED-4A3A-F461-B956-0F73EB361042}"/>
          </ac:spMkLst>
        </pc:spChg>
        <pc:spChg chg="add del">
          <ac:chgData name="Khobo, IL, Dr [ilkhobo@sun.ac.za]" userId="b519a442-dcea-4a28-9c45-7e29f1df5837" providerId="ADAL" clId="{8BC8A5CF-2DB3-45E9-BF57-F2ED810C291E}" dt="2026-10-13T22:05:47.233" v="10015" actId="478"/>
          <ac:spMkLst>
            <pc:docMk/>
            <pc:sldMk cId="931441846" sldId="697"/>
            <ac:spMk id="81" creationId="{7B183263-5666-E883-AD2D-46EDA831B3B4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83" creationId="{4F4B6A5F-4C81-4139-0377-3AF51D37265E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85" creationId="{85C8734A-166A-285C-F5E3-9C58FBBA6D59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87" creationId="{C10BB669-9E32-F0D3-3D1D-EC95D25CDDF1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89" creationId="{7B14D264-DAEA-5279-E520-9BBCC58763EC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91" creationId="{2EA8E45F-0ED0-7A6A-0FF1-DE5877985A8A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93" creationId="{F8C7A9A1-9A28-A147-4001-A73E52DFD0D6}"/>
          </ac:spMkLst>
        </pc:spChg>
        <pc:spChg chg="add del">
          <ac:chgData name="Khobo, IL, Dr [ilkhobo@sun.ac.za]" userId="b519a442-dcea-4a28-9c45-7e29f1df5837" providerId="ADAL" clId="{8BC8A5CF-2DB3-45E9-BF57-F2ED810C291E}" dt="2026-10-13T22:05:58.847" v="10017" actId="478"/>
          <ac:spMkLst>
            <pc:docMk/>
            <pc:sldMk cId="931441846" sldId="697"/>
            <ac:spMk id="95" creationId="{BF313AD6-25F8-B5E4-880C-347332BAA138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07:22.610" v="10025" actId="478"/>
        <pc:sldMkLst>
          <pc:docMk/>
          <pc:sldMk cId="758537236" sldId="698"/>
        </pc:sldMkLst>
        <pc:spChg chg="mod">
          <ac:chgData name="Khobo, IL, Dr [ilkhobo@sun.ac.za]" userId="b519a442-dcea-4a28-9c45-7e29f1df5837" providerId="ADAL" clId="{8BC8A5CF-2DB3-45E9-BF57-F2ED810C291E}" dt="2026-10-13T22:07:18.932" v="10024" actId="1076"/>
          <ac:spMkLst>
            <pc:docMk/>
            <pc:sldMk cId="758537236" sldId="698"/>
            <ac:spMk id="30" creationId="{40DB7C7F-E869-E791-690B-BD4D7EE3C8E0}"/>
          </ac:spMkLst>
        </pc:spChg>
        <pc:spChg chg="add">
          <ac:chgData name="Khobo, IL, Dr [ilkhobo@sun.ac.za]" userId="b519a442-dcea-4a28-9c45-7e29f1df5837" providerId="ADAL" clId="{8BC8A5CF-2DB3-45E9-BF57-F2ED810C291E}" dt="2026-10-13T22:06:15.940" v="10020" actId="22"/>
          <ac:spMkLst>
            <pc:docMk/>
            <pc:sldMk cId="758537236" sldId="698"/>
            <ac:spMk id="37" creationId="{EFBF6317-3446-7027-ACA3-B2A48B157F9D}"/>
          </ac:spMkLst>
        </pc:spChg>
        <pc:spChg chg="add">
          <ac:chgData name="Khobo, IL, Dr [ilkhobo@sun.ac.za]" userId="b519a442-dcea-4a28-9c45-7e29f1df5837" providerId="ADAL" clId="{8BC8A5CF-2DB3-45E9-BF57-F2ED810C291E}" dt="2026-10-13T22:06:15.940" v="10020" actId="22"/>
          <ac:spMkLst>
            <pc:docMk/>
            <pc:sldMk cId="758537236" sldId="698"/>
            <ac:spMk id="45" creationId="{C0C52285-3DB8-A011-47EF-BED2153B532E}"/>
          </ac:spMkLst>
        </pc:spChg>
        <pc:spChg chg="add mod">
          <ac:chgData name="Khobo, IL, Dr [ilkhobo@sun.ac.za]" userId="b519a442-dcea-4a28-9c45-7e29f1df5837" providerId="ADAL" clId="{8BC8A5CF-2DB3-45E9-BF57-F2ED810C291E}" dt="2026-10-13T22:06:24.859" v="10021" actId="1076"/>
          <ac:spMkLst>
            <pc:docMk/>
            <pc:sldMk cId="758537236" sldId="698"/>
            <ac:spMk id="52" creationId="{962CA6AC-CBAB-6F41-2135-C86F74090FD7}"/>
          </ac:spMkLst>
        </pc:spChg>
        <pc:spChg chg="add del mod">
          <ac:chgData name="Khobo, IL, Dr [ilkhobo@sun.ac.za]" userId="b519a442-dcea-4a28-9c45-7e29f1df5837" providerId="ADAL" clId="{8BC8A5CF-2DB3-45E9-BF57-F2ED810C291E}" dt="2026-10-13T22:07:22.610" v="10025" actId="478"/>
          <ac:spMkLst>
            <pc:docMk/>
            <pc:sldMk cId="758537236" sldId="698"/>
            <ac:spMk id="54" creationId="{08D5207C-56EB-8F93-7780-8265E0CF2CB3}"/>
          </ac:spMkLst>
        </pc:spChg>
        <pc:spChg chg="add del">
          <ac:chgData name="Khobo, IL, Dr [ilkhobo@sun.ac.za]" userId="b519a442-dcea-4a28-9c45-7e29f1df5837" providerId="ADAL" clId="{8BC8A5CF-2DB3-45E9-BF57-F2ED810C291E}" dt="2026-10-13T22:06:59.374" v="10023" actId="478"/>
          <ac:spMkLst>
            <pc:docMk/>
            <pc:sldMk cId="758537236" sldId="698"/>
            <ac:spMk id="56" creationId="{C2902F60-CB7C-F52D-C3F0-EF051A561444}"/>
          </ac:spMkLst>
        </pc:spChg>
        <pc:spChg chg="add del">
          <ac:chgData name="Khobo, IL, Dr [ilkhobo@sun.ac.za]" userId="b519a442-dcea-4a28-9c45-7e29f1df5837" providerId="ADAL" clId="{8BC8A5CF-2DB3-45E9-BF57-F2ED810C291E}" dt="2026-10-13T22:06:59.374" v="10023" actId="478"/>
          <ac:spMkLst>
            <pc:docMk/>
            <pc:sldMk cId="758537236" sldId="698"/>
            <ac:spMk id="59" creationId="{D0CC966F-1C2D-C5A1-AA91-AB8A268E4D2D}"/>
          </ac:spMkLst>
        </pc:spChg>
        <pc:spChg chg="add del">
          <ac:chgData name="Khobo, IL, Dr [ilkhobo@sun.ac.za]" userId="b519a442-dcea-4a28-9c45-7e29f1df5837" providerId="ADAL" clId="{8BC8A5CF-2DB3-45E9-BF57-F2ED810C291E}" dt="2026-10-13T22:06:59.374" v="10023" actId="478"/>
          <ac:spMkLst>
            <pc:docMk/>
            <pc:sldMk cId="758537236" sldId="698"/>
            <ac:spMk id="62" creationId="{75EEAD27-A3EC-0AF5-BB3B-21F59413E21B}"/>
          </ac:spMkLst>
        </pc:spChg>
        <pc:spChg chg="del">
          <ac:chgData name="Khobo, IL, Dr [ilkhobo@sun.ac.za]" userId="b519a442-dcea-4a28-9c45-7e29f1df5837" providerId="ADAL" clId="{8BC8A5CF-2DB3-45E9-BF57-F2ED810C291E}" dt="2026-10-13T22:06:15.322" v="10019" actId="478"/>
          <ac:spMkLst>
            <pc:docMk/>
            <pc:sldMk cId="758537236" sldId="698"/>
            <ac:spMk id="68" creationId="{35AB9A19-6483-BCEA-AD9D-325BE8549402}"/>
          </ac:spMkLst>
        </pc:spChg>
        <pc:spChg chg="del">
          <ac:chgData name="Khobo, IL, Dr [ilkhobo@sun.ac.za]" userId="b519a442-dcea-4a28-9c45-7e29f1df5837" providerId="ADAL" clId="{8BC8A5CF-2DB3-45E9-BF57-F2ED810C291E}" dt="2026-10-13T22:06:15.322" v="10019" actId="478"/>
          <ac:spMkLst>
            <pc:docMk/>
            <pc:sldMk cId="758537236" sldId="698"/>
            <ac:spMk id="71" creationId="{DBC9BBBE-B642-5769-BC24-9ABDE45542CE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10:11.874" v="10053" actId="478"/>
        <pc:sldMkLst>
          <pc:docMk/>
          <pc:sldMk cId="3630377321" sldId="699"/>
        </pc:sldMkLst>
        <pc:spChg chg="mod">
          <ac:chgData name="Khobo, IL, Dr [ilkhobo@sun.ac.za]" userId="b519a442-dcea-4a28-9c45-7e29f1df5837" providerId="ADAL" clId="{8BC8A5CF-2DB3-45E9-BF57-F2ED810C291E}" dt="2026-10-13T22:07:34.003" v="10027" actId="1076"/>
          <ac:spMkLst>
            <pc:docMk/>
            <pc:sldMk cId="3630377321" sldId="699"/>
            <ac:spMk id="30" creationId="{5753D256-B49F-D51A-8D1A-2CD761C46759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44" creationId="{CA941833-9260-34A0-DCF7-E46EEFFE45FD}"/>
          </ac:spMkLst>
        </pc:spChg>
        <pc:spChg chg="mod">
          <ac:chgData name="Khobo, IL, Dr [ilkhobo@sun.ac.za]" userId="b519a442-dcea-4a28-9c45-7e29f1df5837" providerId="ADAL" clId="{8BC8A5CF-2DB3-45E9-BF57-F2ED810C291E}" dt="2026-10-13T22:07:42.626" v="10030" actId="1076"/>
          <ac:spMkLst>
            <pc:docMk/>
            <pc:sldMk cId="3630377321" sldId="699"/>
            <ac:spMk id="52" creationId="{41D01624-87F7-4DA0-FA0B-FFA9E4EA4028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53" creationId="{CBE741B3-DC0B-41BE-2DF6-7312A756609A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55" creationId="{6562694D-F87C-FFFF-EA4A-847D4E8EED33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57" creationId="{12FE0862-E166-8F3F-89C2-FF541B9B6D3E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61" creationId="{8DB7CCF5-490B-0402-08C5-5D42B83A5BC6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64" creationId="{C34D8949-03AF-A7D4-97F1-836AFAA0ECCB}"/>
          </ac:spMkLst>
        </pc:spChg>
        <pc:spChg chg="add del">
          <ac:chgData name="Khobo, IL, Dr [ilkhobo@sun.ac.za]" userId="b519a442-dcea-4a28-9c45-7e29f1df5837" providerId="ADAL" clId="{8BC8A5CF-2DB3-45E9-BF57-F2ED810C291E}" dt="2026-10-13T22:07:37.980" v="10029" actId="478"/>
          <ac:spMkLst>
            <pc:docMk/>
            <pc:sldMk cId="3630377321" sldId="699"/>
            <ac:spMk id="68" creationId="{203C1A5F-E77E-C9C2-9772-49F8C6BF8E86}"/>
          </ac:spMkLst>
        </pc:spChg>
        <pc:spChg chg="add mod">
          <ac:chgData name="Khobo, IL, Dr [ilkhobo@sun.ac.za]" userId="b519a442-dcea-4a28-9c45-7e29f1df5837" providerId="ADAL" clId="{8BC8A5CF-2DB3-45E9-BF57-F2ED810C291E}" dt="2026-10-13T22:07:52.876" v="10036" actId="20577"/>
          <ac:spMkLst>
            <pc:docMk/>
            <pc:sldMk cId="3630377321" sldId="699"/>
            <ac:spMk id="71" creationId="{7738B801-EEB1-571E-CE1A-09DE5D31C961}"/>
          </ac:spMkLst>
        </pc:spChg>
        <pc:spChg chg="add del mod">
          <ac:chgData name="Khobo, IL, Dr [ilkhobo@sun.ac.za]" userId="b519a442-dcea-4a28-9c45-7e29f1df5837" providerId="ADAL" clId="{8BC8A5CF-2DB3-45E9-BF57-F2ED810C291E}" dt="2026-10-13T22:10:05.688" v="10051" actId="478"/>
          <ac:spMkLst>
            <pc:docMk/>
            <pc:sldMk cId="3630377321" sldId="699"/>
            <ac:spMk id="73" creationId="{A3A7FAFC-8FE5-5E5B-377E-B90A53C84D1E}"/>
          </ac:spMkLst>
        </pc:spChg>
        <pc:spChg chg="add del mod">
          <ac:chgData name="Khobo, IL, Dr [ilkhobo@sun.ac.za]" userId="b519a442-dcea-4a28-9c45-7e29f1df5837" providerId="ADAL" clId="{8BC8A5CF-2DB3-45E9-BF57-F2ED810C291E}" dt="2026-10-13T22:10:08.795" v="10052" actId="478"/>
          <ac:spMkLst>
            <pc:docMk/>
            <pc:sldMk cId="3630377321" sldId="699"/>
            <ac:spMk id="75" creationId="{804A149D-3871-B8CB-84DB-98955C1FCF80}"/>
          </ac:spMkLst>
        </pc:spChg>
        <pc:spChg chg="add del mod">
          <ac:chgData name="Khobo, IL, Dr [ilkhobo@sun.ac.za]" userId="b519a442-dcea-4a28-9c45-7e29f1df5837" providerId="ADAL" clId="{8BC8A5CF-2DB3-45E9-BF57-F2ED810C291E}" dt="2026-10-13T22:10:11.874" v="10053" actId="478"/>
          <ac:spMkLst>
            <pc:docMk/>
            <pc:sldMk cId="3630377321" sldId="699"/>
            <ac:spMk id="77" creationId="{91910862-6428-978F-3D29-509F44A70B28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10:39.174" v="10060" actId="478"/>
        <pc:sldMkLst>
          <pc:docMk/>
          <pc:sldMk cId="1079172423" sldId="700"/>
        </pc:sldMkLst>
        <pc:spChg chg="mod">
          <ac:chgData name="Khobo, IL, Dr [ilkhobo@sun.ac.za]" userId="b519a442-dcea-4a28-9c45-7e29f1df5837" providerId="ADAL" clId="{8BC8A5CF-2DB3-45E9-BF57-F2ED810C291E}" dt="2026-10-13T22:10:22.667" v="10055" actId="1076"/>
          <ac:spMkLst>
            <pc:docMk/>
            <pc:sldMk cId="1079172423" sldId="700"/>
            <ac:spMk id="30" creationId="{7302BF3A-932F-7646-697E-5C3DE1DC2C4F}"/>
          </ac:spMkLst>
        </pc:spChg>
        <pc:spChg chg="del">
          <ac:chgData name="Khobo, IL, Dr [ilkhobo@sun.ac.za]" userId="b519a442-dcea-4a28-9c45-7e29f1df5837" providerId="ADAL" clId="{8BC8A5CF-2DB3-45E9-BF57-F2ED810C291E}" dt="2026-10-13T22:10:34.301" v="10058" actId="478"/>
          <ac:spMkLst>
            <pc:docMk/>
            <pc:sldMk cId="1079172423" sldId="700"/>
            <ac:spMk id="37" creationId="{5711AFD2-1D1D-A4E8-6141-3F2AC60B2BA6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44" creationId="{06E98812-596F-77C6-453F-747CF41FC759}"/>
          </ac:spMkLst>
        </pc:spChg>
        <pc:spChg chg="del">
          <ac:chgData name="Khobo, IL, Dr [ilkhobo@sun.ac.za]" userId="b519a442-dcea-4a28-9c45-7e29f1df5837" providerId="ADAL" clId="{8BC8A5CF-2DB3-45E9-BF57-F2ED810C291E}" dt="2026-10-13T22:10:34.301" v="10058" actId="478"/>
          <ac:spMkLst>
            <pc:docMk/>
            <pc:sldMk cId="1079172423" sldId="700"/>
            <ac:spMk id="45" creationId="{D4294FE8-7298-3FDE-B31E-B04D03CCA881}"/>
          </ac:spMkLst>
        </pc:spChg>
        <pc:spChg chg="del">
          <ac:chgData name="Khobo, IL, Dr [ilkhobo@sun.ac.za]" userId="b519a442-dcea-4a28-9c45-7e29f1df5837" providerId="ADAL" clId="{8BC8A5CF-2DB3-45E9-BF57-F2ED810C291E}" dt="2026-10-13T22:10:34.301" v="10058" actId="478"/>
          <ac:spMkLst>
            <pc:docMk/>
            <pc:sldMk cId="1079172423" sldId="700"/>
            <ac:spMk id="52" creationId="{F62BF62F-DE47-1516-2EA9-22588F445B2D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53" creationId="{E6CFB73A-3B1C-BA69-B2C7-3C2E340CC1C1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55" creationId="{451A6D2F-7305-3DB7-5259-86FED05B5ED0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57" creationId="{9BC08C3C-3BD4-BDB5-2868-5DF0B6694727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61" creationId="{11D3F343-1B10-7395-A650-AA08CE88208C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64" creationId="{CF6CCE02-D9C8-D803-3754-095FF0D60DD4}"/>
          </ac:spMkLst>
        </pc:spChg>
        <pc:spChg chg="add del">
          <ac:chgData name="Khobo, IL, Dr [ilkhobo@sun.ac.za]" userId="b519a442-dcea-4a28-9c45-7e29f1df5837" providerId="ADAL" clId="{8BC8A5CF-2DB3-45E9-BF57-F2ED810C291E}" dt="2026-10-13T22:10:28.464" v="10057" actId="22"/>
          <ac:spMkLst>
            <pc:docMk/>
            <pc:sldMk cId="1079172423" sldId="700"/>
            <ac:spMk id="68" creationId="{1F6C034D-BB8E-AF74-A720-802394770C60}"/>
          </ac:spMkLst>
        </pc:spChg>
        <pc:spChg chg="del">
          <ac:chgData name="Khobo, IL, Dr [ilkhobo@sun.ac.za]" userId="b519a442-dcea-4a28-9c45-7e29f1df5837" providerId="ADAL" clId="{8BC8A5CF-2DB3-45E9-BF57-F2ED810C291E}" dt="2026-10-13T22:10:34.301" v="10058" actId="478"/>
          <ac:spMkLst>
            <pc:docMk/>
            <pc:sldMk cId="1079172423" sldId="700"/>
            <ac:spMk id="71" creationId="{B9B716C3-8499-8F0A-2DEC-882B8362879D}"/>
          </ac:spMkLst>
        </pc:spChg>
        <pc:spChg chg="add">
          <ac:chgData name="Khobo, IL, Dr [ilkhobo@sun.ac.za]" userId="b519a442-dcea-4a28-9c45-7e29f1df5837" providerId="ADAL" clId="{8BC8A5CF-2DB3-45E9-BF57-F2ED810C291E}" dt="2026-10-13T22:10:34.962" v="10059" actId="22"/>
          <ac:spMkLst>
            <pc:docMk/>
            <pc:sldMk cId="1079172423" sldId="700"/>
            <ac:spMk id="72" creationId="{AD043AAD-F3E9-55D5-13A8-61E7B187D448}"/>
          </ac:spMkLst>
        </pc:spChg>
        <pc:spChg chg="add">
          <ac:chgData name="Khobo, IL, Dr [ilkhobo@sun.ac.za]" userId="b519a442-dcea-4a28-9c45-7e29f1df5837" providerId="ADAL" clId="{8BC8A5CF-2DB3-45E9-BF57-F2ED810C291E}" dt="2026-10-13T22:10:34.962" v="10059" actId="22"/>
          <ac:spMkLst>
            <pc:docMk/>
            <pc:sldMk cId="1079172423" sldId="700"/>
            <ac:spMk id="74" creationId="{3EB9D4B8-C879-85F6-2EBC-ADE194C6A6A8}"/>
          </ac:spMkLst>
        </pc:spChg>
        <pc:spChg chg="add">
          <ac:chgData name="Khobo, IL, Dr [ilkhobo@sun.ac.za]" userId="b519a442-dcea-4a28-9c45-7e29f1df5837" providerId="ADAL" clId="{8BC8A5CF-2DB3-45E9-BF57-F2ED810C291E}" dt="2026-10-13T22:10:34.962" v="10059" actId="22"/>
          <ac:spMkLst>
            <pc:docMk/>
            <pc:sldMk cId="1079172423" sldId="700"/>
            <ac:spMk id="76" creationId="{184B7530-501C-065E-C0DC-26CEC399F082}"/>
          </ac:spMkLst>
        </pc:spChg>
        <pc:spChg chg="add">
          <ac:chgData name="Khobo, IL, Dr [ilkhobo@sun.ac.za]" userId="b519a442-dcea-4a28-9c45-7e29f1df5837" providerId="ADAL" clId="{8BC8A5CF-2DB3-45E9-BF57-F2ED810C291E}" dt="2026-10-13T22:10:34.962" v="10059" actId="22"/>
          <ac:spMkLst>
            <pc:docMk/>
            <pc:sldMk cId="1079172423" sldId="700"/>
            <ac:spMk id="78" creationId="{B0EC3D28-D8CD-974D-1FEE-A667B33652BE}"/>
          </ac:spMkLst>
        </pc:spChg>
        <pc:spChg chg="add">
          <ac:chgData name="Khobo, IL, Dr [ilkhobo@sun.ac.za]" userId="b519a442-dcea-4a28-9c45-7e29f1df5837" providerId="ADAL" clId="{8BC8A5CF-2DB3-45E9-BF57-F2ED810C291E}" dt="2026-10-13T22:10:34.962" v="10059" actId="22"/>
          <ac:spMkLst>
            <pc:docMk/>
            <pc:sldMk cId="1079172423" sldId="700"/>
            <ac:spMk id="80" creationId="{356AB25C-FE0E-5D1C-0E73-8E75B7B2C47A}"/>
          </ac:spMkLst>
        </pc:spChg>
        <pc:spChg chg="add del">
          <ac:chgData name="Khobo, IL, Dr [ilkhobo@sun.ac.za]" userId="b519a442-dcea-4a28-9c45-7e29f1df5837" providerId="ADAL" clId="{8BC8A5CF-2DB3-45E9-BF57-F2ED810C291E}" dt="2026-10-13T22:10:39.174" v="10060" actId="478"/>
          <ac:spMkLst>
            <pc:docMk/>
            <pc:sldMk cId="1079172423" sldId="700"/>
            <ac:spMk id="82" creationId="{6F8F8CED-F4EC-9CBF-F6FA-24DA371B9EBC}"/>
          </ac:spMkLst>
        </pc:spChg>
        <pc:spChg chg="add del">
          <ac:chgData name="Khobo, IL, Dr [ilkhobo@sun.ac.za]" userId="b519a442-dcea-4a28-9c45-7e29f1df5837" providerId="ADAL" clId="{8BC8A5CF-2DB3-45E9-BF57-F2ED810C291E}" dt="2026-10-13T22:10:39.174" v="10060" actId="478"/>
          <ac:spMkLst>
            <pc:docMk/>
            <pc:sldMk cId="1079172423" sldId="700"/>
            <ac:spMk id="84" creationId="{BC19E294-DADA-A669-4058-9C48E83FE00D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11:02.788" v="10065" actId="478"/>
        <pc:sldMkLst>
          <pc:docMk/>
          <pc:sldMk cId="156746629" sldId="701"/>
        </pc:sldMkLst>
        <pc:spChg chg="mod">
          <ac:chgData name="Khobo, IL, Dr [ilkhobo@sun.ac.za]" userId="b519a442-dcea-4a28-9c45-7e29f1df5837" providerId="ADAL" clId="{8BC8A5CF-2DB3-45E9-BF57-F2ED810C291E}" dt="2026-10-13T22:10:49.859" v="10062" actId="1076"/>
          <ac:spMkLst>
            <pc:docMk/>
            <pc:sldMk cId="156746629" sldId="701"/>
            <ac:spMk id="30" creationId="{87B7D1C2-1266-19B2-F57D-A1619797305B}"/>
          </ac:spMkLst>
        </pc:spChg>
        <pc:spChg chg="add">
          <ac:chgData name="Khobo, IL, Dr [ilkhobo@sun.ac.za]" userId="b519a442-dcea-4a28-9c45-7e29f1df5837" providerId="ADAL" clId="{8BC8A5CF-2DB3-45E9-BF57-F2ED810C291E}" dt="2026-10-13T22:10:58.055" v="10064" actId="22"/>
          <ac:spMkLst>
            <pc:docMk/>
            <pc:sldMk cId="156746629" sldId="701"/>
            <ac:spMk id="37" creationId="{3A197259-17F9-DC3E-D1E8-349B82732B78}"/>
          </ac:spMkLst>
        </pc:spChg>
        <pc:spChg chg="add">
          <ac:chgData name="Khobo, IL, Dr [ilkhobo@sun.ac.za]" userId="b519a442-dcea-4a28-9c45-7e29f1df5837" providerId="ADAL" clId="{8BC8A5CF-2DB3-45E9-BF57-F2ED810C291E}" dt="2026-10-13T22:10:58.055" v="10064" actId="22"/>
          <ac:spMkLst>
            <pc:docMk/>
            <pc:sldMk cId="156746629" sldId="701"/>
            <ac:spMk id="45" creationId="{19A1C9E9-6E02-3767-EC63-5C1980472080}"/>
          </ac:spMkLst>
        </pc:spChg>
        <pc:spChg chg="add">
          <ac:chgData name="Khobo, IL, Dr [ilkhobo@sun.ac.za]" userId="b519a442-dcea-4a28-9c45-7e29f1df5837" providerId="ADAL" clId="{8BC8A5CF-2DB3-45E9-BF57-F2ED810C291E}" dt="2026-10-13T22:10:58.055" v="10064" actId="22"/>
          <ac:spMkLst>
            <pc:docMk/>
            <pc:sldMk cId="156746629" sldId="701"/>
            <ac:spMk id="52" creationId="{54262723-23BA-276F-8E4C-C1EE14CBDB61}"/>
          </ac:spMkLst>
        </pc:spChg>
        <pc:spChg chg="add">
          <ac:chgData name="Khobo, IL, Dr [ilkhobo@sun.ac.za]" userId="b519a442-dcea-4a28-9c45-7e29f1df5837" providerId="ADAL" clId="{8BC8A5CF-2DB3-45E9-BF57-F2ED810C291E}" dt="2026-10-13T22:10:58.055" v="10064" actId="22"/>
          <ac:spMkLst>
            <pc:docMk/>
            <pc:sldMk cId="156746629" sldId="701"/>
            <ac:spMk id="54" creationId="{A1216B7C-DFCB-6EB3-DC3B-C60301AFEEF2}"/>
          </ac:spMkLst>
        </pc:spChg>
        <pc:spChg chg="add">
          <ac:chgData name="Khobo, IL, Dr [ilkhobo@sun.ac.za]" userId="b519a442-dcea-4a28-9c45-7e29f1df5837" providerId="ADAL" clId="{8BC8A5CF-2DB3-45E9-BF57-F2ED810C291E}" dt="2026-10-13T22:10:58.055" v="10064" actId="22"/>
          <ac:spMkLst>
            <pc:docMk/>
            <pc:sldMk cId="156746629" sldId="701"/>
            <ac:spMk id="56" creationId="{DF30CF58-3CB2-5BCF-D36F-564476586DE3}"/>
          </ac:spMkLst>
        </pc:spChg>
        <pc:spChg chg="add">
          <ac:chgData name="Khobo, IL, Dr [ilkhobo@sun.ac.za]" userId="b519a442-dcea-4a28-9c45-7e29f1df5837" providerId="ADAL" clId="{8BC8A5CF-2DB3-45E9-BF57-F2ED810C291E}" dt="2026-10-13T22:10:58.055" v="10064" actId="22"/>
          <ac:spMkLst>
            <pc:docMk/>
            <pc:sldMk cId="156746629" sldId="701"/>
            <ac:spMk id="59" creationId="{7CDC0E19-D284-74F0-521D-15A334159EF7}"/>
          </ac:spMkLst>
        </pc:spChg>
        <pc:spChg chg="add del">
          <ac:chgData name="Khobo, IL, Dr [ilkhobo@sun.ac.za]" userId="b519a442-dcea-4a28-9c45-7e29f1df5837" providerId="ADAL" clId="{8BC8A5CF-2DB3-45E9-BF57-F2ED810C291E}" dt="2026-10-13T22:11:02.788" v="10065" actId="478"/>
          <ac:spMkLst>
            <pc:docMk/>
            <pc:sldMk cId="156746629" sldId="701"/>
            <ac:spMk id="62" creationId="{C31F66DC-4C30-41D3-7C9C-9F6BA9FDEC45}"/>
          </ac:spMkLst>
        </pc:spChg>
        <pc:spChg chg="del">
          <ac:chgData name="Khobo, IL, Dr [ilkhobo@sun.ac.za]" userId="b519a442-dcea-4a28-9c45-7e29f1df5837" providerId="ADAL" clId="{8BC8A5CF-2DB3-45E9-BF57-F2ED810C291E}" dt="2026-10-13T22:10:57.513" v="10063" actId="478"/>
          <ac:spMkLst>
            <pc:docMk/>
            <pc:sldMk cId="156746629" sldId="701"/>
            <ac:spMk id="72" creationId="{49A2DD61-91BA-21A0-77EC-AD268BCAE07C}"/>
          </ac:spMkLst>
        </pc:spChg>
        <pc:spChg chg="del">
          <ac:chgData name="Khobo, IL, Dr [ilkhobo@sun.ac.za]" userId="b519a442-dcea-4a28-9c45-7e29f1df5837" providerId="ADAL" clId="{8BC8A5CF-2DB3-45E9-BF57-F2ED810C291E}" dt="2026-10-13T22:10:57.513" v="10063" actId="478"/>
          <ac:spMkLst>
            <pc:docMk/>
            <pc:sldMk cId="156746629" sldId="701"/>
            <ac:spMk id="74" creationId="{46967531-162F-A043-8F23-EAC8540E16AE}"/>
          </ac:spMkLst>
        </pc:spChg>
        <pc:spChg chg="del">
          <ac:chgData name="Khobo, IL, Dr [ilkhobo@sun.ac.za]" userId="b519a442-dcea-4a28-9c45-7e29f1df5837" providerId="ADAL" clId="{8BC8A5CF-2DB3-45E9-BF57-F2ED810C291E}" dt="2026-10-13T22:10:57.513" v="10063" actId="478"/>
          <ac:spMkLst>
            <pc:docMk/>
            <pc:sldMk cId="156746629" sldId="701"/>
            <ac:spMk id="76" creationId="{E5C60105-3BE1-3281-D037-92B7A6C5D89C}"/>
          </ac:spMkLst>
        </pc:spChg>
        <pc:spChg chg="del">
          <ac:chgData name="Khobo, IL, Dr [ilkhobo@sun.ac.za]" userId="b519a442-dcea-4a28-9c45-7e29f1df5837" providerId="ADAL" clId="{8BC8A5CF-2DB3-45E9-BF57-F2ED810C291E}" dt="2026-10-13T22:10:57.513" v="10063" actId="478"/>
          <ac:spMkLst>
            <pc:docMk/>
            <pc:sldMk cId="156746629" sldId="701"/>
            <ac:spMk id="78" creationId="{FA0BAFA2-D75D-BB71-D41A-C2EF3FA678F8}"/>
          </ac:spMkLst>
        </pc:spChg>
        <pc:spChg chg="del">
          <ac:chgData name="Khobo, IL, Dr [ilkhobo@sun.ac.za]" userId="b519a442-dcea-4a28-9c45-7e29f1df5837" providerId="ADAL" clId="{8BC8A5CF-2DB3-45E9-BF57-F2ED810C291E}" dt="2026-10-13T22:10:57.513" v="10063" actId="478"/>
          <ac:spMkLst>
            <pc:docMk/>
            <pc:sldMk cId="156746629" sldId="701"/>
            <ac:spMk id="80" creationId="{715A0BE1-062B-889D-E693-EFC3AAE49FA1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11:26.791" v="10069" actId="1076"/>
        <pc:sldMkLst>
          <pc:docMk/>
          <pc:sldMk cId="2747323662" sldId="702"/>
        </pc:sldMkLst>
        <pc:spChg chg="mod">
          <ac:chgData name="Khobo, IL, Dr [ilkhobo@sun.ac.za]" userId="b519a442-dcea-4a28-9c45-7e29f1df5837" providerId="ADAL" clId="{8BC8A5CF-2DB3-45E9-BF57-F2ED810C291E}" dt="2026-10-13T22:11:26.791" v="10069" actId="1076"/>
          <ac:spMkLst>
            <pc:docMk/>
            <pc:sldMk cId="2747323662" sldId="702"/>
            <ac:spMk id="30" creationId="{D6B1C2DC-6CDD-B8C1-DB49-89CCE5326993}"/>
          </ac:spMkLst>
        </pc:spChg>
        <pc:spChg chg="del">
          <ac:chgData name="Khobo, IL, Dr [ilkhobo@sun.ac.za]" userId="b519a442-dcea-4a28-9c45-7e29f1df5837" providerId="ADAL" clId="{8BC8A5CF-2DB3-45E9-BF57-F2ED810C291E}" dt="2026-10-13T22:11:20.341" v="10067" actId="478"/>
          <ac:spMkLst>
            <pc:docMk/>
            <pc:sldMk cId="2747323662" sldId="702"/>
            <ac:spMk id="37" creationId="{30C11434-4E5F-42C8-2EC8-253AFE8E3224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44" creationId="{508B01EB-2736-1221-BA8E-134FD55806B2}"/>
          </ac:spMkLst>
        </pc:spChg>
        <pc:spChg chg="del">
          <ac:chgData name="Khobo, IL, Dr [ilkhobo@sun.ac.za]" userId="b519a442-dcea-4a28-9c45-7e29f1df5837" providerId="ADAL" clId="{8BC8A5CF-2DB3-45E9-BF57-F2ED810C291E}" dt="2026-10-13T22:11:20.341" v="10067" actId="478"/>
          <ac:spMkLst>
            <pc:docMk/>
            <pc:sldMk cId="2747323662" sldId="702"/>
            <ac:spMk id="45" creationId="{25B82FA2-2A28-633B-FE7A-24506C8EE3CE}"/>
          </ac:spMkLst>
        </pc:spChg>
        <pc:spChg chg="del">
          <ac:chgData name="Khobo, IL, Dr [ilkhobo@sun.ac.za]" userId="b519a442-dcea-4a28-9c45-7e29f1df5837" providerId="ADAL" clId="{8BC8A5CF-2DB3-45E9-BF57-F2ED810C291E}" dt="2026-10-13T22:11:20.341" v="10067" actId="478"/>
          <ac:spMkLst>
            <pc:docMk/>
            <pc:sldMk cId="2747323662" sldId="702"/>
            <ac:spMk id="52" creationId="{FC5793C1-83AD-8BAD-D130-C32D0021EB0D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53" creationId="{72E2EA77-8591-B8C8-77CF-FE805DF1DFCF}"/>
          </ac:spMkLst>
        </pc:spChg>
        <pc:spChg chg="del">
          <ac:chgData name="Khobo, IL, Dr [ilkhobo@sun.ac.za]" userId="b519a442-dcea-4a28-9c45-7e29f1df5837" providerId="ADAL" clId="{8BC8A5CF-2DB3-45E9-BF57-F2ED810C291E}" dt="2026-10-13T22:11:20.341" v="10067" actId="478"/>
          <ac:spMkLst>
            <pc:docMk/>
            <pc:sldMk cId="2747323662" sldId="702"/>
            <ac:spMk id="54" creationId="{32539A2A-0995-BFCB-E875-D0F8CB067C9B}"/>
          </ac:spMkLst>
        </pc:spChg>
        <pc:spChg chg="del">
          <ac:chgData name="Khobo, IL, Dr [ilkhobo@sun.ac.za]" userId="b519a442-dcea-4a28-9c45-7e29f1df5837" providerId="ADAL" clId="{8BC8A5CF-2DB3-45E9-BF57-F2ED810C291E}" dt="2026-10-13T22:11:20.341" v="10067" actId="478"/>
          <ac:spMkLst>
            <pc:docMk/>
            <pc:sldMk cId="2747323662" sldId="702"/>
            <ac:spMk id="56" creationId="{578DF74B-7D1A-34E1-F7D7-FB7E9DF3FBC3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57" creationId="{EBC1B444-0EB6-508F-3800-17E5C20DAA1D}"/>
          </ac:spMkLst>
        </pc:spChg>
        <pc:spChg chg="del">
          <ac:chgData name="Khobo, IL, Dr [ilkhobo@sun.ac.za]" userId="b519a442-dcea-4a28-9c45-7e29f1df5837" providerId="ADAL" clId="{8BC8A5CF-2DB3-45E9-BF57-F2ED810C291E}" dt="2026-10-13T22:11:20.341" v="10067" actId="478"/>
          <ac:spMkLst>
            <pc:docMk/>
            <pc:sldMk cId="2747323662" sldId="702"/>
            <ac:spMk id="59" creationId="{899929B9-E38D-E484-A127-B10ED888E532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62" creationId="{4E4DBA0A-53F2-EEC2-71A6-B345053533F5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66" creationId="{812F9541-ABFA-E94A-538F-7A79EB7E111B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70" creationId="{1BBEF591-3BB0-6342-1842-D83C53520EA5}"/>
          </ac:spMkLst>
        </pc:spChg>
        <pc:spChg chg="add">
          <ac:chgData name="Khobo, IL, Dr [ilkhobo@sun.ac.za]" userId="b519a442-dcea-4a28-9c45-7e29f1df5837" providerId="ADAL" clId="{8BC8A5CF-2DB3-45E9-BF57-F2ED810C291E}" dt="2026-10-13T22:11:20.909" v="10068" actId="22"/>
          <ac:spMkLst>
            <pc:docMk/>
            <pc:sldMk cId="2747323662" sldId="702"/>
            <ac:spMk id="72" creationId="{A03DDD89-135B-8B0C-B647-70962C1BDD79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10-13T22:17:47.481" v="10099" actId="20577"/>
        <pc:sldMkLst>
          <pc:docMk/>
          <pc:sldMk cId="1710730178" sldId="703"/>
        </pc:sldMkLst>
        <pc:spChg chg="mod">
          <ac:chgData name="Khobo, IL, Dr [ilkhobo@sun.ac.za]" userId="b519a442-dcea-4a28-9c45-7e29f1df5837" providerId="ADAL" clId="{8BC8A5CF-2DB3-45E9-BF57-F2ED810C291E}" dt="2026-10-13T22:16:25.040" v="10080" actId="20577"/>
          <ac:spMkLst>
            <pc:docMk/>
            <pc:sldMk cId="1710730178" sldId="703"/>
            <ac:spMk id="3" creationId="{48947984-765B-0328-A196-F258E4F11005}"/>
          </ac:spMkLst>
        </pc:spChg>
        <pc:spChg chg="mod">
          <ac:chgData name="Khobo, IL, Dr [ilkhobo@sun.ac.za]" userId="b519a442-dcea-4a28-9c45-7e29f1df5837" providerId="ADAL" clId="{8BC8A5CF-2DB3-45E9-BF57-F2ED810C291E}" dt="2026-10-13T22:17:47.481" v="10099" actId="20577"/>
          <ac:spMkLst>
            <pc:docMk/>
            <pc:sldMk cId="1710730178" sldId="703"/>
            <ac:spMk id="6" creationId="{6628A56B-EF9E-728C-B3E4-70257A3B148F}"/>
          </ac:spMkLst>
        </pc:spChg>
        <pc:spChg chg="mod">
          <ac:chgData name="Khobo, IL, Dr [ilkhobo@sun.ac.za]" userId="b519a442-dcea-4a28-9c45-7e29f1df5837" providerId="ADAL" clId="{8BC8A5CF-2DB3-45E9-BF57-F2ED810C291E}" dt="2026-10-13T22:17:27.754" v="10092" actId="20577"/>
          <ac:spMkLst>
            <pc:docMk/>
            <pc:sldMk cId="1710730178" sldId="703"/>
            <ac:spMk id="13" creationId="{034FFE82-B24C-6716-FD5F-78811D1021D2}"/>
          </ac:spMkLst>
        </pc:spChg>
        <pc:spChg chg="mod">
          <ac:chgData name="Khobo, IL, Dr [ilkhobo@sun.ac.za]" userId="b519a442-dcea-4a28-9c45-7e29f1df5837" providerId="ADAL" clId="{8BC8A5CF-2DB3-45E9-BF57-F2ED810C291E}" dt="2026-10-13T22:17:44.868" v="10097" actId="20577"/>
          <ac:spMkLst>
            <pc:docMk/>
            <pc:sldMk cId="1710730178" sldId="703"/>
            <ac:spMk id="20" creationId="{2D7F7476-F74F-ACBA-9E8A-8E9B32023990}"/>
          </ac:spMkLst>
        </pc:spChg>
        <pc:spChg chg="mod">
          <ac:chgData name="Khobo, IL, Dr [ilkhobo@sun.ac.za]" userId="b519a442-dcea-4a28-9c45-7e29f1df5837" providerId="ADAL" clId="{8BC8A5CF-2DB3-45E9-BF57-F2ED810C291E}" dt="2026-10-13T22:17:20.697" v="10088" actId="20577"/>
          <ac:spMkLst>
            <pc:docMk/>
            <pc:sldMk cId="1710730178" sldId="703"/>
            <ac:spMk id="27" creationId="{D4028FB0-B474-DCBF-833C-16D00C3901E6}"/>
          </ac:spMkLst>
        </pc:spChg>
        <pc:spChg chg="mod">
          <ac:chgData name="Khobo, IL, Dr [ilkhobo@sun.ac.za]" userId="b519a442-dcea-4a28-9c45-7e29f1df5837" providerId="ADAL" clId="{8BC8A5CF-2DB3-45E9-BF57-F2ED810C291E}" dt="2026-10-13T22:16:27.895" v="10082" actId="20577"/>
          <ac:spMkLst>
            <pc:docMk/>
            <pc:sldMk cId="1710730178" sldId="703"/>
            <ac:spMk id="31" creationId="{D883ED90-989B-60FD-CB68-037D97485FB3}"/>
          </ac:spMkLst>
        </pc:spChg>
        <pc:spChg chg="mod">
          <ac:chgData name="Khobo, IL, Dr [ilkhobo@sun.ac.za]" userId="b519a442-dcea-4a28-9c45-7e29f1df5837" providerId="ADAL" clId="{8BC8A5CF-2DB3-45E9-BF57-F2ED810C291E}" dt="2026-10-13T22:17:23.824" v="10090" actId="20577"/>
          <ac:spMkLst>
            <pc:docMk/>
            <pc:sldMk cId="1710730178" sldId="703"/>
            <ac:spMk id="34" creationId="{FD3896DA-4C08-56B2-0D79-BC7AB973CEF7}"/>
          </ac:spMkLst>
        </pc:spChg>
        <pc:spChg chg="mod">
          <ac:chgData name="Khobo, IL, Dr [ilkhobo@sun.ac.za]" userId="b519a442-dcea-4a28-9c45-7e29f1df5837" providerId="ADAL" clId="{8BC8A5CF-2DB3-45E9-BF57-F2ED810C291E}" dt="2026-10-13T22:16:31.136" v="10084" actId="20577"/>
          <ac:spMkLst>
            <pc:docMk/>
            <pc:sldMk cId="1710730178" sldId="703"/>
            <ac:spMk id="38" creationId="{FE81CD75-5051-E53D-0312-80AD1B922325}"/>
          </ac:spMkLst>
        </pc:spChg>
        <pc:spChg chg="mod">
          <ac:chgData name="Khobo, IL, Dr [ilkhobo@sun.ac.za]" userId="b519a442-dcea-4a28-9c45-7e29f1df5837" providerId="ADAL" clId="{8BC8A5CF-2DB3-45E9-BF57-F2ED810C291E}" dt="2026-10-13T22:17:32.343" v="10094" actId="20577"/>
          <ac:spMkLst>
            <pc:docMk/>
            <pc:sldMk cId="1710730178" sldId="703"/>
            <ac:spMk id="41" creationId="{2BA1A92D-3D73-20EC-DCB9-DFEFB21EF104}"/>
          </ac:spMkLst>
        </pc:spChg>
        <pc:spChg chg="mod">
          <ac:chgData name="Khobo, IL, Dr [ilkhobo@sun.ac.za]" userId="b519a442-dcea-4a28-9c45-7e29f1df5837" providerId="ADAL" clId="{8BC8A5CF-2DB3-45E9-BF57-F2ED810C291E}" dt="2026-10-13T22:17:35.911" v="10096" actId="20577"/>
          <ac:spMkLst>
            <pc:docMk/>
            <pc:sldMk cId="1710730178" sldId="703"/>
            <ac:spMk id="48" creationId="{CB613F8E-3E94-5909-0521-10829189D845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2:56.204" v="10156" actId="478"/>
        <pc:sldMkLst>
          <pc:docMk/>
          <pc:sldMk cId="1574374632" sldId="704"/>
        </pc:sldMkLst>
        <pc:spChg chg="add mod">
          <ac:chgData name="Khobo, IL, Dr [ilkhobo@sun.ac.za]" userId="b519a442-dcea-4a28-9c45-7e29f1df5837" providerId="ADAL" clId="{8BC8A5CF-2DB3-45E9-BF57-F2ED810C291E}" dt="2026-10-13T22:18:35.960" v="10103" actId="1076"/>
          <ac:spMkLst>
            <pc:docMk/>
            <pc:sldMk cId="1574374632" sldId="704"/>
            <ac:spMk id="30" creationId="{7579CF65-8160-5A9D-9578-65030897A937}"/>
          </ac:spMkLst>
        </pc:spChg>
        <pc:spChg chg="add">
          <ac:chgData name="Khobo, IL, Dr [ilkhobo@sun.ac.za]" userId="b519a442-dcea-4a28-9c45-7e29f1df5837" providerId="ADAL" clId="{8BC8A5CF-2DB3-45E9-BF57-F2ED810C291E}" dt="2026-10-13T22:22:46.615" v="10155" actId="22"/>
          <ac:spMkLst>
            <pc:docMk/>
            <pc:sldMk cId="1574374632" sldId="704"/>
            <ac:spMk id="44" creationId="{2CE888B9-0CC8-6C4F-150D-2126F1E7913A}"/>
          </ac:spMkLst>
        </pc:spChg>
        <pc:spChg chg="add del">
          <ac:chgData name="Khobo, IL, Dr [ilkhobo@sun.ac.za]" userId="b519a442-dcea-4a28-9c45-7e29f1df5837" providerId="ADAL" clId="{8BC8A5CF-2DB3-45E9-BF57-F2ED810C291E}" dt="2026-10-13T22:22:56.204" v="10156" actId="478"/>
          <ac:spMkLst>
            <pc:docMk/>
            <pc:sldMk cId="1574374632" sldId="704"/>
            <ac:spMk id="51" creationId="{8334EFDB-B232-DC21-A9CC-AA929E52D6B6}"/>
          </ac:spMkLst>
        </pc:spChg>
        <pc:spChg chg="add del">
          <ac:chgData name="Khobo, IL, Dr [ilkhobo@sun.ac.za]" userId="b519a442-dcea-4a28-9c45-7e29f1df5837" providerId="ADAL" clId="{8BC8A5CF-2DB3-45E9-BF57-F2ED810C291E}" dt="2026-10-13T22:22:56.204" v="10156" actId="478"/>
          <ac:spMkLst>
            <pc:docMk/>
            <pc:sldMk cId="1574374632" sldId="704"/>
            <ac:spMk id="53" creationId="{2A09892D-C173-F2A9-2C98-2D116D3DC835}"/>
          </ac:spMkLst>
        </pc:spChg>
        <pc:spChg chg="add del">
          <ac:chgData name="Khobo, IL, Dr [ilkhobo@sun.ac.za]" userId="b519a442-dcea-4a28-9c45-7e29f1df5837" providerId="ADAL" clId="{8BC8A5CF-2DB3-45E9-BF57-F2ED810C291E}" dt="2026-10-13T22:22:56.204" v="10156" actId="478"/>
          <ac:spMkLst>
            <pc:docMk/>
            <pc:sldMk cId="1574374632" sldId="704"/>
            <ac:spMk id="55" creationId="{2E8D76FD-A5DE-1CFA-6C22-E9E985CB1AD1}"/>
          </ac:spMkLst>
        </pc:spChg>
        <pc:spChg chg="add del">
          <ac:chgData name="Khobo, IL, Dr [ilkhobo@sun.ac.za]" userId="b519a442-dcea-4a28-9c45-7e29f1df5837" providerId="ADAL" clId="{8BC8A5CF-2DB3-45E9-BF57-F2ED810C291E}" dt="2026-10-13T22:22:56.204" v="10156" actId="478"/>
          <ac:spMkLst>
            <pc:docMk/>
            <pc:sldMk cId="1574374632" sldId="704"/>
            <ac:spMk id="57" creationId="{C429455B-5DDC-98DE-4F2D-6415EB2BDAF8}"/>
          </ac:spMkLst>
        </pc:spChg>
        <pc:spChg chg="add del">
          <ac:chgData name="Khobo, IL, Dr [ilkhobo@sun.ac.za]" userId="b519a442-dcea-4a28-9c45-7e29f1df5837" providerId="ADAL" clId="{8BC8A5CF-2DB3-45E9-BF57-F2ED810C291E}" dt="2026-10-13T22:22:56.204" v="10156" actId="478"/>
          <ac:spMkLst>
            <pc:docMk/>
            <pc:sldMk cId="1574374632" sldId="704"/>
            <ac:spMk id="61" creationId="{14661D56-658B-66DE-2495-8BC374739190}"/>
          </ac:spMkLst>
        </pc:spChg>
        <pc:spChg chg="add del">
          <ac:chgData name="Khobo, IL, Dr [ilkhobo@sun.ac.za]" userId="b519a442-dcea-4a28-9c45-7e29f1df5837" providerId="ADAL" clId="{8BC8A5CF-2DB3-45E9-BF57-F2ED810C291E}" dt="2026-10-13T22:22:56.204" v="10156" actId="478"/>
          <ac:spMkLst>
            <pc:docMk/>
            <pc:sldMk cId="1574374632" sldId="704"/>
            <ac:spMk id="64" creationId="{3F96938E-B8CB-B10B-1A76-7368ED44F5C1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2:42.874" v="10154" actId="478"/>
        <pc:sldMkLst>
          <pc:docMk/>
          <pc:sldMk cId="1985970885" sldId="705"/>
        </pc:sldMkLst>
        <pc:spChg chg="mod">
          <ac:chgData name="Khobo, IL, Dr [ilkhobo@sun.ac.za]" userId="b519a442-dcea-4a28-9c45-7e29f1df5837" providerId="ADAL" clId="{8BC8A5CF-2DB3-45E9-BF57-F2ED810C291E}" dt="2026-10-13T22:18:50.632" v="10105" actId="1076"/>
          <ac:spMkLst>
            <pc:docMk/>
            <pc:sldMk cId="1985970885" sldId="705"/>
            <ac:spMk id="30" creationId="{F3EB2D41-DB2C-0A97-CD0C-58BCB94C547C}"/>
          </ac:spMkLst>
        </pc:spChg>
        <pc:spChg chg="add">
          <ac:chgData name="Khobo, IL, Dr [ilkhobo@sun.ac.za]" userId="b519a442-dcea-4a28-9c45-7e29f1df5837" providerId="ADAL" clId="{8BC8A5CF-2DB3-45E9-BF57-F2ED810C291E}" dt="2026-10-13T22:22:37.221" v="10153" actId="22"/>
          <ac:spMkLst>
            <pc:docMk/>
            <pc:sldMk cId="1985970885" sldId="705"/>
            <ac:spMk id="37" creationId="{C23490C8-117A-ADE5-5E16-9BAE0AFE5D4F}"/>
          </ac:spMkLst>
        </pc:spChg>
        <pc:spChg chg="add">
          <ac:chgData name="Khobo, IL, Dr [ilkhobo@sun.ac.za]" userId="b519a442-dcea-4a28-9c45-7e29f1df5837" providerId="ADAL" clId="{8BC8A5CF-2DB3-45E9-BF57-F2ED810C291E}" dt="2026-10-13T22:22:37.221" v="10153" actId="22"/>
          <ac:spMkLst>
            <pc:docMk/>
            <pc:sldMk cId="1985970885" sldId="705"/>
            <ac:spMk id="45" creationId="{ACBB90DF-B0C0-5A41-827A-7578E309CB82}"/>
          </ac:spMkLst>
        </pc:spChg>
        <pc:spChg chg="add del">
          <ac:chgData name="Khobo, IL, Dr [ilkhobo@sun.ac.za]" userId="b519a442-dcea-4a28-9c45-7e29f1df5837" providerId="ADAL" clId="{8BC8A5CF-2DB3-45E9-BF57-F2ED810C291E}" dt="2026-10-13T22:22:42.874" v="10154" actId="478"/>
          <ac:spMkLst>
            <pc:docMk/>
            <pc:sldMk cId="1985970885" sldId="705"/>
            <ac:spMk id="52" creationId="{3CB69D9E-6130-714A-8215-075879C14CFF}"/>
          </ac:spMkLst>
        </pc:spChg>
        <pc:spChg chg="add del">
          <ac:chgData name="Khobo, IL, Dr [ilkhobo@sun.ac.za]" userId="b519a442-dcea-4a28-9c45-7e29f1df5837" providerId="ADAL" clId="{8BC8A5CF-2DB3-45E9-BF57-F2ED810C291E}" dt="2026-10-13T22:22:42.874" v="10154" actId="478"/>
          <ac:spMkLst>
            <pc:docMk/>
            <pc:sldMk cId="1985970885" sldId="705"/>
            <ac:spMk id="54" creationId="{17576852-62B1-5FF6-C0B3-2A00F51183B5}"/>
          </ac:spMkLst>
        </pc:spChg>
        <pc:spChg chg="add del">
          <ac:chgData name="Khobo, IL, Dr [ilkhobo@sun.ac.za]" userId="b519a442-dcea-4a28-9c45-7e29f1df5837" providerId="ADAL" clId="{8BC8A5CF-2DB3-45E9-BF57-F2ED810C291E}" dt="2026-10-13T22:22:42.874" v="10154" actId="478"/>
          <ac:spMkLst>
            <pc:docMk/>
            <pc:sldMk cId="1985970885" sldId="705"/>
            <ac:spMk id="56" creationId="{EBF1959A-83F7-0257-D555-0E3D8D27FBB2}"/>
          </ac:spMkLst>
        </pc:spChg>
        <pc:spChg chg="add del">
          <ac:chgData name="Khobo, IL, Dr [ilkhobo@sun.ac.za]" userId="b519a442-dcea-4a28-9c45-7e29f1df5837" providerId="ADAL" clId="{8BC8A5CF-2DB3-45E9-BF57-F2ED810C291E}" dt="2026-10-13T22:22:42.874" v="10154" actId="478"/>
          <ac:spMkLst>
            <pc:docMk/>
            <pc:sldMk cId="1985970885" sldId="705"/>
            <ac:spMk id="59" creationId="{8BCDA599-431A-1F32-EBAD-3DC87D62CC01}"/>
          </ac:spMkLst>
        </pc:spChg>
        <pc:spChg chg="add del">
          <ac:chgData name="Khobo, IL, Dr [ilkhobo@sun.ac.za]" userId="b519a442-dcea-4a28-9c45-7e29f1df5837" providerId="ADAL" clId="{8BC8A5CF-2DB3-45E9-BF57-F2ED810C291E}" dt="2026-10-13T22:22:42.874" v="10154" actId="478"/>
          <ac:spMkLst>
            <pc:docMk/>
            <pc:sldMk cId="1985970885" sldId="705"/>
            <ac:spMk id="62" creationId="{1277282C-7B7C-20CA-F368-DC2C0B1D56ED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2:33.239" v="10152" actId="478"/>
        <pc:sldMkLst>
          <pc:docMk/>
          <pc:sldMk cId="3537006919" sldId="706"/>
        </pc:sldMkLst>
        <pc:spChg chg="mod">
          <ac:chgData name="Khobo, IL, Dr [ilkhobo@sun.ac.za]" userId="b519a442-dcea-4a28-9c45-7e29f1df5837" providerId="ADAL" clId="{8BC8A5CF-2DB3-45E9-BF57-F2ED810C291E}" dt="2026-10-13T22:18:58.682" v="10107" actId="1076"/>
          <ac:spMkLst>
            <pc:docMk/>
            <pc:sldMk cId="3537006919" sldId="706"/>
            <ac:spMk id="30" creationId="{BCBCB51A-723E-CFF1-ED5C-A378EC818AC8}"/>
          </ac:spMkLst>
        </pc:spChg>
        <pc:spChg chg="add">
          <ac:chgData name="Khobo, IL, Dr [ilkhobo@sun.ac.za]" userId="b519a442-dcea-4a28-9c45-7e29f1df5837" providerId="ADAL" clId="{8BC8A5CF-2DB3-45E9-BF57-F2ED810C291E}" dt="2026-10-13T22:22:25.702" v="10151" actId="22"/>
          <ac:spMkLst>
            <pc:docMk/>
            <pc:sldMk cId="3537006919" sldId="706"/>
            <ac:spMk id="37" creationId="{6B32244D-BB56-BD26-0763-B259F46BABFF}"/>
          </ac:spMkLst>
        </pc:spChg>
        <pc:spChg chg="add">
          <ac:chgData name="Khobo, IL, Dr [ilkhobo@sun.ac.za]" userId="b519a442-dcea-4a28-9c45-7e29f1df5837" providerId="ADAL" clId="{8BC8A5CF-2DB3-45E9-BF57-F2ED810C291E}" dt="2026-10-13T22:22:25.702" v="10151" actId="22"/>
          <ac:spMkLst>
            <pc:docMk/>
            <pc:sldMk cId="3537006919" sldId="706"/>
            <ac:spMk id="45" creationId="{0D5418C6-25E2-8B9C-B25D-B2F942E12790}"/>
          </ac:spMkLst>
        </pc:spChg>
        <pc:spChg chg="add">
          <ac:chgData name="Khobo, IL, Dr [ilkhobo@sun.ac.za]" userId="b519a442-dcea-4a28-9c45-7e29f1df5837" providerId="ADAL" clId="{8BC8A5CF-2DB3-45E9-BF57-F2ED810C291E}" dt="2026-10-13T22:22:25.702" v="10151" actId="22"/>
          <ac:spMkLst>
            <pc:docMk/>
            <pc:sldMk cId="3537006919" sldId="706"/>
            <ac:spMk id="52" creationId="{264D32D9-D18C-21B3-3C90-925AE311F4DB}"/>
          </ac:spMkLst>
        </pc:spChg>
        <pc:spChg chg="add del">
          <ac:chgData name="Khobo, IL, Dr [ilkhobo@sun.ac.za]" userId="b519a442-dcea-4a28-9c45-7e29f1df5837" providerId="ADAL" clId="{8BC8A5CF-2DB3-45E9-BF57-F2ED810C291E}" dt="2026-10-13T22:22:33.239" v="10152" actId="478"/>
          <ac:spMkLst>
            <pc:docMk/>
            <pc:sldMk cId="3537006919" sldId="706"/>
            <ac:spMk id="54" creationId="{CA41D94D-41DD-79F7-A256-825ACCF6F9DE}"/>
          </ac:spMkLst>
        </pc:spChg>
        <pc:spChg chg="add del">
          <ac:chgData name="Khobo, IL, Dr [ilkhobo@sun.ac.za]" userId="b519a442-dcea-4a28-9c45-7e29f1df5837" providerId="ADAL" clId="{8BC8A5CF-2DB3-45E9-BF57-F2ED810C291E}" dt="2026-10-13T22:22:33.239" v="10152" actId="478"/>
          <ac:spMkLst>
            <pc:docMk/>
            <pc:sldMk cId="3537006919" sldId="706"/>
            <ac:spMk id="56" creationId="{D4E80E88-B052-C169-A892-AECD5CFA1047}"/>
          </ac:spMkLst>
        </pc:spChg>
        <pc:spChg chg="add del">
          <ac:chgData name="Khobo, IL, Dr [ilkhobo@sun.ac.za]" userId="b519a442-dcea-4a28-9c45-7e29f1df5837" providerId="ADAL" clId="{8BC8A5CF-2DB3-45E9-BF57-F2ED810C291E}" dt="2026-10-13T22:22:33.239" v="10152" actId="478"/>
          <ac:spMkLst>
            <pc:docMk/>
            <pc:sldMk cId="3537006919" sldId="706"/>
            <ac:spMk id="59" creationId="{DED8A195-DD48-937C-7CFE-426EA032BA1C}"/>
          </ac:spMkLst>
        </pc:spChg>
        <pc:spChg chg="add del">
          <ac:chgData name="Khobo, IL, Dr [ilkhobo@sun.ac.za]" userId="b519a442-dcea-4a28-9c45-7e29f1df5837" providerId="ADAL" clId="{8BC8A5CF-2DB3-45E9-BF57-F2ED810C291E}" dt="2026-10-13T22:22:33.239" v="10152" actId="478"/>
          <ac:spMkLst>
            <pc:docMk/>
            <pc:sldMk cId="3537006919" sldId="706"/>
            <ac:spMk id="62" creationId="{E0A7F812-4758-82E5-E15A-B25A477D2953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2:20.228" v="10150" actId="478"/>
        <pc:sldMkLst>
          <pc:docMk/>
          <pc:sldMk cId="1142118813" sldId="707"/>
        </pc:sldMkLst>
        <pc:spChg chg="mod">
          <ac:chgData name="Khobo, IL, Dr [ilkhobo@sun.ac.za]" userId="b519a442-dcea-4a28-9c45-7e29f1df5837" providerId="ADAL" clId="{8BC8A5CF-2DB3-45E9-BF57-F2ED810C291E}" dt="2026-10-13T22:19:09.680" v="10109" actId="1076"/>
          <ac:spMkLst>
            <pc:docMk/>
            <pc:sldMk cId="1142118813" sldId="707"/>
            <ac:spMk id="30" creationId="{F93FAA3B-BDBD-6D9B-5A20-3106992E6C42}"/>
          </ac:spMkLst>
        </pc:spChg>
        <pc:spChg chg="add">
          <ac:chgData name="Khobo, IL, Dr [ilkhobo@sun.ac.za]" userId="b519a442-dcea-4a28-9c45-7e29f1df5837" providerId="ADAL" clId="{8BC8A5CF-2DB3-45E9-BF57-F2ED810C291E}" dt="2026-10-13T22:22:06.712" v="10147" actId="22"/>
          <ac:spMkLst>
            <pc:docMk/>
            <pc:sldMk cId="1142118813" sldId="707"/>
            <ac:spMk id="37" creationId="{3A85F215-7998-881D-10E9-9C7256BC783F}"/>
          </ac:spMkLst>
        </pc:spChg>
        <pc:spChg chg="add">
          <ac:chgData name="Khobo, IL, Dr [ilkhobo@sun.ac.za]" userId="b519a442-dcea-4a28-9c45-7e29f1df5837" providerId="ADAL" clId="{8BC8A5CF-2DB3-45E9-BF57-F2ED810C291E}" dt="2026-10-13T22:22:06.712" v="10147" actId="22"/>
          <ac:spMkLst>
            <pc:docMk/>
            <pc:sldMk cId="1142118813" sldId="707"/>
            <ac:spMk id="45" creationId="{328674F1-FB27-C6FB-E653-B65A685AF552}"/>
          </ac:spMkLst>
        </pc:spChg>
        <pc:spChg chg="add">
          <ac:chgData name="Khobo, IL, Dr [ilkhobo@sun.ac.za]" userId="b519a442-dcea-4a28-9c45-7e29f1df5837" providerId="ADAL" clId="{8BC8A5CF-2DB3-45E9-BF57-F2ED810C291E}" dt="2026-10-13T22:22:06.712" v="10147" actId="22"/>
          <ac:spMkLst>
            <pc:docMk/>
            <pc:sldMk cId="1142118813" sldId="707"/>
            <ac:spMk id="52" creationId="{4D884179-1A5A-0826-99FE-6D5EDC0EAD6A}"/>
          </ac:spMkLst>
        </pc:spChg>
        <pc:spChg chg="add">
          <ac:chgData name="Khobo, IL, Dr [ilkhobo@sun.ac.za]" userId="b519a442-dcea-4a28-9c45-7e29f1df5837" providerId="ADAL" clId="{8BC8A5CF-2DB3-45E9-BF57-F2ED810C291E}" dt="2026-10-13T22:22:06.712" v="10147" actId="22"/>
          <ac:spMkLst>
            <pc:docMk/>
            <pc:sldMk cId="1142118813" sldId="707"/>
            <ac:spMk id="54" creationId="{83D14323-DBC5-9CC2-44F6-CD0C56F1F65E}"/>
          </ac:spMkLst>
        </pc:spChg>
        <pc:spChg chg="add del">
          <ac:chgData name="Khobo, IL, Dr [ilkhobo@sun.ac.za]" userId="b519a442-dcea-4a28-9c45-7e29f1df5837" providerId="ADAL" clId="{8BC8A5CF-2DB3-45E9-BF57-F2ED810C291E}" dt="2026-10-13T22:22:20.228" v="10150" actId="478"/>
          <ac:spMkLst>
            <pc:docMk/>
            <pc:sldMk cId="1142118813" sldId="707"/>
            <ac:spMk id="56" creationId="{740B4199-5F59-87A5-AB2C-5E31732953F2}"/>
          </ac:spMkLst>
        </pc:spChg>
        <pc:spChg chg="add del">
          <ac:chgData name="Khobo, IL, Dr [ilkhobo@sun.ac.za]" userId="b519a442-dcea-4a28-9c45-7e29f1df5837" providerId="ADAL" clId="{8BC8A5CF-2DB3-45E9-BF57-F2ED810C291E}" dt="2026-10-13T22:22:16.153" v="10149" actId="478"/>
          <ac:spMkLst>
            <pc:docMk/>
            <pc:sldMk cId="1142118813" sldId="707"/>
            <ac:spMk id="59" creationId="{4DC9F8E0-470E-FCBA-38C0-367BC1031EDE}"/>
          </ac:spMkLst>
        </pc:spChg>
        <pc:spChg chg="add del">
          <ac:chgData name="Khobo, IL, Dr [ilkhobo@sun.ac.za]" userId="b519a442-dcea-4a28-9c45-7e29f1df5837" providerId="ADAL" clId="{8BC8A5CF-2DB3-45E9-BF57-F2ED810C291E}" dt="2026-10-13T22:22:13.125" v="10148" actId="478"/>
          <ac:spMkLst>
            <pc:docMk/>
            <pc:sldMk cId="1142118813" sldId="707"/>
            <ac:spMk id="62" creationId="{5DDE36A1-A65B-0B59-8DCE-1985DE917E84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2:01.914" v="10146" actId="478"/>
        <pc:sldMkLst>
          <pc:docMk/>
          <pc:sldMk cId="2362369027" sldId="708"/>
        </pc:sldMkLst>
        <pc:spChg chg="mod">
          <ac:chgData name="Khobo, IL, Dr [ilkhobo@sun.ac.za]" userId="b519a442-dcea-4a28-9c45-7e29f1df5837" providerId="ADAL" clId="{8BC8A5CF-2DB3-45E9-BF57-F2ED810C291E}" dt="2026-10-13T22:19:18.543" v="10111" actId="1076"/>
          <ac:spMkLst>
            <pc:docMk/>
            <pc:sldMk cId="2362369027" sldId="708"/>
            <ac:spMk id="30" creationId="{D8E03656-74F3-28FD-BEE2-0D8F274F7643}"/>
          </ac:spMkLst>
        </pc:spChg>
        <pc:spChg chg="add">
          <ac:chgData name="Khobo, IL, Dr [ilkhobo@sun.ac.za]" userId="b519a442-dcea-4a28-9c45-7e29f1df5837" providerId="ADAL" clId="{8BC8A5CF-2DB3-45E9-BF57-F2ED810C291E}" dt="2026-10-13T22:21:50.252" v="10144" actId="22"/>
          <ac:spMkLst>
            <pc:docMk/>
            <pc:sldMk cId="2362369027" sldId="708"/>
            <ac:spMk id="37" creationId="{237051FF-AB6E-9458-8735-D9F2A7722F26}"/>
          </ac:spMkLst>
        </pc:spChg>
        <pc:spChg chg="add">
          <ac:chgData name="Khobo, IL, Dr [ilkhobo@sun.ac.za]" userId="b519a442-dcea-4a28-9c45-7e29f1df5837" providerId="ADAL" clId="{8BC8A5CF-2DB3-45E9-BF57-F2ED810C291E}" dt="2026-10-13T22:21:50.252" v="10144" actId="22"/>
          <ac:spMkLst>
            <pc:docMk/>
            <pc:sldMk cId="2362369027" sldId="708"/>
            <ac:spMk id="45" creationId="{B89ECBB8-ADDE-43F2-8920-7EEA1B036D8B}"/>
          </ac:spMkLst>
        </pc:spChg>
        <pc:spChg chg="add">
          <ac:chgData name="Khobo, IL, Dr [ilkhobo@sun.ac.za]" userId="b519a442-dcea-4a28-9c45-7e29f1df5837" providerId="ADAL" clId="{8BC8A5CF-2DB3-45E9-BF57-F2ED810C291E}" dt="2026-10-13T22:21:50.252" v="10144" actId="22"/>
          <ac:spMkLst>
            <pc:docMk/>
            <pc:sldMk cId="2362369027" sldId="708"/>
            <ac:spMk id="52" creationId="{7A85EB20-E9D5-0126-FF74-89216B80C609}"/>
          </ac:spMkLst>
        </pc:spChg>
        <pc:spChg chg="add">
          <ac:chgData name="Khobo, IL, Dr [ilkhobo@sun.ac.za]" userId="b519a442-dcea-4a28-9c45-7e29f1df5837" providerId="ADAL" clId="{8BC8A5CF-2DB3-45E9-BF57-F2ED810C291E}" dt="2026-10-13T22:21:50.252" v="10144" actId="22"/>
          <ac:spMkLst>
            <pc:docMk/>
            <pc:sldMk cId="2362369027" sldId="708"/>
            <ac:spMk id="54" creationId="{78553716-9447-EA0A-86D1-3CE85443B28B}"/>
          </ac:spMkLst>
        </pc:spChg>
        <pc:spChg chg="add">
          <ac:chgData name="Khobo, IL, Dr [ilkhobo@sun.ac.za]" userId="b519a442-dcea-4a28-9c45-7e29f1df5837" providerId="ADAL" clId="{8BC8A5CF-2DB3-45E9-BF57-F2ED810C291E}" dt="2026-10-13T22:21:50.252" v="10144" actId="22"/>
          <ac:spMkLst>
            <pc:docMk/>
            <pc:sldMk cId="2362369027" sldId="708"/>
            <ac:spMk id="56" creationId="{415CB42B-521A-D499-94D0-6999F90F9EB2}"/>
          </ac:spMkLst>
        </pc:spChg>
        <pc:spChg chg="add del">
          <ac:chgData name="Khobo, IL, Dr [ilkhobo@sun.ac.za]" userId="b519a442-dcea-4a28-9c45-7e29f1df5837" providerId="ADAL" clId="{8BC8A5CF-2DB3-45E9-BF57-F2ED810C291E}" dt="2026-10-13T22:22:01.914" v="10146" actId="478"/>
          <ac:spMkLst>
            <pc:docMk/>
            <pc:sldMk cId="2362369027" sldId="708"/>
            <ac:spMk id="59" creationId="{6A544E96-17AF-B4BA-5E37-598026BAA4FE}"/>
          </ac:spMkLst>
        </pc:spChg>
        <pc:spChg chg="add del">
          <ac:chgData name="Khobo, IL, Dr [ilkhobo@sun.ac.za]" userId="b519a442-dcea-4a28-9c45-7e29f1df5837" providerId="ADAL" clId="{8BC8A5CF-2DB3-45E9-BF57-F2ED810C291E}" dt="2026-10-13T22:21:58.527" v="10145" actId="478"/>
          <ac:spMkLst>
            <pc:docMk/>
            <pc:sldMk cId="2362369027" sldId="708"/>
            <ac:spMk id="62" creationId="{9D96436D-3C9F-B371-EA36-1F506CC24A5F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1:46.514" v="10143" actId="478"/>
        <pc:sldMkLst>
          <pc:docMk/>
          <pc:sldMk cId="1400089703" sldId="709"/>
        </pc:sldMkLst>
        <pc:spChg chg="mod">
          <ac:chgData name="Khobo, IL, Dr [ilkhobo@sun.ac.za]" userId="b519a442-dcea-4a28-9c45-7e29f1df5837" providerId="ADAL" clId="{8BC8A5CF-2DB3-45E9-BF57-F2ED810C291E}" dt="2026-10-13T22:19:27.265" v="10113" actId="1076"/>
          <ac:spMkLst>
            <pc:docMk/>
            <pc:sldMk cId="1400089703" sldId="709"/>
            <ac:spMk id="30" creationId="{308E8110-18E6-1C5F-44BA-A150507F1675}"/>
          </ac:spMkLst>
        </pc:spChg>
        <pc:spChg chg="add">
          <ac:chgData name="Khobo, IL, Dr [ilkhobo@sun.ac.za]" userId="b519a442-dcea-4a28-9c45-7e29f1df5837" providerId="ADAL" clId="{8BC8A5CF-2DB3-45E9-BF57-F2ED810C291E}" dt="2026-10-13T22:21:41.879" v="10142" actId="22"/>
          <ac:spMkLst>
            <pc:docMk/>
            <pc:sldMk cId="1400089703" sldId="709"/>
            <ac:spMk id="37" creationId="{C8451620-3D25-F66F-C4F7-BD2FB1FC3C14}"/>
          </ac:spMkLst>
        </pc:spChg>
        <pc:spChg chg="add">
          <ac:chgData name="Khobo, IL, Dr [ilkhobo@sun.ac.za]" userId="b519a442-dcea-4a28-9c45-7e29f1df5837" providerId="ADAL" clId="{8BC8A5CF-2DB3-45E9-BF57-F2ED810C291E}" dt="2026-10-13T22:21:41.879" v="10142" actId="22"/>
          <ac:spMkLst>
            <pc:docMk/>
            <pc:sldMk cId="1400089703" sldId="709"/>
            <ac:spMk id="45" creationId="{84F03F9F-DCBF-D8F8-8989-0693A1557D9B}"/>
          </ac:spMkLst>
        </pc:spChg>
        <pc:spChg chg="add">
          <ac:chgData name="Khobo, IL, Dr [ilkhobo@sun.ac.za]" userId="b519a442-dcea-4a28-9c45-7e29f1df5837" providerId="ADAL" clId="{8BC8A5CF-2DB3-45E9-BF57-F2ED810C291E}" dt="2026-10-13T22:21:41.879" v="10142" actId="22"/>
          <ac:spMkLst>
            <pc:docMk/>
            <pc:sldMk cId="1400089703" sldId="709"/>
            <ac:spMk id="52" creationId="{415B0BA1-0AEE-3A3B-5E5D-A7C5F794DD27}"/>
          </ac:spMkLst>
        </pc:spChg>
        <pc:spChg chg="add">
          <ac:chgData name="Khobo, IL, Dr [ilkhobo@sun.ac.za]" userId="b519a442-dcea-4a28-9c45-7e29f1df5837" providerId="ADAL" clId="{8BC8A5CF-2DB3-45E9-BF57-F2ED810C291E}" dt="2026-10-13T22:21:41.879" v="10142" actId="22"/>
          <ac:spMkLst>
            <pc:docMk/>
            <pc:sldMk cId="1400089703" sldId="709"/>
            <ac:spMk id="54" creationId="{851B1BB7-2EEC-72EB-5179-90D590D2A2EC}"/>
          </ac:spMkLst>
        </pc:spChg>
        <pc:spChg chg="add">
          <ac:chgData name="Khobo, IL, Dr [ilkhobo@sun.ac.za]" userId="b519a442-dcea-4a28-9c45-7e29f1df5837" providerId="ADAL" clId="{8BC8A5CF-2DB3-45E9-BF57-F2ED810C291E}" dt="2026-10-13T22:21:41.879" v="10142" actId="22"/>
          <ac:spMkLst>
            <pc:docMk/>
            <pc:sldMk cId="1400089703" sldId="709"/>
            <ac:spMk id="56" creationId="{D78A61C2-2E08-8B59-28DA-B4DF4A4A9D75}"/>
          </ac:spMkLst>
        </pc:spChg>
        <pc:spChg chg="add">
          <ac:chgData name="Khobo, IL, Dr [ilkhobo@sun.ac.za]" userId="b519a442-dcea-4a28-9c45-7e29f1df5837" providerId="ADAL" clId="{8BC8A5CF-2DB3-45E9-BF57-F2ED810C291E}" dt="2026-10-13T22:21:41.879" v="10142" actId="22"/>
          <ac:spMkLst>
            <pc:docMk/>
            <pc:sldMk cId="1400089703" sldId="709"/>
            <ac:spMk id="59" creationId="{972BDD25-CCA9-1E4D-7EF4-14EB1B7CDCEC}"/>
          </ac:spMkLst>
        </pc:spChg>
        <pc:spChg chg="add del">
          <ac:chgData name="Khobo, IL, Dr [ilkhobo@sun.ac.za]" userId="b519a442-dcea-4a28-9c45-7e29f1df5837" providerId="ADAL" clId="{8BC8A5CF-2DB3-45E9-BF57-F2ED810C291E}" dt="2026-10-13T22:21:46.514" v="10143" actId="478"/>
          <ac:spMkLst>
            <pc:docMk/>
            <pc:sldMk cId="1400089703" sldId="709"/>
            <ac:spMk id="62" creationId="{FF85F07C-612D-5CB1-2DD4-54C9D6BBB907}"/>
          </ac:spMkLst>
        </pc:spChg>
      </pc:sldChg>
      <pc:sldChg chg="addSp modSp add mod">
        <pc:chgData name="Khobo, IL, Dr [ilkhobo@sun.ac.za]" userId="b519a442-dcea-4a28-9c45-7e29f1df5837" providerId="ADAL" clId="{8BC8A5CF-2DB3-45E9-BF57-F2ED810C291E}" dt="2026-10-13T22:21:18.438" v="10141" actId="20577"/>
        <pc:sldMkLst>
          <pc:docMk/>
          <pc:sldMk cId="1872486563" sldId="710"/>
        </pc:sldMkLst>
        <pc:spChg chg="mod">
          <ac:chgData name="Khobo, IL, Dr [ilkhobo@sun.ac.za]" userId="b519a442-dcea-4a28-9c45-7e29f1df5837" providerId="ADAL" clId="{8BC8A5CF-2DB3-45E9-BF57-F2ED810C291E}" dt="2026-10-13T22:19:43.519" v="10115" actId="1076"/>
          <ac:spMkLst>
            <pc:docMk/>
            <pc:sldMk cId="1872486563" sldId="710"/>
            <ac:spMk id="30" creationId="{0A133527-01AC-CCCD-45D4-F8E7DCF2863B}"/>
          </ac:spMkLst>
        </pc:spChg>
        <pc:spChg chg="add mod">
          <ac:chgData name="Khobo, IL, Dr [ilkhobo@sun.ac.za]" userId="b519a442-dcea-4a28-9c45-7e29f1df5837" providerId="ADAL" clId="{8BC8A5CF-2DB3-45E9-BF57-F2ED810C291E}" dt="2026-10-13T22:20:21.307" v="10117" actId="1076"/>
          <ac:spMkLst>
            <pc:docMk/>
            <pc:sldMk cId="1872486563" sldId="710"/>
            <ac:spMk id="37" creationId="{D258D3E1-1923-0DFF-BA12-064FE917F1ED}"/>
          </ac:spMkLst>
        </pc:spChg>
        <pc:spChg chg="add mod">
          <ac:chgData name="Khobo, IL, Dr [ilkhobo@sun.ac.za]" userId="b519a442-dcea-4a28-9c45-7e29f1df5837" providerId="ADAL" clId="{8BC8A5CF-2DB3-45E9-BF57-F2ED810C291E}" dt="2026-10-13T22:20:29.605" v="10121" actId="20577"/>
          <ac:spMkLst>
            <pc:docMk/>
            <pc:sldMk cId="1872486563" sldId="710"/>
            <ac:spMk id="45" creationId="{DB9AA7E7-A968-FD09-CBB6-864542079FA5}"/>
          </ac:spMkLst>
        </pc:spChg>
        <pc:spChg chg="add mod">
          <ac:chgData name="Khobo, IL, Dr [ilkhobo@sun.ac.za]" userId="b519a442-dcea-4a28-9c45-7e29f1df5837" providerId="ADAL" clId="{8BC8A5CF-2DB3-45E9-BF57-F2ED810C291E}" dt="2026-10-13T22:20:37.614" v="10125" actId="20577"/>
          <ac:spMkLst>
            <pc:docMk/>
            <pc:sldMk cId="1872486563" sldId="710"/>
            <ac:spMk id="52" creationId="{21624CD1-E008-9191-C44C-A621A193B0B2}"/>
          </ac:spMkLst>
        </pc:spChg>
        <pc:spChg chg="add mod">
          <ac:chgData name="Khobo, IL, Dr [ilkhobo@sun.ac.za]" userId="b519a442-dcea-4a28-9c45-7e29f1df5837" providerId="ADAL" clId="{8BC8A5CF-2DB3-45E9-BF57-F2ED810C291E}" dt="2026-10-13T22:20:52.545" v="10129" actId="20577"/>
          <ac:spMkLst>
            <pc:docMk/>
            <pc:sldMk cId="1872486563" sldId="710"/>
            <ac:spMk id="54" creationId="{B663C770-2267-A15B-D3E7-80C115F09712}"/>
          </ac:spMkLst>
        </pc:spChg>
        <pc:spChg chg="add mod">
          <ac:chgData name="Khobo, IL, Dr [ilkhobo@sun.ac.za]" userId="b519a442-dcea-4a28-9c45-7e29f1df5837" providerId="ADAL" clId="{8BC8A5CF-2DB3-45E9-BF57-F2ED810C291E}" dt="2026-10-13T22:21:00.844" v="10133" actId="20577"/>
          <ac:spMkLst>
            <pc:docMk/>
            <pc:sldMk cId="1872486563" sldId="710"/>
            <ac:spMk id="56" creationId="{4B1A1864-9E6C-E693-AD32-AB9BDAD58217}"/>
          </ac:spMkLst>
        </pc:spChg>
        <pc:spChg chg="add mod">
          <ac:chgData name="Khobo, IL, Dr [ilkhobo@sun.ac.za]" userId="b519a442-dcea-4a28-9c45-7e29f1df5837" providerId="ADAL" clId="{8BC8A5CF-2DB3-45E9-BF57-F2ED810C291E}" dt="2026-10-13T22:21:11.177" v="10137" actId="20577"/>
          <ac:spMkLst>
            <pc:docMk/>
            <pc:sldMk cId="1872486563" sldId="710"/>
            <ac:spMk id="59" creationId="{0B95506E-9E8D-0842-46FD-FAD03EDF68C4}"/>
          </ac:spMkLst>
        </pc:spChg>
        <pc:spChg chg="add mod">
          <ac:chgData name="Khobo, IL, Dr [ilkhobo@sun.ac.za]" userId="b519a442-dcea-4a28-9c45-7e29f1df5837" providerId="ADAL" clId="{8BC8A5CF-2DB3-45E9-BF57-F2ED810C291E}" dt="2026-10-13T22:21:18.438" v="10141" actId="20577"/>
          <ac:spMkLst>
            <pc:docMk/>
            <pc:sldMk cId="1872486563" sldId="710"/>
            <ac:spMk id="62" creationId="{582436FA-0969-AC6A-89C1-888EB1173B7B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3T22:24:02.726" v="10160" actId="478"/>
        <pc:sldMkLst>
          <pc:docMk/>
          <pc:sldMk cId="1955064523" sldId="711"/>
        </pc:sldMkLst>
        <pc:spChg chg="add del mod">
          <ac:chgData name="Khobo, IL, Dr [ilkhobo@sun.ac.za]" userId="b519a442-dcea-4a28-9c45-7e29f1df5837" providerId="ADAL" clId="{8BC8A5CF-2DB3-45E9-BF57-F2ED810C291E}" dt="2026-10-13T22:24:02.726" v="10160" actId="478"/>
          <ac:spMkLst>
            <pc:docMk/>
            <pc:sldMk cId="1955064523" sldId="711"/>
            <ac:spMk id="2" creationId="{74865CC5-69FE-D705-505E-F346E7F7383B}"/>
          </ac:spMkLst>
        </pc:spChg>
      </pc:sldChg>
      <pc:sldChg chg="delSp add mod ord">
        <pc:chgData name="Khobo, IL, Dr [ilkhobo@sun.ac.za]" userId="b519a442-dcea-4a28-9c45-7e29f1df5837" providerId="ADAL" clId="{8BC8A5CF-2DB3-45E9-BF57-F2ED810C291E}" dt="2026-10-13T22:28:14.090" v="10171" actId="478"/>
        <pc:sldMkLst>
          <pc:docMk/>
          <pc:sldMk cId="140632960" sldId="712"/>
        </pc:sldMkLst>
        <pc:graphicFrameChg chg="del">
          <ac:chgData name="Khobo, IL, Dr [ilkhobo@sun.ac.za]" userId="b519a442-dcea-4a28-9c45-7e29f1df5837" providerId="ADAL" clId="{8BC8A5CF-2DB3-45E9-BF57-F2ED810C291E}" dt="2026-10-13T22:28:14.090" v="10171" actId="478"/>
          <ac:graphicFrameMkLst>
            <pc:docMk/>
            <pc:sldMk cId="140632960" sldId="712"/>
            <ac:graphicFrameMk id="31" creationId="{97464BC3-3BA3-CA69-056F-7FBE2D6EA4B8}"/>
          </ac:graphicFrameMkLst>
        </pc:graphicFrameChg>
      </pc:sldChg>
      <pc:sldChg chg="modSp mod">
        <pc:chgData name="Khobo, IL, Dr [ilkhobo@sun.ac.za]" userId="b519a442-dcea-4a28-9c45-7e29f1df5837" providerId="ADAL" clId="{8BC8A5CF-2DB3-45E9-BF57-F2ED810C291E}" dt="2026-10-14T10:57:36.596" v="10523" actId="20577"/>
        <pc:sldMkLst>
          <pc:docMk/>
          <pc:sldMk cId="1503370959" sldId="719"/>
        </pc:sldMkLst>
        <pc:spChg chg="mod">
          <ac:chgData name="Khobo, IL, Dr [ilkhobo@sun.ac.za]" userId="b519a442-dcea-4a28-9c45-7e29f1df5837" providerId="ADAL" clId="{8BC8A5CF-2DB3-45E9-BF57-F2ED810C291E}" dt="2026-10-14T10:57:36.596" v="10523" actId="20577"/>
          <ac:spMkLst>
            <pc:docMk/>
            <pc:sldMk cId="1503370959" sldId="719"/>
            <ac:spMk id="43" creationId="{1A168253-73EE-D606-4952-945635A6FD4C}"/>
          </ac:spMkLst>
        </pc:sp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10-14T09:55:03.244" v="6793" actId="1076"/>
      <pc:docMkLst>
        <pc:docMk/>
      </pc:docMkLst>
      <pc:sldChg chg="addSp delSp modSp add del mod modNotesTx">
        <pc:chgData name="Khobo, IL, Dr [ilkhobo@sun.ac.za]" userId="b519a442-dcea-4a28-9c45-7e29f1df5837" providerId="ADAL" clId="{D25D1C45-A404-4E0F-8657-49BD4E4887CA}" dt="2026-10-13T12:06:13.779" v="5737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10-09T05:22:45.850" v="5707" actId="20577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D25D1C45-A404-4E0F-8657-49BD4E4887CA}" dt="2026-10-13T12:06:13.779" v="5737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10-08T10:54:32.297" v="3407" actId="1076"/>
          <ac:spMkLst>
            <pc:docMk/>
            <pc:sldMk cId="2601401026" sldId="597"/>
            <ac:spMk id="19" creationId="{799DE2B1-C8C5-DEBE-B93A-8AC9B1EB7547}"/>
          </ac:spMkLst>
        </pc:spChg>
        <pc:spChg chg="mod">
          <ac:chgData name="Khobo, IL, Dr [ilkhobo@sun.ac.za]" userId="b519a442-dcea-4a28-9c45-7e29f1df5837" providerId="ADAL" clId="{D25D1C45-A404-4E0F-8657-49BD4E4887CA}" dt="2026-10-08T10:55:51.001" v="3491" actId="20577"/>
          <ac:spMkLst>
            <pc:docMk/>
            <pc:sldMk cId="2601401026" sldId="597"/>
            <ac:spMk id="34" creationId="{593DD671-6E7B-06CE-9A2D-78AB0133EE61}"/>
          </ac:spMkLst>
        </pc:spChg>
        <pc:picChg chg="add mod">
          <ac:chgData name="Khobo, IL, Dr [ilkhobo@sun.ac.za]" userId="b519a442-dcea-4a28-9c45-7e29f1df5837" providerId="ADAL" clId="{D25D1C45-A404-4E0F-8657-49BD4E4887CA}" dt="2026-10-13T12:05:59.099" v="5730" actId="1076"/>
          <ac:picMkLst>
            <pc:docMk/>
            <pc:sldMk cId="2601401026" sldId="597"/>
            <ac:picMk id="4" creationId="{D528E8A1-98C1-21A7-C00A-F2090CAA7BD2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10-13T12:11:02.605" v="5755" actId="22"/>
        <pc:sldMkLst>
          <pc:docMk/>
          <pc:sldMk cId="338082082" sldId="609"/>
        </pc:sldMkLst>
        <pc:spChg chg="mod">
          <ac:chgData name="Khobo, IL, Dr [ilkhobo@sun.ac.za]" userId="b519a442-dcea-4a28-9c45-7e29f1df5837" providerId="ADAL" clId="{D25D1C45-A404-4E0F-8657-49BD4E4887CA}" dt="2026-10-13T12:10:32.730" v="5750" actId="20577"/>
          <ac:spMkLst>
            <pc:docMk/>
            <pc:sldMk cId="338082082" sldId="609"/>
            <ac:spMk id="34" creationId="{F1E50580-54BF-5667-527F-E6168B0C7A2F}"/>
          </ac:spMkLst>
        </pc:spChg>
        <pc:picChg chg="del">
          <ac:chgData name="Khobo, IL, Dr [ilkhobo@sun.ac.za]" userId="b519a442-dcea-4a28-9c45-7e29f1df5837" providerId="ADAL" clId="{D25D1C45-A404-4E0F-8657-49BD4E4887CA}" dt="2026-10-13T12:11:02.159" v="5754" actId="478"/>
          <ac:picMkLst>
            <pc:docMk/>
            <pc:sldMk cId="338082082" sldId="609"/>
            <ac:picMk id="3" creationId="{FA6772A2-59A3-0F2D-A329-CA02B3120014}"/>
          </ac:picMkLst>
        </pc:picChg>
        <pc:picChg chg="add">
          <ac:chgData name="Khobo, IL, Dr [ilkhobo@sun.ac.za]" userId="b519a442-dcea-4a28-9c45-7e29f1df5837" providerId="ADAL" clId="{D25D1C45-A404-4E0F-8657-49BD4E4887CA}" dt="2026-10-13T12:11:02.605" v="5755" actId="22"/>
          <ac:picMkLst>
            <pc:docMk/>
            <pc:sldMk cId="338082082" sldId="609"/>
            <ac:picMk id="4" creationId="{4C666ECF-002B-51C5-D4DD-1D7BD00027D8}"/>
          </ac:picMkLst>
        </pc:picChg>
      </pc:sldChg>
      <pc:sldChg chg="addSp delSp modSp mod">
        <pc:chgData name="Khobo, IL, Dr [ilkhobo@sun.ac.za]" userId="b519a442-dcea-4a28-9c45-7e29f1df5837" providerId="ADAL" clId="{D25D1C45-A404-4E0F-8657-49BD4E4887CA}" dt="2026-10-13T12:11:18.599" v="5756" actId="22"/>
        <pc:sldMkLst>
          <pc:docMk/>
          <pc:sldMk cId="4109929451" sldId="626"/>
        </pc:sldMkLst>
        <pc:spChg chg="mod">
          <ac:chgData name="Khobo, IL, Dr [ilkhobo@sun.ac.za]" userId="b519a442-dcea-4a28-9c45-7e29f1df5837" providerId="ADAL" clId="{D25D1C45-A404-4E0F-8657-49BD4E4887CA}" dt="2026-10-13T12:10:27.418" v="5748" actId="20577"/>
          <ac:spMkLst>
            <pc:docMk/>
            <pc:sldMk cId="4109929451" sldId="626"/>
            <ac:spMk id="34" creationId="{DBFF1010-ADFA-6395-0608-846BDF0AEA54}"/>
          </ac:spMkLst>
        </pc:spChg>
        <pc:picChg chg="add del">
          <ac:chgData name="Khobo, IL, Dr [ilkhobo@sun.ac.za]" userId="b519a442-dcea-4a28-9c45-7e29f1df5837" providerId="ADAL" clId="{D25D1C45-A404-4E0F-8657-49BD4E4887CA}" dt="2026-10-13T12:10:59.068" v="5753" actId="21"/>
          <ac:picMkLst>
            <pc:docMk/>
            <pc:sldMk cId="4109929451" sldId="626"/>
            <ac:picMk id="3" creationId="{2ED92FAD-5BBF-763D-49DC-0764C3965474}"/>
          </ac:picMkLst>
        </pc:picChg>
        <pc:picChg chg="del">
          <ac:chgData name="Khobo, IL, Dr [ilkhobo@sun.ac.za]" userId="b519a442-dcea-4a28-9c45-7e29f1df5837" providerId="ADAL" clId="{D25D1C45-A404-4E0F-8657-49BD4E4887CA}" dt="2026-10-13T12:10:36.236" v="5751" actId="478"/>
          <ac:picMkLst>
            <pc:docMk/>
            <pc:sldMk cId="4109929451" sldId="626"/>
            <ac:picMk id="4" creationId="{1F071512-5749-C95B-5223-37E976872DC1}"/>
          </ac:picMkLst>
        </pc:picChg>
        <pc:picChg chg="add">
          <ac:chgData name="Khobo, IL, Dr [ilkhobo@sun.ac.za]" userId="b519a442-dcea-4a28-9c45-7e29f1df5837" providerId="ADAL" clId="{D25D1C45-A404-4E0F-8657-49BD4E4887CA}" dt="2026-10-13T12:11:18.599" v="5756" actId="22"/>
          <ac:picMkLst>
            <pc:docMk/>
            <pc:sldMk cId="4109929451" sldId="626"/>
            <ac:picMk id="6" creationId="{3A65392F-1688-2663-D0DB-8C615F28CAC7}"/>
          </ac:picMkLst>
        </pc:picChg>
      </pc:sldChg>
      <pc:sldChg chg="addSp delSp modSp mod modTransition addAnim delAnim modAnim modNotesTx">
        <pc:chgData name="Khobo, IL, Dr [ilkhobo@sun.ac.za]" userId="b519a442-dcea-4a28-9c45-7e29f1df5837" providerId="ADAL" clId="{D25D1C45-A404-4E0F-8657-49BD4E4887CA}" dt="2026-10-14T06:32:27.056" v="6236" actId="20577"/>
        <pc:sldMkLst>
          <pc:docMk/>
          <pc:sldMk cId="2564158962" sldId="629"/>
        </pc:sldMkLst>
        <pc:spChg chg="mod">
          <ac:chgData name="Khobo, IL, Dr [ilkhobo@sun.ac.za]" userId="b519a442-dcea-4a28-9c45-7e29f1df5837" providerId="ADAL" clId="{D25D1C45-A404-4E0F-8657-49BD4E4887CA}" dt="2026-10-13T12:09:50.284" v="5740" actId="20577"/>
          <ac:spMkLst>
            <pc:docMk/>
            <pc:sldMk cId="2564158962" sldId="629"/>
            <ac:spMk id="14" creationId="{60F77E37-B118-0590-5DAC-2499E0F6C0F1}"/>
          </ac:spMkLst>
        </pc:spChg>
        <pc:graphicFrameChg chg="add del mod modGraphic">
          <ac:chgData name="Khobo, IL, Dr [ilkhobo@sun.ac.za]" userId="b519a442-dcea-4a28-9c45-7e29f1df5837" providerId="ADAL" clId="{D25D1C45-A404-4E0F-8657-49BD4E4887CA}" dt="2026-10-13T12:21:48.199" v="5777" actId="21"/>
          <ac:graphicFrameMkLst>
            <pc:docMk/>
            <pc:sldMk cId="2564158962" sldId="629"/>
            <ac:graphicFrameMk id="6" creationId="{029637F2-819B-00E0-1142-0719DA51CA8C}"/>
          </ac:graphicFrameMkLst>
        </pc:graphicFrameChg>
        <pc:graphicFrameChg chg="add mod modGraphic">
          <ac:chgData name="Khobo, IL, Dr [ilkhobo@sun.ac.za]" userId="b519a442-dcea-4a28-9c45-7e29f1df5837" providerId="ADAL" clId="{D25D1C45-A404-4E0F-8657-49BD4E4887CA}" dt="2026-10-13T12:51:39.967" v="6059" actId="27297"/>
          <ac:graphicFrameMkLst>
            <pc:docMk/>
            <pc:sldMk cId="2564158962" sldId="629"/>
            <ac:graphicFrameMk id="9" creationId="{5CA2D713-695F-C100-464E-A085CDE3905A}"/>
          </ac:graphicFrameMkLst>
        </pc:graphicFrameChg>
      </pc:sldChg>
      <pc:sldChg chg="addSp delSp modSp add del mod modTransition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226961491" sldId="637"/>
        </pc:sldMkLst>
      </pc:sldChg>
      <pc:sldChg chg="addSp delSp modSp mod">
        <pc:chgData name="Khobo, IL, Dr [ilkhobo@sun.ac.za]" userId="b519a442-dcea-4a28-9c45-7e29f1df5837" providerId="ADAL" clId="{D25D1C45-A404-4E0F-8657-49BD4E4887CA}" dt="2026-10-13T12:44:37.417" v="5952" actId="1076"/>
        <pc:sldMkLst>
          <pc:docMk/>
          <pc:sldMk cId="2193090984" sldId="655"/>
        </pc:sldMkLst>
        <pc:spChg chg="mod">
          <ac:chgData name="Khobo, IL, Dr [ilkhobo@sun.ac.za]" userId="b519a442-dcea-4a28-9c45-7e29f1df5837" providerId="ADAL" clId="{D25D1C45-A404-4E0F-8657-49BD4E4887CA}" dt="2026-10-13T12:10:18.655" v="5746" actId="20577"/>
          <ac:spMkLst>
            <pc:docMk/>
            <pc:sldMk cId="2193090984" sldId="655"/>
            <ac:spMk id="34" creationId="{7886511D-F9B5-4C7C-5C85-6A10CBF34BD1}"/>
          </ac:spMkLst>
        </pc:spChg>
        <pc:spChg chg="mod">
          <ac:chgData name="Khobo, IL, Dr [ilkhobo@sun.ac.za]" userId="b519a442-dcea-4a28-9c45-7e29f1df5837" providerId="ADAL" clId="{D25D1C45-A404-4E0F-8657-49BD4E4887CA}" dt="2026-10-13T12:42:29.563" v="5946" actId="20577"/>
          <ac:spMkLst>
            <pc:docMk/>
            <pc:sldMk cId="2193090984" sldId="655"/>
            <ac:spMk id="36" creationId="{3BE47945-6301-50B6-C2F4-198947E02E6B}"/>
          </ac:spMkLst>
        </pc:spChg>
        <pc:graphicFrameChg chg="del">
          <ac:chgData name="Khobo, IL, Dr [ilkhobo@sun.ac.za]" userId="b519a442-dcea-4a28-9c45-7e29f1df5837" providerId="ADAL" clId="{D25D1C45-A404-4E0F-8657-49BD4E4887CA}" dt="2026-10-13T12:42:22.436" v="5941" actId="478"/>
          <ac:graphicFrameMkLst>
            <pc:docMk/>
            <pc:sldMk cId="2193090984" sldId="655"/>
            <ac:graphicFrameMk id="6" creationId="{35B47386-D703-C88C-6D0C-DA7402C5EF4F}"/>
          </ac:graphicFrameMkLst>
        </pc:graphicFrameChg>
        <pc:picChg chg="add mod">
          <ac:chgData name="Khobo, IL, Dr [ilkhobo@sun.ac.za]" userId="b519a442-dcea-4a28-9c45-7e29f1df5837" providerId="ADAL" clId="{D25D1C45-A404-4E0F-8657-49BD4E4887CA}" dt="2026-10-13T12:44:37.417" v="5952" actId="1076"/>
          <ac:picMkLst>
            <pc:docMk/>
            <pc:sldMk cId="2193090984" sldId="655"/>
            <ac:picMk id="3" creationId="{CC2AAE1F-8718-3A6C-0D96-44CF8946E809}"/>
          </ac:picMkLst>
        </pc:picChg>
      </pc:sldChg>
      <pc:sldChg chg="addSp delSp modSp new mod modAnim">
        <pc:chgData name="Khobo, IL, Dr [ilkhobo@sun.ac.za]" userId="b519a442-dcea-4a28-9c45-7e29f1df5837" providerId="ADAL" clId="{D25D1C45-A404-4E0F-8657-49BD4E4887CA}" dt="2026-10-13T12:52:16.507" v="6062"/>
        <pc:sldMkLst>
          <pc:docMk/>
          <pc:sldMk cId="3889761629" sldId="656"/>
        </pc:sldMkLst>
        <pc:spChg chg="del">
          <ac:chgData name="Khobo, IL, Dr [ilkhobo@sun.ac.za]" userId="b519a442-dcea-4a28-9c45-7e29f1df5837" providerId="ADAL" clId="{D25D1C45-A404-4E0F-8657-49BD4E4887CA}" dt="2026-10-13T12:12:56.621" v="5758" actId="478"/>
          <ac:spMkLst>
            <pc:docMk/>
            <pc:sldMk cId="3889761629" sldId="656"/>
            <ac:spMk id="2" creationId="{0D358CA7-DB4E-750F-D7CA-1A7A130A4412}"/>
          </ac:spMkLst>
        </pc:spChg>
        <pc:spChg chg="del">
          <ac:chgData name="Khobo, IL, Dr [ilkhobo@sun.ac.za]" userId="b519a442-dcea-4a28-9c45-7e29f1df5837" providerId="ADAL" clId="{D25D1C45-A404-4E0F-8657-49BD4E4887CA}" dt="2026-10-13T12:12:56.621" v="5758" actId="478"/>
          <ac:spMkLst>
            <pc:docMk/>
            <pc:sldMk cId="3889761629" sldId="656"/>
            <ac:spMk id="3" creationId="{4B6913C2-FCDE-C057-7643-78F5821A4F7D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7" creationId="{B28DAEAC-72BB-3287-7490-4E50044D7488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9" creationId="{F515282B-A09B-C16D-CA81-2E73A6970676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11" creationId="{3B8927F5-D438-3753-1EC9-D9FB8ED1835A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13" creationId="{DFB447AB-E1F7-A6F3-0D82-40A5D772B522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15" creationId="{DDF9A026-7F25-336A-1B17-81F9D4FF3606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17" creationId="{0C53547D-6DC5-6A54-BA64-1C0A5149B3E9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19" creationId="{9CF516B5-F464-3773-D6C7-33B2D6E63E68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21" creationId="{59FED4D4-D2EE-1C27-3ECD-FADFE6EC978C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23" creationId="{7FFFDC56-9694-C65F-1545-7105F9A3442C}"/>
          </ac:spMkLst>
        </pc:spChg>
        <pc:spChg chg="add del mod">
          <ac:chgData name="Khobo, IL, Dr [ilkhobo@sun.ac.za]" userId="b519a442-dcea-4a28-9c45-7e29f1df5837" providerId="ADAL" clId="{D25D1C45-A404-4E0F-8657-49BD4E4887CA}" dt="2026-10-13T12:48:17.703" v="6008" actId="478"/>
          <ac:spMkLst>
            <pc:docMk/>
            <pc:sldMk cId="3889761629" sldId="656"/>
            <ac:spMk id="25" creationId="{9DAA2C0F-CC2C-C813-7FCB-4BEB03881C88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47" creationId="{DAEB8F35-D15A-302D-997D-B9F92369AB5B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52" creationId="{2A6AC1D5-62A9-8151-91B2-637582CE2F2A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54" creationId="{D33997C5-267F-FB84-51A1-9D1B104C65E5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56" creationId="{4B86B8CA-766B-5B95-C10B-E8CD0194A5B7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58" creationId="{1FBFE9A4-4463-2243-9516-1B063D2CF6FF}"/>
          </ac:spMkLst>
        </pc:spChg>
        <pc:spChg chg="add mod">
          <ac:chgData name="Khobo, IL, Dr [ilkhobo@sun.ac.za]" userId="b519a442-dcea-4a28-9c45-7e29f1df5837" providerId="ADAL" clId="{D25D1C45-A404-4E0F-8657-49BD4E4887CA}" dt="2026-10-13T12:51:29.772" v="6058" actId="1076"/>
          <ac:spMkLst>
            <pc:docMk/>
            <pc:sldMk cId="3889761629" sldId="656"/>
            <ac:spMk id="60" creationId="{DA15C1E7-4F92-C7B5-7DDC-20FB58441598}"/>
          </ac:spMkLst>
        </pc:spChg>
        <pc:picChg chg="add del mod modCrop">
          <ac:chgData name="Khobo, IL, Dr [ilkhobo@sun.ac.za]" userId="b519a442-dcea-4a28-9c45-7e29f1df5837" providerId="ADAL" clId="{D25D1C45-A404-4E0F-8657-49BD4E4887CA}" dt="2026-10-13T12:23:49.951" v="5779" actId="21"/>
          <ac:picMkLst>
            <pc:docMk/>
            <pc:sldMk cId="3889761629" sldId="656"/>
            <ac:picMk id="5" creationId="{F0D1A9B3-C5B5-6D9D-03FB-AFB34519B102}"/>
          </ac:picMkLst>
        </pc:picChg>
        <pc:picChg chg="add del">
          <ac:chgData name="Khobo, IL, Dr [ilkhobo@sun.ac.za]" userId="b519a442-dcea-4a28-9c45-7e29f1df5837" providerId="ADAL" clId="{D25D1C45-A404-4E0F-8657-49BD4E4887CA}" dt="2026-10-13T12:16:23.897" v="5774" actId="21"/>
          <ac:picMkLst>
            <pc:docMk/>
            <pc:sldMk cId="3889761629" sldId="656"/>
            <ac:picMk id="6" creationId="{DAA5ED09-0B7E-2244-A423-2E0B2091F491}"/>
          </ac:picMkLst>
        </pc:picChg>
        <pc:picChg chg="add mod">
          <ac:chgData name="Khobo, IL, Dr [ilkhobo@sun.ac.za]" userId="b519a442-dcea-4a28-9c45-7e29f1df5837" providerId="ADAL" clId="{D25D1C45-A404-4E0F-8657-49BD4E4887CA}" dt="2026-10-13T12:52:04.388" v="6061" actId="1076"/>
          <ac:picMkLst>
            <pc:docMk/>
            <pc:sldMk cId="3889761629" sldId="656"/>
            <ac:picMk id="77" creationId="{6CE3D002-0B65-ADB7-3912-8DA8591067F9}"/>
          </ac:picMkLst>
        </pc:picChg>
        <pc:cxnChg chg="add mod">
          <ac:chgData name="Khobo, IL, Dr [ilkhobo@sun.ac.za]" userId="b519a442-dcea-4a28-9c45-7e29f1df5837" providerId="ADAL" clId="{D25D1C45-A404-4E0F-8657-49BD4E4887CA}" dt="2026-10-13T12:49:46.588" v="6046" actId="1076"/>
          <ac:cxnSpMkLst>
            <pc:docMk/>
            <pc:sldMk cId="3889761629" sldId="656"/>
            <ac:cxnSpMk id="27" creationId="{7F2D3A80-18C2-AE59-3845-BF7F7FF52182}"/>
          </ac:cxnSpMkLst>
        </pc:cxnChg>
        <pc:cxnChg chg="add mod">
          <ac:chgData name="Khobo, IL, Dr [ilkhobo@sun.ac.za]" userId="b519a442-dcea-4a28-9c45-7e29f1df5837" providerId="ADAL" clId="{D25D1C45-A404-4E0F-8657-49BD4E4887CA}" dt="2026-10-13T12:51:29.772" v="6058" actId="1076"/>
          <ac:cxnSpMkLst>
            <pc:docMk/>
            <pc:sldMk cId="3889761629" sldId="656"/>
            <ac:cxnSpMk id="29" creationId="{70B7A928-98E7-8799-59F2-50B8585D785C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26.192" v="6010" actId="478"/>
          <ac:cxnSpMkLst>
            <pc:docMk/>
            <pc:sldMk cId="3889761629" sldId="656"/>
            <ac:cxnSpMk id="31" creationId="{CE56F9B0-328C-F1D9-0762-F9642F47678E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26.192" v="6010" actId="478"/>
          <ac:cxnSpMkLst>
            <pc:docMk/>
            <pc:sldMk cId="3889761629" sldId="656"/>
            <ac:cxnSpMk id="33" creationId="{9425165A-0E89-407E-BBD8-2B4387EEAEA5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26.192" v="6010" actId="478"/>
          <ac:cxnSpMkLst>
            <pc:docMk/>
            <pc:sldMk cId="3889761629" sldId="656"/>
            <ac:cxnSpMk id="35" creationId="{7AEE9628-F1E8-36AF-7B36-8E3496F320CE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17.703" v="6008" actId="478"/>
          <ac:cxnSpMkLst>
            <pc:docMk/>
            <pc:sldMk cId="3889761629" sldId="656"/>
            <ac:cxnSpMk id="37" creationId="{62287C84-4AA8-8139-794B-47C2D6282A6A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26.192" v="6010" actId="478"/>
          <ac:cxnSpMkLst>
            <pc:docMk/>
            <pc:sldMk cId="3889761629" sldId="656"/>
            <ac:cxnSpMk id="39" creationId="{6918F0FF-673A-CA1C-8807-78318CED6E80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26.192" v="6010" actId="478"/>
          <ac:cxnSpMkLst>
            <pc:docMk/>
            <pc:sldMk cId="3889761629" sldId="656"/>
            <ac:cxnSpMk id="41" creationId="{75E13F87-F424-335F-74E1-6E9EF5BC7120}"/>
          </ac:cxnSpMkLst>
        </pc:cxnChg>
        <pc:cxnChg chg="add del mod">
          <ac:chgData name="Khobo, IL, Dr [ilkhobo@sun.ac.za]" userId="b519a442-dcea-4a28-9c45-7e29f1df5837" providerId="ADAL" clId="{D25D1C45-A404-4E0F-8657-49BD4E4887CA}" dt="2026-10-13T12:48:17.703" v="6008" actId="478"/>
          <ac:cxnSpMkLst>
            <pc:docMk/>
            <pc:sldMk cId="3889761629" sldId="656"/>
            <ac:cxnSpMk id="43" creationId="{83E27D94-A81A-6BB5-DCB1-90DF218E36DC}"/>
          </ac:cxnSpMkLst>
        </pc:cxnChg>
        <pc:cxnChg chg="add mod">
          <ac:chgData name="Khobo, IL, Dr [ilkhobo@sun.ac.za]" userId="b519a442-dcea-4a28-9c45-7e29f1df5837" providerId="ADAL" clId="{D25D1C45-A404-4E0F-8657-49BD4E4887CA}" dt="2026-10-13T12:49:46.588" v="6046" actId="1076"/>
          <ac:cxnSpMkLst>
            <pc:docMk/>
            <pc:sldMk cId="3889761629" sldId="656"/>
            <ac:cxnSpMk id="49" creationId="{5EF7C956-60FB-0D41-BFF2-3E89E7DE9327}"/>
          </ac:cxnSpMkLst>
        </pc:cxnChg>
        <pc:cxnChg chg="add mod">
          <ac:chgData name="Khobo, IL, Dr [ilkhobo@sun.ac.za]" userId="b519a442-dcea-4a28-9c45-7e29f1df5837" providerId="ADAL" clId="{D25D1C45-A404-4E0F-8657-49BD4E4887CA}" dt="2026-10-13T12:49:55.800" v="6048" actId="208"/>
          <ac:cxnSpMkLst>
            <pc:docMk/>
            <pc:sldMk cId="3889761629" sldId="656"/>
            <ac:cxnSpMk id="67" creationId="{784D57F7-ED48-811A-3E5E-FFEF4D23E7A9}"/>
          </ac:cxnSpMkLst>
        </pc:cxnChg>
        <pc:cxnChg chg="add mod">
          <ac:chgData name="Khobo, IL, Dr [ilkhobo@sun.ac.za]" userId="b519a442-dcea-4a28-9c45-7e29f1df5837" providerId="ADAL" clId="{D25D1C45-A404-4E0F-8657-49BD4E4887CA}" dt="2026-10-13T12:50:10.154" v="6050" actId="208"/>
          <ac:cxnSpMkLst>
            <pc:docMk/>
            <pc:sldMk cId="3889761629" sldId="656"/>
            <ac:cxnSpMk id="69" creationId="{895A6467-0A56-FBD1-1955-5CC6253798D8}"/>
          </ac:cxnSpMkLst>
        </pc:cxnChg>
        <pc:cxnChg chg="add mod">
          <ac:chgData name="Khobo, IL, Dr [ilkhobo@sun.ac.za]" userId="b519a442-dcea-4a28-9c45-7e29f1df5837" providerId="ADAL" clId="{D25D1C45-A404-4E0F-8657-49BD4E4887CA}" dt="2026-10-13T12:50:20.807" v="6052" actId="208"/>
          <ac:cxnSpMkLst>
            <pc:docMk/>
            <pc:sldMk cId="3889761629" sldId="656"/>
            <ac:cxnSpMk id="71" creationId="{65369687-AFA1-EB75-8BB7-D9286A938E2B}"/>
          </ac:cxnSpMkLst>
        </pc:cxnChg>
        <pc:cxnChg chg="add mod">
          <ac:chgData name="Khobo, IL, Dr [ilkhobo@sun.ac.za]" userId="b519a442-dcea-4a28-9c45-7e29f1df5837" providerId="ADAL" clId="{D25D1C45-A404-4E0F-8657-49BD4E4887CA}" dt="2026-10-13T12:50:29.538" v="6054" actId="208"/>
          <ac:cxnSpMkLst>
            <pc:docMk/>
            <pc:sldMk cId="3889761629" sldId="656"/>
            <ac:cxnSpMk id="73" creationId="{21713BDE-0315-97CA-4E0C-AF94A4DAF490}"/>
          </ac:cxnSpMkLst>
        </pc:cxnChg>
        <pc:cxnChg chg="add mod">
          <ac:chgData name="Khobo, IL, Dr [ilkhobo@sun.ac.za]" userId="b519a442-dcea-4a28-9c45-7e29f1df5837" providerId="ADAL" clId="{D25D1C45-A404-4E0F-8657-49BD4E4887CA}" dt="2026-10-13T12:50:41.339" v="6056" actId="208"/>
          <ac:cxnSpMkLst>
            <pc:docMk/>
            <pc:sldMk cId="3889761629" sldId="656"/>
            <ac:cxnSpMk id="75" creationId="{3F389AEB-C7D0-5A39-C689-1E85D016E14B}"/>
          </ac:cxnSpMkLst>
        </pc:cxnChg>
      </pc:sldChg>
      <pc:sldChg chg="add">
        <pc:chgData name="Khobo, IL, Dr [ilkhobo@sun.ac.za]" userId="b519a442-dcea-4a28-9c45-7e29f1df5837" providerId="ADAL" clId="{D25D1C45-A404-4E0F-8657-49BD4E4887CA}" dt="2026-10-13T12:42:19.619" v="5940" actId="2890"/>
        <pc:sldMkLst>
          <pc:docMk/>
          <pc:sldMk cId="2788093090" sldId="657"/>
        </pc:sldMkLst>
      </pc:sldChg>
      <pc:sldChg chg="modSp mod">
        <pc:chgData name="Khobo, IL, Dr [ilkhobo@sun.ac.za]" userId="b519a442-dcea-4a28-9c45-7e29f1df5837" providerId="ADAL" clId="{D25D1C45-A404-4E0F-8657-49BD4E4887CA}" dt="2026-10-14T06:38:23.544" v="6281" actId="20577"/>
        <pc:sldMkLst>
          <pc:docMk/>
          <pc:sldMk cId="2090568957" sldId="658"/>
        </pc:sldMkLst>
        <pc:spChg chg="mod">
          <ac:chgData name="Khobo, IL, Dr [ilkhobo@sun.ac.za]" userId="b519a442-dcea-4a28-9c45-7e29f1df5837" providerId="ADAL" clId="{D25D1C45-A404-4E0F-8657-49BD4E4887CA}" dt="2026-10-14T06:38:23.544" v="6281" actId="20577"/>
          <ac:spMkLst>
            <pc:docMk/>
            <pc:sldMk cId="2090568957" sldId="658"/>
            <ac:spMk id="7" creationId="{6143C52E-F65E-6932-D0FB-88C093B06AA5}"/>
          </ac:spMkLst>
        </pc:spChg>
        <pc:spChg chg="mod">
          <ac:chgData name="Khobo, IL, Dr [ilkhobo@sun.ac.za]" userId="b519a442-dcea-4a28-9c45-7e29f1df5837" providerId="ADAL" clId="{D25D1C45-A404-4E0F-8657-49BD4E4887CA}" dt="2026-10-14T06:36:29.747" v="6239" actId="20577"/>
          <ac:spMkLst>
            <pc:docMk/>
            <pc:sldMk cId="2090568957" sldId="658"/>
            <ac:spMk id="58" creationId="{4A73D91B-F4DE-A811-689F-D03B6DC2910E}"/>
          </ac:spMkLst>
        </pc:spChg>
        <pc:spChg chg="mod">
          <ac:chgData name="Khobo, IL, Dr [ilkhobo@sun.ac.za]" userId="b519a442-dcea-4a28-9c45-7e29f1df5837" providerId="ADAL" clId="{D25D1C45-A404-4E0F-8657-49BD4E4887CA}" dt="2026-10-14T06:36:35.341" v="6245" actId="20577"/>
          <ac:spMkLst>
            <pc:docMk/>
            <pc:sldMk cId="2090568957" sldId="658"/>
            <ac:spMk id="60" creationId="{87EBFFAD-8F27-25C4-D44A-6FF92BF55AFB}"/>
          </ac:spMkLst>
        </pc:sp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3846425066" sldId="658"/>
        </pc:sldMkLst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163973389" sldId="659"/>
        </pc:sldMkLst>
      </pc:sldChg>
      <pc:sldChg chg="modSp mod modNotesTx">
        <pc:chgData name="Khobo, IL, Dr [ilkhobo@sun.ac.za]" userId="b519a442-dcea-4a28-9c45-7e29f1df5837" providerId="ADAL" clId="{D25D1C45-A404-4E0F-8657-49BD4E4887CA}" dt="2026-10-14T06:49:24.682" v="6347" actId="20577"/>
        <pc:sldMkLst>
          <pc:docMk/>
          <pc:sldMk cId="4073174151" sldId="659"/>
        </pc:sldMkLst>
        <pc:spChg chg="mod">
          <ac:chgData name="Khobo, IL, Dr [ilkhobo@sun.ac.za]" userId="b519a442-dcea-4a28-9c45-7e29f1df5837" providerId="ADAL" clId="{D25D1C45-A404-4E0F-8657-49BD4E4887CA}" dt="2026-10-14T06:45:36.131" v="6318" actId="20577"/>
          <ac:spMkLst>
            <pc:docMk/>
            <pc:sldMk cId="4073174151" sldId="659"/>
            <ac:spMk id="36" creationId="{7A76474A-B463-527C-10F8-8D71974CF11B}"/>
          </ac:spMkLst>
        </pc:spChg>
        <pc:grpChg chg="mod">
          <ac:chgData name="Khobo, IL, Dr [ilkhobo@sun.ac.za]" userId="b519a442-dcea-4a28-9c45-7e29f1df5837" providerId="ADAL" clId="{D25D1C45-A404-4E0F-8657-49BD4E4887CA}" dt="2026-10-14T06:44:50.814" v="6303" actId="1076"/>
          <ac:grpSpMkLst>
            <pc:docMk/>
            <pc:sldMk cId="4073174151" sldId="659"/>
            <ac:grpSpMk id="13" creationId="{3BC2100A-41E3-9ED2-F143-33E1F4970DD2}"/>
          </ac:grpSpMkLst>
        </pc:grp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792759965" sldId="660"/>
        </pc:sldMkLst>
      </pc:sldChg>
      <pc:sldChg chg="modSp mod">
        <pc:chgData name="Khobo, IL, Dr [ilkhobo@sun.ac.za]" userId="b519a442-dcea-4a28-9c45-7e29f1df5837" providerId="ADAL" clId="{D25D1C45-A404-4E0F-8657-49BD4E4887CA}" dt="2026-10-14T06:38:30.986" v="6285" actId="20577"/>
        <pc:sldMkLst>
          <pc:docMk/>
          <pc:sldMk cId="1517357562" sldId="660"/>
        </pc:sldMkLst>
        <pc:spChg chg="mod">
          <ac:chgData name="Khobo, IL, Dr [ilkhobo@sun.ac.za]" userId="b519a442-dcea-4a28-9c45-7e29f1df5837" providerId="ADAL" clId="{D25D1C45-A404-4E0F-8657-49BD4E4887CA}" dt="2026-10-14T06:38:30.986" v="6285" actId="20577"/>
          <ac:spMkLst>
            <pc:docMk/>
            <pc:sldMk cId="1517357562" sldId="660"/>
            <ac:spMk id="7" creationId="{70A46C10-84B3-B018-DFE5-807F65878E09}"/>
          </ac:spMkLst>
        </pc:spChg>
        <pc:spChg chg="mod">
          <ac:chgData name="Khobo, IL, Dr [ilkhobo@sun.ac.za]" userId="b519a442-dcea-4a28-9c45-7e29f1df5837" providerId="ADAL" clId="{D25D1C45-A404-4E0F-8657-49BD4E4887CA}" dt="2026-10-14T06:37:54.820" v="6273" actId="20577"/>
          <ac:spMkLst>
            <pc:docMk/>
            <pc:sldMk cId="1517357562" sldId="660"/>
            <ac:spMk id="58" creationId="{43A5C883-D0CF-7FB2-607D-4E8A5C3BB3A0}"/>
          </ac:spMkLst>
        </pc:spChg>
        <pc:spChg chg="mod">
          <ac:chgData name="Khobo, IL, Dr [ilkhobo@sun.ac.za]" userId="b519a442-dcea-4a28-9c45-7e29f1df5837" providerId="ADAL" clId="{D25D1C45-A404-4E0F-8657-49BD4E4887CA}" dt="2026-10-14T06:37:59.426" v="6277" actId="20577"/>
          <ac:spMkLst>
            <pc:docMk/>
            <pc:sldMk cId="1517357562" sldId="660"/>
            <ac:spMk id="60" creationId="{A4DB0D08-A113-5D40-6551-BAA7B82EF802}"/>
          </ac:spMkLst>
        </pc:sp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711044155" sldId="661"/>
        </pc:sldMkLst>
      </pc:sldChg>
      <pc:sldChg chg="modSp mod">
        <pc:chgData name="Khobo, IL, Dr [ilkhobo@sun.ac.za]" userId="b519a442-dcea-4a28-9c45-7e29f1df5837" providerId="ADAL" clId="{D25D1C45-A404-4E0F-8657-49BD4E4887CA}" dt="2026-10-14T06:37:46.277" v="6270" actId="20577"/>
        <pc:sldMkLst>
          <pc:docMk/>
          <pc:sldMk cId="1821098448" sldId="661"/>
        </pc:sldMkLst>
        <pc:spChg chg="mod">
          <ac:chgData name="Khobo, IL, Dr [ilkhobo@sun.ac.za]" userId="b519a442-dcea-4a28-9c45-7e29f1df5837" providerId="ADAL" clId="{D25D1C45-A404-4E0F-8657-49BD4E4887CA}" dt="2026-10-14T06:37:10.682" v="6261" actId="20577"/>
          <ac:spMkLst>
            <pc:docMk/>
            <pc:sldMk cId="1821098448" sldId="661"/>
            <ac:spMk id="7" creationId="{3B318452-A02F-2F8B-EFD4-D326D1360417}"/>
          </ac:spMkLst>
        </pc:spChg>
        <pc:spChg chg="mod">
          <ac:chgData name="Khobo, IL, Dr [ilkhobo@sun.ac.za]" userId="b519a442-dcea-4a28-9c45-7e29f1df5837" providerId="ADAL" clId="{D25D1C45-A404-4E0F-8657-49BD4E4887CA}" dt="2026-10-14T06:37:41.958" v="6264" actId="20577"/>
          <ac:spMkLst>
            <pc:docMk/>
            <pc:sldMk cId="1821098448" sldId="661"/>
            <ac:spMk id="58" creationId="{F5FC6D5A-5E38-2E8B-E338-4D08E7E747E8}"/>
          </ac:spMkLst>
        </pc:spChg>
        <pc:spChg chg="mod">
          <ac:chgData name="Khobo, IL, Dr [ilkhobo@sun.ac.za]" userId="b519a442-dcea-4a28-9c45-7e29f1df5837" providerId="ADAL" clId="{D25D1C45-A404-4E0F-8657-49BD4E4887CA}" dt="2026-10-14T06:37:46.277" v="6270" actId="20577"/>
          <ac:spMkLst>
            <pc:docMk/>
            <pc:sldMk cId="1821098448" sldId="661"/>
            <ac:spMk id="60" creationId="{D0671852-1857-8F97-6D5E-29F67549CCCB}"/>
          </ac:spMkLst>
        </pc:spChg>
      </pc:sldChg>
      <pc:sldChg chg="addSp delSp modSp del mod">
        <pc:chgData name="Khobo, IL, Dr [ilkhobo@sun.ac.za]" userId="b519a442-dcea-4a28-9c45-7e29f1df5837" providerId="ADAL" clId="{D25D1C45-A404-4E0F-8657-49BD4E4887CA}" dt="2026-10-14T06:46:23.914" v="6322" actId="2696"/>
        <pc:sldMkLst>
          <pc:docMk/>
          <pc:sldMk cId="2420509086" sldId="662"/>
        </pc:sldMkLst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46" creationId="{91964F68-B3CE-C21F-DD36-255274F83C85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48" creationId="{B9C47F52-6498-DEB0-7D51-A76F67130E3B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49" creationId="{90F791E4-CC89-79B3-F91B-D9331CE2CA46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52" creationId="{C9105642-38F5-5BDC-CB0A-5425A49D4D41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53" creationId="{90B37009-5A5C-98FD-F219-244F642E2239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56" creationId="{AA34F914-307C-09EF-E290-88EDB66182F4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59" creationId="{7C7CD08F-4691-4E90-F9EB-B9A783F530A0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67" creationId="{E83DFA4D-B4B8-907F-3175-9582573F1B9A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68" creationId="{33C1C279-A580-BF38-37F4-1B7B1C738D68}"/>
          </ac:spMkLst>
        </pc:spChg>
        <pc:spChg chg="mod">
          <ac:chgData name="Khobo, IL, Dr [ilkhobo@sun.ac.za]" userId="b519a442-dcea-4a28-9c45-7e29f1df5837" providerId="ADAL" clId="{D25D1C45-A404-4E0F-8657-49BD4E4887CA}" dt="2026-10-14T06:44:41.434" v="6300"/>
          <ac:spMkLst>
            <pc:docMk/>
            <pc:sldMk cId="2420509086" sldId="662"/>
            <ac:spMk id="70" creationId="{BCF62277-1C9D-4708-6122-E7064989D409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72" creationId="{FF876B40-D81F-ADF7-B692-C8C1F4E9F812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73" creationId="{640565E9-2472-FE3A-3942-2B958C37BF7A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76" creationId="{22194A77-8EE0-EE8D-91AB-A339C85210CD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79" creationId="{7E003872-77E7-E0F4-4369-B33914CBF7C1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81" creationId="{4C3F58E0-08BE-C2D2-7BB1-56144D95C9EF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84" creationId="{DA79CFDA-7013-7CC1-6EC1-7F642AD62350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86" creationId="{C3B58BF7-FED0-ED1F-0A04-E5AEF881D687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87" creationId="{5027B119-4608-EB9A-05C1-0F4881FB2D13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90" creationId="{6F255E10-D20F-C99A-E11E-8F71782BAEEA}"/>
          </ac:spMkLst>
        </pc:spChg>
        <pc:spChg chg="mod">
          <ac:chgData name="Khobo, IL, Dr [ilkhobo@sun.ac.za]" userId="b519a442-dcea-4a28-9c45-7e29f1df5837" providerId="ADAL" clId="{D25D1C45-A404-4E0F-8657-49BD4E4887CA}" dt="2026-10-14T06:45:02.034" v="6305"/>
          <ac:spMkLst>
            <pc:docMk/>
            <pc:sldMk cId="2420509086" sldId="662"/>
            <ac:spMk id="91" creationId="{893EE358-D1F0-F2FA-C462-64C9A2D81F1E}"/>
          </ac:spMkLst>
        </pc:spChg>
        <pc:grpChg chg="add del">
          <ac:chgData name="Khobo, IL, Dr [ilkhobo@sun.ac.za]" userId="b519a442-dcea-4a28-9c45-7e29f1df5837" providerId="ADAL" clId="{D25D1C45-A404-4E0F-8657-49BD4E4887CA}" dt="2026-10-14T06:45:01.535" v="6304" actId="478"/>
          <ac:grpSpMkLst>
            <pc:docMk/>
            <pc:sldMk cId="2420509086" sldId="662"/>
            <ac:grpSpMk id="13" creationId="{470052FD-0958-34AE-1124-5186B0BA8F6A}"/>
          </ac:grpSpMkLst>
        </pc:grpChg>
        <pc:grpChg chg="add del">
          <ac:chgData name="Khobo, IL, Dr [ilkhobo@sun.ac.za]" userId="b519a442-dcea-4a28-9c45-7e29f1df5837" providerId="ADAL" clId="{D25D1C45-A404-4E0F-8657-49BD4E4887CA}" dt="2026-10-14T06:45:01.535" v="6304" actId="478"/>
          <ac:grpSpMkLst>
            <pc:docMk/>
            <pc:sldMk cId="2420509086" sldId="662"/>
            <ac:grpSpMk id="14" creationId="{77BD5D80-E41E-8C0D-A3D8-E19163F6F860}"/>
          </ac:grpSpMkLst>
        </pc:grpChg>
        <pc:grpChg chg="add del">
          <ac:chgData name="Khobo, IL, Dr [ilkhobo@sun.ac.za]" userId="b519a442-dcea-4a28-9c45-7e29f1df5837" providerId="ADAL" clId="{D25D1C45-A404-4E0F-8657-49BD4E4887CA}" dt="2026-10-14T06:45:01.535" v="6304" actId="478"/>
          <ac:grpSpMkLst>
            <pc:docMk/>
            <pc:sldMk cId="2420509086" sldId="662"/>
            <ac:grpSpMk id="21" creationId="{BE0C2996-FE89-208D-3063-CAF9B1FB3B9D}"/>
          </ac:grpSpMkLst>
        </pc:grpChg>
        <pc:grpChg chg="add del">
          <ac:chgData name="Khobo, IL, Dr [ilkhobo@sun.ac.za]" userId="b519a442-dcea-4a28-9c45-7e29f1df5837" providerId="ADAL" clId="{D25D1C45-A404-4E0F-8657-49BD4E4887CA}" dt="2026-10-14T06:45:01.535" v="6304" actId="478"/>
          <ac:grpSpMkLst>
            <pc:docMk/>
            <pc:sldMk cId="2420509086" sldId="662"/>
            <ac:grpSpMk id="31" creationId="{76FD494B-F65A-1B69-5029-0F454281F613}"/>
          </ac:grpSpMkLst>
        </pc:grpChg>
        <pc:cxnChg chg="mod">
          <ac:chgData name="Khobo, IL, Dr [ilkhobo@sun.ac.za]" userId="b519a442-dcea-4a28-9c45-7e29f1df5837" providerId="ADAL" clId="{D25D1C45-A404-4E0F-8657-49BD4E4887CA}" dt="2026-10-14T06:45:01.535" v="6304" actId="478"/>
          <ac:cxnSpMkLst>
            <pc:docMk/>
            <pc:sldMk cId="2420509086" sldId="662"/>
            <ac:cxnSpMk id="43" creationId="{0A29D4DA-891F-9C2D-45C3-EEC47E3B73B5}"/>
          </ac:cxnSpMkLst>
        </pc:cxnChg>
        <pc:cxnChg chg="mod">
          <ac:chgData name="Khobo, IL, Dr [ilkhobo@sun.ac.za]" userId="b519a442-dcea-4a28-9c45-7e29f1df5837" providerId="ADAL" clId="{D25D1C45-A404-4E0F-8657-49BD4E4887CA}" dt="2026-10-14T06:45:01.535" v="6304" actId="478"/>
          <ac:cxnSpMkLst>
            <pc:docMk/>
            <pc:sldMk cId="2420509086" sldId="662"/>
            <ac:cxnSpMk id="45" creationId="{3D9AEE8D-3953-7F4B-4E32-05AC6E334527}"/>
          </ac:cxnSpMkLst>
        </pc:cxnChg>
        <pc:cxnChg chg="mod">
          <ac:chgData name="Khobo, IL, Dr [ilkhobo@sun.ac.za]" userId="b519a442-dcea-4a28-9c45-7e29f1df5837" providerId="ADAL" clId="{D25D1C45-A404-4E0F-8657-49BD4E4887CA}" dt="2026-10-14T06:45:01.535" v="6304" actId="478"/>
          <ac:cxnSpMkLst>
            <pc:docMk/>
            <pc:sldMk cId="2420509086" sldId="662"/>
            <ac:cxnSpMk id="47" creationId="{89327946-23C5-96A2-9A49-45E02B9480F8}"/>
          </ac:cxnSpMkLst>
        </pc:cxn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2537610088" sldId="662"/>
        </pc:sldMkLst>
      </pc:sldChg>
      <pc:sldChg chg="addSp delSp modSp mod">
        <pc:chgData name="Khobo, IL, Dr [ilkhobo@sun.ac.za]" userId="b519a442-dcea-4a28-9c45-7e29f1df5837" providerId="ADAL" clId="{D25D1C45-A404-4E0F-8657-49BD4E4887CA}" dt="2026-10-14T06:47:17.308" v="6325"/>
        <pc:sldMkLst>
          <pc:docMk/>
          <pc:sldMk cId="572061902" sldId="663"/>
        </pc:sldMkLst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12" creationId="{2A90395D-EE0A-8FD0-F709-6831EC5044CB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42" creationId="{8656E4F9-4B9E-1919-C27A-058E8C9298EE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48" creationId="{57A61FA0-7F61-9C4F-CC64-42B9193A2387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52" creationId="{67FBF15A-FEF0-2C5B-5D2C-BFFCA61210D9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53" creationId="{FAAE5D92-D393-66A7-6B4A-732B0FAF820D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57" creationId="{3425FF7C-48BF-E6A6-C952-89366D4BCE7A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59" creationId="{4FFCE09C-6D9D-87F1-225A-6D0D8E41CFA1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60" creationId="{34D96BC4-1752-9264-748D-FDCC0066CD5E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64" creationId="{C7826152-1665-C632-86EA-11132FF9C48F}"/>
          </ac:spMkLst>
        </pc:spChg>
        <pc:spChg chg="mod">
          <ac:chgData name="Khobo, IL, Dr [ilkhobo@sun.ac.za]" userId="b519a442-dcea-4a28-9c45-7e29f1df5837" providerId="ADAL" clId="{D25D1C45-A404-4E0F-8657-49BD4E4887CA}" dt="2026-10-14T06:47:17.308" v="6325"/>
          <ac:spMkLst>
            <pc:docMk/>
            <pc:sldMk cId="572061902" sldId="663"/>
            <ac:spMk id="65" creationId="{4E4577B6-EE07-5113-4AAF-31FB0A7DBB59}"/>
          </ac:spMkLst>
        </pc:spChg>
        <pc:grpChg chg="del">
          <ac:chgData name="Khobo, IL, Dr [ilkhobo@sun.ac.za]" userId="b519a442-dcea-4a28-9c45-7e29f1df5837" providerId="ADAL" clId="{D25D1C45-A404-4E0F-8657-49BD4E4887CA}" dt="2026-10-14T06:47:11.696" v="6323" actId="478"/>
          <ac:grpSpMkLst>
            <pc:docMk/>
            <pc:sldMk cId="572061902" sldId="663"/>
            <ac:grpSpMk id="13" creationId="{21B21CCD-0B0C-613E-C447-381D1EB72039}"/>
          </ac:grpSpMkLst>
        </pc:grpChg>
        <pc:grpChg chg="del">
          <ac:chgData name="Khobo, IL, Dr [ilkhobo@sun.ac.za]" userId="b519a442-dcea-4a28-9c45-7e29f1df5837" providerId="ADAL" clId="{D25D1C45-A404-4E0F-8657-49BD4E4887CA}" dt="2026-10-14T06:47:11.696" v="6323" actId="478"/>
          <ac:grpSpMkLst>
            <pc:docMk/>
            <pc:sldMk cId="572061902" sldId="663"/>
            <ac:grpSpMk id="14" creationId="{2635FD6D-BEF6-9080-8994-334C9C99449F}"/>
          </ac:grpSpMkLst>
        </pc:grpChg>
        <pc:grpChg chg="del">
          <ac:chgData name="Khobo, IL, Dr [ilkhobo@sun.ac.za]" userId="b519a442-dcea-4a28-9c45-7e29f1df5837" providerId="ADAL" clId="{D25D1C45-A404-4E0F-8657-49BD4E4887CA}" dt="2026-10-14T06:47:11.696" v="6323" actId="478"/>
          <ac:grpSpMkLst>
            <pc:docMk/>
            <pc:sldMk cId="572061902" sldId="663"/>
            <ac:grpSpMk id="21" creationId="{BC6D6075-85CB-71CF-2E38-52C78AB66E85}"/>
          </ac:grpSpMkLst>
        </pc:grpChg>
        <pc:grpChg chg="del">
          <ac:chgData name="Khobo, IL, Dr [ilkhobo@sun.ac.za]" userId="b519a442-dcea-4a28-9c45-7e29f1df5837" providerId="ADAL" clId="{D25D1C45-A404-4E0F-8657-49BD4E4887CA}" dt="2026-10-14T06:47:11.696" v="6323" actId="478"/>
          <ac:grpSpMkLst>
            <pc:docMk/>
            <pc:sldMk cId="572061902" sldId="663"/>
            <ac:grpSpMk id="31" creationId="{462BBFFF-B423-148E-2BE6-A9C53D736441}"/>
          </ac:grpSpMkLst>
        </pc:grpChg>
        <pc:cxnChg chg="del mod">
          <ac:chgData name="Khobo, IL, Dr [ilkhobo@sun.ac.za]" userId="b519a442-dcea-4a28-9c45-7e29f1df5837" providerId="ADAL" clId="{D25D1C45-A404-4E0F-8657-49BD4E4887CA}" dt="2026-10-14T06:47:16.759" v="6324" actId="478"/>
          <ac:cxnSpMkLst>
            <pc:docMk/>
            <pc:sldMk cId="572061902" sldId="663"/>
            <ac:cxnSpMk id="43" creationId="{B9D0AF0A-0B9F-4038-B6FD-8924FDE57681}"/>
          </ac:cxnSpMkLst>
        </pc:cxnChg>
        <pc:cxnChg chg="del mod">
          <ac:chgData name="Khobo, IL, Dr [ilkhobo@sun.ac.za]" userId="b519a442-dcea-4a28-9c45-7e29f1df5837" providerId="ADAL" clId="{D25D1C45-A404-4E0F-8657-49BD4E4887CA}" dt="2026-10-14T06:47:16.759" v="6324" actId="478"/>
          <ac:cxnSpMkLst>
            <pc:docMk/>
            <pc:sldMk cId="572061902" sldId="663"/>
            <ac:cxnSpMk id="45" creationId="{41B6E1F3-9AC2-E01A-A2C6-3B53C7B57920}"/>
          </ac:cxnSpMkLst>
        </pc:cxnChg>
        <pc:cxnChg chg="del mod">
          <ac:chgData name="Khobo, IL, Dr [ilkhobo@sun.ac.za]" userId="b519a442-dcea-4a28-9c45-7e29f1df5837" providerId="ADAL" clId="{D25D1C45-A404-4E0F-8657-49BD4E4887CA}" dt="2026-10-14T06:47:16.759" v="6324" actId="478"/>
          <ac:cxnSpMkLst>
            <pc:docMk/>
            <pc:sldMk cId="572061902" sldId="663"/>
            <ac:cxnSpMk id="47" creationId="{30616D45-0AFE-1272-DEBC-9A18B3B3B5CA}"/>
          </ac:cxnSpMkLst>
        </pc:cxn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683500196" sldId="663"/>
        </pc:sldMkLst>
      </pc:sldChg>
      <pc:sldChg chg="addSp delSp modSp mod">
        <pc:chgData name="Khobo, IL, Dr [ilkhobo@sun.ac.za]" userId="b519a442-dcea-4a28-9c45-7e29f1df5837" providerId="ADAL" clId="{D25D1C45-A404-4E0F-8657-49BD4E4887CA}" dt="2026-10-14T06:47:43.484" v="6329"/>
        <pc:sldMkLst>
          <pc:docMk/>
          <pc:sldMk cId="1909961736" sldId="664"/>
        </pc:sldMkLst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10" creationId="{CDD12AF7-B251-4BBE-3ED9-BB685F61563B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46" creationId="{029B6BF1-12CA-EE44-6C68-2630B4025AC1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48" creationId="{7694A593-47F3-A067-9A6C-2B880A718261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49" creationId="{F8560DA4-79E8-73B3-ED68-C30DF19D4C99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54" creationId="{90E8474C-EA8F-B622-ACC5-227C690CF6FF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56" creationId="{6059DBC7-2BD9-8C9E-F364-632DDC58471A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58" creationId="{A400ECD2-7E2D-81D8-7722-5F3A0BA3E8C7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59" creationId="{7FF56D5A-2E46-4ADA-1149-EB571F60627E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63" creationId="{28F7BC6A-7791-B22E-211E-FF12854D84D4}"/>
          </ac:spMkLst>
        </pc:spChg>
        <pc:spChg chg="mod">
          <ac:chgData name="Khobo, IL, Dr [ilkhobo@sun.ac.za]" userId="b519a442-dcea-4a28-9c45-7e29f1df5837" providerId="ADAL" clId="{D25D1C45-A404-4E0F-8657-49BD4E4887CA}" dt="2026-10-14T06:47:43.484" v="6329"/>
          <ac:spMkLst>
            <pc:docMk/>
            <pc:sldMk cId="1909961736" sldId="664"/>
            <ac:spMk id="64" creationId="{C8728892-95FE-7C69-2063-BFEA9A245518}"/>
          </ac:spMkLst>
        </pc:spChg>
        <pc:grpChg chg="del mod">
          <ac:chgData name="Khobo, IL, Dr [ilkhobo@sun.ac.za]" userId="b519a442-dcea-4a28-9c45-7e29f1df5837" providerId="ADAL" clId="{D25D1C45-A404-4E0F-8657-49BD4E4887CA}" dt="2026-10-14T06:47:39.679" v="6327" actId="478"/>
          <ac:grpSpMkLst>
            <pc:docMk/>
            <pc:sldMk cId="1909961736" sldId="664"/>
            <ac:grpSpMk id="13" creationId="{295409F6-8A53-835D-D561-B63514E86891}"/>
          </ac:grpSpMkLst>
        </pc:grpChg>
        <pc:grpChg chg="del mod">
          <ac:chgData name="Khobo, IL, Dr [ilkhobo@sun.ac.za]" userId="b519a442-dcea-4a28-9c45-7e29f1df5837" providerId="ADAL" clId="{D25D1C45-A404-4E0F-8657-49BD4E4887CA}" dt="2026-10-14T06:47:39.679" v="6327" actId="478"/>
          <ac:grpSpMkLst>
            <pc:docMk/>
            <pc:sldMk cId="1909961736" sldId="664"/>
            <ac:grpSpMk id="14" creationId="{3C9C2156-AD08-EDD3-9F1F-0A6EB155E6C0}"/>
          </ac:grpSpMkLst>
        </pc:grpChg>
        <pc:grpChg chg="del">
          <ac:chgData name="Khobo, IL, Dr [ilkhobo@sun.ac.za]" userId="b519a442-dcea-4a28-9c45-7e29f1df5837" providerId="ADAL" clId="{D25D1C45-A404-4E0F-8657-49BD4E4887CA}" dt="2026-10-14T06:47:39.679" v="6327" actId="478"/>
          <ac:grpSpMkLst>
            <pc:docMk/>
            <pc:sldMk cId="1909961736" sldId="664"/>
            <ac:grpSpMk id="21" creationId="{0CBBA2F9-15ED-838E-B727-0784E434CC58}"/>
          </ac:grpSpMkLst>
        </pc:grpChg>
        <pc:grpChg chg="del">
          <ac:chgData name="Khobo, IL, Dr [ilkhobo@sun.ac.za]" userId="b519a442-dcea-4a28-9c45-7e29f1df5837" providerId="ADAL" clId="{D25D1C45-A404-4E0F-8657-49BD4E4887CA}" dt="2026-10-14T06:47:39.679" v="6327" actId="478"/>
          <ac:grpSpMkLst>
            <pc:docMk/>
            <pc:sldMk cId="1909961736" sldId="664"/>
            <ac:grpSpMk id="31" creationId="{BAA2D039-6E9B-3BE7-5EAB-CFBFACF6C2B3}"/>
          </ac:grpSpMkLst>
        </pc:grpChg>
        <pc:cxnChg chg="del mod">
          <ac:chgData name="Khobo, IL, Dr [ilkhobo@sun.ac.za]" userId="b519a442-dcea-4a28-9c45-7e29f1df5837" providerId="ADAL" clId="{D25D1C45-A404-4E0F-8657-49BD4E4887CA}" dt="2026-10-14T06:47:42.961" v="6328" actId="478"/>
          <ac:cxnSpMkLst>
            <pc:docMk/>
            <pc:sldMk cId="1909961736" sldId="664"/>
            <ac:cxnSpMk id="43" creationId="{FDFE71BB-1509-8585-9DD0-3302C81218B1}"/>
          </ac:cxnSpMkLst>
        </pc:cxnChg>
        <pc:cxnChg chg="del mod">
          <ac:chgData name="Khobo, IL, Dr [ilkhobo@sun.ac.za]" userId="b519a442-dcea-4a28-9c45-7e29f1df5837" providerId="ADAL" clId="{D25D1C45-A404-4E0F-8657-49BD4E4887CA}" dt="2026-10-14T06:47:39.679" v="6327" actId="478"/>
          <ac:cxnSpMkLst>
            <pc:docMk/>
            <pc:sldMk cId="1909961736" sldId="664"/>
            <ac:cxnSpMk id="45" creationId="{C5A71BA6-D0E9-6A6C-7E4F-274317781697}"/>
          </ac:cxnSpMkLst>
        </pc:cxnChg>
        <pc:cxnChg chg="del mod">
          <ac:chgData name="Khobo, IL, Dr [ilkhobo@sun.ac.za]" userId="b519a442-dcea-4a28-9c45-7e29f1df5837" providerId="ADAL" clId="{D25D1C45-A404-4E0F-8657-49BD4E4887CA}" dt="2026-10-14T06:47:39.679" v="6327" actId="478"/>
          <ac:cxnSpMkLst>
            <pc:docMk/>
            <pc:sldMk cId="1909961736" sldId="664"/>
            <ac:cxnSpMk id="47" creationId="{A890056F-71AE-1B84-AF72-B473B81B5787}"/>
          </ac:cxnSpMkLst>
        </pc:cxn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4186517736" sldId="664"/>
        </pc:sldMkLst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1594713226" sldId="665"/>
        </pc:sldMkLst>
      </pc:sldChg>
      <pc:sldChg chg="addSp delSp modSp mod">
        <pc:chgData name="Khobo, IL, Dr [ilkhobo@sun.ac.za]" userId="b519a442-dcea-4a28-9c45-7e29f1df5837" providerId="ADAL" clId="{D25D1C45-A404-4E0F-8657-49BD4E4887CA}" dt="2026-10-14T06:48:47.673" v="6336"/>
        <pc:sldMkLst>
          <pc:docMk/>
          <pc:sldMk cId="3325300277" sldId="665"/>
        </pc:sldMkLst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12" creationId="{5F5F67ED-22CF-F5A5-C892-FF6B102EF4C2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42" creationId="{D010CE73-79F9-44A4-A7DB-4614A520CF3F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44" creationId="{E91016DD-182F-9FE9-9BED-9FC5BE615829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48" creationId="{3AF79BFB-1261-0FF5-D394-27E6A85FDFD3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51" creationId="{81BCD7A7-CB61-3AA4-FDB0-C8D3532DA43A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52" creationId="{4B9091A3-4E85-7940-22AC-DE000BC86DE1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56" creationId="{F410D7B0-1F36-09D5-30B7-10AAE8219EAD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58" creationId="{95FB6B15-3F1E-FAFB-66D1-A8CB9F2A84FA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60" creationId="{581B0F27-5E90-805D-B9A2-CDD539013F84}"/>
          </ac:spMkLst>
        </pc:spChg>
        <pc:spChg chg="mod">
          <ac:chgData name="Khobo, IL, Dr [ilkhobo@sun.ac.za]" userId="b519a442-dcea-4a28-9c45-7e29f1df5837" providerId="ADAL" clId="{D25D1C45-A404-4E0F-8657-49BD4E4887CA}" dt="2026-10-14T06:48:47.673" v="6336"/>
          <ac:spMkLst>
            <pc:docMk/>
            <pc:sldMk cId="3325300277" sldId="665"/>
            <ac:spMk id="62" creationId="{1E0BACD5-0BE5-7625-F0A6-7D05144D5337}"/>
          </ac:spMkLst>
        </pc:spChg>
        <pc:grpChg chg="del">
          <ac:chgData name="Khobo, IL, Dr [ilkhobo@sun.ac.za]" userId="b519a442-dcea-4a28-9c45-7e29f1df5837" providerId="ADAL" clId="{D25D1C45-A404-4E0F-8657-49BD4E4887CA}" dt="2026-10-14T06:48:41.601" v="6334" actId="478"/>
          <ac:grpSpMkLst>
            <pc:docMk/>
            <pc:sldMk cId="3325300277" sldId="665"/>
            <ac:grpSpMk id="13" creationId="{EA288C7F-724B-CDD4-C9BA-1A9BAA8D2AE9}"/>
          </ac:grpSpMkLst>
        </pc:grpChg>
        <pc:grpChg chg="del">
          <ac:chgData name="Khobo, IL, Dr [ilkhobo@sun.ac.za]" userId="b519a442-dcea-4a28-9c45-7e29f1df5837" providerId="ADAL" clId="{D25D1C45-A404-4E0F-8657-49BD4E4887CA}" dt="2026-10-14T06:48:41.601" v="6334" actId="478"/>
          <ac:grpSpMkLst>
            <pc:docMk/>
            <pc:sldMk cId="3325300277" sldId="665"/>
            <ac:grpSpMk id="14" creationId="{8E6AD3AF-E235-CA03-161D-40BF842F3932}"/>
          </ac:grpSpMkLst>
        </pc:grpChg>
        <pc:grpChg chg="del">
          <ac:chgData name="Khobo, IL, Dr [ilkhobo@sun.ac.za]" userId="b519a442-dcea-4a28-9c45-7e29f1df5837" providerId="ADAL" clId="{D25D1C45-A404-4E0F-8657-49BD4E4887CA}" dt="2026-10-14T06:48:41.601" v="6334" actId="478"/>
          <ac:grpSpMkLst>
            <pc:docMk/>
            <pc:sldMk cId="3325300277" sldId="665"/>
            <ac:grpSpMk id="21" creationId="{27BF6C14-9974-1CA3-9D47-CDF5CC57971D}"/>
          </ac:grpSpMkLst>
        </pc:grpChg>
        <pc:grpChg chg="del">
          <ac:chgData name="Khobo, IL, Dr [ilkhobo@sun.ac.za]" userId="b519a442-dcea-4a28-9c45-7e29f1df5837" providerId="ADAL" clId="{D25D1C45-A404-4E0F-8657-49BD4E4887CA}" dt="2026-10-14T06:48:41.601" v="6334" actId="478"/>
          <ac:grpSpMkLst>
            <pc:docMk/>
            <pc:sldMk cId="3325300277" sldId="665"/>
            <ac:grpSpMk id="31" creationId="{EFB5EEEC-A306-D9AB-6EF2-D882908AE15A}"/>
          </ac:grpSpMkLst>
        </pc:grpChg>
        <pc:cxnChg chg="del mod">
          <ac:chgData name="Khobo, IL, Dr [ilkhobo@sun.ac.za]" userId="b519a442-dcea-4a28-9c45-7e29f1df5837" providerId="ADAL" clId="{D25D1C45-A404-4E0F-8657-49BD4E4887CA}" dt="2026-10-14T06:48:47.235" v="6335" actId="478"/>
          <ac:cxnSpMkLst>
            <pc:docMk/>
            <pc:sldMk cId="3325300277" sldId="665"/>
            <ac:cxnSpMk id="43" creationId="{10760F02-A9B4-CC63-2BB1-C76ACDDF24E6}"/>
          </ac:cxnSpMkLst>
        </pc:cxnChg>
        <pc:cxnChg chg="del mod">
          <ac:chgData name="Khobo, IL, Dr [ilkhobo@sun.ac.za]" userId="b519a442-dcea-4a28-9c45-7e29f1df5837" providerId="ADAL" clId="{D25D1C45-A404-4E0F-8657-49BD4E4887CA}" dt="2026-10-14T06:48:47.235" v="6335" actId="478"/>
          <ac:cxnSpMkLst>
            <pc:docMk/>
            <pc:sldMk cId="3325300277" sldId="665"/>
            <ac:cxnSpMk id="45" creationId="{C712890C-77D6-D135-C9E9-7001706004D2}"/>
          </ac:cxnSpMkLst>
        </pc:cxnChg>
        <pc:cxnChg chg="del mod">
          <ac:chgData name="Khobo, IL, Dr [ilkhobo@sun.ac.za]" userId="b519a442-dcea-4a28-9c45-7e29f1df5837" providerId="ADAL" clId="{D25D1C45-A404-4E0F-8657-49BD4E4887CA}" dt="2026-10-14T06:48:47.235" v="6335" actId="478"/>
          <ac:cxnSpMkLst>
            <pc:docMk/>
            <pc:sldMk cId="3325300277" sldId="665"/>
            <ac:cxnSpMk id="47" creationId="{2C421D1A-E33F-1642-E418-2DB490CA2B65}"/>
          </ac:cxnSpMkLst>
        </pc:cxnChg>
      </pc:sldChg>
      <pc:sldChg chg="del">
        <pc:chgData name="Khobo, IL, Dr [ilkhobo@sun.ac.za]" userId="b519a442-dcea-4a28-9c45-7e29f1df5837" providerId="ADAL" clId="{D25D1C45-A404-4E0F-8657-49BD4E4887CA}" dt="2026-10-13T12:06:26.091" v="5738" actId="47"/>
        <pc:sldMkLst>
          <pc:docMk/>
          <pc:sldMk cId="3123273671" sldId="666"/>
        </pc:sldMkLst>
      </pc:sldChg>
      <pc:sldChg chg="addSp delSp modSp mod">
        <pc:chgData name="Khobo, IL, Dr [ilkhobo@sun.ac.za]" userId="b519a442-dcea-4a28-9c45-7e29f1df5837" providerId="ADAL" clId="{D25D1C45-A404-4E0F-8657-49BD4E4887CA}" dt="2026-10-14T06:48:12.484" v="6333"/>
        <pc:sldMkLst>
          <pc:docMk/>
          <pc:sldMk cId="3577794071" sldId="666"/>
        </pc:sldMkLst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46" creationId="{9CB65725-5EB2-64DA-E455-A45901CB9704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0" creationId="{6324D8D2-F394-860A-AE03-FC9082E38B08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2" creationId="{B146C0A9-2448-0865-C75B-8B16ED41870D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3" creationId="{DE6911A9-21A9-E3EF-632D-4A5620D99A63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4" creationId="{7E5FB23A-D8A7-0A67-8F3A-4FC4B8D83510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5" creationId="{97724108-81FF-0490-08FC-0B53AE96B738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7" creationId="{626D3B16-60AF-7F6C-8298-BBEFE0BFA79C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58" creationId="{F38A19A4-3E72-637B-1F6E-DBA3EC22DCDB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63" creationId="{11DE348D-6C68-E96C-350C-51D90E3F7E92}"/>
          </ac:spMkLst>
        </pc:spChg>
        <pc:spChg chg="mod">
          <ac:chgData name="Khobo, IL, Dr [ilkhobo@sun.ac.za]" userId="b519a442-dcea-4a28-9c45-7e29f1df5837" providerId="ADAL" clId="{D25D1C45-A404-4E0F-8657-49BD4E4887CA}" dt="2026-10-14T06:48:12.484" v="6333"/>
          <ac:spMkLst>
            <pc:docMk/>
            <pc:sldMk cId="3577794071" sldId="666"/>
            <ac:spMk id="65" creationId="{709C4749-9432-4FA9-54AB-55E5D0EDE176}"/>
          </ac:spMkLst>
        </pc:spChg>
        <pc:grpChg chg="del">
          <ac:chgData name="Khobo, IL, Dr [ilkhobo@sun.ac.za]" userId="b519a442-dcea-4a28-9c45-7e29f1df5837" providerId="ADAL" clId="{D25D1C45-A404-4E0F-8657-49BD4E4887CA}" dt="2026-10-14T06:48:08.597" v="6331" actId="478"/>
          <ac:grpSpMkLst>
            <pc:docMk/>
            <pc:sldMk cId="3577794071" sldId="666"/>
            <ac:grpSpMk id="13" creationId="{B65ABF3D-A451-0410-F48A-DB3228C82BA2}"/>
          </ac:grpSpMkLst>
        </pc:grpChg>
        <pc:grpChg chg="del mod">
          <ac:chgData name="Khobo, IL, Dr [ilkhobo@sun.ac.za]" userId="b519a442-dcea-4a28-9c45-7e29f1df5837" providerId="ADAL" clId="{D25D1C45-A404-4E0F-8657-49BD4E4887CA}" dt="2026-10-14T06:48:08.597" v="6331" actId="478"/>
          <ac:grpSpMkLst>
            <pc:docMk/>
            <pc:sldMk cId="3577794071" sldId="666"/>
            <ac:grpSpMk id="14" creationId="{28B72D67-6B21-CCEA-6D24-99493F61F4F7}"/>
          </ac:grpSpMkLst>
        </pc:grpChg>
        <pc:grpChg chg="del mod">
          <ac:chgData name="Khobo, IL, Dr [ilkhobo@sun.ac.za]" userId="b519a442-dcea-4a28-9c45-7e29f1df5837" providerId="ADAL" clId="{D25D1C45-A404-4E0F-8657-49BD4E4887CA}" dt="2026-10-14T06:48:08.597" v="6331" actId="478"/>
          <ac:grpSpMkLst>
            <pc:docMk/>
            <pc:sldMk cId="3577794071" sldId="666"/>
            <ac:grpSpMk id="21" creationId="{33A0AB92-A4D8-0DB1-8147-67DB49ED9D25}"/>
          </ac:grpSpMkLst>
        </pc:grpChg>
        <pc:grpChg chg="del mod">
          <ac:chgData name="Khobo, IL, Dr [ilkhobo@sun.ac.za]" userId="b519a442-dcea-4a28-9c45-7e29f1df5837" providerId="ADAL" clId="{D25D1C45-A404-4E0F-8657-49BD4E4887CA}" dt="2026-10-14T06:48:08.597" v="6331" actId="478"/>
          <ac:grpSpMkLst>
            <pc:docMk/>
            <pc:sldMk cId="3577794071" sldId="666"/>
            <ac:grpSpMk id="31" creationId="{3D59F9BE-9B1D-2274-A118-8DF1CB2EE3D1}"/>
          </ac:grpSpMkLst>
        </pc:grpChg>
        <pc:cxnChg chg="del mod">
          <ac:chgData name="Khobo, IL, Dr [ilkhobo@sun.ac.za]" userId="b519a442-dcea-4a28-9c45-7e29f1df5837" providerId="ADAL" clId="{D25D1C45-A404-4E0F-8657-49BD4E4887CA}" dt="2026-10-14T06:48:08.597" v="6331" actId="478"/>
          <ac:cxnSpMkLst>
            <pc:docMk/>
            <pc:sldMk cId="3577794071" sldId="666"/>
            <ac:cxnSpMk id="43" creationId="{F3B4500E-85BA-56F5-9C37-DBD83259E529}"/>
          </ac:cxnSpMkLst>
        </pc:cxnChg>
        <pc:cxnChg chg="del mod">
          <ac:chgData name="Khobo, IL, Dr [ilkhobo@sun.ac.za]" userId="b519a442-dcea-4a28-9c45-7e29f1df5837" providerId="ADAL" clId="{D25D1C45-A404-4E0F-8657-49BD4E4887CA}" dt="2026-10-14T06:48:12.034" v="6332" actId="478"/>
          <ac:cxnSpMkLst>
            <pc:docMk/>
            <pc:sldMk cId="3577794071" sldId="666"/>
            <ac:cxnSpMk id="45" creationId="{1BE0E977-06BF-D1D1-2D0F-3FBC6ED7B3D1}"/>
          </ac:cxnSpMkLst>
        </pc:cxnChg>
        <pc:cxnChg chg="del mod">
          <ac:chgData name="Khobo, IL, Dr [ilkhobo@sun.ac.za]" userId="b519a442-dcea-4a28-9c45-7e29f1df5837" providerId="ADAL" clId="{D25D1C45-A404-4E0F-8657-49BD4E4887CA}" dt="2026-10-14T06:48:08.597" v="6331" actId="478"/>
          <ac:cxnSpMkLst>
            <pc:docMk/>
            <pc:sldMk cId="3577794071" sldId="666"/>
            <ac:cxnSpMk id="47" creationId="{A10998BF-4AA2-1DE6-89B2-9704C4F35D20}"/>
          </ac:cxnSpMkLst>
        </pc:cxnChg>
      </pc:sldChg>
      <pc:sldChg chg="del">
        <pc:chgData name="Khobo, IL, Dr [ilkhobo@sun.ac.za]" userId="b519a442-dcea-4a28-9c45-7e29f1df5837" providerId="ADAL" clId="{D25D1C45-A404-4E0F-8657-49BD4E4887CA}" dt="2026-10-13T12:09:59.222" v="5741" actId="47"/>
        <pc:sldMkLst>
          <pc:docMk/>
          <pc:sldMk cId="1220411752" sldId="667"/>
        </pc:sldMkLst>
      </pc:sldChg>
      <pc:sldChg chg="del">
        <pc:chgData name="Khobo, IL, Dr [ilkhobo@sun.ac.za]" userId="b519a442-dcea-4a28-9c45-7e29f1df5837" providerId="ADAL" clId="{D25D1C45-A404-4E0F-8657-49BD4E4887CA}" dt="2026-10-13T12:09:59.222" v="5741" actId="47"/>
        <pc:sldMkLst>
          <pc:docMk/>
          <pc:sldMk cId="2989978101" sldId="668"/>
        </pc:sldMkLst>
      </pc:sldChg>
      <pc:sldChg chg="del">
        <pc:chgData name="Khobo, IL, Dr [ilkhobo@sun.ac.za]" userId="b519a442-dcea-4a28-9c45-7e29f1df5837" providerId="ADAL" clId="{D25D1C45-A404-4E0F-8657-49BD4E4887CA}" dt="2026-10-13T12:09:59.222" v="5741" actId="47"/>
        <pc:sldMkLst>
          <pc:docMk/>
          <pc:sldMk cId="55244396" sldId="669"/>
        </pc:sldMkLst>
      </pc:sldChg>
      <pc:sldChg chg="del">
        <pc:chgData name="Khobo, IL, Dr [ilkhobo@sun.ac.za]" userId="b519a442-dcea-4a28-9c45-7e29f1df5837" providerId="ADAL" clId="{D25D1C45-A404-4E0F-8657-49BD4E4887CA}" dt="2026-10-13T12:09:59.222" v="5741" actId="47"/>
        <pc:sldMkLst>
          <pc:docMk/>
          <pc:sldMk cId="3796586149" sldId="670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989185397" sldId="671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678185995" sldId="672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1750593025" sldId="673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1527520041" sldId="674"/>
        </pc:sldMkLst>
      </pc:sldChg>
      <pc:sldChg chg="del">
        <pc:chgData name="Khobo, IL, Dr [ilkhobo@sun.ac.za]" userId="b519a442-dcea-4a28-9c45-7e29f1df5837" providerId="ADAL" clId="{D25D1C45-A404-4E0F-8657-49BD4E4887CA}" dt="2026-10-13T12:09:59.222" v="5741" actId="47"/>
        <pc:sldMkLst>
          <pc:docMk/>
          <pc:sldMk cId="3603255609" sldId="675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3814007990" sldId="676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155525028" sldId="677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3147476520" sldId="678"/>
        </pc:sldMkLst>
      </pc:sldChg>
      <pc:sldChg chg="del">
        <pc:chgData name="Khobo, IL, Dr [ilkhobo@sun.ac.za]" userId="b519a442-dcea-4a28-9c45-7e29f1df5837" providerId="ADAL" clId="{D25D1C45-A404-4E0F-8657-49BD4E4887CA}" dt="2026-10-13T12:10:07.711" v="5742" actId="47"/>
        <pc:sldMkLst>
          <pc:docMk/>
          <pc:sldMk cId="1756426459" sldId="679"/>
        </pc:sldMkLst>
      </pc:sldChg>
      <pc:sldChg chg="addSp add mod modTransition">
        <pc:chgData name="Khobo, IL, Dr [ilkhobo@sun.ac.za]" userId="b519a442-dcea-4a28-9c45-7e29f1df5837" providerId="ADAL" clId="{D25D1C45-A404-4E0F-8657-49BD4E4887CA}" dt="2026-10-14T06:46:14.538" v="6321"/>
        <pc:sldMkLst>
          <pc:docMk/>
          <pc:sldMk cId="3243756909" sldId="713"/>
        </pc:sldMkLst>
        <pc:spChg chg="add">
          <ac:chgData name="Khobo, IL, Dr [ilkhobo@sun.ac.za]" userId="b519a442-dcea-4a28-9c45-7e29f1df5837" providerId="ADAL" clId="{D25D1C45-A404-4E0F-8657-49BD4E4887CA}" dt="2026-10-14T06:46:07.405" v="6320" actId="22"/>
          <ac:spMkLst>
            <pc:docMk/>
            <pc:sldMk cId="3243756909" sldId="713"/>
            <ac:spMk id="10" creationId="{9CD8ECCA-C920-32C2-3941-566C0D19EBF6}"/>
          </ac:spMkLst>
        </pc:spChg>
        <pc:spChg chg="add">
          <ac:chgData name="Khobo, IL, Dr [ilkhobo@sun.ac.za]" userId="b519a442-dcea-4a28-9c45-7e29f1df5837" providerId="ADAL" clId="{D25D1C45-A404-4E0F-8657-49BD4E4887CA}" dt="2026-10-14T06:46:07.405" v="6320" actId="22"/>
          <ac:spMkLst>
            <pc:docMk/>
            <pc:sldMk cId="3243756909" sldId="713"/>
            <ac:spMk id="19" creationId="{36402128-7D37-161F-BD8A-860D0AC9594E}"/>
          </ac:spMkLst>
        </pc:spChg>
        <pc:picChg chg="add">
          <ac:chgData name="Khobo, IL, Dr [ilkhobo@sun.ac.za]" userId="b519a442-dcea-4a28-9c45-7e29f1df5837" providerId="ADAL" clId="{D25D1C45-A404-4E0F-8657-49BD4E4887CA}" dt="2026-10-14T06:46:07.405" v="6320" actId="22"/>
          <ac:picMkLst>
            <pc:docMk/>
            <pc:sldMk cId="3243756909" sldId="713"/>
            <ac:picMk id="6" creationId="{33223801-4B2F-CF3B-497B-DD21FD379F8F}"/>
          </ac:picMkLst>
        </pc:picChg>
      </pc:sldChg>
      <pc:sldChg chg="addSp delSp modSp add mod modTransition modNotesTx">
        <pc:chgData name="Khobo, IL, Dr [ilkhobo@sun.ac.za]" userId="b519a442-dcea-4a28-9c45-7e29f1df5837" providerId="ADAL" clId="{D25D1C45-A404-4E0F-8657-49BD4E4887CA}" dt="2026-10-14T09:55:03.244" v="6793" actId="1076"/>
        <pc:sldMkLst>
          <pc:docMk/>
          <pc:sldMk cId="2133038682" sldId="714"/>
        </pc:sldMkLst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4" creationId="{7D25B1AF-52BD-8E43-AA50-961762020D6A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7" creationId="{8AE609E9-E154-7E84-F01D-B30328F64477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9" creationId="{7DCCC59C-AAB4-8B68-33F5-34B5275EAF21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11" creationId="{A2D1541A-9582-3FDC-9067-DACAC196AEDD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13" creationId="{6EA03573-17FC-4653-57C2-8EE37B9DBA0A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18" creationId="{99C3C8A2-1ADA-BD41-9096-58DB9533A89F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20" creationId="{45A01E46-F998-1EBB-3344-77A79281A75A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22" creationId="{1215857A-316A-AFE8-92D9-D4039834B50C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25" creationId="{E5392E99-B4D3-ED04-5DB0-87DE094F6DB0}"/>
          </ac:spMkLst>
        </pc:spChg>
        <pc:spChg chg="del">
          <ac:chgData name="Khobo, IL, Dr [ilkhobo@sun.ac.za]" userId="b519a442-dcea-4a28-9c45-7e29f1df5837" providerId="ADAL" clId="{D25D1C45-A404-4E0F-8657-49BD4E4887CA}" dt="2026-10-14T07:18:56.335" v="6359" actId="478"/>
          <ac:spMkLst>
            <pc:docMk/>
            <pc:sldMk cId="2133038682" sldId="714"/>
            <ac:spMk id="27" creationId="{DACD1FC1-B88F-FF2A-BA44-3E6E8EDE7240}"/>
          </ac:spMkLst>
        </pc:spChg>
        <pc:spChg chg="mod">
          <ac:chgData name="Khobo, IL, Dr [ilkhobo@sun.ac.za]" userId="b519a442-dcea-4a28-9c45-7e29f1df5837" providerId="ADAL" clId="{D25D1C45-A404-4E0F-8657-49BD4E4887CA}" dt="2026-10-14T07:26:19.586" v="6382" actId="113"/>
          <ac:spMkLst>
            <pc:docMk/>
            <pc:sldMk cId="2133038682" sldId="714"/>
            <ac:spMk id="28" creationId="{8AD84003-047C-5B28-60FF-03C7FD19B8DF}"/>
          </ac:spMkLst>
        </pc:spChg>
        <pc:spChg chg="add del mod">
          <ac:chgData name="Khobo, IL, Dr [ilkhobo@sun.ac.za]" userId="b519a442-dcea-4a28-9c45-7e29f1df5837" providerId="ADAL" clId="{D25D1C45-A404-4E0F-8657-49BD4E4887CA}" dt="2026-10-14T09:51:30.214" v="6761" actId="478"/>
          <ac:spMkLst>
            <pc:docMk/>
            <pc:sldMk cId="2133038682" sldId="714"/>
            <ac:spMk id="29" creationId="{F122A6B5-78DA-E3C6-DDCE-B015D33594D3}"/>
          </ac:spMkLst>
        </pc:spChg>
        <pc:spChg chg="mod">
          <ac:chgData name="Khobo, IL, Dr [ilkhobo@sun.ac.za]" userId="b519a442-dcea-4a28-9c45-7e29f1df5837" providerId="ADAL" clId="{D25D1C45-A404-4E0F-8657-49BD4E4887CA}" dt="2026-10-14T07:26:19.586" v="6382" actId="113"/>
          <ac:spMkLst>
            <pc:docMk/>
            <pc:sldMk cId="2133038682" sldId="714"/>
            <ac:spMk id="30" creationId="{04253A6B-EC15-7A65-CCB5-D47D8DF0B64E}"/>
          </ac:spMkLst>
        </pc:spChg>
        <pc:spChg chg="mod">
          <ac:chgData name="Khobo, IL, Dr [ilkhobo@sun.ac.za]" userId="b519a442-dcea-4a28-9c45-7e29f1df5837" providerId="ADAL" clId="{D25D1C45-A404-4E0F-8657-49BD4E4887CA}" dt="2026-10-14T07:26:19.586" v="6382" actId="113"/>
          <ac:spMkLst>
            <pc:docMk/>
            <pc:sldMk cId="2133038682" sldId="714"/>
            <ac:spMk id="34" creationId="{969CA48C-7337-9E43-DABA-E966D618DFE7}"/>
          </ac:spMkLst>
        </pc:spChg>
        <pc:spChg chg="mod">
          <ac:chgData name="Khobo, IL, Dr [ilkhobo@sun.ac.za]" userId="b519a442-dcea-4a28-9c45-7e29f1df5837" providerId="ADAL" clId="{D25D1C45-A404-4E0F-8657-49BD4E4887CA}" dt="2026-10-14T09:51:23.369" v="6758" actId="20577"/>
          <ac:spMkLst>
            <pc:docMk/>
            <pc:sldMk cId="2133038682" sldId="714"/>
            <ac:spMk id="36" creationId="{AFFCBE81-980F-A802-4F83-8A98E8A97D49}"/>
          </ac:spMkLst>
        </pc:spChg>
        <pc:spChg chg="add del mod">
          <ac:chgData name="Khobo, IL, Dr [ilkhobo@sun.ac.za]" userId="b519a442-dcea-4a28-9c45-7e29f1df5837" providerId="ADAL" clId="{D25D1C45-A404-4E0F-8657-49BD4E4887CA}" dt="2026-10-14T07:51:58.333" v="6701" actId="478"/>
          <ac:spMkLst>
            <pc:docMk/>
            <pc:sldMk cId="2133038682" sldId="714"/>
            <ac:spMk id="38" creationId="{91F930D5-05D5-0B8B-B876-F2D23FD8B725}"/>
          </ac:spMkLst>
        </pc:spChg>
        <pc:spChg chg="add del mod">
          <ac:chgData name="Khobo, IL, Dr [ilkhobo@sun.ac.za]" userId="b519a442-dcea-4a28-9c45-7e29f1df5837" providerId="ADAL" clId="{D25D1C45-A404-4E0F-8657-49BD4E4887CA}" dt="2026-10-14T09:51:30.214" v="6761" actId="478"/>
          <ac:spMkLst>
            <pc:docMk/>
            <pc:sldMk cId="2133038682" sldId="714"/>
            <ac:spMk id="39" creationId="{8E65481A-1000-2401-43C1-C52A18A73207}"/>
          </ac:spMkLst>
        </pc:spChg>
        <pc:spChg chg="add del mod">
          <ac:chgData name="Khobo, IL, Dr [ilkhobo@sun.ac.za]" userId="b519a442-dcea-4a28-9c45-7e29f1df5837" providerId="ADAL" clId="{D25D1C45-A404-4E0F-8657-49BD4E4887CA}" dt="2026-10-14T09:51:30.214" v="6761" actId="478"/>
          <ac:spMkLst>
            <pc:docMk/>
            <pc:sldMk cId="2133038682" sldId="714"/>
            <ac:spMk id="41" creationId="{5F592D2D-2D71-1322-E39B-E7F8E75AC7C1}"/>
          </ac:spMkLst>
        </pc:spChg>
        <pc:spChg chg="add del mod">
          <ac:chgData name="Khobo, IL, Dr [ilkhobo@sun.ac.za]" userId="b519a442-dcea-4a28-9c45-7e29f1df5837" providerId="ADAL" clId="{D25D1C45-A404-4E0F-8657-49BD4E4887CA}" dt="2026-10-14T09:51:30.214" v="6761" actId="478"/>
          <ac:spMkLst>
            <pc:docMk/>
            <pc:sldMk cId="2133038682" sldId="714"/>
            <ac:spMk id="43" creationId="{EF19497D-876D-6B1C-A305-CB59D9F1BE9E}"/>
          </ac:spMkLst>
        </pc:spChg>
        <pc:grpChg chg="del">
          <ac:chgData name="Khobo, IL, Dr [ilkhobo@sun.ac.za]" userId="b519a442-dcea-4a28-9c45-7e29f1df5837" providerId="ADAL" clId="{D25D1C45-A404-4E0F-8657-49BD4E4887CA}" dt="2026-10-14T07:18:37.280" v="6358" actId="478"/>
          <ac:grpSpMkLst>
            <pc:docMk/>
            <pc:sldMk cId="2133038682" sldId="714"/>
            <ac:grpSpMk id="17" creationId="{3F91D174-841C-BCB2-4677-3D0EEA5A9B84}"/>
          </ac:grpSpMkLst>
        </pc:grpChg>
        <pc:grpChg chg="del">
          <ac:chgData name="Khobo, IL, Dr [ilkhobo@sun.ac.za]" userId="b519a442-dcea-4a28-9c45-7e29f1df5837" providerId="ADAL" clId="{D25D1C45-A404-4E0F-8657-49BD4E4887CA}" dt="2026-10-14T07:18:37.280" v="6358" actId="478"/>
          <ac:grpSpMkLst>
            <pc:docMk/>
            <pc:sldMk cId="2133038682" sldId="714"/>
            <ac:grpSpMk id="19" creationId="{1B61EB31-DF7D-2380-D614-9F2203593504}"/>
          </ac:grpSpMkLst>
        </pc:grpChg>
        <pc:grpChg chg="del">
          <ac:chgData name="Khobo, IL, Dr [ilkhobo@sun.ac.za]" userId="b519a442-dcea-4a28-9c45-7e29f1df5837" providerId="ADAL" clId="{D25D1C45-A404-4E0F-8657-49BD4E4887CA}" dt="2026-10-14T07:18:37.280" v="6358" actId="478"/>
          <ac:grpSpMkLst>
            <pc:docMk/>
            <pc:sldMk cId="2133038682" sldId="714"/>
            <ac:grpSpMk id="21" creationId="{E71F66E7-9763-F0CF-A85E-CB30F0A53751}"/>
          </ac:grpSpMkLst>
        </pc:grpChg>
        <pc:picChg chg="add del mod">
          <ac:chgData name="Khobo, IL, Dr [ilkhobo@sun.ac.za]" userId="b519a442-dcea-4a28-9c45-7e29f1df5837" providerId="ADAL" clId="{D25D1C45-A404-4E0F-8657-49BD4E4887CA}" dt="2026-10-14T07:19:44.283" v="6367" actId="478"/>
          <ac:picMkLst>
            <pc:docMk/>
            <pc:sldMk cId="2133038682" sldId="714"/>
            <ac:picMk id="15" creationId="{7006DD57-1FB4-3974-17C6-60E58ADC8E8D}"/>
          </ac:picMkLst>
        </pc:picChg>
        <pc:picChg chg="add del mod">
          <ac:chgData name="Khobo, IL, Dr [ilkhobo@sun.ac.za]" userId="b519a442-dcea-4a28-9c45-7e29f1df5837" providerId="ADAL" clId="{D25D1C45-A404-4E0F-8657-49BD4E4887CA}" dt="2026-10-14T09:51:25.972" v="6759" actId="478"/>
          <ac:picMkLst>
            <pc:docMk/>
            <pc:sldMk cId="2133038682" sldId="714"/>
            <ac:picMk id="26" creationId="{37B1305D-267F-16A6-874D-077B7E500270}"/>
          </ac:picMkLst>
        </pc:picChg>
        <pc:picChg chg="add del mod">
          <ac:chgData name="Khobo, IL, Dr [ilkhobo@sun.ac.za]" userId="b519a442-dcea-4a28-9c45-7e29f1df5837" providerId="ADAL" clId="{D25D1C45-A404-4E0F-8657-49BD4E4887CA}" dt="2026-10-14T07:51:55.533" v="6700" actId="478"/>
          <ac:picMkLst>
            <pc:docMk/>
            <pc:sldMk cId="2133038682" sldId="714"/>
            <ac:picMk id="32" creationId="{CA08CEC9-1086-54A0-47E5-EA66556515F0}"/>
          </ac:picMkLst>
        </pc:picChg>
        <pc:picChg chg="add del mod">
          <ac:chgData name="Khobo, IL, Dr [ilkhobo@sun.ac.za]" userId="b519a442-dcea-4a28-9c45-7e29f1df5837" providerId="ADAL" clId="{D25D1C45-A404-4E0F-8657-49BD4E4887CA}" dt="2026-10-14T09:54:50.604" v="6786" actId="478"/>
          <ac:picMkLst>
            <pc:docMk/>
            <pc:sldMk cId="2133038682" sldId="714"/>
            <ac:picMk id="45" creationId="{460F73B5-CB24-1F44-06C5-65EC7DADEC84}"/>
          </ac:picMkLst>
        </pc:picChg>
        <pc:picChg chg="add del mod">
          <ac:chgData name="Khobo, IL, Dr [ilkhobo@sun.ac.za]" userId="b519a442-dcea-4a28-9c45-7e29f1df5837" providerId="ADAL" clId="{D25D1C45-A404-4E0F-8657-49BD4E4887CA}" dt="2026-10-14T09:52:18.022" v="6768" actId="478"/>
          <ac:picMkLst>
            <pc:docMk/>
            <pc:sldMk cId="2133038682" sldId="714"/>
            <ac:picMk id="47" creationId="{8A4051A9-1DA3-4B11-06EF-213D485633DA}"/>
          </ac:picMkLst>
        </pc:picChg>
        <pc:picChg chg="add del mod">
          <ac:chgData name="Khobo, IL, Dr [ilkhobo@sun.ac.za]" userId="b519a442-dcea-4a28-9c45-7e29f1df5837" providerId="ADAL" clId="{D25D1C45-A404-4E0F-8657-49BD4E4887CA}" dt="2026-10-14T09:54:17.321" v="6779" actId="478"/>
          <ac:picMkLst>
            <pc:docMk/>
            <pc:sldMk cId="2133038682" sldId="714"/>
            <ac:picMk id="49" creationId="{F6FF7F0F-AC0E-54B7-C093-31288B4C6D2F}"/>
          </ac:picMkLst>
        </pc:picChg>
        <pc:picChg chg="add mod">
          <ac:chgData name="Khobo, IL, Dr [ilkhobo@sun.ac.za]" userId="b519a442-dcea-4a28-9c45-7e29f1df5837" providerId="ADAL" clId="{D25D1C45-A404-4E0F-8657-49BD4E4887CA}" dt="2026-10-14T09:54:29.380" v="6785" actId="1076"/>
          <ac:picMkLst>
            <pc:docMk/>
            <pc:sldMk cId="2133038682" sldId="714"/>
            <ac:picMk id="51" creationId="{3618E3A4-DBEE-EDB2-121C-90611F571A96}"/>
          </ac:picMkLst>
        </pc:picChg>
        <pc:picChg chg="add mod">
          <ac:chgData name="Khobo, IL, Dr [ilkhobo@sun.ac.za]" userId="b519a442-dcea-4a28-9c45-7e29f1df5837" providerId="ADAL" clId="{D25D1C45-A404-4E0F-8657-49BD4E4887CA}" dt="2026-10-14T09:54:27.089" v="6784" actId="1076"/>
          <ac:picMkLst>
            <pc:docMk/>
            <pc:sldMk cId="2133038682" sldId="714"/>
            <ac:picMk id="53" creationId="{CFC5957C-F4FE-0BAA-9EED-04150FF54EF3}"/>
          </ac:picMkLst>
        </pc:picChg>
        <pc:picChg chg="add mod">
          <ac:chgData name="Khobo, IL, Dr [ilkhobo@sun.ac.za]" userId="b519a442-dcea-4a28-9c45-7e29f1df5837" providerId="ADAL" clId="{D25D1C45-A404-4E0F-8657-49BD4E4887CA}" dt="2026-10-14T09:55:03.244" v="6793" actId="1076"/>
          <ac:picMkLst>
            <pc:docMk/>
            <pc:sldMk cId="2133038682" sldId="714"/>
            <ac:picMk id="55" creationId="{92D3BC62-CEDF-BB1C-77CB-C41E9FEBABAD}"/>
          </ac:picMkLst>
        </pc:picChg>
      </pc:sldChg>
      <pc:sldChg chg="add del">
        <pc:chgData name="Khobo, IL, Dr [ilkhobo@sun.ac.za]" userId="b519a442-dcea-4a28-9c45-7e29f1df5837" providerId="ADAL" clId="{D25D1C45-A404-4E0F-8657-49BD4E4887CA}" dt="2026-10-14T07:53:07.587" v="6703" actId="2696"/>
        <pc:sldMkLst>
          <pc:docMk/>
          <pc:sldMk cId="772618589" sldId="715"/>
        </pc:sldMkLst>
      </pc:sldChg>
      <pc:sldChg chg="addSp delSp modSp add mod modTransition">
        <pc:chgData name="Khobo, IL, Dr [ilkhobo@sun.ac.za]" userId="b519a442-dcea-4a28-9c45-7e29f1df5837" providerId="ADAL" clId="{D25D1C45-A404-4E0F-8657-49BD4E4887CA}" dt="2026-10-14T09:50:13.009" v="6746"/>
        <pc:sldMkLst>
          <pc:docMk/>
          <pc:sldMk cId="569678636" sldId="716"/>
        </pc:sldMkLst>
        <pc:spChg chg="add mod">
          <ac:chgData name="Khobo, IL, Dr [ilkhobo@sun.ac.za]" userId="b519a442-dcea-4a28-9c45-7e29f1df5837" providerId="ADAL" clId="{D25D1C45-A404-4E0F-8657-49BD4E4887CA}" dt="2026-10-14T07:30:36.087" v="6420" actId="20577"/>
          <ac:spMkLst>
            <pc:docMk/>
            <pc:sldMk cId="569678636" sldId="716"/>
            <ac:spMk id="5" creationId="{1D1A3D7F-6557-5E68-30E6-10E9B8E5E493}"/>
          </ac:spMkLst>
        </pc:spChg>
        <pc:spChg chg="add del mod">
          <ac:chgData name="Khobo, IL, Dr [ilkhobo@sun.ac.za]" userId="b519a442-dcea-4a28-9c45-7e29f1df5837" providerId="ADAL" clId="{D25D1C45-A404-4E0F-8657-49BD4E4887CA}" dt="2026-10-14T07:53:16.898" v="6704" actId="21"/>
          <ac:spMkLst>
            <pc:docMk/>
            <pc:sldMk cId="569678636" sldId="716"/>
            <ac:spMk id="9" creationId="{B5B4EF8D-2E68-B1ED-4FD2-046B33A15C53}"/>
          </ac:spMkLst>
        </pc:spChg>
        <pc:spChg chg="del">
          <ac:chgData name="Khobo, IL, Dr [ilkhobo@sun.ac.za]" userId="b519a442-dcea-4a28-9c45-7e29f1df5837" providerId="ADAL" clId="{D25D1C45-A404-4E0F-8657-49BD4E4887CA}" dt="2026-10-14T07:29:59.278" v="6411" actId="478"/>
          <ac:spMkLst>
            <pc:docMk/>
            <pc:sldMk cId="569678636" sldId="716"/>
            <ac:spMk id="29" creationId="{D8259959-51BF-C230-029B-4049C10598BA}"/>
          </ac:spMkLst>
        </pc:spChg>
        <pc:spChg chg="del">
          <ac:chgData name="Khobo, IL, Dr [ilkhobo@sun.ac.za]" userId="b519a442-dcea-4a28-9c45-7e29f1df5837" providerId="ADAL" clId="{D25D1C45-A404-4E0F-8657-49BD4E4887CA}" dt="2026-10-14T07:29:59.278" v="6411" actId="478"/>
          <ac:spMkLst>
            <pc:docMk/>
            <pc:sldMk cId="569678636" sldId="716"/>
            <ac:spMk id="38" creationId="{7F9F2CBF-0A0E-FF0F-12DA-BEF0F61A7707}"/>
          </ac:spMkLst>
        </pc:spChg>
        <pc:picChg chg="add mod modCrop">
          <ac:chgData name="Khobo, IL, Dr [ilkhobo@sun.ac.za]" userId="b519a442-dcea-4a28-9c45-7e29f1df5837" providerId="ADAL" clId="{D25D1C45-A404-4E0F-8657-49BD4E4887CA}" dt="2026-10-14T07:30:19.207" v="6416" actId="732"/>
          <ac:picMkLst>
            <pc:docMk/>
            <pc:sldMk cId="569678636" sldId="716"/>
            <ac:picMk id="3" creationId="{E1473C06-0EDD-08F4-333D-FE76D3E5525F}"/>
          </ac:picMkLst>
        </pc:picChg>
        <pc:picChg chg="add del mod">
          <ac:chgData name="Khobo, IL, Dr [ilkhobo@sun.ac.za]" userId="b519a442-dcea-4a28-9c45-7e29f1df5837" providerId="ADAL" clId="{D25D1C45-A404-4E0F-8657-49BD4E4887CA}" dt="2026-10-14T07:53:16.898" v="6704" actId="21"/>
          <ac:picMkLst>
            <pc:docMk/>
            <pc:sldMk cId="569678636" sldId="716"/>
            <ac:picMk id="7" creationId="{12D6F525-9B70-33DB-6CDC-CEFEA8F60A5C}"/>
          </ac:picMkLst>
        </pc:picChg>
        <pc:picChg chg="del">
          <ac:chgData name="Khobo, IL, Dr [ilkhobo@sun.ac.za]" userId="b519a442-dcea-4a28-9c45-7e29f1df5837" providerId="ADAL" clId="{D25D1C45-A404-4E0F-8657-49BD4E4887CA}" dt="2026-10-14T07:29:59.278" v="6411" actId="478"/>
          <ac:picMkLst>
            <pc:docMk/>
            <pc:sldMk cId="569678636" sldId="716"/>
            <ac:picMk id="26" creationId="{A4346EC1-AEE5-8524-E990-714A573BC2EF}"/>
          </ac:picMkLst>
        </pc:picChg>
        <pc:picChg chg="del">
          <ac:chgData name="Khobo, IL, Dr [ilkhobo@sun.ac.za]" userId="b519a442-dcea-4a28-9c45-7e29f1df5837" providerId="ADAL" clId="{D25D1C45-A404-4E0F-8657-49BD4E4887CA}" dt="2026-10-14T07:29:59.278" v="6411" actId="478"/>
          <ac:picMkLst>
            <pc:docMk/>
            <pc:sldMk cId="569678636" sldId="716"/>
            <ac:picMk id="32" creationId="{94C83040-182C-F762-00CA-127744DD12B4}"/>
          </ac:picMkLst>
        </pc:picChg>
      </pc:sldChg>
      <pc:sldChg chg="addSp delSp modSp add mod modTransition modNotesTx">
        <pc:chgData name="Khobo, IL, Dr [ilkhobo@sun.ac.za]" userId="b519a442-dcea-4a28-9c45-7e29f1df5837" providerId="ADAL" clId="{D25D1C45-A404-4E0F-8657-49BD4E4887CA}" dt="2026-10-14T09:50:00.216" v="6745"/>
        <pc:sldMkLst>
          <pc:docMk/>
          <pc:sldMk cId="2713399397" sldId="717"/>
        </pc:sldMkLst>
        <pc:spChg chg="add mod">
          <ac:chgData name="Khobo, IL, Dr [ilkhobo@sun.ac.za]" userId="b519a442-dcea-4a28-9c45-7e29f1df5837" providerId="ADAL" clId="{D25D1C45-A404-4E0F-8657-49BD4E4887CA}" dt="2026-10-14T08:30:22.438" v="6739" actId="164"/>
          <ac:spMkLst>
            <pc:docMk/>
            <pc:sldMk cId="2713399397" sldId="717"/>
            <ac:spMk id="9" creationId="{E92492CD-2627-AAC8-4B69-B012A8B7BBC5}"/>
          </ac:spMkLst>
        </pc:spChg>
        <pc:spChg chg="add mod">
          <ac:chgData name="Khobo, IL, Dr [ilkhobo@sun.ac.za]" userId="b519a442-dcea-4a28-9c45-7e29f1df5837" providerId="ADAL" clId="{D25D1C45-A404-4E0F-8657-49BD4E4887CA}" dt="2026-10-14T08:30:28.207" v="6740" actId="164"/>
          <ac:spMkLst>
            <pc:docMk/>
            <pc:sldMk cId="2713399397" sldId="717"/>
            <ac:spMk id="11" creationId="{6FB8C6FC-8101-26B3-7B1F-0BB88BE63B8C}"/>
          </ac:spMkLst>
        </pc:spChg>
        <pc:spChg chg="add mod">
          <ac:chgData name="Khobo, IL, Dr [ilkhobo@sun.ac.za]" userId="b519a442-dcea-4a28-9c45-7e29f1df5837" providerId="ADAL" clId="{D25D1C45-A404-4E0F-8657-49BD4E4887CA}" dt="2026-10-14T08:30:33.309" v="6741" actId="164"/>
          <ac:spMkLst>
            <pc:docMk/>
            <pc:sldMk cId="2713399397" sldId="717"/>
            <ac:spMk id="13" creationId="{7DD0C4FE-1820-517C-8A49-4882A640EF85}"/>
          </ac:spMkLst>
        </pc:spChg>
        <pc:spChg chg="del">
          <ac:chgData name="Khobo, IL, Dr [ilkhobo@sun.ac.za]" userId="b519a442-dcea-4a28-9c45-7e29f1df5837" providerId="ADAL" clId="{D25D1C45-A404-4E0F-8657-49BD4E4887CA}" dt="2026-10-14T07:42:32.234" v="6697" actId="478"/>
          <ac:spMkLst>
            <pc:docMk/>
            <pc:sldMk cId="2713399397" sldId="717"/>
            <ac:spMk id="29" creationId="{5B9EC260-360E-3228-4E30-18155F17CAB9}"/>
          </ac:spMkLst>
        </pc:spChg>
        <pc:spChg chg="mod">
          <ac:chgData name="Khobo, IL, Dr [ilkhobo@sun.ac.za]" userId="b519a442-dcea-4a28-9c45-7e29f1df5837" providerId="ADAL" clId="{D25D1C45-A404-4E0F-8657-49BD4E4887CA}" dt="2026-10-14T07:42:48.105" v="6699" actId="1076"/>
          <ac:spMkLst>
            <pc:docMk/>
            <pc:sldMk cId="2713399397" sldId="717"/>
            <ac:spMk id="38" creationId="{D2C12658-1791-A964-E5B0-FE4419690F8C}"/>
          </ac:spMkLst>
        </pc:spChg>
        <pc:spChg chg="del">
          <ac:chgData name="Khobo, IL, Dr [ilkhobo@sun.ac.za]" userId="b519a442-dcea-4a28-9c45-7e29f1df5837" providerId="ADAL" clId="{D25D1C45-A404-4E0F-8657-49BD4E4887CA}" dt="2026-10-14T07:42:36.392" v="6698" actId="478"/>
          <ac:spMkLst>
            <pc:docMk/>
            <pc:sldMk cId="2713399397" sldId="717"/>
            <ac:spMk id="39" creationId="{C725BCE5-821A-73BA-55DB-8061EBDCC465}"/>
          </ac:spMkLst>
        </pc:spChg>
        <pc:spChg chg="del">
          <ac:chgData name="Khobo, IL, Dr [ilkhobo@sun.ac.za]" userId="b519a442-dcea-4a28-9c45-7e29f1df5837" providerId="ADAL" clId="{D25D1C45-A404-4E0F-8657-49BD4E4887CA}" dt="2026-10-14T07:42:36.392" v="6698" actId="478"/>
          <ac:spMkLst>
            <pc:docMk/>
            <pc:sldMk cId="2713399397" sldId="717"/>
            <ac:spMk id="41" creationId="{4719F016-3B82-FDE1-D5BC-C3B0C79E6C26}"/>
          </ac:spMkLst>
        </pc:spChg>
        <pc:spChg chg="del">
          <ac:chgData name="Khobo, IL, Dr [ilkhobo@sun.ac.za]" userId="b519a442-dcea-4a28-9c45-7e29f1df5837" providerId="ADAL" clId="{D25D1C45-A404-4E0F-8657-49BD4E4887CA}" dt="2026-10-14T07:42:36.392" v="6698" actId="478"/>
          <ac:spMkLst>
            <pc:docMk/>
            <pc:sldMk cId="2713399397" sldId="717"/>
            <ac:spMk id="43" creationId="{97A26959-418E-BECC-B785-42591A55180B}"/>
          </ac:spMkLst>
        </pc:spChg>
        <pc:grpChg chg="add mod">
          <ac:chgData name="Khobo, IL, Dr [ilkhobo@sun.ac.za]" userId="b519a442-dcea-4a28-9c45-7e29f1df5837" providerId="ADAL" clId="{D25D1C45-A404-4E0F-8657-49BD4E4887CA}" dt="2026-10-14T08:30:22.438" v="6739" actId="164"/>
          <ac:grpSpMkLst>
            <pc:docMk/>
            <pc:sldMk cId="2713399397" sldId="717"/>
            <ac:grpSpMk id="14" creationId="{C17F558B-2EE6-92B3-383B-EC68A40A7F8A}"/>
          </ac:grpSpMkLst>
        </pc:grpChg>
        <pc:grpChg chg="add mod">
          <ac:chgData name="Khobo, IL, Dr [ilkhobo@sun.ac.za]" userId="b519a442-dcea-4a28-9c45-7e29f1df5837" providerId="ADAL" clId="{D25D1C45-A404-4E0F-8657-49BD4E4887CA}" dt="2026-10-14T08:30:28.207" v="6740" actId="164"/>
          <ac:grpSpMkLst>
            <pc:docMk/>
            <pc:sldMk cId="2713399397" sldId="717"/>
            <ac:grpSpMk id="15" creationId="{C15425B5-91B5-6B22-5CEF-243D8E7A972B}"/>
          </ac:grpSpMkLst>
        </pc:grpChg>
        <pc:grpChg chg="add mod">
          <ac:chgData name="Khobo, IL, Dr [ilkhobo@sun.ac.za]" userId="b519a442-dcea-4a28-9c45-7e29f1df5837" providerId="ADAL" clId="{D25D1C45-A404-4E0F-8657-49BD4E4887CA}" dt="2026-10-14T08:30:33.309" v="6741" actId="164"/>
          <ac:grpSpMkLst>
            <pc:docMk/>
            <pc:sldMk cId="2713399397" sldId="717"/>
            <ac:grpSpMk id="16" creationId="{784436E0-E366-19EE-2C90-6085249F8719}"/>
          </ac:grpSpMkLst>
        </pc:grpChg>
        <pc:picChg chg="add mod">
          <ac:chgData name="Khobo, IL, Dr [ilkhobo@sun.ac.za]" userId="b519a442-dcea-4a28-9c45-7e29f1df5837" providerId="ADAL" clId="{D25D1C45-A404-4E0F-8657-49BD4E4887CA}" dt="2026-10-14T08:30:22.438" v="6739" actId="164"/>
          <ac:picMkLst>
            <pc:docMk/>
            <pc:sldMk cId="2713399397" sldId="717"/>
            <ac:picMk id="3" creationId="{5086C77F-503B-A267-7CA0-F2295FBC852B}"/>
          </ac:picMkLst>
        </pc:picChg>
        <pc:picChg chg="add mod">
          <ac:chgData name="Khobo, IL, Dr [ilkhobo@sun.ac.za]" userId="b519a442-dcea-4a28-9c45-7e29f1df5837" providerId="ADAL" clId="{D25D1C45-A404-4E0F-8657-49BD4E4887CA}" dt="2026-10-14T08:30:28.207" v="6740" actId="164"/>
          <ac:picMkLst>
            <pc:docMk/>
            <pc:sldMk cId="2713399397" sldId="717"/>
            <ac:picMk id="5" creationId="{FF357CCD-79F8-6D66-05B6-778BEF77F871}"/>
          </ac:picMkLst>
        </pc:picChg>
        <pc:picChg chg="add mod">
          <ac:chgData name="Khobo, IL, Dr [ilkhobo@sun.ac.za]" userId="b519a442-dcea-4a28-9c45-7e29f1df5837" providerId="ADAL" clId="{D25D1C45-A404-4E0F-8657-49BD4E4887CA}" dt="2026-10-14T08:30:33.309" v="6741" actId="164"/>
          <ac:picMkLst>
            <pc:docMk/>
            <pc:sldMk cId="2713399397" sldId="717"/>
            <ac:picMk id="7" creationId="{CB814A52-CC0C-612B-9062-876E8B984AA3}"/>
          </ac:picMkLst>
        </pc:picChg>
        <pc:picChg chg="del">
          <ac:chgData name="Khobo, IL, Dr [ilkhobo@sun.ac.za]" userId="b519a442-dcea-4a28-9c45-7e29f1df5837" providerId="ADAL" clId="{D25D1C45-A404-4E0F-8657-49BD4E4887CA}" dt="2026-10-14T07:42:29.655" v="6696" actId="478"/>
          <ac:picMkLst>
            <pc:docMk/>
            <pc:sldMk cId="2713399397" sldId="717"/>
            <ac:picMk id="26" creationId="{E809F250-D7D2-A39C-DA3C-85CD7E91C710}"/>
          </ac:picMkLst>
        </pc:picChg>
        <pc:picChg chg="mod">
          <ac:chgData name="Khobo, IL, Dr [ilkhobo@sun.ac.za]" userId="b519a442-dcea-4a28-9c45-7e29f1df5837" providerId="ADAL" clId="{D25D1C45-A404-4E0F-8657-49BD4E4887CA}" dt="2026-10-14T07:42:48.105" v="6699" actId="1076"/>
          <ac:picMkLst>
            <pc:docMk/>
            <pc:sldMk cId="2713399397" sldId="717"/>
            <ac:picMk id="32" creationId="{5A060876-5EF5-2A28-A4FA-0FCD75D98849}"/>
          </ac:picMkLst>
        </pc:picChg>
      </pc:sldChg>
      <pc:sldChg chg="addSp delSp modSp add mod modTransition">
        <pc:chgData name="Khobo, IL, Dr [ilkhobo@sun.ac.za]" userId="b519a442-dcea-4a28-9c45-7e29f1df5837" providerId="ADAL" clId="{D25D1C45-A404-4E0F-8657-49BD4E4887CA}" dt="2026-10-14T09:50:26.929" v="6747"/>
        <pc:sldMkLst>
          <pc:docMk/>
          <pc:sldMk cId="1422828446" sldId="718"/>
        </pc:sldMkLst>
        <pc:spChg chg="del">
          <ac:chgData name="Khobo, IL, Dr [ilkhobo@sun.ac.za]" userId="b519a442-dcea-4a28-9c45-7e29f1df5837" providerId="ADAL" clId="{D25D1C45-A404-4E0F-8657-49BD4E4887CA}" dt="2026-10-14T07:53:23.580" v="6706" actId="478"/>
          <ac:spMkLst>
            <pc:docMk/>
            <pc:sldMk cId="1422828446" sldId="718"/>
            <ac:spMk id="5" creationId="{8FD61BCF-8255-3889-47F7-9162CC966FEE}"/>
          </ac:spMkLst>
        </pc:spChg>
        <pc:spChg chg="add mod">
          <ac:chgData name="Khobo, IL, Dr [ilkhobo@sun.ac.za]" userId="b519a442-dcea-4a28-9c45-7e29f1df5837" providerId="ADAL" clId="{D25D1C45-A404-4E0F-8657-49BD4E4887CA}" dt="2026-10-14T07:53:29.411" v="6708" actId="1076"/>
          <ac:spMkLst>
            <pc:docMk/>
            <pc:sldMk cId="1422828446" sldId="718"/>
            <ac:spMk id="7" creationId="{FB06EDD2-C249-E506-F35E-28AB13805988}"/>
          </ac:spMkLst>
        </pc:spChg>
        <pc:picChg chg="del">
          <ac:chgData name="Khobo, IL, Dr [ilkhobo@sun.ac.za]" userId="b519a442-dcea-4a28-9c45-7e29f1df5837" providerId="ADAL" clId="{D25D1C45-A404-4E0F-8657-49BD4E4887CA}" dt="2026-10-14T07:53:23.580" v="6706" actId="478"/>
          <ac:picMkLst>
            <pc:docMk/>
            <pc:sldMk cId="1422828446" sldId="718"/>
            <ac:picMk id="3" creationId="{AF04B953-B715-7878-C1E8-A6FAAE87A1AA}"/>
          </ac:picMkLst>
        </pc:picChg>
        <pc:picChg chg="add mod">
          <ac:chgData name="Khobo, IL, Dr [ilkhobo@sun.ac.za]" userId="b519a442-dcea-4a28-9c45-7e29f1df5837" providerId="ADAL" clId="{D25D1C45-A404-4E0F-8657-49BD4E4887CA}" dt="2026-10-14T07:53:29.411" v="6708" actId="1076"/>
          <ac:picMkLst>
            <pc:docMk/>
            <pc:sldMk cId="1422828446" sldId="718"/>
            <ac:picMk id="4" creationId="{1B539A33-C7ED-51B4-89F3-6F6F589BC1A8}"/>
          </ac:picMkLst>
        </pc:picChg>
      </pc:sldChg>
      <pc:sldChg chg="add">
        <pc:chgData name="Khobo, IL, Dr [ilkhobo@sun.ac.za]" userId="b519a442-dcea-4a28-9c45-7e29f1df5837" providerId="ADAL" clId="{D25D1C45-A404-4E0F-8657-49BD4E4887CA}" dt="2026-10-14T09:51:13.377" v="6748" actId="2890"/>
        <pc:sldMkLst>
          <pc:docMk/>
          <pc:sldMk cId="1503370959" sldId="7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Thanks for attending Lecture 29. We are concluding our chapter on Dynamic Data Structure. I am going to give a overview of the chapter again.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1D9F-619B-3905-D41B-64130B0A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8EF80-31A1-F7B0-C9A7-4E6479511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64699-161F-CA8B-D370-3ADF8175F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data structure is a method of organizing and storing data so it can be accessed and modified efficiently.</a:t>
            </a:r>
          </a:p>
          <a:p>
            <a:r>
              <a:rPr lang="en-US"/>
              <a:t>Linear – data is organized in a sequence (one after another)</a:t>
            </a:r>
          </a:p>
          <a:p>
            <a:r>
              <a:rPr lang="en-US"/>
              <a:t>Non-linear data structure – the elements are not arranged sequentially</a:t>
            </a:r>
          </a:p>
          <a:p>
            <a:endParaRPr lang="en-US"/>
          </a:p>
          <a:p>
            <a:r>
              <a:rPr lang="en-US"/>
              <a:t>Static – static memory (fixed size)</a:t>
            </a:r>
          </a:p>
          <a:p>
            <a:r>
              <a:rPr lang="en-US"/>
              <a:t>Dynamic – dynamic memory allocation (size can change at run time)</a:t>
            </a:r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80BF7-9158-547F-BAC4-FEF26091C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51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We are going to work with binary trees in the module. So the way you’d declare a self-referencing structures for a binary tree is with a left &amp; right pointer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4BACC-9E44-4D5F-A407-4AC8A14A1A3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1675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E9BF-12ED-06FF-37E8-B11CEDBF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65A39-6130-72D2-0ED9-7420DEABC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D577A-D899-9B73-7FEB-9A63DC79F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TERMINOLOGY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F8357-6CC9-467E-79CF-C9FF573DE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770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9B06-970A-A397-75DD-A31C1C27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BDB34-2CD7-B898-2620-E6F7C6713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12227-4549-E155-5E41-195F6CED2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68022-CD42-923F-4E82-C7CD0A508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787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9C93-DC79-BBA2-B5D0-49492CC4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FD8FD-0D23-90B0-20C5-9641B72D7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D53B4-B879-23C7-D9ED-7BA68801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831B-65B1-7E01-9F0D-1B98062B4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5470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E60D-DF56-2AC6-FAF7-E341F472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F9359-8682-3887-047C-D37B62279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90B10-7FB8-89A8-C4B9-FAB070AB3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0D10-EDA3-291D-D1E5-F7C8C7E9B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743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1FE5-0173-AF86-2068-D2009114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B1DA5-4C3A-DA95-8FD0-67F7AD74D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137CA-E19E-A8FD-48FF-14A87034F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6B4F1-F449-239A-8458-0EA89C63D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11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78ACF-FBC0-1798-08CF-F2015704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53E54-CBD3-8173-9776-BD4E04EB5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5312D-942B-BEB3-097D-CA1BAF1F9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82196-9832-EB3B-F5FB-9098162BD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015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BB6F-4B63-3474-2905-1F4324E2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4020C-83C6-8806-8EC0-3D56C01C0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0B2D1-6F27-C9FF-AB0A-E9DFF0DCF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5150A-CB93-B8C8-D61C-74DF55553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304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0E65-90E6-E36B-D1BF-E926B5E9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92F9C-182F-DA23-4812-D9664EE3E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44A10-213D-BFE7-72B6-0F350EAB1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BD16B-1DD0-CB67-9F32-89DD1085A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734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AC28-29BB-3723-0FBD-D5E222FF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C2396-2A90-493E-42C8-6F35B6F7F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F3012-354E-8B60-72E9-8BB7DCB86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75798-8E2C-10E3-437F-DA7BB7F77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0368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CD6B-EE64-CC3A-5BFD-D809CEC1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979C1-B4C9-8263-7C66-99BAE149E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BCA0C-A636-ED1C-3620-E8E763666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069EA-D92B-BC2C-7DC7-FB8D0C3BB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959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333E-5E8F-B8D0-4B2E-81185EA2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93128-657F-3D45-67D3-85859C390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DAF57-F876-09F6-4301-BC6A90B8E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63596-F260-9963-CBC0-91D1F7287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040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E758-71D3-9AFA-D759-7F1E1469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02233-30FE-78F6-B00B-7E1309B7A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10C08-B626-0A9A-F94F-978459CA2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1A562-7C89-8E28-B7C8-1A6848DB0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219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4A7B-8A3A-C5C7-D417-C3FAEA03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02769-3D52-CA15-357A-983D7E7FE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71706-068F-379A-183F-3A6F2C9A3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6F5FE-DDB1-4375-A279-0882839E2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096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57D7-0CEF-5D25-AE51-2CB3A925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A8754-2AE5-CE81-4666-BFEC600E1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7D375-791C-3F0A-143C-3C12B2993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D95F6-4BEF-4180-B6AB-366196AD5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7829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70C0-366D-32EC-A792-F2F7E27E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503AA-2E0E-135E-F614-40E9D05B9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3775F-C8E2-632D-7983-B9C0D7826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D882-863D-FE5B-8454-96B8F0036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521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4B36-4499-0EC2-C06E-2F9C4375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28D32-3F39-E642-6923-BD9270A76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8953-A24E-C1A8-FB39-0086423A8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32F1A-DF4A-FE88-BF92-BDA9D26AB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25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4F10-F337-AF1A-AFCE-C409A26E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300AD-3042-C1E0-5FF9-991E4327E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D8BBC-8496-4C12-C176-35E8C93CB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5860E-5B2B-13B1-CD31-8DA059521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672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290EC-3B8E-127B-A59E-058FCE97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5F76B-53F7-8793-722B-8094F19A6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6F6D9-C7ED-D1ED-2268-843579671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E37F1-A92E-7222-8122-7D7C7D957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062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DC68-1CF9-1769-0967-627BCB60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37F71-450F-4B47-937F-C27B73F98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83449-4AD2-291F-2E7A-45466F681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3EE6E-F1AF-C296-2CF9-CAC3AF5EA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5033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85C9-9659-C4A0-9166-0A01CD68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AFFF6-33AA-DE73-98B5-03065AF7E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F07B5-1F21-8CEC-3197-BA7B1E7E0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7E69D-6E4A-490B-EDD5-227FC7D08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492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A888-6A4D-C7B4-70BD-53470766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272A8-7C15-1E37-6BA3-754F1A388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C35CD-10D9-18C5-979A-E08470E5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767CA-11CE-D37A-5EA5-F4DB04407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5868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34D3-B1B6-FE0F-7224-66FDF9BC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08275-7782-0392-3EC0-1C109EAAA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B57B6-F240-772C-A635-2FCC9C8EE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DFA62-972F-7570-7686-3FE42DD87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082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7607-58E1-3BAB-A8F9-EBF3A297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50DF9-6A30-9884-069C-AD96C0B6C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AC5D3-F406-8206-5A61-43E5963A5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In-order: L----N-----R:::::::::::       W L E   N      R U D</a:t>
            </a:r>
          </a:p>
          <a:p>
            <a:r>
              <a:rPr lang="en-US"/>
              <a:t>Pre-order: N----L-----R:::::::::      N  L  W   E   U  R   D</a:t>
            </a:r>
          </a:p>
          <a:p>
            <a:r>
              <a:rPr lang="en-US"/>
              <a:t>Post-order: L---R----N::::::::::      W E L   R D U   N</a:t>
            </a:r>
            <a:br>
              <a:rPr lang="en-US"/>
            </a:b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99EAF-5766-F63B-CE93-64FCCD08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302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5CD6-6AF3-23F1-A710-5A0364D8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A73BB-EDF0-50B3-8D60-6A193C133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8CAF2-2D81-874B-6CA6-D0262A6CF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In-order: L----N-----R:::::::::::       W L E   N      R U D</a:t>
            </a:r>
          </a:p>
          <a:p>
            <a:r>
              <a:rPr lang="en-US"/>
              <a:t>Pre-order: N----L-----R:::::::::      N  L  W   E   U  R   D</a:t>
            </a:r>
          </a:p>
          <a:p>
            <a:r>
              <a:rPr lang="en-US"/>
              <a:t>Post-order: L---R----N::::::::::      W E L   R D U   N</a:t>
            </a:r>
            <a:br>
              <a:rPr lang="en-US"/>
            </a:b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2239-98C6-FE33-3090-8C97CC93D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2920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BB4A-6CD1-DB61-40D8-B86DB933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1F631-A232-85B8-9420-80E789007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E0277-39C4-3C4D-8D90-6678F906B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EF203-20E4-A5FA-1905-1A94A062C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005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B245-12CD-11AC-4993-BB6E4165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0F85C-9A4C-3DD6-70A5-A796B9BBC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E0ACD-05CE-978D-AFAE-8F3DB643B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Post-order: 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77B87-19DA-2101-E706-691BCD380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591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E0AB-B446-C8F0-14B3-BD53E7B3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FBE7-E51C-F964-B26C-752882A22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010CB-5DF0-486B-4989-942AB8FF4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Post-order: 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8B6DF-2B4A-541C-C6FA-D143D2306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6220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F53F-B84D-3B88-1A71-A9AE17D1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334AE-5310-358E-0080-01E65B68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6DB5C-A591-8829-464E-779650A37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err="1"/>
              <a:t>F,lashback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BC37-EF04-229C-7908-7EDC2B00C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355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D91B-6F18-FE20-87F8-CFE123A6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BD43B-3FE6-7431-2E35-E6C0F987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D0955-1371-2DE0-FB7B-C3F17A2DE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7F9A-3C43-D5E7-CAFB-7ECD77743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2026/10/14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12. </a:t>
            </a:r>
            <a:r>
              <a:rPr lang="en-ZA" sz="8800">
                <a:solidFill>
                  <a:prstClr val="black"/>
                </a:solidFill>
                <a:latin typeface="LM Roman 12" panose="00000500000000000000" pitchFamily="50" charset="0"/>
              </a:rPr>
              <a:t>Dynamic Data Structures III</a:t>
            </a:r>
            <a:endParaRPr kumimoji="0" lang="en-ZA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29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Trees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612421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12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Lecture 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12: Data structures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8E8A1-98C1-21A7-C00A-F2090CAA7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553" y="3119268"/>
            <a:ext cx="5276447" cy="326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0CCA-195D-15C5-AFE7-61954CA5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64C235-5615-F5C5-E258-34983E908B3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96DDE9C-13BB-32BC-664F-6E747E84B81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1387D0-2287-0BAD-E030-2264662E565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116DB8-6DBC-9AF2-B362-74C980B7FD1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D384197B-A2E7-EDEB-5801-F26B54526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F77E37-B118-0590-5DAC-2499E0F6C0F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038F80-8FFF-E817-D185-3A12956642D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Chapter 12: Data structures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48ED562-7A89-0712-4D55-CE56F854E8F2}"/>
              </a:ext>
            </a:extLst>
          </p:cNvPr>
          <p:cNvSpPr/>
          <p:nvPr/>
        </p:nvSpPr>
        <p:spPr>
          <a:xfrm>
            <a:off x="3965424" y="2613178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Linear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0D0FB5-5AE5-AA69-54B3-C18527CB2325}"/>
              </a:ext>
            </a:extLst>
          </p:cNvPr>
          <p:cNvSpPr/>
          <p:nvPr/>
        </p:nvSpPr>
        <p:spPr>
          <a:xfrm>
            <a:off x="8812618" y="2613178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Non-linear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F4750F-7141-EE39-43CF-664B337EB01C}"/>
              </a:ext>
            </a:extLst>
          </p:cNvPr>
          <p:cNvSpPr/>
          <p:nvPr/>
        </p:nvSpPr>
        <p:spPr>
          <a:xfrm>
            <a:off x="6385936" y="1107756"/>
            <a:ext cx="2514655" cy="438667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Data structures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9EB143-5CAD-621F-003D-8196B9632239}"/>
              </a:ext>
            </a:extLst>
          </p:cNvPr>
          <p:cNvSpPr/>
          <p:nvPr/>
        </p:nvSpPr>
        <p:spPr>
          <a:xfrm>
            <a:off x="870740" y="3479953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static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5246B1-592D-4C0F-7937-682930E2861F}"/>
              </a:ext>
            </a:extLst>
          </p:cNvPr>
          <p:cNvSpPr/>
          <p:nvPr/>
        </p:nvSpPr>
        <p:spPr>
          <a:xfrm>
            <a:off x="3964213" y="3479952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dynamic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6E3145-5AD9-151C-F969-4BEFE7DA5AD4}"/>
              </a:ext>
            </a:extLst>
          </p:cNvPr>
          <p:cNvSpPr/>
          <p:nvPr/>
        </p:nvSpPr>
        <p:spPr>
          <a:xfrm>
            <a:off x="1375181" y="466175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array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B047D8-E782-E4C2-A828-5B885A1D304B}"/>
              </a:ext>
            </a:extLst>
          </p:cNvPr>
          <p:cNvSpPr/>
          <p:nvPr/>
        </p:nvSpPr>
        <p:spPr>
          <a:xfrm>
            <a:off x="3128426" y="4689264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Linked list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4B60CD-A2B7-7977-E9E8-F2ED31C04B42}"/>
              </a:ext>
            </a:extLst>
          </p:cNvPr>
          <p:cNvSpPr/>
          <p:nvPr/>
        </p:nvSpPr>
        <p:spPr>
          <a:xfrm>
            <a:off x="4897790" y="4689264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Stack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3FF482-B1E9-2E39-8520-0DD796F57011}"/>
              </a:ext>
            </a:extLst>
          </p:cNvPr>
          <p:cNvSpPr/>
          <p:nvPr/>
        </p:nvSpPr>
        <p:spPr>
          <a:xfrm>
            <a:off x="6645221" y="468926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Queue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BD31B7-AA5C-38FB-0029-EFBF74132565}"/>
              </a:ext>
            </a:extLst>
          </p:cNvPr>
          <p:cNvSpPr/>
          <p:nvPr/>
        </p:nvSpPr>
        <p:spPr>
          <a:xfrm>
            <a:off x="8414585" y="468926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Tree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E21D746-7943-12B2-846D-1CA3236D4476}"/>
              </a:ext>
            </a:extLst>
          </p:cNvPr>
          <p:cNvSpPr/>
          <p:nvPr/>
        </p:nvSpPr>
        <p:spPr>
          <a:xfrm>
            <a:off x="10069946" y="468926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Graph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9AA946B-B2E6-EF9B-6178-5C67D4426AD3}"/>
              </a:ext>
            </a:extLst>
          </p:cNvPr>
          <p:cNvCxnSpPr>
            <a:stCxn id="17" idx="2"/>
            <a:endCxn id="32" idx="0"/>
          </p:cNvCxnSpPr>
          <p:nvPr/>
        </p:nvCxnSpPr>
        <p:spPr>
          <a:xfrm flipH="1">
            <a:off x="5221541" y="3051845"/>
            <a:ext cx="1211" cy="428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8B1CC129-9500-FCC3-9496-17111F3A810A}"/>
              </a:ext>
            </a:extLst>
          </p:cNvPr>
          <p:cNvCxnSpPr>
            <a:stCxn id="17" idx="2"/>
            <a:endCxn id="29" idx="0"/>
          </p:cNvCxnSpPr>
          <p:nvPr/>
        </p:nvCxnSpPr>
        <p:spPr>
          <a:xfrm rot="5400000">
            <a:off x="3461356" y="1718557"/>
            <a:ext cx="428108" cy="30946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8B9A6AF-D69C-3AB8-3E4A-66FBAB506E68}"/>
              </a:ext>
            </a:extLst>
          </p:cNvPr>
          <p:cNvCxnSpPr>
            <a:stCxn id="29" idx="2"/>
            <a:endCxn id="35" idx="0"/>
          </p:cNvCxnSpPr>
          <p:nvPr/>
        </p:nvCxnSpPr>
        <p:spPr>
          <a:xfrm flipH="1">
            <a:off x="2128067" y="3918620"/>
            <a:ext cx="1" cy="743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BF18FD3D-D46B-BE86-74D5-C98CC9E362AF}"/>
              </a:ext>
            </a:extLst>
          </p:cNvPr>
          <p:cNvCxnSpPr>
            <a:stCxn id="32" idx="2"/>
            <a:endCxn id="47" idx="0"/>
          </p:cNvCxnSpPr>
          <p:nvPr/>
        </p:nvCxnSpPr>
        <p:spPr>
          <a:xfrm rot="5400000">
            <a:off x="4166105" y="3633827"/>
            <a:ext cx="770645" cy="13402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3FDA1828-28F9-0181-001B-D0206FD9C396}"/>
              </a:ext>
            </a:extLst>
          </p:cNvPr>
          <p:cNvCxnSpPr>
            <a:cxnSpLocks/>
            <a:stCxn id="32" idx="2"/>
            <a:endCxn id="49" idx="0"/>
          </p:cNvCxnSpPr>
          <p:nvPr/>
        </p:nvCxnSpPr>
        <p:spPr>
          <a:xfrm rot="16200000" flipH="1">
            <a:off x="5050786" y="4089373"/>
            <a:ext cx="770645" cy="4291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6D202CE5-E732-1A52-567E-244F4518F4D1}"/>
              </a:ext>
            </a:extLst>
          </p:cNvPr>
          <p:cNvCxnSpPr>
            <a:stCxn id="32" idx="2"/>
            <a:endCxn id="51" idx="0"/>
          </p:cNvCxnSpPr>
          <p:nvPr/>
        </p:nvCxnSpPr>
        <p:spPr>
          <a:xfrm rot="16200000" flipH="1">
            <a:off x="5924502" y="3215658"/>
            <a:ext cx="770644" cy="21765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B7B62A0D-3DA4-BA4D-9CCC-5485FC85CFBA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 rot="5400000">
            <a:off x="8800000" y="3419317"/>
            <a:ext cx="1637418" cy="9024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35035F3-2015-B482-8187-B90C5E0934AA}"/>
              </a:ext>
            </a:extLst>
          </p:cNvPr>
          <p:cNvCxnSpPr>
            <a:stCxn id="19" idx="2"/>
            <a:endCxn id="59" idx="0"/>
          </p:cNvCxnSpPr>
          <p:nvPr/>
        </p:nvCxnSpPr>
        <p:spPr>
          <a:xfrm rot="16200000" flipH="1">
            <a:off x="9627680" y="3494111"/>
            <a:ext cx="1637418" cy="7528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6FC6451-4CDA-9A97-68AB-686A96421552}"/>
              </a:ext>
            </a:extLst>
          </p:cNvPr>
          <p:cNvCxnSpPr>
            <a:stCxn id="22" idx="2"/>
            <a:endCxn id="17" idx="0"/>
          </p:cNvCxnSpPr>
          <p:nvPr/>
        </p:nvCxnSpPr>
        <p:spPr>
          <a:xfrm rot="5400000">
            <a:off x="5899631" y="869544"/>
            <a:ext cx="1066755" cy="24205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61C26C6-EB82-1B76-7C23-BA71DC5A78C7}"/>
              </a:ext>
            </a:extLst>
          </p:cNvPr>
          <p:cNvCxnSpPr>
            <a:stCxn id="22" idx="2"/>
            <a:endCxn id="19" idx="0"/>
          </p:cNvCxnSpPr>
          <p:nvPr/>
        </p:nvCxnSpPr>
        <p:spPr>
          <a:xfrm rot="16200000" flipH="1">
            <a:off x="8323228" y="866459"/>
            <a:ext cx="1066755" cy="24266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3C2C4099-9D74-87AF-1BF0-CC6BD13998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6177781"/>
                  </p:ext>
                </p:extLst>
              </p:nvPr>
            </p:nvGraphicFramePr>
            <p:xfrm>
              <a:off x="9574671" y="4908596"/>
              <a:ext cx="327989" cy="184494"/>
            </p:xfrm>
            <a:graphic>
              <a:graphicData uri="http://schemas.microsoft.com/office/powerpoint/2016/slidezoom">
                <pslz:sldZm>
                  <pslz:sldZmObj sldId="658" cId="2090568957">
                    <pslz:zmPr id="{D51842B5-FD2F-453B-9E30-BD889CCCE728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7989" cy="1844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3C2C4099-9D74-87AF-1BF0-CC6BD13998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74671" y="4908596"/>
                <a:ext cx="327989" cy="18449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41589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519E-2ED5-1B82-3527-170D864A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43C52E-F65E-6932-D0FB-88C093B06AA5}"/>
              </a:ext>
            </a:extLst>
          </p:cNvPr>
          <p:cNvSpPr/>
          <p:nvPr/>
        </p:nvSpPr>
        <p:spPr>
          <a:xfrm>
            <a:off x="5375030" y="53633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Eng Students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60CD5B-1416-7AC2-6ACD-775F12324ADC}"/>
              </a:ext>
            </a:extLst>
          </p:cNvPr>
          <p:cNvSpPr/>
          <p:nvPr/>
        </p:nvSpPr>
        <p:spPr>
          <a:xfrm>
            <a:off x="2702170" y="1735018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CP143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299593-DCEB-AE78-2BD2-33ABA567A7DB}"/>
              </a:ext>
            </a:extLst>
          </p:cNvPr>
          <p:cNvSpPr/>
          <p:nvPr/>
        </p:nvSpPr>
        <p:spPr>
          <a:xfrm>
            <a:off x="8153400" y="1693992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Electro-techniques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7F8FC07-A830-0F28-69D1-4B63096AD12D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3423140" y="1169377"/>
            <a:ext cx="2672860" cy="565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7E7DFC-9418-82FA-FE89-E0232E4C9586}"/>
              </a:ext>
            </a:extLst>
          </p:cNvPr>
          <p:cNvCxnSpPr>
            <a:stCxn id="7" idx="2"/>
            <a:endCxn id="19" idx="0"/>
          </p:cNvCxnSpPr>
          <p:nvPr/>
        </p:nvCxnSpPr>
        <p:spPr>
          <a:xfrm>
            <a:off x="6096000" y="1169377"/>
            <a:ext cx="2778370" cy="524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7E0AE95-3DE6-B06C-444B-370623CA17B6}"/>
              </a:ext>
            </a:extLst>
          </p:cNvPr>
          <p:cNvSpPr/>
          <p:nvPr/>
        </p:nvSpPr>
        <p:spPr>
          <a:xfrm>
            <a:off x="5375031" y="1693992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Applied </a:t>
            </a:r>
            <a:r>
              <a:rPr lang="en-US" err="1">
                <a:latin typeface="LM Roman 12" panose="00000500000000000000" pitchFamily="50" charset="0"/>
              </a:rPr>
              <a:t>Maths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98314CF-B57D-4795-F159-D2B4956BD1F6}"/>
              </a:ext>
            </a:extLst>
          </p:cNvPr>
          <p:cNvCxnSpPr>
            <a:stCxn id="7" idx="2"/>
            <a:endCxn id="47" idx="0"/>
          </p:cNvCxnSpPr>
          <p:nvPr/>
        </p:nvCxnSpPr>
        <p:spPr>
          <a:xfrm>
            <a:off x="6096000" y="1169377"/>
            <a:ext cx="1" cy="524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5FD3DC5-D904-26B2-7C4B-52513D1A7C7A}"/>
              </a:ext>
            </a:extLst>
          </p:cNvPr>
          <p:cNvSpPr/>
          <p:nvPr/>
        </p:nvSpPr>
        <p:spPr>
          <a:xfrm>
            <a:off x="1500555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Jane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1B9156-412B-47D4-677E-3DCD6EBC5ACE}"/>
              </a:ext>
            </a:extLst>
          </p:cNvPr>
          <p:cNvSpPr/>
          <p:nvPr/>
        </p:nvSpPr>
        <p:spPr>
          <a:xfrm>
            <a:off x="3346940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John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DEC9C6-2747-E3B7-F872-04A5CB45162C}"/>
              </a:ext>
            </a:extLst>
          </p:cNvPr>
          <p:cNvSpPr/>
          <p:nvPr/>
        </p:nvSpPr>
        <p:spPr>
          <a:xfrm>
            <a:off x="5375031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Mary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73D91B-F4DE-A811-689F-D03B6DC2910E}"/>
              </a:ext>
            </a:extLst>
          </p:cNvPr>
          <p:cNvSpPr/>
          <p:nvPr/>
        </p:nvSpPr>
        <p:spPr>
          <a:xfrm>
            <a:off x="7432431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May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EBFFAD-8F27-25C4-D44A-6FF92BF55AFB}"/>
              </a:ext>
            </a:extLst>
          </p:cNvPr>
          <p:cNvSpPr/>
          <p:nvPr/>
        </p:nvSpPr>
        <p:spPr>
          <a:xfrm>
            <a:off x="9167446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Beau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BE4FE68-0025-DF4A-9B6F-66683A883C2C}"/>
              </a:ext>
            </a:extLst>
          </p:cNvPr>
          <p:cNvCxnSpPr>
            <a:stCxn id="47" idx="2"/>
            <a:endCxn id="56" idx="0"/>
          </p:cNvCxnSpPr>
          <p:nvPr/>
        </p:nvCxnSpPr>
        <p:spPr>
          <a:xfrm>
            <a:off x="6096001" y="2327036"/>
            <a:ext cx="0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07A442E-BA75-E8B2-676F-1C287F3644EC}"/>
              </a:ext>
            </a:extLst>
          </p:cNvPr>
          <p:cNvCxnSpPr>
            <a:stCxn id="19" idx="2"/>
            <a:endCxn id="58" idx="0"/>
          </p:cNvCxnSpPr>
          <p:nvPr/>
        </p:nvCxnSpPr>
        <p:spPr>
          <a:xfrm flipH="1">
            <a:off x="8153401" y="2327036"/>
            <a:ext cx="720969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D75ABF3-B218-5965-16FD-E26332787CF0}"/>
              </a:ext>
            </a:extLst>
          </p:cNvPr>
          <p:cNvCxnSpPr>
            <a:stCxn id="19" idx="2"/>
            <a:endCxn id="60" idx="0"/>
          </p:cNvCxnSpPr>
          <p:nvPr/>
        </p:nvCxnSpPr>
        <p:spPr>
          <a:xfrm>
            <a:off x="8874370" y="2327036"/>
            <a:ext cx="1014046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6D4E141-7E25-3B33-A9E7-A48C489574D7}"/>
              </a:ext>
            </a:extLst>
          </p:cNvPr>
          <p:cNvCxnSpPr>
            <a:stCxn id="9" idx="2"/>
            <a:endCxn id="52" idx="0"/>
          </p:cNvCxnSpPr>
          <p:nvPr/>
        </p:nvCxnSpPr>
        <p:spPr>
          <a:xfrm flipH="1">
            <a:off x="2221525" y="2368062"/>
            <a:ext cx="1201615" cy="718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EDCDBF0-613C-B115-51D0-6FA702EEE2CE}"/>
              </a:ext>
            </a:extLst>
          </p:cNvPr>
          <p:cNvCxnSpPr>
            <a:stCxn id="9" idx="2"/>
            <a:endCxn id="54" idx="0"/>
          </p:cNvCxnSpPr>
          <p:nvPr/>
        </p:nvCxnSpPr>
        <p:spPr>
          <a:xfrm>
            <a:off x="3423140" y="2368062"/>
            <a:ext cx="644770" cy="718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3B91CCD4-D463-05C2-AC87-1396EF928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55" y="4276862"/>
            <a:ext cx="9512789" cy="2044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D067CE-8551-8E86-485B-6EDE7BD0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8182" y="4276862"/>
            <a:ext cx="10422349" cy="16552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57657-0582-9594-F01D-4FCE3DDD3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3885" y="4072339"/>
            <a:ext cx="8519898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68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D0E1-12E6-D550-5467-BC042B1C3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318452-A02F-2F8B-EFD4-D326D1360417}"/>
              </a:ext>
            </a:extLst>
          </p:cNvPr>
          <p:cNvSpPr/>
          <p:nvPr/>
        </p:nvSpPr>
        <p:spPr>
          <a:xfrm>
            <a:off x="5375030" y="53633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Eng Students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EF713-E138-4A18-38F7-BB9038302490}"/>
              </a:ext>
            </a:extLst>
          </p:cNvPr>
          <p:cNvSpPr/>
          <p:nvPr/>
        </p:nvSpPr>
        <p:spPr>
          <a:xfrm>
            <a:off x="2702170" y="1735018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CP143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52B835-A318-519B-05AB-A3480589D545}"/>
              </a:ext>
            </a:extLst>
          </p:cNvPr>
          <p:cNvSpPr/>
          <p:nvPr/>
        </p:nvSpPr>
        <p:spPr>
          <a:xfrm>
            <a:off x="8153400" y="1693992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Electro-techniques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0CB1FC-9231-A2F3-0AEE-FD2D6E96AF2F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3423140" y="1169377"/>
            <a:ext cx="2672860" cy="565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4D4B8C-AEC2-EA57-60F0-CB313FEF5EBD}"/>
              </a:ext>
            </a:extLst>
          </p:cNvPr>
          <p:cNvCxnSpPr>
            <a:stCxn id="7" idx="2"/>
            <a:endCxn id="19" idx="0"/>
          </p:cNvCxnSpPr>
          <p:nvPr/>
        </p:nvCxnSpPr>
        <p:spPr>
          <a:xfrm>
            <a:off x="6096000" y="1169377"/>
            <a:ext cx="2778370" cy="524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BEF1BA2-4DD1-B6C6-3221-5325C556DB97}"/>
              </a:ext>
            </a:extLst>
          </p:cNvPr>
          <p:cNvSpPr/>
          <p:nvPr/>
        </p:nvSpPr>
        <p:spPr>
          <a:xfrm>
            <a:off x="5375031" y="1693992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Applied </a:t>
            </a:r>
            <a:r>
              <a:rPr lang="en-US" err="1">
                <a:latin typeface="LM Roman 12" panose="00000500000000000000" pitchFamily="50" charset="0"/>
              </a:rPr>
              <a:t>Maths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E05002-041A-DDFD-145E-B090D02596BB}"/>
              </a:ext>
            </a:extLst>
          </p:cNvPr>
          <p:cNvCxnSpPr>
            <a:stCxn id="7" idx="2"/>
            <a:endCxn id="47" idx="0"/>
          </p:cNvCxnSpPr>
          <p:nvPr/>
        </p:nvCxnSpPr>
        <p:spPr>
          <a:xfrm>
            <a:off x="6096000" y="1169377"/>
            <a:ext cx="1" cy="524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F9387035-9CD0-979A-7C48-B9832FAD0D3C}"/>
              </a:ext>
            </a:extLst>
          </p:cNvPr>
          <p:cNvSpPr/>
          <p:nvPr/>
        </p:nvSpPr>
        <p:spPr>
          <a:xfrm>
            <a:off x="1500555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Jane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7CA82B-FCED-979D-44F6-7876AB553E02}"/>
              </a:ext>
            </a:extLst>
          </p:cNvPr>
          <p:cNvSpPr/>
          <p:nvPr/>
        </p:nvSpPr>
        <p:spPr>
          <a:xfrm>
            <a:off x="3346940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John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A7874D-06B4-678D-8B5B-F6D11662EED8}"/>
              </a:ext>
            </a:extLst>
          </p:cNvPr>
          <p:cNvSpPr/>
          <p:nvPr/>
        </p:nvSpPr>
        <p:spPr>
          <a:xfrm>
            <a:off x="5375031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Mary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5FC6D5A-5E38-2E8B-E338-4D08E7E747E8}"/>
              </a:ext>
            </a:extLst>
          </p:cNvPr>
          <p:cNvSpPr/>
          <p:nvPr/>
        </p:nvSpPr>
        <p:spPr>
          <a:xfrm>
            <a:off x="7432431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May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671852-1857-8F97-6D5E-29F67549CCCB}"/>
              </a:ext>
            </a:extLst>
          </p:cNvPr>
          <p:cNvSpPr/>
          <p:nvPr/>
        </p:nvSpPr>
        <p:spPr>
          <a:xfrm>
            <a:off x="9167446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Beau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E57408C-9E44-4556-FFCA-F4111A9F4920}"/>
              </a:ext>
            </a:extLst>
          </p:cNvPr>
          <p:cNvCxnSpPr>
            <a:stCxn id="47" idx="2"/>
            <a:endCxn id="56" idx="0"/>
          </p:cNvCxnSpPr>
          <p:nvPr/>
        </p:nvCxnSpPr>
        <p:spPr>
          <a:xfrm>
            <a:off x="6096001" y="2327036"/>
            <a:ext cx="0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EB327D1-A3B2-27DA-4DD7-6A7DF7B2AB2E}"/>
              </a:ext>
            </a:extLst>
          </p:cNvPr>
          <p:cNvCxnSpPr>
            <a:stCxn id="19" idx="2"/>
            <a:endCxn id="58" idx="0"/>
          </p:cNvCxnSpPr>
          <p:nvPr/>
        </p:nvCxnSpPr>
        <p:spPr>
          <a:xfrm flipH="1">
            <a:off x="8153401" y="2327036"/>
            <a:ext cx="720969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3AD2749-A0C0-8053-0FB0-2B4693FEA077}"/>
              </a:ext>
            </a:extLst>
          </p:cNvPr>
          <p:cNvCxnSpPr>
            <a:stCxn id="19" idx="2"/>
            <a:endCxn id="60" idx="0"/>
          </p:cNvCxnSpPr>
          <p:nvPr/>
        </p:nvCxnSpPr>
        <p:spPr>
          <a:xfrm>
            <a:off x="8874370" y="2327036"/>
            <a:ext cx="1014046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5AB487A-7D23-3377-5590-C42BBD06A2BF}"/>
              </a:ext>
            </a:extLst>
          </p:cNvPr>
          <p:cNvCxnSpPr>
            <a:stCxn id="9" idx="2"/>
            <a:endCxn id="52" idx="0"/>
          </p:cNvCxnSpPr>
          <p:nvPr/>
        </p:nvCxnSpPr>
        <p:spPr>
          <a:xfrm flipH="1">
            <a:off x="2221525" y="2368062"/>
            <a:ext cx="1201615" cy="718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CB09F0B-CDE5-DFD6-33D8-58348ED51005}"/>
              </a:ext>
            </a:extLst>
          </p:cNvPr>
          <p:cNvCxnSpPr>
            <a:stCxn id="9" idx="2"/>
            <a:endCxn id="54" idx="0"/>
          </p:cNvCxnSpPr>
          <p:nvPr/>
        </p:nvCxnSpPr>
        <p:spPr>
          <a:xfrm>
            <a:off x="3423140" y="2368062"/>
            <a:ext cx="644770" cy="718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251BCD61-65C1-6D52-61CE-FCBE3F6D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55" y="6550705"/>
            <a:ext cx="9512789" cy="2044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1CCDCC-85B8-79B2-88EA-BFCA5007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555" y="4283654"/>
            <a:ext cx="10422349" cy="16552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D05076-2DF4-BB33-86EA-9C8982545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4096852"/>
            <a:ext cx="8519898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98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A810-219C-AC75-1F60-0EF42176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A46C10-84B3-B018-DFE5-807F65878E09}"/>
              </a:ext>
            </a:extLst>
          </p:cNvPr>
          <p:cNvSpPr/>
          <p:nvPr/>
        </p:nvSpPr>
        <p:spPr>
          <a:xfrm>
            <a:off x="5375030" y="53633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Eng Students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C5C5BB-92DA-C8F5-1AC2-08D8CAE12A3A}"/>
              </a:ext>
            </a:extLst>
          </p:cNvPr>
          <p:cNvSpPr/>
          <p:nvPr/>
        </p:nvSpPr>
        <p:spPr>
          <a:xfrm>
            <a:off x="2702170" y="1735018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CP143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C06858-3DD1-47B6-A6BE-19278A9CD496}"/>
              </a:ext>
            </a:extLst>
          </p:cNvPr>
          <p:cNvSpPr/>
          <p:nvPr/>
        </p:nvSpPr>
        <p:spPr>
          <a:xfrm>
            <a:off x="8153400" y="1693992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Electro-techniques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928257A-284C-0610-8F73-68E5954F6F9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3423140" y="1169377"/>
            <a:ext cx="2672860" cy="565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2BE5D9-3E90-7B74-5C88-3F097928BD37}"/>
              </a:ext>
            </a:extLst>
          </p:cNvPr>
          <p:cNvCxnSpPr>
            <a:stCxn id="7" idx="2"/>
            <a:endCxn id="19" idx="0"/>
          </p:cNvCxnSpPr>
          <p:nvPr/>
        </p:nvCxnSpPr>
        <p:spPr>
          <a:xfrm>
            <a:off x="6096000" y="1169377"/>
            <a:ext cx="2778370" cy="524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BB9B2E5-64CD-1712-529B-71AA77A1A400}"/>
              </a:ext>
            </a:extLst>
          </p:cNvPr>
          <p:cNvSpPr/>
          <p:nvPr/>
        </p:nvSpPr>
        <p:spPr>
          <a:xfrm>
            <a:off x="5375031" y="1693992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Applied </a:t>
            </a:r>
            <a:r>
              <a:rPr lang="en-US" err="1">
                <a:latin typeface="LM Roman 12" panose="00000500000000000000" pitchFamily="50" charset="0"/>
              </a:rPr>
              <a:t>Maths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B5B199E-6F2F-4A11-0756-C79E56E59B8C}"/>
              </a:ext>
            </a:extLst>
          </p:cNvPr>
          <p:cNvCxnSpPr>
            <a:stCxn id="7" idx="2"/>
            <a:endCxn id="47" idx="0"/>
          </p:cNvCxnSpPr>
          <p:nvPr/>
        </p:nvCxnSpPr>
        <p:spPr>
          <a:xfrm>
            <a:off x="6096000" y="1169377"/>
            <a:ext cx="1" cy="524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736DC39-FF91-D088-C343-6F582FE753BA}"/>
              </a:ext>
            </a:extLst>
          </p:cNvPr>
          <p:cNvSpPr/>
          <p:nvPr/>
        </p:nvSpPr>
        <p:spPr>
          <a:xfrm>
            <a:off x="1500555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Jane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E2A0BC-5D17-A494-19BD-2B7E4FA8047F}"/>
              </a:ext>
            </a:extLst>
          </p:cNvPr>
          <p:cNvSpPr/>
          <p:nvPr/>
        </p:nvSpPr>
        <p:spPr>
          <a:xfrm>
            <a:off x="3346940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John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E7EEFE4-E460-DE97-9F4C-B947B8940DE5}"/>
              </a:ext>
            </a:extLst>
          </p:cNvPr>
          <p:cNvSpPr/>
          <p:nvPr/>
        </p:nvSpPr>
        <p:spPr>
          <a:xfrm>
            <a:off x="5375031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Mary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A5C883-D0CF-7FB2-607D-4E8A5C3BB3A0}"/>
              </a:ext>
            </a:extLst>
          </p:cNvPr>
          <p:cNvSpPr/>
          <p:nvPr/>
        </p:nvSpPr>
        <p:spPr>
          <a:xfrm>
            <a:off x="7432431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May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DB0D08-A113-5D40-6551-BAA7B82EF802}"/>
              </a:ext>
            </a:extLst>
          </p:cNvPr>
          <p:cNvSpPr/>
          <p:nvPr/>
        </p:nvSpPr>
        <p:spPr>
          <a:xfrm>
            <a:off x="9167446" y="3086103"/>
            <a:ext cx="1441939" cy="63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M Roman 12" panose="00000500000000000000" pitchFamily="50" charset="0"/>
              </a:rPr>
              <a:t>Beau</a:t>
            </a:r>
            <a:endParaRPr lang="en-ZA">
              <a:latin typeface="LM Roman 12" panose="00000500000000000000" pitchFamily="50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BDBF9B3-0058-8C8E-47A7-BA69B717D417}"/>
              </a:ext>
            </a:extLst>
          </p:cNvPr>
          <p:cNvCxnSpPr>
            <a:stCxn id="47" idx="2"/>
            <a:endCxn id="56" idx="0"/>
          </p:cNvCxnSpPr>
          <p:nvPr/>
        </p:nvCxnSpPr>
        <p:spPr>
          <a:xfrm>
            <a:off x="6096001" y="2327036"/>
            <a:ext cx="0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23CBAC0-CF67-F778-027D-B4241B04163D}"/>
              </a:ext>
            </a:extLst>
          </p:cNvPr>
          <p:cNvCxnSpPr>
            <a:stCxn id="19" idx="2"/>
            <a:endCxn id="58" idx="0"/>
          </p:cNvCxnSpPr>
          <p:nvPr/>
        </p:nvCxnSpPr>
        <p:spPr>
          <a:xfrm flipH="1">
            <a:off x="8153401" y="2327036"/>
            <a:ext cx="720969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25BF81D-212C-91BD-0779-BFB3B1CB33ED}"/>
              </a:ext>
            </a:extLst>
          </p:cNvPr>
          <p:cNvCxnSpPr>
            <a:stCxn id="19" idx="2"/>
            <a:endCxn id="60" idx="0"/>
          </p:cNvCxnSpPr>
          <p:nvPr/>
        </p:nvCxnSpPr>
        <p:spPr>
          <a:xfrm>
            <a:off x="8874370" y="2327036"/>
            <a:ext cx="1014046" cy="759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E7B2B8-3C1F-A75E-F916-1AFD76009C17}"/>
              </a:ext>
            </a:extLst>
          </p:cNvPr>
          <p:cNvCxnSpPr>
            <a:stCxn id="9" idx="2"/>
            <a:endCxn id="52" idx="0"/>
          </p:cNvCxnSpPr>
          <p:nvPr/>
        </p:nvCxnSpPr>
        <p:spPr>
          <a:xfrm flipH="1">
            <a:off x="2221525" y="2368062"/>
            <a:ext cx="1201615" cy="718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879EDE3-A9A5-8A8E-2037-1CE7550BD991}"/>
              </a:ext>
            </a:extLst>
          </p:cNvPr>
          <p:cNvCxnSpPr>
            <a:stCxn id="9" idx="2"/>
            <a:endCxn id="54" idx="0"/>
          </p:cNvCxnSpPr>
          <p:nvPr/>
        </p:nvCxnSpPr>
        <p:spPr>
          <a:xfrm>
            <a:off x="3423140" y="2368062"/>
            <a:ext cx="644770" cy="718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EB3E26B3-E91D-013A-62B6-C4D138F07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55" y="6550705"/>
            <a:ext cx="9512789" cy="2044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5E1F69-8DB9-25B0-E93A-35F982D11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134425" y="4118469"/>
            <a:ext cx="10422349" cy="16552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20BDEA-E3ED-3A95-373E-DD3306650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020" y="3931667"/>
            <a:ext cx="8519898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57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D805-2F6D-6DCD-1A9F-67665F4F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5B4CA55-F81E-5F2A-97FD-63A9CD370A6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505B82-C1FC-2D1B-2AC3-16F4F927520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98F50A-292C-1E45-51D6-94E0B4AABC5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56BBCE-007C-C604-0281-BEE03F73723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80D6805-F478-F7EF-88F3-0186840CD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263D558-718A-0F95-C67E-8AEB71FED72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A76474A-B463-527C-10F8-8D71974CF11B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C2100A-41E3-9ED2-F143-33E1F4970DD2}"/>
              </a:ext>
            </a:extLst>
          </p:cNvPr>
          <p:cNvGrpSpPr/>
          <p:nvPr/>
        </p:nvGrpSpPr>
        <p:grpSpPr>
          <a:xfrm>
            <a:off x="8193374" y="1389962"/>
            <a:ext cx="1530626" cy="1297198"/>
            <a:chOff x="8968626" y="941563"/>
            <a:chExt cx="1530626" cy="12971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703640-9A67-5D57-E67D-B31EED2BEE5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14683D-C1E2-4B33-5FD3-CC5A4575A30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92A24F-5219-E999-B189-C01A7FC6ABF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F6D19A-EFD5-4224-ACBC-53F306DDA36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6B02FF-90F4-6275-667F-9524BEE488C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7F44EB-F0CD-9F2C-C024-0B5642773043}"/>
                </a:ext>
              </a:extLst>
            </p:cNvPr>
            <p:cNvSpPr txBox="1"/>
            <p:nvPr/>
          </p:nvSpPr>
          <p:spPr>
            <a:xfrm>
              <a:off x="9777778" y="1031949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D11DC62-24BB-3DFA-A526-DBEE9B1747A2}"/>
              </a:ext>
            </a:extLst>
          </p:cNvPr>
          <p:cNvGrpSpPr/>
          <p:nvPr/>
        </p:nvGrpSpPr>
        <p:grpSpPr>
          <a:xfrm>
            <a:off x="6419573" y="3296723"/>
            <a:ext cx="1530626" cy="1245641"/>
            <a:chOff x="8968626" y="941563"/>
            <a:chExt cx="1530626" cy="124564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A7E93D-37C1-EA2D-8D34-3337E00E4B9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D7D818-8C29-A8DE-2116-FC91353491A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9F4622-37FC-367B-B26C-0F806BB25D3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F5287E-246E-CB77-35C4-096748E639B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94F1A8-CB75-2DB5-8580-8D22AF6391ED}"/>
              </a:ext>
            </a:extLst>
          </p:cNvPr>
          <p:cNvGrpSpPr/>
          <p:nvPr/>
        </p:nvGrpSpPr>
        <p:grpSpPr>
          <a:xfrm>
            <a:off x="10028650" y="3290240"/>
            <a:ext cx="1530626" cy="1297198"/>
            <a:chOff x="8968626" y="941563"/>
            <a:chExt cx="1530626" cy="12971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6EEC64-8B00-D112-084E-E79D15128C1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E53280-65B7-045B-7643-2D9A5F0A71A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2DE43E-2F41-ADB1-9BF5-0223300E87A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0A548A3-DB8E-894A-2298-47F2E009E86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026A5C-A035-4B34-3DF8-040B5AA2458B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25D620-0219-C130-0684-39D33263740A}"/>
              </a:ext>
            </a:extLst>
          </p:cNvPr>
          <p:cNvGrpSpPr/>
          <p:nvPr/>
        </p:nvGrpSpPr>
        <p:grpSpPr>
          <a:xfrm>
            <a:off x="8590940" y="5468038"/>
            <a:ext cx="1530626" cy="1245641"/>
            <a:chOff x="8968626" y="941563"/>
            <a:chExt cx="1530626" cy="12456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5363B8C-0DD5-7F9C-BB49-1BBDB8E39A0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4F2299B-0B60-5DC9-92F7-F33A1A8DC39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DBD0B25-0A4B-222C-31A4-6D28BBB8FC9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1AC7BA1-58A2-C478-40BF-02060C7E3EE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45E369-C4C3-67F7-5B2E-AFA4FBB389CC}"/>
              </a:ext>
            </a:extLst>
          </p:cNvPr>
          <p:cNvCxnSpPr>
            <a:endCxn id="15" idx="0"/>
          </p:cNvCxnSpPr>
          <p:nvPr/>
        </p:nvCxnSpPr>
        <p:spPr>
          <a:xfrm flipH="1">
            <a:off x="7184886" y="2335696"/>
            <a:ext cx="1501914" cy="96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D320F43-EF29-D0DC-5113-FAE9DD229640}"/>
              </a:ext>
            </a:extLst>
          </p:cNvPr>
          <p:cNvCxnSpPr>
            <a:endCxn id="23" idx="0"/>
          </p:cNvCxnSpPr>
          <p:nvPr/>
        </p:nvCxnSpPr>
        <p:spPr>
          <a:xfrm>
            <a:off x="9284254" y="2335696"/>
            <a:ext cx="1507409" cy="1006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0CF945-E492-F993-1347-D1D6230E0874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9356253" y="4204135"/>
            <a:ext cx="1146497" cy="1263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17415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A71C2-93AF-B04E-614C-31669080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39D57B1-D129-DD20-B214-13A7CAE5F27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B37793B-E852-9568-E380-D55EF68306A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2F7DE5-CBE8-8E56-E2C1-6039CA6B87D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8131FF-55E2-C673-32D3-2D30721EA69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A424C52-7D73-07DE-E8BE-67ABE2B62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F03A9D-D3C1-131D-68A5-15BCDD4660E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08FE6E6-8C00-36B2-85C3-D9C8DC1A8798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7632A1-279A-4CB5-B76C-E4BCAB1C31B1}"/>
              </a:ext>
            </a:extLst>
          </p:cNvPr>
          <p:cNvGrpSpPr/>
          <p:nvPr/>
        </p:nvGrpSpPr>
        <p:grpSpPr>
          <a:xfrm>
            <a:off x="8193374" y="1389962"/>
            <a:ext cx="1530626" cy="1297198"/>
            <a:chOff x="8968626" y="941563"/>
            <a:chExt cx="1530626" cy="12971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9072637-528E-360C-32C6-F3550BE0FFD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09A8B7-38D0-CD83-2B51-4F48DEA7BC7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CAF096-BA04-5993-D0F5-27FBE069220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B2D0A-7C95-31EC-5264-13BCE99C489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EBAD48-0382-F18D-0E44-B05899AA8CB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54A248-747D-B57A-D325-8C9177DB0027}"/>
                </a:ext>
              </a:extLst>
            </p:cNvPr>
            <p:cNvSpPr txBox="1"/>
            <p:nvPr/>
          </p:nvSpPr>
          <p:spPr>
            <a:xfrm>
              <a:off x="9777778" y="1031949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763EEA-73EE-0E0A-2CBA-567FC8DAF415}"/>
              </a:ext>
            </a:extLst>
          </p:cNvPr>
          <p:cNvGrpSpPr/>
          <p:nvPr/>
        </p:nvGrpSpPr>
        <p:grpSpPr>
          <a:xfrm>
            <a:off x="6419573" y="3296723"/>
            <a:ext cx="1530626" cy="1245641"/>
            <a:chOff x="8968626" y="941563"/>
            <a:chExt cx="1530626" cy="124564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0EA58E-2D62-9D73-65D1-2D02D5F5330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377E84-FCA1-5805-1861-4DAFA63D980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50F1D8-23D9-1BF9-B36F-F32073A579A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642171-FC3D-513E-9D87-C5EAE474EF7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3E9FBE-7F0B-9F07-6CEB-1E5F249A2D11}"/>
              </a:ext>
            </a:extLst>
          </p:cNvPr>
          <p:cNvGrpSpPr/>
          <p:nvPr/>
        </p:nvGrpSpPr>
        <p:grpSpPr>
          <a:xfrm>
            <a:off x="10028650" y="3290240"/>
            <a:ext cx="1530626" cy="1297198"/>
            <a:chOff x="8968626" y="941563"/>
            <a:chExt cx="1530626" cy="12971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1EDDF6-E2BC-404B-AF4F-0321B0214BE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1DC94EE-DCD4-1940-93F0-DEB912A50BD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B386CA-6ABB-AD87-BED5-A2377254311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2D1013-939B-3CF4-FE01-90887943313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ECC699-8087-49B3-9D68-C8CFE7EBBA8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C5F5EB-F33B-477D-EFC9-505526A4514E}"/>
              </a:ext>
            </a:extLst>
          </p:cNvPr>
          <p:cNvGrpSpPr/>
          <p:nvPr/>
        </p:nvGrpSpPr>
        <p:grpSpPr>
          <a:xfrm>
            <a:off x="8590940" y="5468038"/>
            <a:ext cx="1530626" cy="1245641"/>
            <a:chOff x="8968626" y="941563"/>
            <a:chExt cx="1530626" cy="12456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A33ECF-2FFF-6179-EDFF-52170A8C8A2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C3F38B2-9BC4-A8B4-99C4-D7A256B34D1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77F98E6-B847-0206-6C8A-3F2C8224AC8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05318D-0E88-551F-E7CA-C5124A049C9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B3AADDB-338A-6E18-06AD-4894CAFB47AB}"/>
              </a:ext>
            </a:extLst>
          </p:cNvPr>
          <p:cNvCxnSpPr>
            <a:endCxn id="15" idx="0"/>
          </p:cNvCxnSpPr>
          <p:nvPr/>
        </p:nvCxnSpPr>
        <p:spPr>
          <a:xfrm flipH="1">
            <a:off x="7184886" y="2335696"/>
            <a:ext cx="1501914" cy="96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20743F-F7E5-647C-16BB-FA391149D1AF}"/>
              </a:ext>
            </a:extLst>
          </p:cNvPr>
          <p:cNvCxnSpPr>
            <a:endCxn id="23" idx="0"/>
          </p:cNvCxnSpPr>
          <p:nvPr/>
        </p:nvCxnSpPr>
        <p:spPr>
          <a:xfrm>
            <a:off x="9284254" y="2335696"/>
            <a:ext cx="1507409" cy="1006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936066-6723-BB5F-AF86-DBBD0E885838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9356253" y="4204135"/>
            <a:ext cx="1146497" cy="1263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3223801-4B2F-CF3B-497B-DD21FD37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079"/>
          <a:stretch>
            <a:fillRect/>
          </a:stretch>
        </p:blipFill>
        <p:spPr>
          <a:xfrm>
            <a:off x="0" y="1355280"/>
            <a:ext cx="5844807" cy="10698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CD8ECCA-C920-32C2-3941-566C0D19EBF6}"/>
              </a:ext>
            </a:extLst>
          </p:cNvPr>
          <p:cNvSpPr/>
          <p:nvPr/>
        </p:nvSpPr>
        <p:spPr>
          <a:xfrm>
            <a:off x="7434470" y="1218197"/>
            <a:ext cx="3287493" cy="15994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02128-7D37-161F-BD8A-860D0AC9594E}"/>
              </a:ext>
            </a:extLst>
          </p:cNvPr>
          <p:cNvSpPr txBox="1"/>
          <p:nvPr/>
        </p:nvSpPr>
        <p:spPr>
          <a:xfrm>
            <a:off x="9605165" y="876309"/>
            <a:ext cx="210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latin typeface="LM Roman 12" panose="00000500000000000000" pitchFamily="50" charset="0"/>
              </a:rPr>
              <a:t>B is the root node</a:t>
            </a:r>
          </a:p>
        </p:txBody>
      </p:sp>
    </p:spTree>
    <p:extLst>
      <p:ext uri="{BB962C8B-B14F-4D97-AF65-F5344CB8AC3E}">
        <p14:creationId xmlns:p14="http://schemas.microsoft.com/office/powerpoint/2010/main" val="3243756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4152-7BAE-364B-4DEB-68E38440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56350B5-5103-5988-6061-1D8F42CFFEB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C401940-6F0A-463A-278C-BAE7C6D704D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44591D-0535-9864-3750-1B09F72BDBC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126000-61BB-A395-5CD9-94BB0A5D8A3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97F1C55-3B42-29D8-B652-67D401E53B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BAEE5D-829F-0F49-C4BB-EC6DC028241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68B4D39-7B85-EA6F-8874-98CD17202711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7B9DAB7-265D-DA7A-2C5C-ED5F5B4655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54929"/>
          <a:stretch>
            <a:fillRect/>
          </a:stretch>
        </p:blipFill>
        <p:spPr>
          <a:xfrm>
            <a:off x="0" y="1355280"/>
            <a:ext cx="5844807" cy="19349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6632D1-7C28-6F7D-DCC0-4CF736A50623}"/>
              </a:ext>
            </a:extLst>
          </p:cNvPr>
          <p:cNvSpPr/>
          <p:nvPr/>
        </p:nvSpPr>
        <p:spPr>
          <a:xfrm>
            <a:off x="5862745" y="3156693"/>
            <a:ext cx="6329255" cy="15994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B1872-4AEC-6B37-0C29-F3B89186784F}"/>
              </a:ext>
            </a:extLst>
          </p:cNvPr>
          <p:cNvSpPr txBox="1"/>
          <p:nvPr/>
        </p:nvSpPr>
        <p:spPr>
          <a:xfrm>
            <a:off x="7210817" y="2754728"/>
            <a:ext cx="3583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latin typeface="LM Roman 12" panose="00000500000000000000" pitchFamily="50" charset="0"/>
              </a:rPr>
              <a:t>A (left) and D (right) child of 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265E9B-0529-AD1B-1636-6890B3D6ECB2}"/>
              </a:ext>
            </a:extLst>
          </p:cNvPr>
          <p:cNvGrpSpPr/>
          <p:nvPr/>
        </p:nvGrpSpPr>
        <p:grpSpPr>
          <a:xfrm>
            <a:off x="8193374" y="1389962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90395D-EE0A-8FD0-F709-6831EC5044C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656E4F9-4B9E-1919-C27A-058E8C9298E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2825771-53C0-C692-FA66-7080379044D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406411B-7799-9D13-641B-487C3564E29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7A61FA0-7F61-9C4F-CC64-42B9193A238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4DEA8D1-20D9-98F0-843B-F226C442BB8E}"/>
                </a:ext>
              </a:extLst>
            </p:cNvPr>
            <p:cNvSpPr txBox="1"/>
            <p:nvPr/>
          </p:nvSpPr>
          <p:spPr>
            <a:xfrm>
              <a:off x="9777778" y="1031949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DB1EE15-21D5-C051-36D9-6A57AFB6124D}"/>
              </a:ext>
            </a:extLst>
          </p:cNvPr>
          <p:cNvGrpSpPr/>
          <p:nvPr/>
        </p:nvGrpSpPr>
        <p:grpSpPr>
          <a:xfrm>
            <a:off x="6419573" y="3296723"/>
            <a:ext cx="1530626" cy="1245641"/>
            <a:chOff x="8968626" y="941563"/>
            <a:chExt cx="1530626" cy="12456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00A4F51-BFF4-FEDA-5CAE-974B4CE3350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7FBF15A-FEF0-2C5B-5D2C-BFFCA61210D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AAE5D92-D393-66A7-6B4A-732B0FAF820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E43CF51-B409-4D28-BB89-871B41DC3C5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2A12766-7C4D-DE6D-903C-A68F32982B36}"/>
              </a:ext>
            </a:extLst>
          </p:cNvPr>
          <p:cNvGrpSpPr/>
          <p:nvPr/>
        </p:nvGrpSpPr>
        <p:grpSpPr>
          <a:xfrm>
            <a:off x="10028650" y="3290240"/>
            <a:ext cx="1530626" cy="1297198"/>
            <a:chOff x="8968626" y="941563"/>
            <a:chExt cx="1530626" cy="129719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23BB3FE-BE22-D131-2AE8-676D15481D1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425FF7C-48BF-E6A6-C952-89366D4BCE7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A4F3553-819F-F9EC-DB47-FD469DB33D3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FFCE09C-6D9D-87F1-225A-6D0D8E41CFA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D96BC4-1752-9264-748D-FDCC0066CD5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1611521-4CEF-F904-B175-97D003AA0CEF}"/>
              </a:ext>
            </a:extLst>
          </p:cNvPr>
          <p:cNvGrpSpPr/>
          <p:nvPr/>
        </p:nvGrpSpPr>
        <p:grpSpPr>
          <a:xfrm>
            <a:off x="8590940" y="5468038"/>
            <a:ext cx="1530626" cy="1245641"/>
            <a:chOff x="8968626" y="941563"/>
            <a:chExt cx="1530626" cy="124564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8E973C0-21B6-DB1E-9B57-6965A3D311F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33EB203-2613-7758-E85B-DCCF7461B0C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7826152-1665-C632-86EA-11132FF9C48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E4577B6-EE07-5113-4AAF-31FB0A7DBB5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36C39FF-E00A-6931-9E30-83E91A2CBA72}"/>
              </a:ext>
            </a:extLst>
          </p:cNvPr>
          <p:cNvCxnSpPr>
            <a:endCxn id="51" idx="0"/>
          </p:cNvCxnSpPr>
          <p:nvPr/>
        </p:nvCxnSpPr>
        <p:spPr>
          <a:xfrm flipH="1">
            <a:off x="7184886" y="2335696"/>
            <a:ext cx="1501914" cy="96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D1511C7-F6E8-D812-AFA6-9206AE1C5F5E}"/>
              </a:ext>
            </a:extLst>
          </p:cNvPr>
          <p:cNvCxnSpPr>
            <a:endCxn id="57" idx="0"/>
          </p:cNvCxnSpPr>
          <p:nvPr/>
        </p:nvCxnSpPr>
        <p:spPr>
          <a:xfrm>
            <a:off x="9284254" y="2335696"/>
            <a:ext cx="1507409" cy="1006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B11C521-AD52-7C1C-D110-CA4169711110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9356253" y="4204135"/>
            <a:ext cx="1146497" cy="1263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061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639C-1C87-3F24-2063-3D71BFA2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5A8540C-5E46-5C2E-F26C-B4F56EEBFA2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9F1A58B-31F3-59C2-74FC-70ABFAC3F0B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851DD0-6739-3A49-2F50-F5C96B564F7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869343-C653-1476-AA84-8901ABD9DE6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2E6AA28-1544-AAF2-FD85-56DADF187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D4EA6D-DFD4-8D0E-E6A8-6831C308CDF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4C91ED5-E4A1-2C1F-874A-D9E4996371A9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E6650A8-F080-946C-107E-49B2F17C2E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33641"/>
          <a:stretch>
            <a:fillRect/>
          </a:stretch>
        </p:blipFill>
        <p:spPr>
          <a:xfrm>
            <a:off x="0" y="1355279"/>
            <a:ext cx="5844807" cy="28488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2F7E49-D980-745F-2F57-2FFAAB2A8A74}"/>
              </a:ext>
            </a:extLst>
          </p:cNvPr>
          <p:cNvSpPr/>
          <p:nvPr/>
        </p:nvSpPr>
        <p:spPr>
          <a:xfrm>
            <a:off x="6126534" y="3156693"/>
            <a:ext cx="2066839" cy="15994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FD3ABC-B392-3E4A-FAE8-6135CDAD9A30}"/>
              </a:ext>
            </a:extLst>
          </p:cNvPr>
          <p:cNvSpPr txBox="1"/>
          <p:nvPr/>
        </p:nvSpPr>
        <p:spPr>
          <a:xfrm>
            <a:off x="5802693" y="4836086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latin typeface="LM Roman 12" panose="00000500000000000000" pitchFamily="50" charset="0"/>
              </a:rPr>
              <a:t>A constitutes left subtree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4EB7D4-E80D-B927-CDC5-A0B83518C821}"/>
              </a:ext>
            </a:extLst>
          </p:cNvPr>
          <p:cNvGrpSpPr/>
          <p:nvPr/>
        </p:nvGrpSpPr>
        <p:grpSpPr>
          <a:xfrm>
            <a:off x="8193374" y="1389962"/>
            <a:ext cx="1530626" cy="1297198"/>
            <a:chOff x="8968626" y="941563"/>
            <a:chExt cx="1530626" cy="12971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D12AF7-B251-4BBE-3ED9-BB685F61563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06C66-16B7-9FE0-1239-2BBE9307385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62E82C-A30D-E59E-E45F-618083DEB68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29B6BF1-12CA-EE44-6C68-2630B4025AC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94A593-47F3-A067-9A6C-2B880A71826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8560DA4-79E8-73B3-ED68-C30DF19D4C99}"/>
                </a:ext>
              </a:extLst>
            </p:cNvPr>
            <p:cNvSpPr txBox="1"/>
            <p:nvPr/>
          </p:nvSpPr>
          <p:spPr>
            <a:xfrm>
              <a:off x="9777778" y="1031949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4F667D-7AC6-7860-E4ED-12C0F72CAEE4}"/>
              </a:ext>
            </a:extLst>
          </p:cNvPr>
          <p:cNvGrpSpPr/>
          <p:nvPr/>
        </p:nvGrpSpPr>
        <p:grpSpPr>
          <a:xfrm>
            <a:off x="6419573" y="3296723"/>
            <a:ext cx="1530626" cy="1245641"/>
            <a:chOff x="8968626" y="941563"/>
            <a:chExt cx="1530626" cy="12456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F70EC8-D269-95A1-B4DB-99BD5DF978A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38DFE21-D490-DDD9-EF34-0E15A5AE9B9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206E298-8B08-3ED3-99C3-58F4505B9E5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0E8474C-EA8F-B622-ACC5-227C690CF6F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6D3167E-E0E3-E0E0-3903-CC2B01E90DA0}"/>
              </a:ext>
            </a:extLst>
          </p:cNvPr>
          <p:cNvGrpSpPr/>
          <p:nvPr/>
        </p:nvGrpSpPr>
        <p:grpSpPr>
          <a:xfrm>
            <a:off x="10028650" y="3290240"/>
            <a:ext cx="1530626" cy="1297198"/>
            <a:chOff x="8968626" y="941563"/>
            <a:chExt cx="1530626" cy="129719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059DBC7-2BD9-8C9E-F364-632DDC58471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375B37A-F2F0-4DFB-816D-00FB6219043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400ECD2-7E2D-81D8-7722-5F3A0BA3E8C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FF56D5A-2E46-4ADA-1149-EB571F60627E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EC1153A-E6C2-5296-3C43-E7ABD54AC87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6E3180-4EDD-F7F6-83F5-87CF9C9BD789}"/>
              </a:ext>
            </a:extLst>
          </p:cNvPr>
          <p:cNvGrpSpPr/>
          <p:nvPr/>
        </p:nvGrpSpPr>
        <p:grpSpPr>
          <a:xfrm>
            <a:off x="8590940" y="5468038"/>
            <a:ext cx="1530626" cy="1245641"/>
            <a:chOff x="8968626" y="941563"/>
            <a:chExt cx="1530626" cy="124564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AE9B208-0444-67D6-556B-2923AB75C22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8F7BC6A-7791-B22E-211E-FF12854D84D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8728892-95FE-7C69-2063-BFEA9A24551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49D9968-24EF-6594-4D28-1B12DCFDE0A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0FD9563-5A1E-7685-FB5C-9EA0304F8BB6}"/>
              </a:ext>
            </a:extLst>
          </p:cNvPr>
          <p:cNvCxnSpPr>
            <a:endCxn id="51" idx="0"/>
          </p:cNvCxnSpPr>
          <p:nvPr/>
        </p:nvCxnSpPr>
        <p:spPr>
          <a:xfrm flipH="1">
            <a:off x="7184886" y="2335696"/>
            <a:ext cx="1501914" cy="96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E2CBB7E-7E9D-4AB1-6FE1-45CD31D48554}"/>
              </a:ext>
            </a:extLst>
          </p:cNvPr>
          <p:cNvCxnSpPr>
            <a:endCxn id="57" idx="0"/>
          </p:cNvCxnSpPr>
          <p:nvPr/>
        </p:nvCxnSpPr>
        <p:spPr>
          <a:xfrm>
            <a:off x="9284254" y="2335696"/>
            <a:ext cx="1507409" cy="1006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7A2178-1301-376B-C44C-437E73FC017E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9356253" y="4204135"/>
            <a:ext cx="1146497" cy="1263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961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A4F7-7A02-9C97-3DA5-7E7A18B4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2A5DC45-44CD-3AEB-88CB-73957B3D9CB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B5B41A-4A4B-88E6-E7CB-7C7655B50BD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5BAA7B-B9E6-D50C-236D-BCC9E1971EA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E76ED1-17F0-3EE2-3720-675A6C16F43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E711152-085C-26EF-0FC2-9B322D1A5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CC5004-BED5-E7AB-1FFA-A27AEC9DA42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3E25FB-D4ED-FC68-1ECD-F44ADD04CA4E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0C898BE-F3F2-92C4-471B-3B40EB7898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33641"/>
          <a:stretch>
            <a:fillRect/>
          </a:stretch>
        </p:blipFill>
        <p:spPr>
          <a:xfrm>
            <a:off x="0" y="1355279"/>
            <a:ext cx="5844807" cy="28488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C4939F-034A-6263-3F53-F3599DDA82AB}"/>
              </a:ext>
            </a:extLst>
          </p:cNvPr>
          <p:cNvSpPr/>
          <p:nvPr/>
        </p:nvSpPr>
        <p:spPr>
          <a:xfrm>
            <a:off x="8333225" y="3150210"/>
            <a:ext cx="3514218" cy="364737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56F55-F18B-C103-6978-9EBF27B6E90E}"/>
              </a:ext>
            </a:extLst>
          </p:cNvPr>
          <p:cNvSpPr txBox="1"/>
          <p:nvPr/>
        </p:nvSpPr>
        <p:spPr>
          <a:xfrm>
            <a:off x="8333225" y="4797673"/>
            <a:ext cx="3432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latin typeface="LM Roman 12" panose="00000500000000000000" pitchFamily="50" charset="0"/>
              </a:rPr>
              <a:t>D &amp; C constitute right subtree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F4881A-B26B-9BDF-E481-36902E0FC075}"/>
              </a:ext>
            </a:extLst>
          </p:cNvPr>
          <p:cNvGrpSpPr/>
          <p:nvPr/>
        </p:nvGrpSpPr>
        <p:grpSpPr>
          <a:xfrm>
            <a:off x="8193374" y="1389962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5F67ED-22CF-F5A5-C892-FF6B102EF4C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10CE73-79F9-44A4-A7DB-4614A520CF3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91016DD-182F-9FE9-9BED-9FC5BE61582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1629DDF-4E36-886F-9EEF-86CFD36A03D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AF79BFB-1261-0FF5-D394-27E6A85FDFD3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C492E44-6C75-A8CB-2E57-199F64696973}"/>
                </a:ext>
              </a:extLst>
            </p:cNvPr>
            <p:cNvSpPr txBox="1"/>
            <p:nvPr/>
          </p:nvSpPr>
          <p:spPr>
            <a:xfrm>
              <a:off x="9777778" y="1031949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47FA82A-74AB-DB1B-F7CF-302FD2FB0B89}"/>
              </a:ext>
            </a:extLst>
          </p:cNvPr>
          <p:cNvGrpSpPr/>
          <p:nvPr/>
        </p:nvGrpSpPr>
        <p:grpSpPr>
          <a:xfrm>
            <a:off x="6419573" y="3296723"/>
            <a:ext cx="1530626" cy="1245641"/>
            <a:chOff x="8968626" y="941563"/>
            <a:chExt cx="1530626" cy="12456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1BCD7A7-CB61-3AA4-FDB0-C8D3532DA43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9091A3-4E85-7940-22AC-DE000BC86DE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46C09D-3209-2045-7D31-8BDE7E215A3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8086BBC-187D-0E72-DAAA-231DF4893FD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0F8576-065B-BB92-2E1C-E00F75329FC1}"/>
              </a:ext>
            </a:extLst>
          </p:cNvPr>
          <p:cNvGrpSpPr/>
          <p:nvPr/>
        </p:nvGrpSpPr>
        <p:grpSpPr>
          <a:xfrm>
            <a:off x="10028650" y="3290240"/>
            <a:ext cx="1530626" cy="1297198"/>
            <a:chOff x="8968626" y="941563"/>
            <a:chExt cx="1530626" cy="129719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410D7B0-1F36-09D5-30B7-10AAE8219EA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A9563CE-064D-C63E-8F11-D1D6BE147B3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5FB6B15-3F1E-FAFB-66D1-A8CB9F2A84F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EBA84C3-B13A-B002-2743-55DAA8EAA1F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81B0F27-5E90-805D-B9A2-CDD539013F84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84844B-D639-6DBA-4863-D95EDA6C4972}"/>
              </a:ext>
            </a:extLst>
          </p:cNvPr>
          <p:cNvGrpSpPr/>
          <p:nvPr/>
        </p:nvGrpSpPr>
        <p:grpSpPr>
          <a:xfrm>
            <a:off x="8590940" y="5468038"/>
            <a:ext cx="1530626" cy="1245641"/>
            <a:chOff x="8968626" y="941563"/>
            <a:chExt cx="1530626" cy="124564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0BACD5-0BE5-7625-F0A6-7D05144D533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C58035-3485-DE0F-EE6F-446C61B6461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2A7DC7-AD0C-E8D6-E94E-313B27C402A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95B2D85-C2B2-0E0C-809B-0F037A04DC8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DA3DB43-FF0F-36AE-2715-6847B4712311}"/>
              </a:ext>
            </a:extLst>
          </p:cNvPr>
          <p:cNvCxnSpPr>
            <a:endCxn id="51" idx="0"/>
          </p:cNvCxnSpPr>
          <p:nvPr/>
        </p:nvCxnSpPr>
        <p:spPr>
          <a:xfrm flipH="1">
            <a:off x="7184886" y="2335696"/>
            <a:ext cx="1501914" cy="96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D23C004-0470-6A69-F2EE-67894982A897}"/>
              </a:ext>
            </a:extLst>
          </p:cNvPr>
          <p:cNvCxnSpPr>
            <a:endCxn id="57" idx="0"/>
          </p:cNvCxnSpPr>
          <p:nvPr/>
        </p:nvCxnSpPr>
        <p:spPr>
          <a:xfrm>
            <a:off x="9284254" y="2335696"/>
            <a:ext cx="1507409" cy="1006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AC653F0-9F04-D80D-C743-3016EC993161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9356253" y="4204135"/>
            <a:ext cx="1146497" cy="1263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300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574F1-9C78-A809-4E21-10DCE2C4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3178141-248A-D3F3-A3BE-3170B0F6140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2DAF12C-BC22-E03A-DFE4-54F8DC8D371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C4D41D-54A9-3017-1AF4-17F395FA901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64C5DE-053B-00AF-BB8B-14483BC95E2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F943392-5FFC-F097-405A-164564ECE7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0FC76A-84DE-387A-1B20-7D556E1242C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0C214DD-9D45-BEE4-5253-E9612058EAD8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CF50AEA-E6D0-2D83-1798-65004D03E8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2094"/>
          <a:stretch>
            <a:fillRect/>
          </a:stretch>
        </p:blipFill>
        <p:spPr>
          <a:xfrm>
            <a:off x="0" y="1355279"/>
            <a:ext cx="5844807" cy="42031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0322B4-2563-2696-D6E3-0FA5832E927C}"/>
              </a:ext>
            </a:extLst>
          </p:cNvPr>
          <p:cNvSpPr/>
          <p:nvPr/>
        </p:nvSpPr>
        <p:spPr>
          <a:xfrm>
            <a:off x="7367774" y="1153654"/>
            <a:ext cx="3514218" cy="16639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76F89-23CD-9A72-2FB4-12B1E12932CB}"/>
              </a:ext>
            </a:extLst>
          </p:cNvPr>
          <p:cNvSpPr txBox="1"/>
          <p:nvPr/>
        </p:nvSpPr>
        <p:spPr>
          <a:xfrm>
            <a:off x="9845731" y="2869351"/>
            <a:ext cx="18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latin typeface="LM Roman 12" panose="00000500000000000000" pitchFamily="50" charset="0"/>
              </a:rPr>
              <a:t>D is parent of 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3ED038-915D-E494-B59A-FDE6C0205589}"/>
              </a:ext>
            </a:extLst>
          </p:cNvPr>
          <p:cNvSpPr txBox="1"/>
          <p:nvPr/>
        </p:nvSpPr>
        <p:spPr>
          <a:xfrm>
            <a:off x="8218737" y="1092339"/>
            <a:ext cx="240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>
                <a:latin typeface="LM Roman 12" panose="00000500000000000000" pitchFamily="50" charset="0"/>
              </a:rPr>
              <a:t>B is parent of A &amp; 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AAAC6C-910A-CE17-4B47-A0A174A7AEF8}"/>
              </a:ext>
            </a:extLst>
          </p:cNvPr>
          <p:cNvGrpSpPr/>
          <p:nvPr/>
        </p:nvGrpSpPr>
        <p:grpSpPr>
          <a:xfrm>
            <a:off x="8193374" y="1389962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59F50C-241F-DDFC-A4FD-3B090ECA78F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73A5607-5339-1835-BE2B-4C91A2B9E3F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CB65725-5EB2-64DA-E455-A45901CB970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3CC5867-E4A2-38CD-496F-48A12E10FC3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CD8BA3-AB4B-CF44-6656-213AF5E47E99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24D8D2-F394-860A-AE03-FC9082E38B08}"/>
                </a:ext>
              </a:extLst>
            </p:cNvPr>
            <p:cNvSpPr txBox="1"/>
            <p:nvPr/>
          </p:nvSpPr>
          <p:spPr>
            <a:xfrm>
              <a:off x="9777778" y="1031949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57B3448-FD06-6D2B-E03D-302D5E320647}"/>
              </a:ext>
            </a:extLst>
          </p:cNvPr>
          <p:cNvGrpSpPr/>
          <p:nvPr/>
        </p:nvGrpSpPr>
        <p:grpSpPr>
          <a:xfrm>
            <a:off x="6419573" y="3296723"/>
            <a:ext cx="1530626" cy="1245641"/>
            <a:chOff x="8968626" y="941563"/>
            <a:chExt cx="1530626" cy="124564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146C0A9-2448-0865-C75B-8B16ED41870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E6911A9-21A9-E3EF-632D-4A5620D99A6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E5FB23A-D8A7-0A67-8F3A-4FC4B8D8351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7724108-81FF-0490-08FC-0B53AE96B73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692A98B-EE33-CD18-BE24-CA1761FEC711}"/>
              </a:ext>
            </a:extLst>
          </p:cNvPr>
          <p:cNvGrpSpPr/>
          <p:nvPr/>
        </p:nvGrpSpPr>
        <p:grpSpPr>
          <a:xfrm>
            <a:off x="10028650" y="3290240"/>
            <a:ext cx="1530626" cy="1297198"/>
            <a:chOff x="8968626" y="941563"/>
            <a:chExt cx="1530626" cy="129719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6D3B16-60AF-7F6C-8298-BBEFE0BFA79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38A19A4-3E72-637B-1F6E-DBA3EC22DCD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CF0A971-EA0D-12B9-DC58-5DEC8189BFE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6E5D661-AB26-5F82-1EAA-1C395136DE5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84F0ED7-9FC7-95AB-46A7-5CB699CCCE9C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AD3C276-D884-74B7-F8FF-62AFDA810AF4}"/>
              </a:ext>
            </a:extLst>
          </p:cNvPr>
          <p:cNvGrpSpPr/>
          <p:nvPr/>
        </p:nvGrpSpPr>
        <p:grpSpPr>
          <a:xfrm>
            <a:off x="8590940" y="5468038"/>
            <a:ext cx="1530626" cy="1245641"/>
            <a:chOff x="8968626" y="941563"/>
            <a:chExt cx="1530626" cy="124564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1DE348D-6C68-E96C-350C-51D90E3F7E9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69D46A6-74CB-FDA9-CA65-5CB251CFEA9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09C4749-9432-4FA9-54AB-55E5D0EDE17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1CE0BEB-B7F7-0BAD-6DA1-CA3D7B95CDE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60D35E6-E0A3-4F7E-EEA6-C44413893C56}"/>
              </a:ext>
            </a:extLst>
          </p:cNvPr>
          <p:cNvCxnSpPr>
            <a:endCxn id="52" idx="0"/>
          </p:cNvCxnSpPr>
          <p:nvPr/>
        </p:nvCxnSpPr>
        <p:spPr>
          <a:xfrm flipH="1">
            <a:off x="7184886" y="2335696"/>
            <a:ext cx="1501914" cy="96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C1EF346-D0D6-32A4-23AA-B3E6C200F078}"/>
              </a:ext>
            </a:extLst>
          </p:cNvPr>
          <p:cNvCxnSpPr>
            <a:endCxn id="58" idx="0"/>
          </p:cNvCxnSpPr>
          <p:nvPr/>
        </p:nvCxnSpPr>
        <p:spPr>
          <a:xfrm>
            <a:off x="9284254" y="2335696"/>
            <a:ext cx="1507409" cy="1006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F50E754-D380-F88C-7545-FFD2F388F5B5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356253" y="4204135"/>
            <a:ext cx="1146497" cy="1263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794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85D1-2C87-C2C8-DB40-96AFA9B5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243E7E1-6296-F7DA-1F73-1832565B890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CC80618-B0D9-CABA-B432-C1A293BB0DA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E29A6B6-FC8E-A8FC-19C2-74AF5C074B7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AC5-1B7C-EBCD-7FAA-F9316A51D18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4BE75B8-8C61-99C6-7E80-402BE5E41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3BF3E73-09FD-8C7A-B0E0-35195401F96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030AC0C-D8B2-30D6-5E3A-69E0E58C9A8B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ADCEBCC-FC60-CBC7-0163-FF9977FC3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907" y="1045905"/>
            <a:ext cx="9366283" cy="562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9444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FDD1-E5B2-A584-F063-07A170638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5858628-E672-4EB9-77EB-6CD6F307745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321AD57-63D1-A1DF-5795-D653893078E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9ACBAC-7C2D-C572-B4E9-38181A9A43A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085322-1730-988B-78DF-749E89024EC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A2C967F-701F-1B34-D106-E25F98D20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FC60BE-AA4F-E2F5-B0E8-8F5B943824B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86A14EE-68B9-A6E3-2A95-74F0376EB71B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F1DE8C7-8F6F-1A80-4F39-CEE3C9019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907" y="1045905"/>
            <a:ext cx="9366283" cy="562338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32BC25D-7115-A89A-9B91-0C9253A6B1C9}"/>
              </a:ext>
            </a:extLst>
          </p:cNvPr>
          <p:cNvSpPr/>
          <p:nvPr/>
        </p:nvSpPr>
        <p:spPr>
          <a:xfrm>
            <a:off x="884584" y="2405983"/>
            <a:ext cx="5446642" cy="439481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7775F8-10A4-35E8-99FD-B3142E4AD4EE}"/>
              </a:ext>
            </a:extLst>
          </p:cNvPr>
          <p:cNvSpPr txBox="1"/>
          <p:nvPr/>
        </p:nvSpPr>
        <p:spPr>
          <a:xfrm>
            <a:off x="1532907" y="6431464"/>
            <a:ext cx="4351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{0, 1, 2, 3, 4} left child &lt; 5 (parent node)</a:t>
            </a:r>
          </a:p>
        </p:txBody>
      </p:sp>
    </p:spTree>
    <p:extLst>
      <p:ext uri="{BB962C8B-B14F-4D97-AF65-F5344CB8AC3E}">
        <p14:creationId xmlns:p14="http://schemas.microsoft.com/office/powerpoint/2010/main" val="3667765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3C74-B13A-B09E-793F-58B5CC1D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1777FE3-0E71-12FA-EE42-C16C2B94FA3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A7527E-E7FD-AEA0-9883-C8085C6996E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D92133-36D8-C944-E003-50B5D2A1364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5D40D8-ADE0-AAD0-A5E0-5C408168308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0F5C3B4-E2E5-CDED-C5A3-A18437FE7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FF86239-146E-23D9-D050-7FCDA3819E4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ABA8A9A-D303-1667-F4A7-FBD9CC657E59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B029185-1485-DC19-2E57-51473B456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907" y="1045905"/>
            <a:ext cx="9366283" cy="562338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EA3C1F9B-747A-68A0-6B9B-E6BB850CEAD1}"/>
              </a:ext>
            </a:extLst>
          </p:cNvPr>
          <p:cNvSpPr/>
          <p:nvPr/>
        </p:nvSpPr>
        <p:spPr>
          <a:xfrm>
            <a:off x="6096000" y="2274479"/>
            <a:ext cx="5446642" cy="439481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1B9AC0-99DD-6372-F876-61EE46CF5B50}"/>
              </a:ext>
            </a:extLst>
          </p:cNvPr>
          <p:cNvSpPr txBox="1"/>
          <p:nvPr/>
        </p:nvSpPr>
        <p:spPr>
          <a:xfrm>
            <a:off x="6744323" y="6299960"/>
            <a:ext cx="431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{6, 7, 8, 9} right child &gt; 5 (parent node)</a:t>
            </a:r>
          </a:p>
        </p:txBody>
      </p:sp>
    </p:spTree>
    <p:extLst>
      <p:ext uri="{BB962C8B-B14F-4D97-AF65-F5344CB8AC3E}">
        <p14:creationId xmlns:p14="http://schemas.microsoft.com/office/powerpoint/2010/main" val="3304723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3AFA-C9DB-141F-89E1-DD10246D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BBF8C11-4186-3257-7913-041D84073CF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5662DC4-165C-FFF1-40B0-7251EC07384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288A1C-8A39-159E-C159-AD8838E19D8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874F16-5C05-0112-B166-ECC7A8DCF4B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2780AD8-FE25-5387-34A7-9899A65E6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D9B7F7-EE1B-5DFC-6551-52083A4A60A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5D2C36D-644C-281B-569D-E1F67D11B32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3C91B90-9B51-21C4-0835-58D14AD5D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907" y="1045905"/>
            <a:ext cx="9366283" cy="562338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BA7D2BD4-C628-DEA1-AA3A-FB7AEDF5E897}"/>
              </a:ext>
            </a:extLst>
          </p:cNvPr>
          <p:cNvSpPr/>
          <p:nvPr/>
        </p:nvSpPr>
        <p:spPr>
          <a:xfrm>
            <a:off x="1106556" y="3806687"/>
            <a:ext cx="3187148" cy="299411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27F1ED-1906-5570-CC99-11F438CCD1F7}"/>
              </a:ext>
            </a:extLst>
          </p:cNvPr>
          <p:cNvSpPr txBox="1"/>
          <p:nvPr/>
        </p:nvSpPr>
        <p:spPr>
          <a:xfrm>
            <a:off x="112405" y="3353952"/>
            <a:ext cx="359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{0, 1} left child &lt; 2 (parent node)</a:t>
            </a:r>
          </a:p>
        </p:txBody>
      </p:sp>
    </p:spTree>
    <p:extLst>
      <p:ext uri="{BB962C8B-B14F-4D97-AF65-F5344CB8AC3E}">
        <p14:creationId xmlns:p14="http://schemas.microsoft.com/office/powerpoint/2010/main" val="761048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4645-717F-4E7F-4D1C-F3CF6A1E4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4AFB935-856A-BEF0-98DC-086BF5FAFF1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BF79F19-4098-0C28-2A84-B8F6FFFCEF8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96697A-09FC-2E75-A868-7AA7F21DF06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066365-3ECE-E8DF-253F-6298E30A80A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4EE4E76-1EBE-FB79-4706-FE6DC9F1DB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940C9AB-9661-7894-3D1B-B1343692AB7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C4BDB95-08D8-5236-586E-1E229AD43C08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39F2E62-82DA-ACEB-8617-B5A0BC84D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907" y="1045905"/>
            <a:ext cx="9366283" cy="562338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666B949-4F66-83B4-BDBE-02DA222C44C9}"/>
              </a:ext>
            </a:extLst>
          </p:cNvPr>
          <p:cNvSpPr/>
          <p:nvPr/>
        </p:nvSpPr>
        <p:spPr>
          <a:xfrm>
            <a:off x="4078356" y="3863890"/>
            <a:ext cx="2232992" cy="299411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A954CF-F0BC-3B3B-EA0C-DABDD06C3ED1}"/>
              </a:ext>
            </a:extLst>
          </p:cNvPr>
          <p:cNvSpPr txBox="1"/>
          <p:nvPr/>
        </p:nvSpPr>
        <p:spPr>
          <a:xfrm>
            <a:off x="6338439" y="6431465"/>
            <a:ext cx="390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{3, 4} right child &gt; 2 (parent node)</a:t>
            </a:r>
          </a:p>
        </p:txBody>
      </p:sp>
    </p:spTree>
    <p:extLst>
      <p:ext uri="{BB962C8B-B14F-4D97-AF65-F5344CB8AC3E}">
        <p14:creationId xmlns:p14="http://schemas.microsoft.com/office/powerpoint/2010/main" val="176322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6AD1-B0F1-952D-4ECC-663125FA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01055F2-3ABD-0EEA-74F3-6FE8F1BE3C3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7D93BD3-4BB9-3393-9932-89F6167B4CD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5318C8-8CCC-F06C-A8E0-6821B5A9C79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D5D462-2491-2249-C507-6D2A3550D49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0C0C24E-B8D1-0036-C8B8-4D5D7D577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DD4319-5500-0A51-7F1B-EED680C183D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9A7F94C-EB5B-743C-51F9-4A9518767FAF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Insertion in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52D8D4B-C950-7888-16A3-D93A2B5C5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45905"/>
            <a:ext cx="10221751" cy="5715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3634E7-E27C-3497-7FC1-DEA8B00B1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42" y="1468770"/>
            <a:ext cx="1286054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2293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3B746-BD2A-3368-5C37-10FE23C4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32866D3-863C-762B-0E0C-7C0624CA69B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1C94A33-49E0-89D4-D2D0-30B00E0AD55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1EF41B-B7F1-5FF6-6EBF-7072A795A31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B6F7AE-ADF3-2714-1DAC-9D51315FF54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6213974-F95A-4FDF-66B2-CBE40175DE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BC250B-44FF-354A-0492-203EBB4B96B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97F5526-9EDE-0AB8-15B1-E517A25FFBB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Insertion in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D149B39-CC85-DC53-05CB-894BFE13C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45905"/>
            <a:ext cx="10221751" cy="5715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7898F6-D88A-1C7B-4530-41E915445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52" y="2389825"/>
            <a:ext cx="1286054" cy="1343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D76F9F-B9CF-718F-C958-A868814E5CFA}"/>
              </a:ext>
            </a:extLst>
          </p:cNvPr>
          <p:cNvSpPr/>
          <p:nvPr/>
        </p:nvSpPr>
        <p:spPr>
          <a:xfrm>
            <a:off x="775252" y="2467641"/>
            <a:ext cx="5486400" cy="429406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BA56D-F59A-82D9-4E5E-6E6F2C3C3362}"/>
              </a:ext>
            </a:extLst>
          </p:cNvPr>
          <p:cNvSpPr txBox="1"/>
          <p:nvPr/>
        </p:nvSpPr>
        <p:spPr>
          <a:xfrm>
            <a:off x="617765" y="1821310"/>
            <a:ext cx="390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{2} &lt; {5}, goes to the left subtree of parent node {5}</a:t>
            </a:r>
          </a:p>
        </p:txBody>
      </p:sp>
    </p:spTree>
    <p:extLst>
      <p:ext uri="{BB962C8B-B14F-4D97-AF65-F5344CB8AC3E}">
        <p14:creationId xmlns:p14="http://schemas.microsoft.com/office/powerpoint/2010/main" val="4185931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8354-CA3B-5B4C-CE08-F3785AC2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6D12422-8CC6-9067-DF01-BA85A55023D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8508A67-76F6-5719-8DE0-448B681BE58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2E3DAD-4169-F429-FF37-2C482A5556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2780A1-3E9F-5420-93A9-3C907AD2CD9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D5A196A-1408-8C5E-34B4-2CEE51C2C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FE259C-8161-D872-63E9-D928D15F171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DCE532-D5B1-8C8A-F92D-7DA39650E304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Insertion in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37C65C0-6BC4-D970-E43A-1EDFCD480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45905"/>
            <a:ext cx="10221751" cy="5715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7F502E-C84A-BA41-3205-F1B4F1034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090" y="2455281"/>
            <a:ext cx="1286054" cy="1343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E1C229-2A96-4C25-DEED-31D501BFF04D}"/>
              </a:ext>
            </a:extLst>
          </p:cNvPr>
          <p:cNvSpPr/>
          <p:nvPr/>
        </p:nvSpPr>
        <p:spPr>
          <a:xfrm>
            <a:off x="3965424" y="2286001"/>
            <a:ext cx="1560733" cy="16200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CF607-3175-6E30-B42A-AE5C26FABBB4}"/>
              </a:ext>
            </a:extLst>
          </p:cNvPr>
          <p:cNvSpPr txBox="1"/>
          <p:nvPr/>
        </p:nvSpPr>
        <p:spPr>
          <a:xfrm>
            <a:off x="2111117" y="1809163"/>
            <a:ext cx="390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{2} is next node in the left subtree</a:t>
            </a:r>
          </a:p>
        </p:txBody>
      </p:sp>
    </p:spTree>
    <p:extLst>
      <p:ext uri="{BB962C8B-B14F-4D97-AF65-F5344CB8AC3E}">
        <p14:creationId xmlns:p14="http://schemas.microsoft.com/office/powerpoint/2010/main" val="614426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79EB-F93D-B4C6-C1DC-837CB8FF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DC5C3A3-3AEA-9B2A-A1CE-2FAFC72754D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24CE09-D51E-FD45-6FB7-33E8664FF30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1FE52F-7DE8-E1B8-37A7-C873B6783DA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1C61E0-7839-2426-C45B-5C4CFB8E7E6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923E09C-2136-30C5-0CAB-18356B2A44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3C6B245-3096-BBA5-A102-B60DFCB9D12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03D0CF-4D73-3037-839D-4DE2049B1883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Insertion in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9E3F931-B657-103D-339C-AD09704E5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45905"/>
            <a:ext cx="10221751" cy="5715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FAC6E4-B30A-E245-B038-8BC3232A46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57" r="11986"/>
          <a:stretch>
            <a:fillRect/>
          </a:stretch>
        </p:blipFill>
        <p:spPr>
          <a:xfrm>
            <a:off x="937926" y="3429000"/>
            <a:ext cx="1003853" cy="1343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07A151-6F8D-C283-3232-D1B7EAAB8589}"/>
              </a:ext>
            </a:extLst>
          </p:cNvPr>
          <p:cNvSpPr/>
          <p:nvPr/>
        </p:nvSpPr>
        <p:spPr>
          <a:xfrm>
            <a:off x="3965424" y="3975652"/>
            <a:ext cx="2395619" cy="26976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D9AC4-1B97-00BB-0147-B76047326B5D}"/>
              </a:ext>
            </a:extLst>
          </p:cNvPr>
          <p:cNvSpPr txBox="1"/>
          <p:nvPr/>
        </p:nvSpPr>
        <p:spPr>
          <a:xfrm>
            <a:off x="322513" y="2429261"/>
            <a:ext cx="390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{3} &gt; {2} goes to right subtree of parent node {2}</a:t>
            </a:r>
          </a:p>
        </p:txBody>
      </p:sp>
    </p:spTree>
    <p:extLst>
      <p:ext uri="{BB962C8B-B14F-4D97-AF65-F5344CB8AC3E}">
        <p14:creationId xmlns:p14="http://schemas.microsoft.com/office/powerpoint/2010/main" val="3772196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35F2-7F64-61CA-51AF-5E0C12E87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B478CAF-0CDF-4529-D351-1BABB4010C6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6BB6728-AF58-8D7E-AD35-138A34F2451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817E15C-BFBF-7389-3579-7C1B762C5E6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E917D9-9BC6-1D0F-3CB1-A0BCA987B17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219662E-54AE-D6FE-8446-8566A1152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E5225F-8C59-1F4C-708D-264F334A909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FCAD4EF-ED51-FF73-912F-D9D3D04E51EF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Insertion in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B3942088-9B2A-086F-2458-D40A9F380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45905"/>
            <a:ext cx="10221751" cy="5715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521390-C468-CCD4-74F0-665E70426B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57" r="11986"/>
          <a:stretch>
            <a:fillRect/>
          </a:stretch>
        </p:blipFill>
        <p:spPr>
          <a:xfrm>
            <a:off x="937926" y="3429000"/>
            <a:ext cx="1003853" cy="1343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E03717-129D-394D-E491-7E6054C7DA78}"/>
              </a:ext>
            </a:extLst>
          </p:cNvPr>
          <p:cNvSpPr/>
          <p:nvPr/>
        </p:nvSpPr>
        <p:spPr>
          <a:xfrm>
            <a:off x="4929809" y="3975653"/>
            <a:ext cx="1431234" cy="13432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0F405-598C-2BEF-4492-DA851B810017}"/>
              </a:ext>
            </a:extLst>
          </p:cNvPr>
          <p:cNvSpPr txBox="1"/>
          <p:nvPr/>
        </p:nvSpPr>
        <p:spPr>
          <a:xfrm>
            <a:off x="322513" y="2429261"/>
            <a:ext cx="390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{4} is the parent node</a:t>
            </a:r>
          </a:p>
        </p:txBody>
      </p:sp>
    </p:spTree>
    <p:extLst>
      <p:ext uri="{BB962C8B-B14F-4D97-AF65-F5344CB8AC3E}">
        <p14:creationId xmlns:p14="http://schemas.microsoft.com/office/powerpoint/2010/main" val="41991952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82B6-3B95-CAEC-D3C4-5D617FEF6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B9879CB-8997-2359-5461-5413384FA5A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62A72D4-BEBA-195D-03C8-01D4B56C782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4FBDBC-352A-6815-B53C-7A6E6E8F03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0CA4ADB-45EE-30C1-60CB-735F847C171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99421D5-A44E-E5D2-0734-0A33F23B4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6CB9CDE-956B-71B4-C0D4-C3F58CC932E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5A1BF1-75E4-8A6A-9511-D42571225BE4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Insertion in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C4485D1-7571-9E18-F37E-7F6F228C8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45905"/>
            <a:ext cx="10221751" cy="5715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DB975F-4730-BE2F-DC4C-8184E046F3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57" r="11986"/>
          <a:stretch>
            <a:fillRect/>
          </a:stretch>
        </p:blipFill>
        <p:spPr>
          <a:xfrm>
            <a:off x="4108509" y="5468304"/>
            <a:ext cx="1003853" cy="1343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EC5672-83F9-6A85-6194-15663EEB0B0A}"/>
              </a:ext>
            </a:extLst>
          </p:cNvPr>
          <p:cNvSpPr txBox="1"/>
          <p:nvPr/>
        </p:nvSpPr>
        <p:spPr>
          <a:xfrm>
            <a:off x="4108509" y="6523876"/>
            <a:ext cx="510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{3} &lt; {4} so goes left of the parent node {4}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F1A0B3-E83D-FD3E-9EC0-40D8B018FBB8}"/>
              </a:ext>
            </a:extLst>
          </p:cNvPr>
          <p:cNvCxnSpPr/>
          <p:nvPr/>
        </p:nvCxnSpPr>
        <p:spPr>
          <a:xfrm flipH="1">
            <a:off x="4610435" y="4919870"/>
            <a:ext cx="697061" cy="7553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C5313B6-532A-4F00-7074-AC99767BE30E}"/>
              </a:ext>
            </a:extLst>
          </p:cNvPr>
          <p:cNvSpPr/>
          <p:nvPr/>
        </p:nvSpPr>
        <p:spPr>
          <a:xfrm>
            <a:off x="5227983" y="4750787"/>
            <a:ext cx="238539" cy="23854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2913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360E-68A6-6D44-653C-2A539352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AA7FA3A-74D3-32C1-EE1B-7FFFBB5BE93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4BFF353-1669-6FC8-329F-2463F750827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6FA0C0-E9A5-C9AD-ED4B-8DB85509BC1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8F9A80-5E2D-FD78-6105-3F4878BDCCE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AA8D192-B579-8865-5359-4BB6F921E6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F1E120-9768-E99A-22F9-82A4CCF3AB2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DC98F71-9B45-57A1-DCA7-2086856810E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Traversal of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C1A144-457E-2A03-60AA-E7DBE5A32643}"/>
              </a:ext>
            </a:extLst>
          </p:cNvPr>
          <p:cNvGrpSpPr/>
          <p:nvPr/>
        </p:nvGrpSpPr>
        <p:grpSpPr>
          <a:xfrm>
            <a:off x="119305" y="1814801"/>
            <a:ext cx="3797582" cy="3048289"/>
            <a:chOff x="119305" y="1814801"/>
            <a:chExt cx="3797582" cy="3048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C0BC8BC-6D46-3978-F5DD-27A5A8D74FD0}"/>
                </a:ext>
              </a:extLst>
            </p:cNvPr>
            <p:cNvSpPr/>
            <p:nvPr/>
          </p:nvSpPr>
          <p:spPr>
            <a:xfrm>
              <a:off x="119305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0DB9E66-3547-1D5F-FD21-2028FA8D51AF}"/>
                </a:ext>
              </a:extLst>
            </p:cNvPr>
            <p:cNvSpPr/>
            <p:nvPr/>
          </p:nvSpPr>
          <p:spPr>
            <a:xfrm>
              <a:off x="119305" y="2918154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IN-ORDER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C3A33-B3CB-F069-7FFA-AE88866E06F1}"/>
              </a:ext>
            </a:extLst>
          </p:cNvPr>
          <p:cNvGrpSpPr/>
          <p:nvPr/>
        </p:nvGrpSpPr>
        <p:grpSpPr>
          <a:xfrm>
            <a:off x="4232593" y="1814801"/>
            <a:ext cx="3797582" cy="3048289"/>
            <a:chOff x="4380459" y="1814801"/>
            <a:chExt cx="3797582" cy="30482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FC45E5-3F0A-1476-6030-9CA83A17A953}"/>
                </a:ext>
              </a:extLst>
            </p:cNvPr>
            <p:cNvSpPr/>
            <p:nvPr/>
          </p:nvSpPr>
          <p:spPr>
            <a:xfrm>
              <a:off x="4380459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5FFFDC-BC35-7240-74D2-A033253BA97C}"/>
                </a:ext>
              </a:extLst>
            </p:cNvPr>
            <p:cNvSpPr/>
            <p:nvPr/>
          </p:nvSpPr>
          <p:spPr>
            <a:xfrm>
              <a:off x="4380459" y="2918154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PRE-ORDER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7390AE-7BB2-455E-4526-DE4F6F16ECF9}"/>
              </a:ext>
            </a:extLst>
          </p:cNvPr>
          <p:cNvGrpSpPr/>
          <p:nvPr/>
        </p:nvGrpSpPr>
        <p:grpSpPr>
          <a:xfrm>
            <a:off x="8345881" y="1814801"/>
            <a:ext cx="3797582" cy="3048289"/>
            <a:chOff x="8345881" y="1814801"/>
            <a:chExt cx="3797582" cy="30482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5FB4C4-4E3B-B20D-ED79-4220BBA1EE99}"/>
                </a:ext>
              </a:extLst>
            </p:cNvPr>
            <p:cNvSpPr/>
            <p:nvPr/>
          </p:nvSpPr>
          <p:spPr>
            <a:xfrm>
              <a:off x="8345881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6A0370-F3B3-A394-6980-A8A08990ADCA}"/>
                </a:ext>
              </a:extLst>
            </p:cNvPr>
            <p:cNvSpPr/>
            <p:nvPr/>
          </p:nvSpPr>
          <p:spPr>
            <a:xfrm>
              <a:off x="8345881" y="2918154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POST-ORDER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8800240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B8A4-0FC1-B4B0-81B5-471B95E7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D3C071D-8715-9097-4F3E-441ECD4FCBE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F7C0153-67A9-D969-473A-66D29F3A449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4FFF0F-D2E3-6C2C-0A2C-CE66B7FFF3A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6C0BA8-F445-5D35-D0BC-499E3DE31C3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2197032-F9EC-2CB5-E9A5-3B8A8B8E1E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2281E9-DE8F-3FB5-076B-9B73A2120EE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1951898-E36A-04A2-6AB0-B994A43A7E8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Traversal of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DB227E-4576-C2C2-8FC0-38B82DE02229}"/>
              </a:ext>
            </a:extLst>
          </p:cNvPr>
          <p:cNvGrpSpPr/>
          <p:nvPr/>
        </p:nvGrpSpPr>
        <p:grpSpPr>
          <a:xfrm>
            <a:off x="119305" y="1814801"/>
            <a:ext cx="3797582" cy="3048289"/>
            <a:chOff x="119305" y="1814801"/>
            <a:chExt cx="3797582" cy="3048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BEED55-2093-CC61-6A6C-9B6520AA68BC}"/>
                </a:ext>
              </a:extLst>
            </p:cNvPr>
            <p:cNvSpPr/>
            <p:nvPr/>
          </p:nvSpPr>
          <p:spPr>
            <a:xfrm>
              <a:off x="119305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4E1F89-F1AE-7F55-57A3-6DB691B73ED9}"/>
                </a:ext>
              </a:extLst>
            </p:cNvPr>
            <p:cNvSpPr/>
            <p:nvPr/>
          </p:nvSpPr>
          <p:spPr>
            <a:xfrm>
              <a:off x="119305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IN-ORDER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A905FF-9449-775C-9F70-88BFED46DFA2}"/>
              </a:ext>
            </a:extLst>
          </p:cNvPr>
          <p:cNvGrpSpPr/>
          <p:nvPr/>
        </p:nvGrpSpPr>
        <p:grpSpPr>
          <a:xfrm>
            <a:off x="4232593" y="1814801"/>
            <a:ext cx="3797582" cy="3048289"/>
            <a:chOff x="4380459" y="1814801"/>
            <a:chExt cx="3797582" cy="30482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E12CDA-2015-C610-ED80-1CB6671037B9}"/>
                </a:ext>
              </a:extLst>
            </p:cNvPr>
            <p:cNvSpPr/>
            <p:nvPr/>
          </p:nvSpPr>
          <p:spPr>
            <a:xfrm>
              <a:off x="4380459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28C1B3-8C6D-2E8D-DD58-114975419831}"/>
                </a:ext>
              </a:extLst>
            </p:cNvPr>
            <p:cNvSpPr/>
            <p:nvPr/>
          </p:nvSpPr>
          <p:spPr>
            <a:xfrm>
              <a:off x="4380459" y="2918154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PRE-ORDER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7512E0-CF69-15BA-D467-C20BE5F04B2B}"/>
              </a:ext>
            </a:extLst>
          </p:cNvPr>
          <p:cNvGrpSpPr/>
          <p:nvPr/>
        </p:nvGrpSpPr>
        <p:grpSpPr>
          <a:xfrm>
            <a:off x="8345881" y="1814801"/>
            <a:ext cx="3797582" cy="3048289"/>
            <a:chOff x="8345881" y="1814801"/>
            <a:chExt cx="3797582" cy="30482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7AABCB-F2C8-F217-9CF0-BFF6ABED7061}"/>
                </a:ext>
              </a:extLst>
            </p:cNvPr>
            <p:cNvSpPr/>
            <p:nvPr/>
          </p:nvSpPr>
          <p:spPr>
            <a:xfrm>
              <a:off x="8345881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CB004-D75D-5F6D-3E3E-45FD5D8297E9}"/>
                </a:ext>
              </a:extLst>
            </p:cNvPr>
            <p:cNvSpPr/>
            <p:nvPr/>
          </p:nvSpPr>
          <p:spPr>
            <a:xfrm>
              <a:off x="8345881" y="2918154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POST-ORDER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4D6D353-DF39-E3D0-C919-E01BFEEE0790}"/>
              </a:ext>
            </a:extLst>
          </p:cNvPr>
          <p:cNvSpPr txBox="1"/>
          <p:nvPr/>
        </p:nvSpPr>
        <p:spPr>
          <a:xfrm>
            <a:off x="250963" y="2753469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000">
                <a:latin typeface="LM Roman 12" panose="00000500000000000000" pitchFamily="50" charset="0"/>
              </a:rPr>
              <a:t>1. Traverse the node’s left (L) subtree</a:t>
            </a:r>
          </a:p>
          <a:p>
            <a:r>
              <a:rPr lang="en-ZA" sz="2000">
                <a:latin typeface="LM Roman 12" panose="00000500000000000000" pitchFamily="50" charset="0"/>
              </a:rPr>
              <a:t>2. Process the node value (N)</a:t>
            </a:r>
          </a:p>
          <a:p>
            <a:r>
              <a:rPr lang="en-ZA" sz="2000">
                <a:latin typeface="LM Roman 12" panose="00000500000000000000" pitchFamily="50" charset="0"/>
              </a:rPr>
              <a:t>3. Traverse the node’s right subtree (R)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FDCD9-341B-28C3-06BA-8612D6D92308}"/>
              </a:ext>
            </a:extLst>
          </p:cNvPr>
          <p:cNvSpPr txBox="1"/>
          <p:nvPr/>
        </p:nvSpPr>
        <p:spPr>
          <a:xfrm>
            <a:off x="1047917" y="43398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094BE01-0D4F-BF2E-A486-BDF6CD70D7A1}"/>
              </a:ext>
            </a:extLst>
          </p:cNvPr>
          <p:cNvSpPr/>
          <p:nvPr/>
        </p:nvSpPr>
        <p:spPr>
          <a:xfrm>
            <a:off x="1412119" y="4414840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E88A77-116C-D919-8368-3E7EDD5F848A}"/>
              </a:ext>
            </a:extLst>
          </p:cNvPr>
          <p:cNvSpPr txBox="1"/>
          <p:nvPr/>
        </p:nvSpPr>
        <p:spPr>
          <a:xfrm>
            <a:off x="1968710" y="430906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5BBCD40F-0440-7062-81AE-FA84806693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39041"/>
                  </p:ext>
                </p:extLst>
              </p:nvPr>
            </p:nvGraphicFramePr>
            <p:xfrm>
              <a:off x="2809493" y="4240181"/>
              <a:ext cx="1107394" cy="622909"/>
            </p:xfrm>
            <a:graphic>
              <a:graphicData uri="http://schemas.microsoft.com/office/powerpoint/2016/slidezoom">
                <pslz:sldZm>
                  <pslz:sldZmObj sldId="682" cId="3156830046">
                    <pslz:zmPr id="{7D7B44E9-85FD-425E-B5B7-85A9A5212FAA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07394" cy="6229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7" name="Slide Zoom 26">
                <a:extLst>
                  <a:ext uri="{FF2B5EF4-FFF2-40B4-BE49-F238E27FC236}">
                    <a16:creationId xmlns:a16="http://schemas.microsoft.com/office/drawing/2014/main" id="{5BBCD40F-0440-7062-81AE-FA84806693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9493" y="4240181"/>
                <a:ext cx="1107394" cy="6229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8005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45D3CCB-549D-6E53-EA66-3A8A60FDC7FF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924CE9-E717-B8A7-4562-7FB142B8D8D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4D64C3-59D0-9E14-239A-C5E0F60C1E0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8F870E-3123-57EC-AB63-A400B038424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303CE0-F57C-7FF1-7F8C-F5E0AED34A4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02F2F1-4CE3-E39C-90E4-DD7A1F7F8494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9525B8-495E-1866-993A-F8DD37654B50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5319FB-2756-88CC-6CF7-F8DCC8D76765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DDD55F-5A5D-AAA4-0422-B8A4D2F9578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CCD7AF-FA5B-A1D9-ED4F-B4300AD9DE1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9140DB-48EE-957F-60F5-A9841999B4C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1D0F44-5B76-1AF5-FE12-55D10F3619B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4D8933-7C2D-ED60-36AF-93D1E1F13E08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85CDFB-E09B-B062-0DE3-08B8253CA704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B1341A-9CAA-C169-E272-58B1B3E1220B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F9EDD2-4741-E008-C04E-DE0FA45F5E3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B02C5A-2D55-4E5A-5095-6F284A24F3B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44AC4C0-8C42-166F-F091-CA37C162750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9511B38-CF1C-1C05-6ACB-E79D3BBA0B6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B055A5-CCD2-0FDD-85D7-D342F435582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68F3167-66D1-472F-98DE-3F12F521CA0C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616AA0-EE56-07D0-AB87-22859435898F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6DA49A-5609-6313-3FB3-14093CC7733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BAD829A-08EE-9A2A-1EF3-45B3E4E69E4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5A6837-B4CA-0614-F4B4-00F8D895D5D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5339D77-AF6F-051A-C29E-C1F7F22350C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F075A66-F9FA-D8D8-213B-A3604E80A372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0A094F6-C59A-C4F5-4E9F-FF52DBC840F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4DFA46-54F9-2CBF-843D-D026236BCA2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C662F72-42B6-C4C3-0D5F-DCF3E781126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89E6215-518D-B98D-B05F-505528CE443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DAB424-B6D1-9491-9DFF-55044A3C6135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119F19F-2AFE-32CD-F482-38A7364D7D6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7688098-3BF5-905A-21E8-E731851FF2A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6FE84DA-DC0B-2F18-7CB2-5D245EF0885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20DA93-EC93-7413-97C0-5F189584C2F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10987A-FEC9-96CE-23B5-4E924A194430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702D94F-451D-F141-4CB9-14FFB5679B3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1D980D7-5A9E-24D1-6DC4-CF3D0389878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624CBFB-3D33-7879-85B1-497E7330B45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B45F76C-DBF0-1DDE-E799-5F71F01236D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D50146-B701-7680-9918-AD6F1F36FDE9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B12161B-3B1F-79A0-695E-1AA3BBB7CA8E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450E3A5-ACB4-D3C6-6CD3-4A6EDE592991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CE7C01D-EDF6-435B-0802-6A76908F3B11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C55F92-F18F-2B73-732C-950B7AB9FC4B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67F33FE-5DD6-1180-A3A7-A32F4EA40BC5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830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BB05-DA3A-900D-0445-0166C15E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91B810-0F26-DC46-868E-FDE3A6E190C6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DD304F-F3AE-A75C-149D-96CD04A0D80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EFC2F8-3F11-61D6-E6CC-FF948A85ACA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0D172C-BFB3-600D-7FF0-6BCF8CB9216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150CE7-1141-E8D8-761D-F21C7F05C17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4501FA-34A5-47FD-3C20-87DFB1BC3CC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F35AF3-8A6C-62D2-3146-A1031AED3EF1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E36162-B0FE-0A3D-C592-C23032932608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350689-31E1-D81B-71B4-9CB6E1316DE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F6C668-5382-D0B4-285A-B45E30D8449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8949E-6985-334B-25DF-91028858837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9AAC996-21EF-0E33-124C-CA6EA19016D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640C8D-4810-E91B-922C-0D40E93632A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D27ACD-B120-720A-47CC-585D78EAC176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7124DC-78F5-7C45-D9D6-E9D1F3E3DF79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D88FA90-5E0B-93A8-7700-C619034FBDF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C7049A-C271-3EAE-7F0C-777990655B3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5965F0-B933-2572-7248-7BB34907B90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079B87-1BE9-BF58-AC72-7583C88C319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E983A2-F61E-F7BB-AFB4-5CD6157FF1B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542A68-B0DC-7B6F-139E-A6D3DB776D06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F05D85D-0079-EA88-9E6B-F0E0C56BA052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537A02-216A-E82B-1B7D-F58569C5715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B98605C-2ACD-05C9-4AE6-C32E82F2D1D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9A3552C-4B36-D94B-F144-B75187C8CCD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7EB27B-6E6B-53B9-13EC-F8555BAF96D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692B859-A10A-FA0A-5587-029EB827B589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24BD35D-B3F5-FDF7-17DC-3D71132CB0F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D96BA5-CA25-A50B-5F66-81F6C8F85A3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4EC5C85-5D39-DC83-FA46-8C4C01B7390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15AE31-72E8-4EFC-029E-6CFDF40C79E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EE54766-A897-D215-C17E-E876700DDF4B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A59FAC3-BBF2-698D-A98B-3BF5CF979CF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9D45E5-12DA-9D5A-4E97-3CF195B3F4D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A73A88-0AF0-367F-D6EE-BCBF9D0DAF2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CEA131-DAEB-8EF8-1B30-EF909A073BF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A53819-4EA9-FA86-517E-D7446E669515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E46D294-3E91-E3D7-B4AB-12D8648F34A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19B4AC4-C031-DECA-7D89-79A5D47A415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EDD9147-2EA1-F76D-355C-6BCD2D61AE4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D071FF3-BDB2-6B5B-DCB4-F5AD9E15FF9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506C4A-C2BB-23BE-0338-05E9B473BEB4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662A619-915C-56C3-A8B2-014888B455D0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9AF2EB1-B468-CDFA-9E20-A2B3896B3BE1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3F4F0D3-A270-7B60-D26F-A00ECB466B12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5A2EE93-291F-EC20-B652-8166046C6A73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81509F6-571E-E6AD-A973-68AB7EEE3E49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1DE68E5-0A0B-7BCA-B87B-C9DD110E1A31}"/>
              </a:ext>
            </a:extLst>
          </p:cNvPr>
          <p:cNvSpPr/>
          <p:nvPr/>
        </p:nvSpPr>
        <p:spPr>
          <a:xfrm>
            <a:off x="5134911" y="61021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7765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BF32-06B8-A4EA-5512-A0612488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AF41AB6-D591-7A0C-A8F1-A6B2E8297CF9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3F2FEC-44EF-166D-D8B1-E816B9F86CF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719CDF-A64E-9DDB-FB0C-56268DBD111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0D0BA7-157D-ACD0-5C94-F64B6C80776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B704E6-8422-6E4A-A4F7-82B94D35985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3F3768-C45D-E173-AC2C-7484E1563AC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354B00-8E4F-7270-91D3-EA7E97F5D20C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910C66-534A-53EB-EC91-06D3684E832B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78251D-9B1A-9691-D702-824A074D201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F3E951-AF0C-EB3A-6C4D-E8C4212ADD0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75972-3BD3-310F-4EDD-18CF20B5475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19FBC4-D1F3-5664-162C-0CF300178A1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005581-612C-7D0E-CB0A-EDCA77BCA44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533F77-1A76-258D-03F5-2D3CF99CD5BE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1FFFE2-7B6E-5A11-E71F-7B609784E736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ACE9380-3549-97CD-65D4-FC8537A3397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4C041B-B090-B788-B606-2E2422433DC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8DAA19-C1B8-ECA8-778E-8007DD85CD1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D9F6B50-A8C1-9684-404D-F66C589D814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1A2D05-31C5-0AA1-7AB3-4E55B0B0015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5237C2-65BC-85B1-0B79-79997E88025F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2AF432-4203-3F66-1D0B-C683E1C3E993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CCC2A7-FA26-3EBB-A70A-CEE274D8F6B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B369C62-C326-518F-6D70-7D70CA5C377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566D6E-D405-263F-5C62-4973F55EB3A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54D5F7-B59E-E30D-828E-F35069FD28B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887273-A97C-47D9-FFA8-B07D2E78ACC8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9CE42BB-2B63-8124-A443-347F50AAFF6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16314D8-BC01-DC2B-CCC2-4C36AAD57C9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826EB18-3543-4EC6-1CC1-724E6178910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AA1C6E0-8D1E-8D74-37AD-1D73D700B25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04411CD-5B97-3B36-E57F-EE45F90B5F64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F0E53AC-EC2B-A143-0F4E-171934C51C4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7CA3612-B8E5-461B-253B-AB6FCCF95B0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206B618-FB17-7A86-BB59-000F7203555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4931AC4-6E6B-6147-84E7-A12164B3F3E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0E64CC-EF4C-5A24-953E-A9741B3022AA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32BFED-948B-EC48-A4E7-F865C49EC39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F35937B-81D9-A401-39D4-06AE51DA51C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4637106-E116-5547-667C-5F99057BF1D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F4E3079-C95F-34F0-BE04-4C64617F8C8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5CF0210-4D4B-C66D-9768-AC72F6D80F0F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3333A22-235A-4307-E391-9F0150E830E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1195B2A-55A5-4346-6B61-564789E2C30E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176435-FD9C-4394-A945-FE60EBA8E579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A5DE6A8-190D-14E3-0153-F5242837B749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871D6E-C420-7F09-BAFA-4FED1F9B440A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30C4DB3-685D-FBDE-838B-4BF460820AEF}"/>
              </a:ext>
            </a:extLst>
          </p:cNvPr>
          <p:cNvSpPr/>
          <p:nvPr/>
        </p:nvSpPr>
        <p:spPr>
          <a:xfrm>
            <a:off x="2964277" y="1900319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5393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25D8-BA84-7D93-1EC4-5F0BFD26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038251-80E2-2564-ECA2-45FDDCA200DF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0A1DD5-B10C-5712-138A-9AAB37394BE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A3FBA5-8F7C-F91B-A68D-65E00D7C85D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8E2F95-D466-3FB4-2BD2-C7FDDA1BAC2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6B1B32-17E1-41A2-03A9-7B492D4BCC7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360327-2244-3852-046B-14DD5E1AACC8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C497ED-5D04-3AC2-1D81-BD30118B7498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A64187-D7A5-F9C4-32E7-9AF45999CE99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5AC92F-3188-E9B2-3094-BE283DBA0C0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013A05-A49A-DA91-74BE-D7300AC9F48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67ACE5-AA17-52BF-F1CE-8ADE52F216E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0E90DB-4A02-30CC-D5AC-DF016B9F4F7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D8006B-D55A-4C7E-0DC5-B78040EA929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706B3C-1A6D-2118-AB62-4979D0C6866A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27943E-8D94-0F2C-0DB9-7B16085CD554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05651F-4C0C-BE68-DBD1-CF29A39FD55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47A0CB4-AEB7-6B8C-FC3A-DC915D0C657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DAAEEB-2839-E862-BB61-32871BBAB93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594826-C592-EE77-8C19-6587B549589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CE3F1B-1A92-AE6E-044E-FF1EB59178E4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14688C-57C0-2B52-571A-4C407E450D81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6D1EFD-AA16-3A81-65D2-DA7AAAF1070F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5436590-5C44-E4D2-95CD-326A9448AC3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9B0653-2FE8-0A61-3CA6-8F25C18DE43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8669DE-B370-8177-2A52-54065D11F23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B0C029-FEAE-5478-7D80-C580F7C4CC9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816C9C-4A56-489C-F148-F7BB2DAC457D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863936-99C2-B06C-9539-7CD710C388F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2C150A6-E276-D1FA-C7D9-05579A958EC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68A9CD-E048-09CE-FD08-96A4774D4EB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B601F15-F586-D68F-15DD-C0035E8111E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6FBCE1-8785-D07D-AEDA-1B40F538551E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F58EE2E-4B9B-3507-FFAF-6DA7C5589C4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EAD7072-D550-BE09-A84E-6D389A1FCF7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96FBFDB-E6CE-F48C-06B6-9781F3D6C95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CF4D9-99E0-A92E-F0E8-0A72D0A0D0D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47528AA-9BA6-C710-34DD-D081872858CC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B55D9E9-5211-9548-6D0C-67693251387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D6FF19-1414-60A6-0663-6A956890524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52BCA5C-CBC9-BCC9-3149-1AB2BBA0A06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E2573B3-B6FE-1525-7389-BF5C932E056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06BCDD9-D2A2-B7A8-6A79-BA3E60794EBC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119A418-D5D7-6399-1CB1-6427C59D33F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7352BDA-5002-1198-8859-AF037619CF9F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5F45663-835C-93E1-581C-3FB0545CC0CE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8D1DF3-6DEA-B2EA-2AF3-BB09955ECE08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0D4DA57-0010-8F06-E8E2-397B8537B1D4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00E316C-AEC5-084E-8AB9-8686872CE7C6}"/>
              </a:ext>
            </a:extLst>
          </p:cNvPr>
          <p:cNvSpPr/>
          <p:nvPr/>
        </p:nvSpPr>
        <p:spPr>
          <a:xfrm>
            <a:off x="1354137" y="3980570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DDFF0-C98C-FF84-21A1-DE257D70B7D4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34974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6229-804E-F0A2-963F-4DC888ACA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F46C750-3D40-EDDD-D023-0E779F79B87A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1D651F-79A2-F3A4-18C9-236AF71A158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D39C1B-E48C-F5D8-66B9-AAC75CE09A5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D63FB8-CC12-250F-EC15-2374AD6BC60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385DC5-11AA-E6A3-A5AE-DDD14A5CDA8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D4F7FE-793C-5A7C-F5C7-3AAD11C37C7D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D920A1-CAAF-8A02-6A13-C9C3CEB73FA7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5B8848-1375-A969-F567-A048900E43A0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E7E145-00C3-180B-860B-4B33A9F07C8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FBF4D6-5AAD-4C93-9DB1-0544A8D4DEB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14D6E2F-BD49-402C-8497-F1F37474E52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10224D-00E0-CB3B-AC31-107CBAAEF69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88D3DB-22DB-56D5-2115-16947D97072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3067AD-0621-F1AD-00D2-6DBD84C1478C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2484BD-BF22-123B-61AE-0B39273C0F21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D1F063-8D6D-3133-D2EA-63100005841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9D0D3C-DD92-67CA-0E5A-E2743CE6555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FFC89E7-4F4B-1517-1ADD-DC030C9CE35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E7B0589-041A-4D0D-5EF7-A88ADC9357A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F2D728-5CA3-748E-98E7-03802A814C1C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76DBE9-A494-A4B1-367D-EDA312C9F17E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038682-9E63-BBF3-7ECD-E154E059935E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859B24-1CD6-AAF5-E1C0-80C623BA1B6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C43D26-8506-9B39-19B9-C3D303D0BEE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BCB408-37D7-20B9-E33A-27B451B8C79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CC72F0-8FD0-4D99-9084-1227655D775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4D0B9B2-6B97-C8D5-4240-6C5DDF38E65B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B4E255-850A-B12D-FB5A-4EAE8D4CDF7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0C43A26-FF06-109A-7104-F847EBB4D08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99B7DB3-D032-816D-E014-D804714807F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150A4D-85B6-B341-2670-872F7AFB350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1C03D3-8E82-3CB4-0A8B-B8F0E967C78D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8358C26-B902-8BC7-FEAD-9E187C4E08E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046886E-EB57-2F29-E658-A56EDEEFA44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FF3B6A-CBF0-3549-5E73-C53A96C0769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E57F83C-C533-1BDA-4A4E-081D72FE82A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FCACFB-DB41-2DC2-7A62-A2493425A127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DE91351-E08D-C06B-8D91-5608765C872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7402BFD-7183-B007-82DC-02BFD8581B5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D197EBF-FE0B-0AB1-B1DF-4C84D9CE037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FDD6260-E040-76DF-A17E-D3811006F88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7413936-8832-68B7-3988-DBCB8A4F300E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D64D4E4-D195-AD9D-60A6-0A93F67A1F9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AE77A28-1055-2180-C6E7-40CC626C6545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CBB3384-8209-B4D6-4FB5-7FB5B4DCD844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0984705-ABBA-3954-1771-F18B74F04833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387A614-E6B0-F7F6-3879-3314B2690576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94EEC1B-9905-7797-D7F1-124673ACD3F3}"/>
              </a:ext>
            </a:extLst>
          </p:cNvPr>
          <p:cNvSpPr/>
          <p:nvPr/>
        </p:nvSpPr>
        <p:spPr>
          <a:xfrm>
            <a:off x="2863534" y="1916138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1B3D9-7A2B-AC00-24BF-7A28A0CFB76D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9E9EDF-F109-2E86-E043-D7E4BA9D40D6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12800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9FDB-3821-09DC-B203-E8F5EFC2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C9E47E5-4492-94A8-991B-D1DEDC944246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39850C-2165-F1ED-7D11-9BDCDC51D65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1920CC-2196-A3B0-5004-BFCB5D96182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F46836-2B52-792C-9290-41F53A27DDE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534E45-A1AA-2461-46CF-CB8F4E4766A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54E2F0-BAF6-89AA-F338-31A26D28858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C05CED-B7F2-0D8D-CB1E-A2A0BA7A3EF6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0016CC-579A-F6F9-A717-3293C4C1FEA0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A6E7BB-4320-9CBB-099D-29CA95F6740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F3319-91E8-B413-2B95-20E6354BADD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56499C-8E6C-6F2D-0E3E-B2E337ACE64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C3F702-BAB1-63A4-462A-877EEE559A7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322AC3-7864-81D2-9D8D-4BD1D59EBA3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17E800-49E4-35ED-0EED-5CF5D06FBF89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69C844-87F8-61C9-5DBD-956B7568A07E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9697A2-4425-9218-065F-A5BB9981430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C8EFB3-BB9C-9ECD-358E-3820BAFBF07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541E30-8EB2-1274-3914-7062BD0BCB1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D5A296-0FD8-1068-8F80-37B2966042E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884D4E-EA22-05AA-592A-2907DBBEB7C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811E7B-EBCC-898C-812E-3FC21E840C70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AE8CD1-B7F0-8093-85AE-4DA16F070CFF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1902E9-E3BC-E592-BE7D-102BAE39989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0014CA-2C4A-5F0D-5507-54BC9160CE7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7C3C100-C131-51A0-8233-5C027F80BD2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F0B2E2-C89B-C835-84B0-885C6084B32E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407D8D-6DC5-74AB-1142-4549E6AF64B6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F1B303F-DF8C-BF29-DD24-D1648233147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1332298-01F5-8A3D-9B51-20EE012F4E6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1D1C3F-2CD1-583C-BD03-92CB616CC6A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3C61AA-4B8D-6D4B-CE8C-80FA2532622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3F66998-4192-FF4C-E47A-95B45F4AD9AE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CAE3E1-FBCB-E76C-823C-DE97C43A4B6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DE7F7D1-3ADE-74C9-CC13-00DCEB93835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6E9BE90-EF00-2371-49C7-4D86A39E9D7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3A6F911-06F8-51EA-99C4-9113CA52E0D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6AB140-E4AF-DB2E-0767-C587F5348617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08D5EFC-6AC8-5229-2B67-C0E24F01F9C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97E008-4D4B-81CE-F66E-626FF4EEF73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1BF4FE5-B6A9-17D4-D91E-2FE76BB8944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CA634BB-5F6A-5AC0-756C-0E07259F6F6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23EBD5F-96ED-267C-3A3C-446A58865E86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525E96-265A-7662-A258-C86D288485A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0CA32F8-7842-E2C4-8B44-44F0C97177E0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8313AC2-0A48-778B-7DAF-022814B0EA11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EF90CAB-C8FD-10F7-0BDE-979E141D09AE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6FCEC5A-CFCE-4C33-D078-B9B4BD272930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972394B-1FEB-98E9-B099-78C072457768}"/>
              </a:ext>
            </a:extLst>
          </p:cNvPr>
          <p:cNvSpPr/>
          <p:nvPr/>
        </p:nvSpPr>
        <p:spPr>
          <a:xfrm>
            <a:off x="3936299" y="3980571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34EFF-1C05-8467-5216-B571CD8597ED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C072EB-DF0C-60FB-6482-51F17F8902D9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0CB882-E120-E370-01B9-440D0D1916EF}"/>
              </a:ext>
            </a:extLst>
          </p:cNvPr>
          <p:cNvSpPr txBox="1"/>
          <p:nvPr/>
        </p:nvSpPr>
        <p:spPr>
          <a:xfrm>
            <a:off x="3820419" y="576469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643157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167B-EA7F-1876-CED1-CE2C37AB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2A76A01-067C-DCD7-5494-B9CA921DEE10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2BC8CA-9F89-AFE0-9D29-AC57E5D5D5F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EDF58EB-E394-ACD0-B6BA-A1DEC6A50B5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E5495B-C470-BF54-6555-25B5A2C89B1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2E7116-AE23-F472-0E60-83C079467B2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37B76A-273B-AD9F-A351-1E0C097A468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0D9BDD-E77E-9221-BA6B-DAE5B342E3D4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BC434B-E4CB-A5B9-D3C5-FDD1C0B3169A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874CBD-A343-3274-86A2-29A32927048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2BB2B3-7257-B96C-A186-B40A263A606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6C0300-FB7C-47F2-B335-42AAE118DD0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B59DAB-052E-5E63-B69E-432C16AE3CB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2844CF-A518-1AE0-944D-08DAAA2090D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60B4F0-E450-7458-5400-190693FC2C58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21E22D-65DC-B468-E222-F5E5C7874ED8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BD0148-3403-7AC3-DD45-2281AA6A8DA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8B882E-E736-E4DF-8EC7-70F083F2B1A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24EB06-DCB6-A695-4649-9538EA47058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2D7EB9-1707-DB18-7159-C5E9ADEC60E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61ABC0-A481-A38B-19B9-27D02592F0C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F3B8EE6-1416-F26F-D10F-36B7E4BA7E91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D82D7C-BB5B-7AFB-9368-2358D9B75B72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FEB1D1-0B0D-1591-4867-CD9D352FB32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869856-E165-381E-C5E5-6EF2980EC17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EFBB58-D73C-58CF-1C2A-19281C097BD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0E3FF35-C741-B6D8-29A7-25BAAEF8B32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10720D-A842-EA75-177D-1FFCD3E2D641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1FB1C0C-6586-C8A5-68AA-023ADF600C5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BA27019-224F-3132-4485-6DEDCF00D24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28A0AF3-463E-8B08-C856-BB59B7F107A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605BDC-E028-BB6A-906A-0BCE6BB3F3E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DA847A1-047A-0E08-CE74-5DDBF81FC57F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FC7F228-675F-600D-C7BD-19EA1888001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BC54CF6-263B-E07E-535B-86A072CC78D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8879BB2-8575-5686-C1BE-E3DC7EE972E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B455D3A-66B6-29E0-F1AF-30198DF3B92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3F1D687-7024-96F8-E1A7-23F3C5E8E6DE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265C8F-927C-B2FD-E666-FD81F6B6E1C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358317-F373-7CE6-2441-2EE52FA8942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9A1543-AB0C-B781-42B8-A629546189B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BE3CDE0-4E75-5082-ADF1-6BCDE4E5E95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3B27ED-F4DE-D3AB-DCED-6477DEF08ACE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BEAC655-69C1-E901-476B-5A9915CC036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AF0509D-D158-3F93-1D74-44727E5F49D5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398BF5D-C05E-E17A-39B5-64A4BBB413E8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71A1BEE-6ECB-2ECE-F08B-386316EB5C99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19A4C22-99D2-8391-6D0A-F41A33F9F475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9076002-6BB1-4D04-CF07-6B7D456AB629}"/>
              </a:ext>
            </a:extLst>
          </p:cNvPr>
          <p:cNvSpPr/>
          <p:nvPr/>
        </p:nvSpPr>
        <p:spPr>
          <a:xfrm>
            <a:off x="5178658" y="76186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80B08E-6A7F-1C32-B64D-E1E726102B04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025CF3-BEDA-E7C0-B4D6-D544B236C34D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E56F34-7A20-901E-FFB4-795FF2312A4C}"/>
              </a:ext>
            </a:extLst>
          </p:cNvPr>
          <p:cNvSpPr txBox="1"/>
          <p:nvPr/>
        </p:nvSpPr>
        <p:spPr>
          <a:xfrm>
            <a:off x="3820419" y="576469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C402CA-56A2-10F0-5178-219AF159F81F}"/>
              </a:ext>
            </a:extLst>
          </p:cNvPr>
          <p:cNvSpPr txBox="1"/>
          <p:nvPr/>
        </p:nvSpPr>
        <p:spPr>
          <a:xfrm>
            <a:off x="5923927" y="5781916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69909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3284-EF38-73F0-8FA1-B2A4C11F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BF6384E-FCCB-FA65-0B03-D38C6DE2800C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C4DD56-4469-335F-C64C-7AFB00D0D38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04851D-8B42-6F23-312A-789FD3BAEBD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1068F6-7937-F208-085A-3B6FAB3966C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A09152-9342-EBB0-58C8-A50F9046B07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98C93C-BEEB-DF3E-45B8-23A54FDAEC8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2F20FF-5F6B-A511-39A9-5530BF95D775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D8A7F6-46AD-6BE9-C895-7EE845083A97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5775A6-D97C-2F38-0504-892BEE44476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69C69F-B08D-944B-2040-56A6CA15791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A6EA6B-DAB4-A8A4-DB95-C5C97E3DBB8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A55F6D-907F-6107-F35A-AECDBB0F48D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87A478-1FAE-0F0E-F564-27874749B268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04A855-7BE8-B0AA-D9C1-792295E063CA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AA92BC-B344-CF97-1A32-A7B31883CEF9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8164371-BEED-22B6-B211-8E08EBBA962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F7984A-BD79-C8B3-7CDE-4246148FFC4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BC85DF5-5025-6749-0228-B259D1019A9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686C912-2337-9AF3-4CEE-CA9A95CC0EC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A0092D-8A71-262E-B68D-3A8C3B177A2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12F490-6F26-86A5-73BE-C6C35E14B2F6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F4D6FF-38D5-31D0-2A42-872BB2A387B3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7D3CA7-660A-6FC4-93DC-B8FBCE34F64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1C1973-74A8-CD9E-172E-B19356ADA71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76EC0C6-94BE-4CAE-9F49-2D6D74F0984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F97BECB-A9D0-5F2C-9D9A-97B0C92518A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7B06D0-08A0-8796-3AD3-29336F9F3406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C6FF95-428C-73C7-47CB-088271BFEF6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3114328-3A28-F350-E324-01477D88E36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01756EF-2411-A577-2F30-67562D9B25E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A8FB586-AD06-D34A-1E46-9C3F6D81DB6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4250119-D4EC-FD0F-C61B-A81CABBF7DC2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63B0726-F278-AEB3-5FA3-F946FB58218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FA9866A-CA55-CB37-658B-171A920F5D8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2E7AD3A-4A5A-5306-6D8A-0C97265B395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B70E30E-8D01-38F6-8953-8395DDE36B9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239BD6-A61C-E966-1CB2-12E8663F632C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B785F52-C432-877F-050B-90D5D44A8F4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1E3F20-E24B-6F08-8E6D-C288F9A50EB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8D65EC7-0BBA-8705-3714-BA7DC54D97F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373AB36-6D08-C563-55B3-4B7EBB97754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79311EF-8756-8D12-0AF7-F5FA1F80E785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A604CF7-A74C-E4A5-E688-3ACA29089F2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B689C3F-839C-265C-63E2-C4D63E8BF4D9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7128DE2-4F25-8A69-BF18-B06894B84D07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A4BCDBD-50E5-144B-609B-4FB54370A572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ACCED00-FC20-B3F5-5E3A-3799171B2DC8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5F9D6C6-C9CF-47E2-6F33-1AA0B26FC2A9}"/>
              </a:ext>
            </a:extLst>
          </p:cNvPr>
          <p:cNvSpPr/>
          <p:nvPr/>
        </p:nvSpPr>
        <p:spPr>
          <a:xfrm>
            <a:off x="7412386" y="1915304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0CDFB4-09E6-0AE9-B82F-97F974D2EC6F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0AF9A6-DC5E-9E56-3C04-4C2620A315C9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87B654-BE6E-A6E0-FA72-4D7DF5081B50}"/>
              </a:ext>
            </a:extLst>
          </p:cNvPr>
          <p:cNvSpPr txBox="1"/>
          <p:nvPr/>
        </p:nvSpPr>
        <p:spPr>
          <a:xfrm>
            <a:off x="3820419" y="576469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55B626-1ACB-E3EF-09C4-5C1ACCCD37C6}"/>
              </a:ext>
            </a:extLst>
          </p:cNvPr>
          <p:cNvSpPr txBox="1"/>
          <p:nvPr/>
        </p:nvSpPr>
        <p:spPr>
          <a:xfrm>
            <a:off x="5923927" y="5781916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87173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2614-2E3B-9330-1CE1-2024E51F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6D6C65-C697-7806-440A-7139AE72193F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2B06B0-9E9D-86A9-1C43-1BB9DC1EB99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F6D3CE-E6D8-DCE9-6FAD-7A4D16C5B67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353356-B169-BA7E-B3A7-10CCE452D0F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747573-1FD4-6813-27DC-AA6C8D90AD6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BE29CB-1328-F6C0-F185-1A00BDE2A98D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E96A07-CE2B-0DFA-D93A-A35C53F4457B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A627-48B7-7470-5363-17933B306ECA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58E34E-D5C4-A607-4201-1DB6E593224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42687F-64F2-CA52-7EE7-26F210FDD3B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86890DA-E8CD-8059-D311-ACD4B0768E6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900598-69EF-E172-E072-F7D4476DDD0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D409ED-B730-D6C7-5A55-9341B362BFAB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480CB3-7765-52FA-B518-2D56C1E445DE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323AEB-DF72-CFE2-B84C-6854D86E8658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065B1C-E4C9-2753-B92F-6F0ABC03215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9A3BD8-AB83-3C10-2814-C0B4FE0E70A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F0844A-E9BE-5DBB-2528-3C6D2A4AC2E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562722-8657-2B9A-45E0-CBCB65ACF12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12CD65-7E9F-0B8C-FA18-B85C7388018B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FC6824-4C4F-E7DE-57F2-1F58AF90C5D8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E8CE1F-0F31-439D-60BC-FBF7B287BC07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D32159-15E1-FBEB-6990-2B9BCD6DB9E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003CFAA-82D9-5BB8-236C-21D0E0CC055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E406CA-24DB-DC7C-C66E-2685E48A812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C31E1A-57C6-0D8E-AD2C-D15F44822F4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ABB2B11-15F1-E5BE-7645-3779E70F9953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13B8D55-414B-C1DB-D418-0FCAD8D1374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9938A-35C4-F604-9D91-B1252FEE17B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F9C9B0D-CDE2-C4E9-7626-D0AF0CBA3FB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AE731E6-0026-5265-CD65-3247A027312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33E7D1-60B8-ED97-00D3-8175A8D2C1A8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0C3CFD0-6AB1-8F9E-EE88-20DC4BF5688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315E074-902C-3BB1-CC62-2803B4A3E04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F581E5F-2BD5-D9CF-3522-EE19DB9E564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3DE50A0-6769-8873-5B77-6BBAD50ED79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7FF8674-30E0-B4D6-4FF8-EA7A6C3DF193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664996B-59A0-6378-939D-2B5E92A5816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ACBA7C-0BB9-A5FF-136D-5C34F319784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2C6E655-81BB-467A-CC33-5EB8E9ABFE8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263706E-7BED-D659-49E0-46F31365B4C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89346D1-CF03-ADE4-6DAA-A1FD360CE473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A2D107-7E72-CC39-DAC2-CE4ADB7AB680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992CFA-7300-3038-187A-1FE0D1C391B7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3D84F58-7145-EE88-6B0D-29C8DF22A202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0430BC8-9838-C374-9993-E76A391F1E1E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BBDB66-FDC8-6ECB-A43D-9C706671AA29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FD5BF50-80F4-50B9-E125-235D5A513E43}"/>
              </a:ext>
            </a:extLst>
          </p:cNvPr>
          <p:cNvSpPr/>
          <p:nvPr/>
        </p:nvSpPr>
        <p:spPr>
          <a:xfrm>
            <a:off x="6296666" y="4000031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50B5D2-774A-D4B0-D0FD-23016A8CA4D8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8E463C-8E7E-42CD-3F3F-68E8F8C3E077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685023-4822-749C-4CA9-6E045F7057A0}"/>
              </a:ext>
            </a:extLst>
          </p:cNvPr>
          <p:cNvSpPr txBox="1"/>
          <p:nvPr/>
        </p:nvSpPr>
        <p:spPr>
          <a:xfrm>
            <a:off x="3820419" y="576469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4803D9-9BD3-D753-6B70-3DEB587F5723}"/>
              </a:ext>
            </a:extLst>
          </p:cNvPr>
          <p:cNvSpPr txBox="1"/>
          <p:nvPr/>
        </p:nvSpPr>
        <p:spPr>
          <a:xfrm>
            <a:off x="5923927" y="5781916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1C259C-FD51-EDB2-8E83-7D11058321CC}"/>
              </a:ext>
            </a:extLst>
          </p:cNvPr>
          <p:cNvSpPr txBox="1"/>
          <p:nvPr/>
        </p:nvSpPr>
        <p:spPr>
          <a:xfrm>
            <a:off x="8072908" y="5764696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471590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250B5-2E45-477A-47D8-0EF926FA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6A7B51-F1C0-16D0-5109-068EFE20D85B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2BE0BB-0BC1-1738-AB76-B2A03A1B316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C4F643-21E0-133F-8C32-626A7B5F868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CA3905-AE79-C5FB-8D30-C998903A93F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D0F80E-6F38-AB75-B765-33E48BF159A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7BE3A0-D6DB-9D0C-8C52-EF57A2A7D0E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A3810F-8AAB-B087-85FE-6B2D491BDDEC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5CC893-C27B-CFED-B1CB-74967F7EDD2B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BAF0BD-34DC-FA31-4ED3-D0ECDCEBBA4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737A56-2698-D933-35E1-2B4D2555926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922BF5-C3D0-D8E4-3FBF-3205447955B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8F49179-E7DA-B35C-2DE0-67D5E063033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4D07BA7-2185-03AC-795A-325C816ED4D8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28E417-AD93-50CB-F8CA-68783C85DF25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D71D34-2DC5-EC0E-C0F4-BAC17DD7425B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4B547A-CAC5-6808-B2B4-312476EF847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E3F161-BB77-49B6-D8F4-305EC94289F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6C822C-F7C8-747D-BA3B-71344D4AE35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073060A-BDCD-310B-6E6F-C95263EBCD0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F200C8-8A98-23A6-46DD-394B316AA6A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ED0117C-BDA7-59AC-36F1-4A3A8762F9F4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A438D3-4870-2C22-EC21-A5C1EF289F75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7CBD4D-2E4F-ED1E-050F-071FDF9010E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9CDC71E-BD82-F875-99DB-D88C7F9FAD3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2D2DB64-E6CF-5DFC-617B-5A16BDE81A5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017E37-C7FF-95C4-D7D9-2F56D236442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811B27-9CFF-07DE-3E2A-5CE7D9824C2C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CB5B48D-2CEC-86B6-BA38-D4907A7FFAA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FDAEA5-D5F5-6AE8-E4C5-3ABCA4FC377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711CD2E-ECF9-B1F7-9FA1-968005B929C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7E955A9-8A66-A9C9-0A03-E72A9BE4B57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A90949F-C2CB-E21F-DEAC-C60AC1FE863D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DE61282-778A-AE8F-E7C4-743A1FAA102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D34BE37-CEB7-5098-BA08-CC6341CF808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382489-8A41-6E02-87ED-9B22A2FE656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EF72148-C094-3BD9-784D-D531C0CFE82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3A0D234-FE49-A540-DD9D-79675894152F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E2A2BE-98F2-815E-3DE7-0E59B5F6330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B35A68C-A3D8-E25B-E731-18E9BE0883B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D39BCB4-FA88-12EC-7595-D5D89FD5C03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5F73C08-212B-86E7-A11E-724633735C4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E6DA0E-29EC-8955-D74F-0DC4CE444083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14E96CE-4503-46F6-7C71-B529ED01BD50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3201242-45B0-06D6-425A-DF6DC3F3BBF8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C6E61A1-F8F3-97D0-71C9-E75A9BCF4F17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3A6ED68-1E68-8D4F-DD03-1DDA7FC44276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128FFDB-448F-3888-BB7A-73364EF13088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9121959-5829-1F8B-E871-66A51708D8FE}"/>
              </a:ext>
            </a:extLst>
          </p:cNvPr>
          <p:cNvSpPr/>
          <p:nvPr/>
        </p:nvSpPr>
        <p:spPr>
          <a:xfrm>
            <a:off x="7327519" y="1962593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3D871D-C233-123C-42F2-562BCF10F28C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0E3A68-5AF7-85A0-8A82-8DAB0260D89D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A8D23F-D694-11AA-2AA8-24266FB0081C}"/>
              </a:ext>
            </a:extLst>
          </p:cNvPr>
          <p:cNvSpPr txBox="1"/>
          <p:nvPr/>
        </p:nvSpPr>
        <p:spPr>
          <a:xfrm>
            <a:off x="3820419" y="576469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697128-4163-FBFE-6DFC-0CF0CF991A1D}"/>
              </a:ext>
            </a:extLst>
          </p:cNvPr>
          <p:cNvSpPr txBox="1"/>
          <p:nvPr/>
        </p:nvSpPr>
        <p:spPr>
          <a:xfrm>
            <a:off x="5923927" y="5781916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B52C9F-A093-EA5B-9D2B-6D4F212DBCB0}"/>
              </a:ext>
            </a:extLst>
          </p:cNvPr>
          <p:cNvSpPr txBox="1"/>
          <p:nvPr/>
        </p:nvSpPr>
        <p:spPr>
          <a:xfrm>
            <a:off x="8072908" y="5764696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A9A6F6-7FD6-9D64-0912-477DDE8CFFAF}"/>
              </a:ext>
            </a:extLst>
          </p:cNvPr>
          <p:cNvSpPr txBox="1"/>
          <p:nvPr/>
        </p:nvSpPr>
        <p:spPr>
          <a:xfrm>
            <a:off x="9037552" y="5750649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643348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096E-3272-517F-494D-CE08C943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97D340-B448-4824-CC96-FF4E0DA369B3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1138C7-8040-B2D6-2734-697BEE21A4C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458D7CE-D13F-B08E-63B3-2D669543079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2AAC3C-D92F-02F7-9832-F5AE8C3FE88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A383F7-0377-F27E-54F5-9AED6EE9BF4E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6F0CA5-70A4-0938-D8E0-C5F5B3808B4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A5343A-80DE-2654-3A51-5AF308752D19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393054-A229-11F6-CD95-E488BCE922A0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4EA257-F0CD-8A13-5429-2795F656736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79DC8A-CACB-6C6B-4639-01A0346F977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EF2A69-C532-A384-0F9E-A407C52C0A5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1031E2-E5D4-9C3B-FD4D-8269ED2981D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76439F-D10A-39D4-D77D-C565F6DD1065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3EC957-3A1A-A53D-5F3C-14B4D7238D34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54611E-AD4F-F715-D2BE-7DC222D78BAB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87F696-B992-CD6D-0499-E611D2B1245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5B91C1-10B1-B6D5-B8F8-26671E4461D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E8B822-7661-090D-0856-BB8D7DEE966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DCED0A6-E7C0-800A-8D4E-A1B7394A2D4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D3119D-7F49-1CB6-E629-B75E4443827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C77B93-B290-9DDC-89A3-464FD51612AF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E999FC-D72F-7952-5488-5E17E793FFC8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DADB76-8357-E7BA-3EC8-B51C22AB7B6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F6DAD8-702F-8EFE-1906-70C594275FA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E85F801-1D14-8AC5-F814-1FAB56D8E0E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6909726-9ADF-3EE6-FB65-5AB74CBBD1E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0FD6260-97D7-8FEF-0808-97D6FDC266BE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724CA9C-899A-46FD-D8C6-F058747ABCD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1FF90B2-5545-679C-2675-BE90272C8C1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2D5011-3905-08EB-BC87-89F6215E8F0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D0F64E-6EE7-3AB1-1A9F-7F5A5E2C8FC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C1EE216-95FB-BA55-B9AA-3030172D17D8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5080E1B-0EF5-FA50-CB51-6B57DDFA335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C274952-953B-1742-8B19-05306B29F9D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25A20B-55EF-4E49-8C4F-76AFBBA53E2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704FAA-E9BB-A49C-02ED-FE5BF6C496C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133AA7-4566-5457-B39C-DD9CDD095B84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6E5CEAA-B9AE-B30B-8FF9-E5AFF6D5611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8E2DCFA-579C-E2A1-D84E-7E509891825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6154472-0A7C-8935-E9CC-732730FC659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2E927AB-E29F-1C03-DEF6-F4F61C18722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EFC34DC-F31C-CC18-2453-8A626F1F04CC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2902853-B714-FA5F-C7BD-B26183A4C1AB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BD133DA-46D1-A9AB-A03B-C5E981C958C5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1BE2231-4321-7DF7-2698-0A03D791669A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F292296-B44E-BAB3-0089-E7BEC10DB5B1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72585BF-0FDD-F54F-889E-EE57C3840BDC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FA2D969-1F15-B803-0C36-AFB0997D1C70}"/>
              </a:ext>
            </a:extLst>
          </p:cNvPr>
          <p:cNvSpPr/>
          <p:nvPr/>
        </p:nvSpPr>
        <p:spPr>
          <a:xfrm>
            <a:off x="8769438" y="3980569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BBE01-73C9-FB91-FE3F-414071A930B0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AFA229-AB0A-39DD-28D8-B534B02FB40F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68B0AA-29AC-733C-EFCA-0DD0AAAFB169}"/>
              </a:ext>
            </a:extLst>
          </p:cNvPr>
          <p:cNvSpPr txBox="1"/>
          <p:nvPr/>
        </p:nvSpPr>
        <p:spPr>
          <a:xfrm>
            <a:off x="3820419" y="576469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4C0DAD-456F-57AC-4A29-2628ABACA889}"/>
              </a:ext>
            </a:extLst>
          </p:cNvPr>
          <p:cNvSpPr txBox="1"/>
          <p:nvPr/>
        </p:nvSpPr>
        <p:spPr>
          <a:xfrm>
            <a:off x="5923927" y="5781916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9468B4-0CBD-0A12-6269-EAA56E29D636}"/>
              </a:ext>
            </a:extLst>
          </p:cNvPr>
          <p:cNvSpPr txBox="1"/>
          <p:nvPr/>
        </p:nvSpPr>
        <p:spPr>
          <a:xfrm>
            <a:off x="8072908" y="5764696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140097-B0F3-5D4D-5031-721185FE3F57}"/>
              </a:ext>
            </a:extLst>
          </p:cNvPr>
          <p:cNvSpPr txBox="1"/>
          <p:nvPr/>
        </p:nvSpPr>
        <p:spPr>
          <a:xfrm>
            <a:off x="9037552" y="5750649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447CCE-1785-D7DC-08C1-5263BEBCBAFF}"/>
              </a:ext>
            </a:extLst>
          </p:cNvPr>
          <p:cNvSpPr txBox="1"/>
          <p:nvPr/>
        </p:nvSpPr>
        <p:spPr>
          <a:xfrm>
            <a:off x="9934004" y="5747476"/>
            <a:ext cx="776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2A78A8-79BC-75CE-B6D3-B712C6341DA2}"/>
              </a:ext>
            </a:extLst>
          </p:cNvPr>
          <p:cNvSpPr txBox="1"/>
          <p:nvPr/>
        </p:nvSpPr>
        <p:spPr>
          <a:xfrm>
            <a:off x="10868533" y="3080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DC6DA220-85F0-D6B4-E3FD-89FB1AE7FCBA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12775B-C2A4-ACBE-C7AD-C96B23C2BC68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017164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BABA-0105-C461-3B27-BCFD4CFB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A35E829-5C75-ECB3-A5E5-0BC3901AC9E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967EF0-B6D5-00D5-AE2C-E4381F89F13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067EFB-F2A9-6660-FC67-43042E414F3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BF2415B-26CA-6728-325C-BB35B85C093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0497524-A3DF-E81E-AD11-AAEA8A0437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272EA8-374F-6551-BE6E-8D017934777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5690F11-6670-C66D-AFA8-4F1CBA89B8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Traversal of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9B3FD5-E499-3541-3890-598163AE67AC}"/>
              </a:ext>
            </a:extLst>
          </p:cNvPr>
          <p:cNvGrpSpPr/>
          <p:nvPr/>
        </p:nvGrpSpPr>
        <p:grpSpPr>
          <a:xfrm>
            <a:off x="119305" y="1814801"/>
            <a:ext cx="3797582" cy="3048289"/>
            <a:chOff x="119305" y="1814801"/>
            <a:chExt cx="3797582" cy="3048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49B331C-1874-C7BC-0963-293266678B9E}"/>
                </a:ext>
              </a:extLst>
            </p:cNvPr>
            <p:cNvSpPr/>
            <p:nvPr/>
          </p:nvSpPr>
          <p:spPr>
            <a:xfrm>
              <a:off x="119305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3532D8-A32A-4007-BBDB-63F86394344D}"/>
                </a:ext>
              </a:extLst>
            </p:cNvPr>
            <p:cNvSpPr/>
            <p:nvPr/>
          </p:nvSpPr>
          <p:spPr>
            <a:xfrm>
              <a:off x="119305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IN-ORDER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16843E-B75D-EF6E-F7AE-B4E565368C43}"/>
              </a:ext>
            </a:extLst>
          </p:cNvPr>
          <p:cNvGrpSpPr/>
          <p:nvPr/>
        </p:nvGrpSpPr>
        <p:grpSpPr>
          <a:xfrm>
            <a:off x="4232593" y="1814801"/>
            <a:ext cx="3797582" cy="3048289"/>
            <a:chOff x="4380459" y="1814801"/>
            <a:chExt cx="3797582" cy="30482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FBDE3B-6876-5A67-7F76-01E9045E466A}"/>
                </a:ext>
              </a:extLst>
            </p:cNvPr>
            <p:cNvSpPr/>
            <p:nvPr/>
          </p:nvSpPr>
          <p:spPr>
            <a:xfrm>
              <a:off x="4380459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F701B0-7960-096D-A14F-C570101094B8}"/>
                </a:ext>
              </a:extLst>
            </p:cNvPr>
            <p:cNvSpPr/>
            <p:nvPr/>
          </p:nvSpPr>
          <p:spPr>
            <a:xfrm>
              <a:off x="4380459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PRE-ORDER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5A3B56-4A77-A1CC-9689-7B29D517F59A}"/>
              </a:ext>
            </a:extLst>
          </p:cNvPr>
          <p:cNvGrpSpPr/>
          <p:nvPr/>
        </p:nvGrpSpPr>
        <p:grpSpPr>
          <a:xfrm>
            <a:off x="8345881" y="1814801"/>
            <a:ext cx="3797582" cy="3048289"/>
            <a:chOff x="8345881" y="1814801"/>
            <a:chExt cx="3797582" cy="30482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7DCDCE-C10C-0F33-BCDB-67971E913512}"/>
                </a:ext>
              </a:extLst>
            </p:cNvPr>
            <p:cNvSpPr/>
            <p:nvPr/>
          </p:nvSpPr>
          <p:spPr>
            <a:xfrm>
              <a:off x="8345881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DF821A-D2CA-215C-F6A7-EE7B55743D1E}"/>
                </a:ext>
              </a:extLst>
            </p:cNvPr>
            <p:cNvSpPr/>
            <p:nvPr/>
          </p:nvSpPr>
          <p:spPr>
            <a:xfrm>
              <a:off x="8345881" y="2918154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POST-ORDER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DF0F3A-4C5A-F17C-2B6F-2F777978E71F}"/>
              </a:ext>
            </a:extLst>
          </p:cNvPr>
          <p:cNvSpPr txBox="1"/>
          <p:nvPr/>
        </p:nvSpPr>
        <p:spPr>
          <a:xfrm>
            <a:off x="250963" y="2753469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000">
                <a:latin typeface="LM Roman 12" panose="00000500000000000000" pitchFamily="50" charset="0"/>
              </a:rPr>
              <a:t>1. Traverse the node’s left (L) subtree</a:t>
            </a:r>
          </a:p>
          <a:p>
            <a:r>
              <a:rPr lang="en-ZA" sz="2000">
                <a:latin typeface="LM Roman 12" panose="00000500000000000000" pitchFamily="50" charset="0"/>
              </a:rPr>
              <a:t>2. Process the node value (N)</a:t>
            </a:r>
          </a:p>
          <a:p>
            <a:r>
              <a:rPr lang="en-ZA" sz="2000">
                <a:latin typeface="LM Roman 12" panose="00000500000000000000" pitchFamily="50" charset="0"/>
              </a:rPr>
              <a:t>3. Traverse the node’s right subtree (R)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8EE14-CB97-C188-3A17-E6BFB27E55FC}"/>
              </a:ext>
            </a:extLst>
          </p:cNvPr>
          <p:cNvSpPr txBox="1"/>
          <p:nvPr/>
        </p:nvSpPr>
        <p:spPr>
          <a:xfrm>
            <a:off x="1047917" y="43398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6F0A9D-AEB1-9E39-A45E-F428FE608B42}"/>
              </a:ext>
            </a:extLst>
          </p:cNvPr>
          <p:cNvSpPr/>
          <p:nvPr/>
        </p:nvSpPr>
        <p:spPr>
          <a:xfrm>
            <a:off x="1412119" y="4414840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05D72-030E-8523-1A91-9F489929FA84}"/>
              </a:ext>
            </a:extLst>
          </p:cNvPr>
          <p:cNvSpPr txBox="1"/>
          <p:nvPr/>
        </p:nvSpPr>
        <p:spPr>
          <a:xfrm>
            <a:off x="1968710" y="430906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9AEF2-019F-51E2-502A-D24C610B0340}"/>
              </a:ext>
            </a:extLst>
          </p:cNvPr>
          <p:cNvSpPr txBox="1"/>
          <p:nvPr/>
        </p:nvSpPr>
        <p:spPr>
          <a:xfrm>
            <a:off x="4433217" y="2708654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LM Roman 12" panose="00000500000000000000" pitchFamily="50" charset="0"/>
              </a:rPr>
              <a:t>1. Process the node value</a:t>
            </a:r>
          </a:p>
          <a:p>
            <a:r>
              <a:rPr lang="en-US" sz="2000">
                <a:latin typeface="LM Roman 12" panose="00000500000000000000" pitchFamily="50" charset="0"/>
              </a:rPr>
              <a:t>2. Traverse the node’s left subtree</a:t>
            </a:r>
          </a:p>
          <a:p>
            <a:r>
              <a:rPr lang="en-US" sz="2000">
                <a:latin typeface="LM Roman 12" panose="00000500000000000000" pitchFamily="50" charset="0"/>
              </a:rPr>
              <a:t>3. Traverse the node’s right subtree</a:t>
            </a:r>
            <a:endParaRPr lang="en-ZA" sz="2000">
              <a:latin typeface="LM Roman 12" panose="000005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66962-9DEF-71D7-1DD1-163F1416AC44}"/>
              </a:ext>
            </a:extLst>
          </p:cNvPr>
          <p:cNvSpPr txBox="1"/>
          <p:nvPr/>
        </p:nvSpPr>
        <p:spPr>
          <a:xfrm>
            <a:off x="4861444" y="4396153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B0180BA-5F82-4772-CBBA-03982D074418}"/>
              </a:ext>
            </a:extLst>
          </p:cNvPr>
          <p:cNvSpPr/>
          <p:nvPr/>
        </p:nvSpPr>
        <p:spPr>
          <a:xfrm>
            <a:off x="5338072" y="4467391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99DB9-DDE5-E57D-378D-36A7B7956947}"/>
              </a:ext>
            </a:extLst>
          </p:cNvPr>
          <p:cNvSpPr txBox="1"/>
          <p:nvPr/>
        </p:nvSpPr>
        <p:spPr>
          <a:xfrm>
            <a:off x="5894663" y="4361615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5" name="Slide Zoom 24">
                <a:extLst>
                  <a:ext uri="{FF2B5EF4-FFF2-40B4-BE49-F238E27FC236}">
                    <a16:creationId xmlns:a16="http://schemas.microsoft.com/office/drawing/2014/main" id="{D114B23C-B142-BAA7-4B2A-4776577EC5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6419318"/>
                  </p:ext>
                </p:extLst>
              </p:nvPr>
            </p:nvGraphicFramePr>
            <p:xfrm>
              <a:off x="6929534" y="4221975"/>
              <a:ext cx="1084994" cy="610309"/>
            </p:xfrm>
            <a:graphic>
              <a:graphicData uri="http://schemas.microsoft.com/office/powerpoint/2016/slidezoom">
                <pslz:sldZm>
                  <pslz:sldZmObj sldId="695" cId="4174523050">
                    <pslz:zmPr id="{4603F505-6F90-4EDF-980B-03E80DFEDE45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84994" cy="6103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5" name="Slide Zoom 24">
                <a:extLst>
                  <a:ext uri="{FF2B5EF4-FFF2-40B4-BE49-F238E27FC236}">
                    <a16:creationId xmlns:a16="http://schemas.microsoft.com/office/drawing/2014/main" id="{D114B23C-B142-BAA7-4B2A-4776577EC5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9534" y="4221975"/>
                <a:ext cx="1084994" cy="6103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9576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F1AB-8268-B647-8C53-40200453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4B9B2FF-EB75-650B-443E-C958F44403E8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FB35122-BD33-FE80-CF95-CE5F21944EB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A9B8A5-7FA0-E634-A915-B9B7D4EDA01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566171-E728-838E-F443-1E0D2353573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21FAF6-23C9-7D08-73AE-CC717D4A359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BC7DC8-0996-7444-1416-81B80F83CC6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E2B0C7-38F1-29BB-5C3E-FAD795FBD89E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B96D-B996-3454-F7B4-B40FC5FD5074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53E3B-F85A-39D8-F69B-226A57B1D40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55A88A-43ED-AE08-3753-82896D4B937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3620B2-9369-A198-BDBB-7C46F715672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31A7E3-0E34-51F2-19D4-675FDBC2252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33EE87-73A9-F18E-DE4B-61CB19DFEB1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AFD20C-6C05-22DF-632A-25BF73F7A1B1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ECDB66-0FD0-8ECB-100B-D9C085278649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22DE4F-4470-059F-AF6A-98FB4A64962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525254-28A0-C042-7A46-D79D6E544D9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742E1AE-E091-B5BC-C61D-15CA322E46E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1FF12B-0CC0-ADA9-0217-ACB97B606D5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1EDEC3-74ED-1670-249E-1253B62528C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BF8D1D-3A65-A120-082A-3E30E72A39B1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FE1C8D-C17F-AB0D-079E-EB9DA5465A81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6425F6-CE2E-A288-DBB3-ED5772908D0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B46ABD0-DF7E-90CB-BF81-85C7E0C716B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6773DE5-408A-896B-0775-B19591958CD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868166E-1289-37E3-A7FF-6271E15719E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8BC29D-2862-1100-AA70-A2ED41046B10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B8A1AA2-3E52-7D4F-036F-C22F38D6C45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554A93-A6BE-9E54-1738-D4094F140FF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2CDEE9E-A289-D72E-8F6C-C69BB086485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65EEBB8-E030-9E3C-5729-3E64BCA4EB1E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0D4C43F-FC37-6937-A1FE-22012157C381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E1C1C8-9AD2-0F43-7F69-B49F325C90C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CCC22E9-FD94-3548-B633-A5ECDB7B6AD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52B8A5A-1ACE-524D-D243-D4DF181D58A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D090E84-F82A-63AD-DB21-3DC806CDBD7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201B413-B00D-C0B4-8799-C7DC0CA163BC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B9F29FB-98CA-5B92-0BDB-9D2098FF336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156395-0712-6251-3EF8-1C948A36DBB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4F031F1-9138-8B61-EA47-A4D72D9B75A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7645C68-7677-47EB-AF7F-8F65DB2FEF7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B4FEFA2-9272-B106-B7B4-7F4A7DFB2667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6EBB551-BCF1-B249-3AE3-B1ECF8C673B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4CD260E-DB67-BE0C-9B0C-F174FBDB1582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1D1F013-7E7B-0FD4-B8A2-66104ADC2F61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FD0168C-CE96-C09D-158C-056BD397526C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8F3877E-81ED-9243-352A-22423036898B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C8E5EB-74B2-3C1A-6B31-5FD30E886C3F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BC2B311-44E0-7D60-5745-07372BBD2D81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3A729E-AC1E-9C68-1995-7D8DFDBB2AFE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1745230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C4F8-C127-5F59-DA3A-208770FC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1A50952-7FAE-DD93-458E-C10B4DAE97AF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90532F-6BF0-D577-7B18-7D0844C6FFF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A96911-F1FA-B11A-8D6B-3627CBB7FC9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290F7A-64FB-0E8A-8A1A-FA0514FD319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244950-4C0B-0A2F-5596-85A0FE4154F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7295BB-B1C3-60FC-CAC8-291F2836724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F27A42-CB3D-BE01-06F7-DB3CD794FAB7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5B865C-C645-D3D4-85E7-DA60653CB9A3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C4E6C0-7FCB-5D41-3CDB-2C57D0F5DD5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3A3777-0C0B-0F39-80EE-2646D5C028F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D24B27-F96A-038E-B756-230E8AFCEF1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0379BE2-DB1D-9DB2-7AFE-46125366EBF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0E44AD-EA2F-3BED-16DB-AE7A7BCE127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5C8F46-F3AC-D298-C248-28862A3460DF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94BA17-270D-AE70-7E68-739929BD5E25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322B34-5226-0C48-5EC0-46CDD9C5227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A60376C-1486-72B7-B6A6-4053137628D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BF1AA15-60D5-6801-9441-34DC062EB0F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4865EE-8D2B-F3FA-1717-276CE9D277D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EAFBBA4-B460-3038-9B84-3BCBC3B7D12D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39CC2C-9877-6E93-B655-0A086D3F5F2D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7006FE-1320-88C1-6BEB-04C94C83B5EA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A5DB266-D5A7-DBBF-B518-33356786CE5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B2C4AB-6616-2728-6A04-C4E834BC143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9996D2-FEA1-25C9-54E5-94C926C891B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DC773A8-11BB-38DB-3EB5-B012DE22825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9B5AC6-3C27-CD5C-81CD-5B6826BAAEAD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2660279-E839-971E-6DB6-E2AF3EA8396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F1CF513-67E4-75E0-3621-97F66E66E1C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0261F1B-BBD5-04E0-9951-F1AFD5E05BF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B272D74-3E70-FFDA-4E1D-A2F7B56BF7E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5851AF-B778-CEE2-7452-02A6D7D7026C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8AE0A1A-FAAD-A4CE-1055-6510EB509B4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D37E250-DF3C-1A65-1E28-683C9AFEF72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EE7EDDF-2846-87B9-147C-02AD48B916A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BA0015B-B8BF-7E24-7277-E84E970FED4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11E415-899E-E84E-15E3-83D22C880707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363E1A7-7534-CD8D-51FD-0487BC5DE06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F983183-47BC-438D-81B7-AF8375181E7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86F675-83C2-61BA-6C8F-A37EF3144CD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A1560BE-4DD1-4AEF-697C-FDE5CDDD2C8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13A8A29-A9D4-89EE-6E1A-1FA3911916F5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669803-20B9-5FF4-758F-2A1848103DA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F31287-6FFB-DD6F-355D-CA24FED72E58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B0275C1-29FC-585A-D39A-4773530EBD2A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12D0E52-C8DF-355C-4EB7-5B75252790C7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2928CCE-4ACF-2C35-C8EA-949768ABCFD4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69194C-E41F-4A64-5257-168A4C98315C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02F1049-7D97-A3E5-2548-9343EB6E1F43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4D7AC6-7140-E882-B849-96C1722FAD55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A552A5-6BFB-6AC5-8E34-A742B42F7C30}"/>
              </a:ext>
            </a:extLst>
          </p:cNvPr>
          <p:cNvSpPr/>
          <p:nvPr/>
        </p:nvSpPr>
        <p:spPr>
          <a:xfrm>
            <a:off x="5075137" y="61021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18FE4C-88DA-E085-7451-5E9685185DCA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29624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267B-C24F-1B08-304E-1E6ADC6D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FAF9B97-CCD4-1F94-B270-C484C4336A53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2313F2-70CF-A2DE-EECD-DED6FCA7166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59D6FF-D754-308D-1F77-106DF257E18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0BA967-6876-C853-3DF3-851C3D34685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067CC3-1534-B4C3-441B-F473FC5C1A8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E6D596-8444-6F44-1D17-4C7D6D28E41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1A7F8D-B0B8-3F36-03BB-FEA4DE49E784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364EBB-68E6-AD12-0F03-79FFA997A137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C7C33F-052A-DF2A-B53A-DB121BAF55C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8BCC0E-A0A6-F5FD-16F5-D7D3B8F98F6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350D74-60DF-F11A-061E-BAB129CF55A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7D3904-237C-9F00-4BAE-B3D4F97724B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05157A-6D3D-9EB0-9B24-F6FB18B9453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18BCFA-7A0D-2E06-E718-8316F51D01EA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7C057E-C1BC-3712-2405-5574846EF3AE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32669A-5CBC-FE4F-5110-354EEF5443B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BCBF14-53BD-23FC-2827-BBC34771775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DFF55D-F832-D999-BAE2-8349E45BAE3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85AEF8-A3CE-A528-E21A-FD8E0F091DF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1BF20C-A6AF-3796-C0E8-3C42D8E0C942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08F60C-7D08-92D4-A2C5-E0BCD0060F70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1554A7-92EC-F22A-D4EF-186225D9306A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139BA1F-9F9F-F225-A99E-0770E5B7F9D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5F48132-2A59-7B21-CC3F-06581ECFFA5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46C6A4-536D-E647-2DCC-C2B690D5959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722BB35-4DDE-EBD7-D868-BE26B7AE946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6F0CA2-5A97-6B85-D6D7-8C39B6C397CF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1B9E71C-9AD1-BD8E-03CE-0F42F72ABC6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DB762A2-CBA2-DE2E-E047-ACB3E7BA987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DAE549C-FAA4-FF07-74C5-CA7A0E108B0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A02C3A-CD4E-A060-027E-01412FFFA59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2213DA-9262-FB4F-14B8-63AA06305D1C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2203F95-B233-3F5A-36EE-0D77A78186F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0F03DE2-4AD0-4AD2-44D6-B5E9B6D3848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C238377-A456-B18E-77C0-C66B90834A8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FAA518D-2CC3-33FA-FCE6-1CE06519F76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BAC7C6-2928-7832-E66E-77F5540F2027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C12545E-AA31-6FA3-73DC-8E9AAAED0A0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1991392-1B06-5A34-14FE-38A7BDB23B7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9E594-E843-B924-5A7A-CBF3C388F29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A740A81-813D-B126-DF61-6F615610194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ED88643-68A7-DE68-FF13-5C8BEF395BF6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C32C7B1-E21A-4059-C027-2F057C8A760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01C0354-7AC5-ED63-2C4B-5DC9023D0D37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DC9C7BC-B276-0351-091C-04E6F4BC01BF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FF6693C-D422-CFD9-081E-BB6C9904E983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47B49B8-73CF-AB75-1C2D-77A8FACC5D46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62ABDDB-870C-7A3C-108A-32C54D2A814A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C9045760-9AE2-A1C8-A455-AB185F36D351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DC645C-8A3F-38E8-C34F-D3DE31545B36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99BA5D-626F-5209-69C6-29A51A60FD2C}"/>
              </a:ext>
            </a:extLst>
          </p:cNvPr>
          <p:cNvSpPr/>
          <p:nvPr/>
        </p:nvSpPr>
        <p:spPr>
          <a:xfrm>
            <a:off x="2873917" y="1921136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C39964-66BE-F35E-865E-D5B0DD418706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F8538D-28D3-C9D4-6967-CC2AA28795A7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31441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D0C3-9F11-64CA-94AC-D3C77C68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E2BEE8D-65FB-2DC9-AADE-FAD444D8F196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078555-25A2-FFFC-8F22-5A2D57837E5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0AAA86-2791-8DDA-9AB0-409C2B3FB2D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0F527-1FA7-AB49-CCC9-D10A5C34139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D78165-0AAB-5951-D77A-DA052FB0B18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245C89-6ED9-3936-65FC-DEBDA864A528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7EC2F1-BE37-CC59-CCD9-C7805467EF39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E6DB77-8A4F-C672-59AD-7AC05BAE4951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B12715-8F70-A978-FF63-B73C9FA818F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A104EB-E0ED-286E-D1A6-522FE3CDE25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D4DC45-8E82-51D0-08D5-3509A00BB94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1B2E00-C4B6-4B11-C9BD-4203B6F7CEF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2298A5-97C0-77ED-CB41-284F606E9E8A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660F2F-64D1-10FF-F105-7259C328F167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E1B72B-A88D-2CEC-7251-FA42FABB268F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004D113-7BC6-899F-21F8-0E1A34ED3FD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ADAB5F-E026-65FD-4751-B44B90A66A9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B27C5EE-BB69-2671-06C5-913332F9DE6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302154-FCC7-3C82-AF68-31FF7020E14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77F70E-1EA7-4E0B-435F-9CF90B1E667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721C85-8DEB-BF32-F0AE-53A81FF5B60C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75BD6A-239F-6DDB-88E8-ED5BCD65E253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D80FC31-6FDB-1988-3F3E-2E156BA898A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D04018-D7B1-5B0B-4FAC-E25ED013374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68B82A-4E72-6D98-BCDD-23EDB863006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80A50A-5D73-E311-DA5B-1F034480339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C646C4-4ED3-C520-CE68-9FFE6AD7F202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4BF0C5-1B53-D03A-8B32-326FCA78ECB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7E2CB1-928A-A73B-A57B-E2F24AAA8A1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31BAA08-83A4-AA80-599B-7FB3E00A33B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9D5E28-DC74-4831-9861-AAD417F0869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6241DE-1D1C-F3C5-EED8-5FC4F88C271D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0645F8-19D9-B6FD-1E87-7C9968FBD51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2FBB87-9FB6-9019-C7B3-917AB2BCD18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5B39BC3-2E7E-D1CD-7B17-128FBE1CD3F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F3E1DF1-5B4A-960F-16E2-25D24FE2DDD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61B498-8AA1-37E9-B02E-B5116AC9AD44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55FA07C-5E54-8A38-D416-A1ED1463AAE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DE283EC-45C1-C08C-3D06-195F17C1113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5E786E-E78B-77F9-1BEF-E7C645517C4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81B023-EF2B-66D0-5C3B-FCC5D257573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F6A1A78-53AF-11D0-9F68-060F2494CAD1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C767FEB-4995-EA29-8D3B-D14F4B5CC24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BE9179E-DF47-06A5-D940-3F163E3F17AF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4D10232-82D0-94C5-AB10-F46A84881E2D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6F87640-4B11-6A2D-9771-7623310D9652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90D0331-1FCA-D4AF-7D25-A8F253375C5D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9B81743-B998-AACB-57AB-E2E378520F7A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CF7617E-EFB0-AA6A-E1B6-ED315EAD1B04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15A4CD-6C5A-3C6F-857E-A76F7D308372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DB7C7F-E869-E791-690B-BD4D7EE3C8E0}"/>
              </a:ext>
            </a:extLst>
          </p:cNvPr>
          <p:cNvSpPr/>
          <p:nvPr/>
        </p:nvSpPr>
        <p:spPr>
          <a:xfrm>
            <a:off x="1471788" y="4000033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BF6317-3446-7027-ACA3-B2A48B157F9D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C52285-3DB8-A011-47EF-BED2153B532E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2CA6AC-CBAB-6F41-2135-C86F74090FD7}"/>
              </a:ext>
            </a:extLst>
          </p:cNvPr>
          <p:cNvSpPr txBox="1"/>
          <p:nvPr/>
        </p:nvSpPr>
        <p:spPr>
          <a:xfrm>
            <a:off x="4520128" y="5781916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58537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0597-EDEC-952A-6A33-CD77BBC0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292C23-1D6B-03A7-A8AF-E2EF90A0A867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5DEC30-6CB8-05EF-277D-BE686545880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266D71-1994-5AA4-7DA5-D16D6132253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963E2A-6247-D07B-E84F-B3AFF4B496D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A09086-3353-7864-1F15-0C60BAF905D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028032-5E76-1B0C-4134-9269317F3AA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CC2F15-8558-F9BE-0F14-97A4A0938A27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868B54-2D94-C349-7F0F-71F4C94407BD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210A8C-828B-825C-6395-C5D0C45EEB9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623605-DD9B-7A8A-4E5B-B92A4D2166D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303AC0-9646-857E-A0FC-596DC104185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B60D2B-3888-EA6B-6518-ED5C54E4836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AFBA8D-3960-53C6-D7C6-739DCD56CF63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77BEB5-38E9-B03A-E1BA-92BAE814C1A3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79D43C-2640-44EB-F69E-FCCAB19BC76C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7F74D01-A86B-31AE-0038-60DFF0653EE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972C096-3E25-D4E1-BBD0-C18BECCBF69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B42868-002D-CB6B-7621-828B5FAEB5E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FCCD2B0-EF58-2AD3-1BCB-2A63487EB19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148710-5F0C-8FC1-5C13-B230DCA64BC8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CA95DC-BD94-EC06-EFAC-C623CE697C16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088456-589E-397C-E2E8-6315E2C07629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2911F6-7564-74E8-8837-0DDCE77483F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495ADB-D9FC-65C4-4A1B-F1952A02FD1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07A879A-2DD1-60A3-10E8-EC9FE6B3DFF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BBD8CD7-B0A8-B0E9-337C-0DC4CD24DA5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E15400-1F65-905B-AEA5-DC15B403F8A7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E4D7E07-3994-C011-7028-CE2A219F268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D01808E-8F6D-59D3-C98F-078B1583DBB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093A887-3BFB-0873-0004-5C35D12EC8D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EC64A83-AA80-27F3-2A5E-76E869414E2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3B5E703-84D6-09A3-1DC6-8CD5FE041FA3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56DABE5-8350-D943-A35D-CF44D752702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1EC10BA-18AE-1072-0522-FA34EC6E2B6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2E7E30B-5A17-A4F1-719F-549BE563E16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806F3BB-76DB-424C-5522-2C6D67B1556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9E7445-5877-5742-227E-CB75AC1BDDE5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4B130DF-920A-D0B8-B58F-E0C5D6BD6C9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1DA3ED-5B3F-C357-753A-50D591619E7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BD02D5B-B455-D978-F34B-CDE32824551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657700F-22FF-0F5D-4B49-7FF1B54F63E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2FFA3BB-89D2-6B14-AAA4-3B9CA7C82FC2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F7D04E2-B29E-030B-866A-112AF550E841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E0E08A4-354D-C883-4DA3-7356DFCA21A2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982F41D-F272-A157-2988-ED2EBC712487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626A64D-DD8E-A091-3752-EEF72A85B9DA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DBE16E3-7479-2FA3-5620-A90309867134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3BA83A-72BD-4900-0350-2876068121D1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3C8C8D4-CD5F-C7BD-8971-17B3D229FC04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38BD6D-B469-CDCB-BA12-539C7BC1071C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53D256-B49F-D51A-8D1A-2CD761C46759}"/>
              </a:ext>
            </a:extLst>
          </p:cNvPr>
          <p:cNvSpPr/>
          <p:nvPr/>
        </p:nvSpPr>
        <p:spPr>
          <a:xfrm>
            <a:off x="3956260" y="3980571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292B3E-1285-F364-8C93-FCBF2887632B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3E4671-DB9C-47E5-E526-DDA2448DB48C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D01624-87F7-4DA0-FA0B-FFA9E4EA4028}"/>
              </a:ext>
            </a:extLst>
          </p:cNvPr>
          <p:cNvSpPr txBox="1"/>
          <p:nvPr/>
        </p:nvSpPr>
        <p:spPr>
          <a:xfrm>
            <a:off x="4520128" y="5729224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38B801-EEB1-571E-CE1A-09DE5D31C961}"/>
              </a:ext>
            </a:extLst>
          </p:cNvPr>
          <p:cNvSpPr txBox="1"/>
          <p:nvPr/>
        </p:nvSpPr>
        <p:spPr>
          <a:xfrm>
            <a:off x="5307101" y="5729224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303773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AE323-06E3-122F-7170-1C5F36E9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2AA60E8-EB59-DBC0-2488-7A2F04708395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730711-964C-3C6E-E7EB-5CC2E29FE44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F2E0EA-F270-7A3B-AFA2-0E0154D89E1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3F23C9-DA5D-E502-3474-820B5FCB086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1B33A9-9E6A-D02D-4CBA-10465A336C0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D47249-7C19-39B1-BF6A-375CADB627F5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803E2E-692E-005C-149D-C3B952C02D7A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DA7A2F-235A-315E-3B8F-E8FD7C69AC71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6A572E-38C7-4928-C8E1-E60A508F9ED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D139AB-4928-3940-5DE7-3D543EE183D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96DCB4-14D0-F799-0045-8A519EEB423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D7F4C8E-4FB9-AB2B-1A8A-6E87B637C2F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2A629E-661F-3F1C-CF8C-B0F815B249C3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30A3C8-572B-EE5F-AC67-1994ED0F108B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112D36E-C103-F5A7-F2A4-D777BE10A9B3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E04404-D76A-3949-BAF8-A344555D59D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4F836E3-0AAD-0A8F-F63F-AC961E6CFE4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C4D038-D962-D4B1-3A94-567DAD905CB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6AAE2A-2D6C-2F50-8B54-878A9B1000E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E15DBB-053C-DD9A-2E21-7D01E5AE00E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48BEB29-A665-6AFD-12E6-86EE6A0DEB4E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113D3D6-AC2F-6FB2-D18F-9C202735B40A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2AEC290-5C4A-3C8C-0E1D-CBB05160BE0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C23926-F3F8-462C-965F-9D223A20C5F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450619-27DB-E3B8-F6D2-1F6FEC44810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AFAFE1A-9DC9-7888-719D-BF2BBB3A366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B7947E-C732-5300-0042-FE69AB83617D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985C22D-5FD8-A9E1-3E70-4A2A44B2400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71432B-F6B8-83B9-27FE-95D298B6F36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F3187AC-2477-6A91-8F85-3400E36466B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C52133E-60A1-F71B-4B76-B584A1DDBC1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E811A1A-F9E6-3301-7552-59497F8E5391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2C33DC1-3486-2434-2BA1-9EEE4B4B017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91880E5-6D4A-194D-23F6-1A2C0A4033C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9D7068-B5B9-7A50-FD76-07E6474AF19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AF219BC-00CD-4405-7C14-23078AA4178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1D326B-EC24-1E3E-11C7-2D50CC896883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5B49A09-9509-73B3-6518-7A2A2CC9E24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FE8EBE6-48B6-A5FF-8E05-54E5C4FA457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867DFD-FE7B-752A-E7B7-D8051D997F5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D8E057B-D3B7-A046-7B79-C3B33A85764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82A3D9-EB20-2C31-6324-DA70B11B0D9F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2E7B4F-29E6-103F-BC11-38BDFA46A4BE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F2D9BB-0570-5F31-F17B-FAF387B00B03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40212D5-21F8-D0C8-7446-190AD5CD893D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0F4AD80-6A97-E06C-5A23-7CBB091A62FC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D57CD07-4F25-83C9-51EB-3A5658EE5358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C62C38-B373-364B-D0DB-646B80422F1D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35872F8-0579-35B3-F4BD-5B5925C7BF74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ED4701-6D6E-F861-9FC5-311D811A6BFB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2BF3A-932F-7646-697E-5C3DE1DC2C4F}"/>
              </a:ext>
            </a:extLst>
          </p:cNvPr>
          <p:cNvSpPr/>
          <p:nvPr/>
        </p:nvSpPr>
        <p:spPr>
          <a:xfrm>
            <a:off x="7412386" y="1977622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043AAD-F3E9-55D5-13A8-61E7B187D448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B9D4B8-C879-85F6-2EBC-ADE194C6A6A8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4B7530-501C-065E-C0DC-26CEC399F082}"/>
              </a:ext>
            </a:extLst>
          </p:cNvPr>
          <p:cNvSpPr txBox="1"/>
          <p:nvPr/>
        </p:nvSpPr>
        <p:spPr>
          <a:xfrm>
            <a:off x="4520128" y="5729224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EC3D28-D8CD-974D-1FEE-A667B33652BE}"/>
              </a:ext>
            </a:extLst>
          </p:cNvPr>
          <p:cNvSpPr txBox="1"/>
          <p:nvPr/>
        </p:nvSpPr>
        <p:spPr>
          <a:xfrm>
            <a:off x="5307101" y="5729224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6AB25C-FE0E-5D1C-0E73-8E75B7B2C47A}"/>
              </a:ext>
            </a:extLst>
          </p:cNvPr>
          <p:cNvSpPr txBox="1"/>
          <p:nvPr/>
        </p:nvSpPr>
        <p:spPr>
          <a:xfrm>
            <a:off x="6956480" y="570095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079172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9242-912E-F4AA-B5D2-A191E0A7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09F3919-AD72-A19C-4AC1-093F5EF95B13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25D5922-6BCC-3F3A-2013-B23BE7CD91B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8B0783-6802-8AA3-96A0-28AE819DFA7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8CF56E-4E86-7D69-C905-045911901FF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718730-3DE8-7F9F-488B-DDB9ED1E66F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5E36CD-2B33-3CC7-E822-425DFB0A366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3D3EAB-BC10-B7A4-B2C3-F70392E947F1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AF4570-B441-229B-D313-7050A9EDF2D4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ECFF37-D6A8-5200-7E43-0AF3979FADB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D13E3A-490A-3E1F-316D-97FD923617B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D20D38-75A1-6D51-5CCB-53F2450F690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39D478-F634-94B9-7F7F-053644D374B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7943F3-4AB4-631A-452C-83BEE207F6A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82ABF5A-F5BF-3490-CB6F-7A4FE39543B7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3CAE2EE-DFA8-4FDD-A24D-43E1D3775E8A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D88316-4395-DDC7-923B-824B36A1407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A4C930C-B981-802D-6136-DB1A6B52620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FA449DE-22B8-5B5F-CB49-37F43CBEB2D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631838-53D4-C0DF-891C-DF87A45CD6D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30FCE8-E258-4793-5FEC-7C943594D742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E10C640-BE31-2D9D-E487-6C3E1DAD92C6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C6282E8-DEB5-FBD7-CBB0-B1AD15AA7CE7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B03FFA-841B-9129-8778-45C4DDC2F60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22C7CA-E9DE-2A3C-0532-B170FAC4078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C226DCF-066E-63F0-F065-CBA944D2AEA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7D38DB8-BC8F-C5A4-E5E4-5129A6526BC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3BF16A-7138-00C4-6527-28EB720CFBA9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0B65463-CEC6-666D-F5E1-4A82CD8CFDD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6523392-6220-5F52-7BAE-FEDDFA03083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36EAC54-11C7-5084-90F0-0BE42FB49A5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F11523E-DAD5-2C05-6658-8A3686B9666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4C723BF-5657-EFA7-BB9D-188CDA1CA66A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9424B63-CF70-9A4A-514F-84C00AC669F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6361DA-AAA8-43D9-53F5-021776B8FAE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3809090-60E6-769B-D82E-CE485221F5F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1901F6-AA5F-05B1-43D8-53A01A33D2E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2D6BEA9-910F-5EDC-0327-6C46B150F729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B5ABD0-A10E-084A-E1D1-0E22DE269F9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06D7D66-4AB2-1B62-EF6C-AB1981ABC85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A23FF85-7161-07BA-5FB4-C4B489629FD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A0D5F7C-0491-17AC-1CD1-D6EC4A3D7AD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6F73D5C-B563-4AB6-A510-1268E05C5589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E3623D-DE7E-B08D-6A8C-70F12FB32C7B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EA4A72F-E85C-A027-562E-C81A29571FEA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BA06A6A-1EB3-798B-15E7-37C01A515C09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18B1403-084E-94D7-53C6-82281282D030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CF45CA2-7009-FE84-9D91-41A1292BCC97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E82F72-3519-DB17-C3CE-F429B56FA45D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67F30B5-6594-E6B7-F0A0-8057336280AC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93C4DB-736B-9C39-7C16-B7BE5B75D2FB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B7D1C2-1266-19B2-F57D-A1619797305B}"/>
              </a:ext>
            </a:extLst>
          </p:cNvPr>
          <p:cNvSpPr/>
          <p:nvPr/>
        </p:nvSpPr>
        <p:spPr>
          <a:xfrm>
            <a:off x="6279030" y="3980568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197259-17F9-DC3E-D1E8-349B82732B78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A1C9E9-6E02-3767-EC63-5C1980472080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262723-23BA-276F-8E4C-C1EE14CBDB61}"/>
              </a:ext>
            </a:extLst>
          </p:cNvPr>
          <p:cNvSpPr txBox="1"/>
          <p:nvPr/>
        </p:nvSpPr>
        <p:spPr>
          <a:xfrm>
            <a:off x="4520128" y="5729224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216B7C-DFCB-6EB3-DC3B-C60301AFEEF2}"/>
              </a:ext>
            </a:extLst>
          </p:cNvPr>
          <p:cNvSpPr txBox="1"/>
          <p:nvPr/>
        </p:nvSpPr>
        <p:spPr>
          <a:xfrm>
            <a:off x="5307101" y="5729224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30CF58-3CB2-5BCF-D36F-564476586DE3}"/>
              </a:ext>
            </a:extLst>
          </p:cNvPr>
          <p:cNvSpPr txBox="1"/>
          <p:nvPr/>
        </p:nvSpPr>
        <p:spPr>
          <a:xfrm>
            <a:off x="6956480" y="570095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DC0E19-D284-74F0-521D-15A334159EF7}"/>
              </a:ext>
            </a:extLst>
          </p:cNvPr>
          <p:cNvSpPr txBox="1"/>
          <p:nvPr/>
        </p:nvSpPr>
        <p:spPr>
          <a:xfrm>
            <a:off x="8703475" y="5700953"/>
            <a:ext cx="6767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56746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27CB-AA1D-E64A-A931-0E3E8601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F78166-6D33-84EF-0952-28AA83B7E7D2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66AE71-569A-F892-4EDC-4F48258D064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B052C3-25AD-91E4-E513-3BA942CAC9A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903CE3-5F70-DD9C-79D4-E81246E97AE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A58910-E95B-5B24-9E27-002D0A17CCD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283A37-A4C8-0A2D-6149-5FFD191766C2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37A48F-D8B5-6AA4-EF6E-7CBA4D2694E1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706E25-43C9-2BC7-C693-0B9056BCF353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184A17-3407-8294-DB06-7A3E948D108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82ED45-AF61-FEF4-6D56-7614CEFC6F8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91F91C9-DC80-E9C6-F045-31067D2BCD2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A015B2-9B5D-72A1-5E50-62BE07C12A6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E1D41A-D8B7-90C8-955D-44603B55EF63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F2B60D-B2F1-CB93-BA64-FB40601FBA32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78BE64-018C-6B46-A3FD-3C1CC83EB805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A1C8DF-DE97-E094-FCB5-D0F010E25BD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938C2D-D425-80F0-C78F-E06188CEDB5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E8277F-358F-1106-C87C-A957B8555E6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EE6F9B-903B-9BD0-2A13-11D39573D8D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F624B4D-0FE9-2601-46D2-6984DE04819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81751C-06E5-1EB0-961F-B17F127CFD0E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1675C3-4748-B978-FAAD-F5780E049DA3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A904EAF-2EAC-4302-B349-53EE38458CF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F01EA7C-9483-C149-A57D-D33B8BD3FA5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E06D58F-2E19-748A-A019-077716A82FA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187B21B-2393-A282-AC1C-13FFC3A109A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5B496BE-2CFF-B51D-A291-E2135EC986FB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C6A619-7794-E057-2061-1E50AD31C53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B9CAEB2-C480-A3DC-F469-8C6B898565A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A3F1E8-EBBE-FFEA-D2FF-D08BD560E90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D4586C-4075-2E06-195C-02CD5316415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E0CE86-AB60-E718-3BB8-4F4D82AC01DD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17E3940-07B6-FA01-B9BA-36D226423E6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B302F98-ADF9-1C76-335A-AE3E8E3B330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3D10ED8-22DB-0056-E854-1DB372211CC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838842F-358D-7B7F-2B8B-A6B16B897A3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CFED483-7D51-ABE3-5C1A-B43D7B6C6FAE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1703A28-21D7-C90B-307C-58F497E346D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65914D3-FC4B-CBD0-B7B4-B86B1979298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5D3BE5B-CA33-CE12-D6F9-7E04D987556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3E5413A-29C3-2334-875F-31AEA747B3A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E52017F-F0AA-2761-4066-75F9B3FC5B5B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ACA29AF-90CE-2B49-991E-5E93C518A0C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C9B98C5-6B88-B553-7FBC-9CE10E5C9C94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DE1344D-BFC9-BC7B-BB15-0824DE0D875F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922819D-7D9F-2783-6E7B-9F22A501C8F0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3575CAA-BCF2-60D7-2BAD-3AF17B5931B8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6E177D-24D7-D35B-0BE6-D530BBAB821B}"/>
              </a:ext>
            </a:extLst>
          </p:cNvPr>
          <p:cNvSpPr txBox="1"/>
          <p:nvPr/>
        </p:nvSpPr>
        <p:spPr>
          <a:xfrm>
            <a:off x="10756107" y="34538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8A43641-6A91-9B68-CF4D-E99B741A1B33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5A22D3-3242-93E3-C950-2C735A8E4582}"/>
              </a:ext>
            </a:extLst>
          </p:cNvPr>
          <p:cNvSpPr txBox="1"/>
          <p:nvPr/>
        </p:nvSpPr>
        <p:spPr>
          <a:xfrm>
            <a:off x="11789326" y="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B1C2DC-6CDD-B8C1-DB49-89CCE5326993}"/>
              </a:ext>
            </a:extLst>
          </p:cNvPr>
          <p:cNvSpPr/>
          <p:nvPr/>
        </p:nvSpPr>
        <p:spPr>
          <a:xfrm>
            <a:off x="8671900" y="3980567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8B01EB-2736-1221-BA8E-134FD55806B2}"/>
              </a:ext>
            </a:extLst>
          </p:cNvPr>
          <p:cNvSpPr txBox="1"/>
          <p:nvPr/>
        </p:nvSpPr>
        <p:spPr>
          <a:xfrm>
            <a:off x="2019015" y="5764696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E2EA77-8591-B8C8-77CF-FE805DF1DFCF}"/>
              </a:ext>
            </a:extLst>
          </p:cNvPr>
          <p:cNvSpPr txBox="1"/>
          <p:nvPr/>
        </p:nvSpPr>
        <p:spPr>
          <a:xfrm>
            <a:off x="2951898" y="5764696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C1B444-0EB6-508F-3800-17E5C20DAA1D}"/>
              </a:ext>
            </a:extLst>
          </p:cNvPr>
          <p:cNvSpPr txBox="1"/>
          <p:nvPr/>
        </p:nvSpPr>
        <p:spPr>
          <a:xfrm>
            <a:off x="4520128" y="5729224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4DBA0A-53F2-EEC2-71A6-B345053533F5}"/>
              </a:ext>
            </a:extLst>
          </p:cNvPr>
          <p:cNvSpPr txBox="1"/>
          <p:nvPr/>
        </p:nvSpPr>
        <p:spPr>
          <a:xfrm>
            <a:off x="5307101" y="5729224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2F9541-ABFA-E94A-538F-7A79EB7E111B}"/>
              </a:ext>
            </a:extLst>
          </p:cNvPr>
          <p:cNvSpPr txBox="1"/>
          <p:nvPr/>
        </p:nvSpPr>
        <p:spPr>
          <a:xfrm>
            <a:off x="6956480" y="570095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BEF591-3BB0-6342-1842-D83C53520EA5}"/>
              </a:ext>
            </a:extLst>
          </p:cNvPr>
          <p:cNvSpPr txBox="1"/>
          <p:nvPr/>
        </p:nvSpPr>
        <p:spPr>
          <a:xfrm>
            <a:off x="8703475" y="5700953"/>
            <a:ext cx="6767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3DDD89-135B-8B0C-B647-70962C1BDD79}"/>
              </a:ext>
            </a:extLst>
          </p:cNvPr>
          <p:cNvSpPr txBox="1"/>
          <p:nvPr/>
        </p:nvSpPr>
        <p:spPr>
          <a:xfrm>
            <a:off x="9362375" y="5700953"/>
            <a:ext cx="776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747323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0725-C1BD-298B-DD92-E6112FDB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79AC737-E025-F923-7ADF-14515A8C075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68857F7-D94F-771F-D69F-26A03117C6A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0B5D8B-5A8B-8B08-0CA9-81CAD221CED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7332632-DB3E-C895-F97F-ADEF052E2F8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90A478E-77BC-6066-EC55-CE758678F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389666-EA4E-2D35-432D-90B158711A5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01E2B52-B40D-8368-10C8-81ACFB2F134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Traversal of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CF41DC-28F8-D048-D714-27866B063D44}"/>
              </a:ext>
            </a:extLst>
          </p:cNvPr>
          <p:cNvGrpSpPr/>
          <p:nvPr/>
        </p:nvGrpSpPr>
        <p:grpSpPr>
          <a:xfrm>
            <a:off x="119305" y="1814801"/>
            <a:ext cx="3797582" cy="3048289"/>
            <a:chOff x="119305" y="1814801"/>
            <a:chExt cx="3797582" cy="3048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32683E-930A-85F1-62E9-B716573AFF9F}"/>
                </a:ext>
              </a:extLst>
            </p:cNvPr>
            <p:cNvSpPr/>
            <p:nvPr/>
          </p:nvSpPr>
          <p:spPr>
            <a:xfrm>
              <a:off x="119305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51052B-F750-7ED3-D2DA-7D30EBB4E16C}"/>
                </a:ext>
              </a:extLst>
            </p:cNvPr>
            <p:cNvSpPr/>
            <p:nvPr/>
          </p:nvSpPr>
          <p:spPr>
            <a:xfrm>
              <a:off x="119305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IN-ORDER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BB391A-8C67-CCBF-7D80-BACFAB0EC3F5}"/>
              </a:ext>
            </a:extLst>
          </p:cNvPr>
          <p:cNvGrpSpPr/>
          <p:nvPr/>
        </p:nvGrpSpPr>
        <p:grpSpPr>
          <a:xfrm>
            <a:off x="4232593" y="1814801"/>
            <a:ext cx="3797582" cy="3048289"/>
            <a:chOff x="4380459" y="1814801"/>
            <a:chExt cx="3797582" cy="30482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641D24-86B7-4EE2-9D4B-0F00653768E8}"/>
                </a:ext>
              </a:extLst>
            </p:cNvPr>
            <p:cNvSpPr/>
            <p:nvPr/>
          </p:nvSpPr>
          <p:spPr>
            <a:xfrm>
              <a:off x="4380459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762600-198D-C882-483E-727AE66D5847}"/>
                </a:ext>
              </a:extLst>
            </p:cNvPr>
            <p:cNvSpPr/>
            <p:nvPr/>
          </p:nvSpPr>
          <p:spPr>
            <a:xfrm>
              <a:off x="4380459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PRE-ORDER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7BB250-364D-E645-5D08-E5F407782885}"/>
              </a:ext>
            </a:extLst>
          </p:cNvPr>
          <p:cNvGrpSpPr/>
          <p:nvPr/>
        </p:nvGrpSpPr>
        <p:grpSpPr>
          <a:xfrm>
            <a:off x="8340973" y="1814801"/>
            <a:ext cx="3802490" cy="3048289"/>
            <a:chOff x="8340973" y="1814801"/>
            <a:chExt cx="3802490" cy="30482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F0C6DF-7881-F134-93C5-A18BF9131100}"/>
                </a:ext>
              </a:extLst>
            </p:cNvPr>
            <p:cNvSpPr/>
            <p:nvPr/>
          </p:nvSpPr>
          <p:spPr>
            <a:xfrm>
              <a:off x="8345881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7944BE-D7D8-7C0B-7FF8-AE571C623BBC}"/>
                </a:ext>
              </a:extLst>
            </p:cNvPr>
            <p:cNvSpPr/>
            <p:nvPr/>
          </p:nvSpPr>
          <p:spPr>
            <a:xfrm>
              <a:off x="8340973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POST-ORDER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8592A35-AA51-9EAA-2A46-1ED3A1F1F648}"/>
              </a:ext>
            </a:extLst>
          </p:cNvPr>
          <p:cNvSpPr txBox="1"/>
          <p:nvPr/>
        </p:nvSpPr>
        <p:spPr>
          <a:xfrm>
            <a:off x="250963" y="2753469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000">
                <a:latin typeface="LM Roman 12" panose="00000500000000000000" pitchFamily="50" charset="0"/>
              </a:rPr>
              <a:t>1. Traverse the node’s left (L) subtree</a:t>
            </a:r>
          </a:p>
          <a:p>
            <a:r>
              <a:rPr lang="en-ZA" sz="2000">
                <a:latin typeface="LM Roman 12" panose="00000500000000000000" pitchFamily="50" charset="0"/>
              </a:rPr>
              <a:t>2. Process the node value (N)</a:t>
            </a:r>
          </a:p>
          <a:p>
            <a:r>
              <a:rPr lang="en-ZA" sz="2000">
                <a:latin typeface="LM Roman 12" panose="00000500000000000000" pitchFamily="50" charset="0"/>
              </a:rPr>
              <a:t>3. Traverse the node’s right subtree (R)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7EC6A-EE4F-7F71-3304-81693B3F9FAA}"/>
              </a:ext>
            </a:extLst>
          </p:cNvPr>
          <p:cNvSpPr txBox="1"/>
          <p:nvPr/>
        </p:nvSpPr>
        <p:spPr>
          <a:xfrm>
            <a:off x="1047917" y="43398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DEABDC0-D514-1D63-57B3-76184E9F0547}"/>
              </a:ext>
            </a:extLst>
          </p:cNvPr>
          <p:cNvSpPr/>
          <p:nvPr/>
        </p:nvSpPr>
        <p:spPr>
          <a:xfrm>
            <a:off x="1412119" y="4414840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4706D-8651-F6B9-A61E-BDFB08A092C7}"/>
              </a:ext>
            </a:extLst>
          </p:cNvPr>
          <p:cNvSpPr txBox="1"/>
          <p:nvPr/>
        </p:nvSpPr>
        <p:spPr>
          <a:xfrm>
            <a:off x="1968710" y="430906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CEBBC-8705-23E5-778D-102B9B929D56}"/>
              </a:ext>
            </a:extLst>
          </p:cNvPr>
          <p:cNvSpPr txBox="1"/>
          <p:nvPr/>
        </p:nvSpPr>
        <p:spPr>
          <a:xfrm>
            <a:off x="4433217" y="2708654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LM Roman 12" panose="00000500000000000000" pitchFamily="50" charset="0"/>
              </a:rPr>
              <a:t>1. Process the node value</a:t>
            </a:r>
          </a:p>
          <a:p>
            <a:r>
              <a:rPr lang="en-US" sz="2000">
                <a:latin typeface="LM Roman 12" panose="00000500000000000000" pitchFamily="50" charset="0"/>
              </a:rPr>
              <a:t>2. Traverse the node’s left subtree</a:t>
            </a:r>
          </a:p>
          <a:p>
            <a:r>
              <a:rPr lang="en-US" sz="2000">
                <a:latin typeface="LM Roman 12" panose="00000500000000000000" pitchFamily="50" charset="0"/>
              </a:rPr>
              <a:t>3. Traverse the node’s right subtree</a:t>
            </a:r>
            <a:endParaRPr lang="en-ZA" sz="2000">
              <a:latin typeface="LM Roman 12" panose="000005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FF9CE-CEDC-15BB-4F46-E4230B1A8770}"/>
              </a:ext>
            </a:extLst>
          </p:cNvPr>
          <p:cNvSpPr txBox="1"/>
          <p:nvPr/>
        </p:nvSpPr>
        <p:spPr>
          <a:xfrm>
            <a:off x="4861444" y="4396153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5FE2674-E168-CC6C-06D5-094C619B18E7}"/>
              </a:ext>
            </a:extLst>
          </p:cNvPr>
          <p:cNvSpPr/>
          <p:nvPr/>
        </p:nvSpPr>
        <p:spPr>
          <a:xfrm>
            <a:off x="5338072" y="4467391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059D8C-EB6D-016A-7394-DF25EEE5BC96}"/>
              </a:ext>
            </a:extLst>
          </p:cNvPr>
          <p:cNvSpPr txBox="1"/>
          <p:nvPr/>
        </p:nvSpPr>
        <p:spPr>
          <a:xfrm>
            <a:off x="5894663" y="4361615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F3EAB9-F2BB-53CE-2845-5AF28F77F659}"/>
              </a:ext>
            </a:extLst>
          </p:cNvPr>
          <p:cNvSpPr txBox="1"/>
          <p:nvPr/>
        </p:nvSpPr>
        <p:spPr>
          <a:xfrm>
            <a:off x="8572892" y="2677848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LM Roman 12" panose="00000500000000000000" pitchFamily="50" charset="0"/>
              </a:rPr>
              <a:t>1. Traverse the node’s left subtree</a:t>
            </a:r>
          </a:p>
          <a:p>
            <a:r>
              <a:rPr lang="en-US" sz="2000">
                <a:latin typeface="LM Roman 12" panose="00000500000000000000" pitchFamily="50" charset="0"/>
              </a:rPr>
              <a:t>2. Traverse the node’s right subtree </a:t>
            </a:r>
          </a:p>
          <a:p>
            <a:r>
              <a:rPr lang="en-US" sz="2000">
                <a:latin typeface="LM Roman 12" panose="00000500000000000000" pitchFamily="50" charset="0"/>
              </a:rPr>
              <a:t>3. Process the node value</a:t>
            </a:r>
            <a:endParaRPr lang="en-ZA" sz="2000">
              <a:latin typeface="LM Roman 12" panose="00000500000000000000" pitchFamily="50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886544-D252-8E8B-8F50-CFB7036F7517}"/>
              </a:ext>
            </a:extLst>
          </p:cNvPr>
          <p:cNvSpPr txBox="1"/>
          <p:nvPr/>
        </p:nvSpPr>
        <p:spPr>
          <a:xfrm>
            <a:off x="9343988" y="435419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89A0224-A800-7F5C-8C7E-23D56FD7D508}"/>
              </a:ext>
            </a:extLst>
          </p:cNvPr>
          <p:cNvSpPr/>
          <p:nvPr/>
        </p:nvSpPr>
        <p:spPr>
          <a:xfrm>
            <a:off x="9820616" y="4425431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E9241A-8D8D-84FD-B901-DD7A35F85DA5}"/>
              </a:ext>
            </a:extLst>
          </p:cNvPr>
          <p:cNvSpPr txBox="1"/>
          <p:nvPr/>
        </p:nvSpPr>
        <p:spPr>
          <a:xfrm>
            <a:off x="10377207" y="4319655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1" name="Slide Zoom 30">
                <a:extLst>
                  <a:ext uri="{FF2B5EF4-FFF2-40B4-BE49-F238E27FC236}">
                    <a16:creationId xmlns:a16="http://schemas.microsoft.com/office/drawing/2014/main" id="{66287770-F268-03F3-1F4E-E419228F1F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5032026"/>
                  </p:ext>
                </p:extLst>
              </p:nvPr>
            </p:nvGraphicFramePr>
            <p:xfrm>
              <a:off x="11186668" y="4309064"/>
              <a:ext cx="886027" cy="498390"/>
            </p:xfrm>
            <a:graphic>
              <a:graphicData uri="http://schemas.microsoft.com/office/powerpoint/2016/slidezoom">
                <pslz:sldZm>
                  <pslz:sldZmObj sldId="703" cId="1710730178">
                    <pslz:zmPr id="{9B095972-8597-448D-BA58-DF50E27174D0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6027" cy="4983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1" name="Slide Zoom 30">
                <a:extLst>
                  <a:ext uri="{FF2B5EF4-FFF2-40B4-BE49-F238E27FC236}">
                    <a16:creationId xmlns:a16="http://schemas.microsoft.com/office/drawing/2014/main" id="{66287770-F268-03F3-1F4E-E419228F1F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86668" y="4309064"/>
                <a:ext cx="886027" cy="4983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6563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D3E8-79AF-CD14-9B2A-6850B03B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25E1AE3-7827-D0C0-F771-60AA815EFDCE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7A9DF0-6968-CFC4-B2C7-4DD813DAE9A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28A56B-EF9E-728C-B3E4-70257A3B148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610521-4B82-80B3-EFCA-DE5BF504967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AA81EC-FB5D-1372-D90D-EEE050E737A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A3A8B5-42B0-B37B-7960-83EED620D53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16B27-F47D-EE94-0D8C-B8DE4AECFD21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EC763-C992-4141-21DF-56FEBF887CB0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E69353-BDD9-A92C-86CA-04967E4AA81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4FFE82-B24C-6716-FD5F-78811D1021D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21306A-53DC-291E-BFC3-EB50BBE0082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5C2E31-7EB3-1632-1E0D-1C3B1A8742B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6BE8F2E-A57B-CDEE-577E-7B8A323126CB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6C8F89-D402-EC1B-949F-23C52334F7E0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B8BE06-2356-92C0-68A8-AB9D8FF073CE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EB644A0-826C-D1C6-AB66-FD3D07D9358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D7F7476-F74F-ACBA-9E8A-8E9B3202399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9CE451-360B-8A8F-8D16-97C9CE6F485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834CFE-BBC5-3FFE-E027-CCDC228E282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A0353B-FED5-5884-8517-1B93CA6E2F19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F7BFEB4-4569-8BFC-986C-81A3B0D54310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8CBC3D-F39C-726E-682E-C31957198086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E1CEBDA-1F0E-14A4-9BB2-A2BBFCEF213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028FB0-B474-DCBF-833C-16D00C3901E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EAF3D5-FB65-C730-E2AF-6209EE89156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D38FA99-C99A-8364-8BA8-85BC6D2E8C3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F5920DA-6844-C142-3FEA-ADB054908964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C2A4DBE-CAD3-E613-2F15-18B63FD257D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3896DA-4C08-56B2-0D79-BC7AB973CEF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D20DCA1-F507-405F-137B-DDE54D452B9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86EF2D2-E8BA-1B83-A24D-5A92EE2C170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FC2AD4-1365-D110-2C55-4F53550DCE8E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A69039-C8A8-9486-546E-42213B9248F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BA1A92D-3D73-20EC-DCB9-DFEFB21EF10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1299360-82F9-6F28-BB57-49A9635B146D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CD8212C-48A1-86FF-F61D-9F63D5EBCF8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5D52D55-3133-15E0-10BE-559DEA8936BE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7D8C2AE-21FE-E002-C5CE-8E36F0E1D04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B613F8E-3E94-5909-0521-10829189D84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A8C1892-E748-1F50-1CCB-607BAE204F7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226119D-70AF-EAAC-CC7A-608A6E67E4B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7CCEFBC-8FE7-E8DE-8D60-749E770ABD28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51EA2FD-EEC9-3562-67D9-C833850281F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EFCD22B-A458-5D5D-1363-F841F09CFA09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CD90188-FCC8-95D5-E2A6-EBFD509935D7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F8F6603-C533-F240-1904-053AB615FE91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2A6DEE-E067-C834-FC3C-A60FBA01E7EE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947984-765B-0328-A196-F258E4F11005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883ED90-989B-60FD-CB68-037D97485FB3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81CD75-5051-E53D-0312-80AD1B922325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7107301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3229-7973-7A2A-D177-C7B60D13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2E9B3E-388D-6643-F6C5-F00768912689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8B7DF9-EF1E-9A38-00E8-E0B5E2A8693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B445D0-257A-4306-1D3A-2B09C5781BE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0D5407-2825-CA05-F190-3282775AF05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88976F-10B1-7BC9-54EE-98DDC4D1681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A42895-A824-EAB7-DCFE-758C0DDA2ABD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D1BEFA-53B7-A03E-84BF-0EA21B5FAAB9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6312E3-DA2D-91D8-953D-E7135E743D10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091B53-DFBC-3895-F8CB-49E6F54DA40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5E934F-5413-A0B0-2A52-6FD6D28684C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9857C2-2843-8D16-6F29-CE8274B68C5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498BDC-14D1-A202-5111-1DE2B94DF0F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2CB95D-E518-C2A2-2109-F5E93080D0E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FB8500-21C8-2148-26EB-7031DC7A79EE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2E94DF-AE70-5E39-22F5-3A87C3555E9B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5B2FBB1-1A33-872B-0107-46EB87119FE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603EE9E-CC08-BC2E-B907-ABA800EC5ED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FBB7B2-B0D7-6C1B-C9D4-FBF95FCB629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530763-0B61-76A8-FBDB-843AC0AB8DF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5DB877-9109-DE69-B4C5-9429E6DAF2BE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55BAB1-E942-A891-B434-881AE4C58353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67CD48-CF9C-D284-F740-7B75064B0D25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98EFED-3792-1F6B-251F-11D8DEC1DE6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9433B1E-1F31-C245-E473-95767601EA5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7289381-925E-0EDE-7AA6-89691E278D9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D12EEE3-D7AB-7D65-58B0-300D6F01D59C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BD3B28-5F78-5E01-7DE2-8A0583492246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35BFB39-A4F7-63F3-B4C4-4B74607181D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3A4AEAF-39CE-CDA7-454A-8ECA2B60F69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BB75E4A-5292-5FCD-14CA-A717A6C99BA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2980E06-03D1-E469-0FBE-157DE24C9EC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62506FF-DE7F-8F25-7A6F-9626A09AC7D3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7B18BFD-CCA0-C956-5355-E3DF13DC82D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90811C5-E94C-2E1E-5ABB-A0A0578B1B3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C22E970-2226-2976-CEB1-21698B0634E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B2C7783-D4A8-C934-19EA-12F2476361C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26D809-2B4D-BEAC-390E-C12B47A56B67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160E168-EDA0-19BB-EDBF-15DDB0BA9CD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AE0B815-816E-C2CE-1BAC-DEB633A53A8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A5B0949-A898-4767-2368-1289C4D4522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4FD5E3E-AD59-56AD-07E0-8CDE7BD3F98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0AB299A-B3F5-7477-2384-EA5F150FA01F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0B25BAC-8872-BBD2-A638-E82B798969AF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D6602F4-8E5D-9317-DCC6-05A9BECBF531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2D8B39D-2205-6573-B975-A6285D82C0E9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8B39BD0-7688-07D1-0BB3-5A6FFF20CBE4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F2D376-CE48-5323-8E0D-6448C6352A7A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A8C70C2-872C-ACD7-B1A4-DA98EFF57057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EC9F530-D96B-C46F-04F9-84E4200797F3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23B2C1-4E7C-68A1-1B90-A161DF69D1CA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79CF65-8160-5A9D-9578-65030897A937}"/>
              </a:ext>
            </a:extLst>
          </p:cNvPr>
          <p:cNvSpPr/>
          <p:nvPr/>
        </p:nvSpPr>
        <p:spPr>
          <a:xfrm>
            <a:off x="1308154" y="3980570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E888B9-0CC8-6C4F-150D-2126F1E7913A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74374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909A-A18A-1266-DB27-3A94B09C5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7030F94-9F0F-0968-C445-2B4EB0A1685E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9A0DA2F-A835-DC38-8B33-1E81143D886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C8EE37-69BA-9213-CDAB-D01D0D8A667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6CF5C3-C697-E32C-7E77-2985706C346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D90CDE-4B69-EBBB-284C-5C88B413FAA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84E1A0-889B-F94B-E9A1-9E2737B41B3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8F769A-F804-2153-A50C-2ACA030A7D88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4F13C9-1C0E-C163-DB38-16903DF3C0D3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62007E-ED71-BF54-B16D-5E56D3C37F8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D639D8-0A48-9C61-41F2-B744FC71F87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941A53-AF9F-6EFB-B35A-95B2CB6B741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11DC655-2F86-922A-EA8C-8BFDC824B91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0C8A31-AC3B-1B6C-B4A3-21DD69C4738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B97ED1-BA99-40F3-6464-F136E1DB261C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DD4BD7-FA00-0D7B-C880-B77827249E04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F45784E-6668-E480-AAFE-E93450CA425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C8E4E8-DCDB-6EC9-5DAF-52639EFEE31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204BCC-001A-C533-C22D-E52E04DEFAA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8790D9-073B-1607-72B6-F4FFC8A3320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4B85AC-F6DF-1003-E95A-5E04B13DDB8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B85870-F45E-EE47-2024-DC3D6C06E32D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C87FF6-8BFA-94C2-B8C5-7EE4B935A847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1B836B-97F7-44BC-BBE2-826B6FAE8E7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55FF03D-1A43-1430-E5FF-7E36E4A69DB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31AF37-742F-1808-5DE1-93397009C8B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5C8CCF-7E75-B902-A97B-5658BE616B4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360FC04-EB20-7EE4-B29D-5EE18218ABA4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FDDE6EC-D4B2-BBF0-772B-C01A0620F13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AB3392-FAA4-9994-05C2-8A0A997556F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57D0FDC-D739-7B1D-5296-0744E856BF7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66036AB-6362-2777-BA0D-933030941E7B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7BD97E-50A6-5243-D9E3-D4D72E3FEBA0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6AD6E5C-7EAD-1AB7-3ACC-CF5A7549F1DD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F9079EA-BE7E-BFFC-AE85-8F786FC76DE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6A44DB-7025-6362-F370-5E503C5B001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6DFA29-ED5B-5E00-DC90-EA86C6C0A5DD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AEFA79-CEBE-1931-49C2-2D1FA6D0B91D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CDB0EC5-CEE5-62EF-EC80-F098CAB8619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CA567B7-EB84-08AF-02C9-7D4B57759C6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E3E1A0-E1FF-D29C-563A-A81C2085ED0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8B920CA-77C2-CC9F-58A7-5B64E80528D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8119F1-D21A-25D9-36A0-F40EDA064165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6F1C420-0CC8-CDAD-C570-03DC2E89988B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C10AAE2-D0F9-99EC-C180-D9840F75CD88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B7882B-6E8E-C81C-2168-282D2969016C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DEC6561-5108-056B-E714-2BE76BF161B6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3DAA8D3-9212-561C-3D72-266167E48ECD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5BE170-1E81-E1E9-20E4-1C46D7C16189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BC340BA-E313-D44D-C738-B7A1F7052F56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CE7630-85BE-12C7-6B52-F5D0446C2C06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EB2D41-DB2C-0A97-CD0C-58BCB94C547C}"/>
              </a:ext>
            </a:extLst>
          </p:cNvPr>
          <p:cNvSpPr/>
          <p:nvPr/>
        </p:nvSpPr>
        <p:spPr>
          <a:xfrm>
            <a:off x="3887673" y="3980567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3490C8-117A-ADE5-5E16-9BAE0AFE5D4F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BB90DF-B0C0-5A41-827A-7578E309CB82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859708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3887-B0D0-B0C5-08B3-ADF36BC8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D1CB9D6-EEF8-0DD6-37B9-D41EA3D0EB55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C76F22-ED63-0369-69E1-16B0ED36379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BDC78E-7583-6EBD-3CDF-C6847BC7F96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B5D5A7-CAA2-78E9-8168-56EECB47AC3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66F3B5-45AB-3687-E642-245AB52F242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3A4784-5EE9-8529-24A8-9C8E374AFEBF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955962-84FB-AA47-3546-0A063F36C530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DD7CDB-7B8C-E93A-2D27-68C75B07569B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279B77-C693-0F38-3E55-7A48D52606D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45B025-6AE3-7C7D-7CBE-4F364B9B10D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1D0057-534A-68FA-4FEC-9967685829E3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94D802-918B-6FEF-4DA1-9A9D4107A59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494E9C-E068-A84B-1FA2-56F2FBBDDA69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B2A5D2-5BC6-DFC5-28B5-C39053704291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8D4DA3-4E0B-8BDD-AE06-2FE81D69953F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998BC9-C1C0-D7B4-F3E2-44950F165BC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DC6773-1210-04CD-8473-6D01CD86DF9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A6AF78D-E9FD-AF9A-4402-0F248E99DEA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81E37F-03B3-BF20-555E-E8425AB56FE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6D63E8-0849-007E-D61A-7F3EF0A0453A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1A505C-0691-29A1-0DF7-1119D0B76FF4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7EED0B-86DE-1B44-9C39-510AB49C44DC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D5FA60-6002-E3FD-632F-B9F683246D6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AABC31B-3372-D79B-51DD-6EB3FBCAAD1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95522B3-2A08-FA8E-FF01-B4040BA4915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7DEE52-F0B0-9480-A4BD-DEC55704336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990304-62E0-6928-8685-DB5F984084DB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CF0BD3C-9A06-5FD9-CB74-5187C50E29B0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B2F911-BDBF-54CD-DF7F-C15B323D5F1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DFDC10A-35D5-3A59-17D4-8A65BF7D0B0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9F23966-FE14-0E0A-9D25-FEA24F6D940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A798167-336A-300C-C45A-400CE33BCD19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A44F928-7EE9-58D7-41AB-40482D47DEB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D9E3E46-13D5-9028-E370-0D2CCA4406C4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2F3B039-B2E4-D030-BDB2-B3C00E33BE7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4E9BF9A-947A-4E1F-560D-9CC820ADB9D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A2CDBC-2B1C-A2AC-E606-5E64ACD6DC11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DC27A41-085D-2F2A-8546-2479C7BA441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4D714B7-331E-FE1B-DCA4-25258647526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1DF1AD0-2CE4-94D4-9760-3D84A286DCE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4F39175-B0B3-1237-4D3B-5DED3DC8E57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B69617A-F5C5-5A3C-0723-1C3710BD7D43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11DB29-98F1-6357-8125-19BD837358D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201094E-B83E-1499-F0DD-816DAE078AEB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DBAE102-E579-4286-313C-7EE31362708C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CE1FA38-CD26-41E4-9904-A65A0F280E05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147D79-A38F-4A2D-9E7D-C53FFC1075A4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148031-A7DD-0824-7327-9D0AE31078A6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F3B884F-C387-7EB4-1F22-9D1F799C82FE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C7AEE5-027F-DC67-2B9F-53B0C19DCC45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BCB51A-723E-CFF1-ED5C-A378EC818AC8}"/>
              </a:ext>
            </a:extLst>
          </p:cNvPr>
          <p:cNvSpPr/>
          <p:nvPr/>
        </p:nvSpPr>
        <p:spPr>
          <a:xfrm>
            <a:off x="2834512" y="1950096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32244D-BB56-BD26-0763-B259F46BABFF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5418C6-25E2-8B9C-B25D-B2F942E12790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4D32D9-D18C-21B3-3C90-925AE311F4DB}"/>
              </a:ext>
            </a:extLst>
          </p:cNvPr>
          <p:cNvSpPr txBox="1"/>
          <p:nvPr/>
        </p:nvSpPr>
        <p:spPr>
          <a:xfrm>
            <a:off x="4084101" y="5645543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370069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107C-43F9-EEBE-8399-DCDB8647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C1CB480-BAA1-ED8D-3A69-09211F267FA9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3E14C6-49F3-2A5A-CBA2-E0AD28E0400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383BCA-9F18-D310-6806-928897AA84D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0FFA11-D78D-2B8D-EBC7-5CF9FC9D3E3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439F6-A33B-1631-6E04-B2DC3413D8D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1B2E54-87C2-48CC-65FF-B7D4A0736735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98C63E-243B-6A57-EA68-74A78093A1AC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059D78-5AF6-EEB3-0F7E-6A614866567A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62BD92-65DA-7C35-8517-F622C45FE3A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6C0687-E3AA-99D5-B965-A51D97B5F076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AE8771-F1B3-8CDF-AFD8-F955568D45F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33713-13A0-E0D5-BDEA-0BD0D8CDDCD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FC5822-03DF-A769-1E17-B650347AA7D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AEB615-341D-F79F-ED7D-FC1D0126DBE3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715243-2135-C1E6-28A4-5F1DE8D3BFFA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37ACF4B-9B3F-8F47-8828-24F3EE8AFC8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53A170-52BF-BD9A-91AC-CF6EAA727ED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EB4BF0-CFC5-A6AD-9265-EDB8F974045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44554DD-4A5C-D394-36E4-93AB2EDC565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07051E-AA18-0789-236D-42B6C9D518F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12EBF8-2B55-70A6-5A99-5EDFE5ED83FE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CC3D57-914F-73C0-60F3-BD3F53F71875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F7B864C-1031-3D4E-4967-FDD5DB2F649F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903887-27DB-7490-C789-BF5318FF444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49CA8E-C372-9212-B95E-A0F55F30F8C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142959-38D2-0351-9524-4B334264BAD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B633BD-0156-9F3B-CF37-823B6300E551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7007069-8A3E-669B-BBF5-06D4A8F8636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48C208D-1923-ECC6-A08E-E6F6C831FD0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4FA2F2-D11C-C261-B4B3-7EB06F7D725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EE38BC-D400-BB8C-B5A3-B87BC929B1D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4430A8-1D39-8638-52C8-987FD244FAB5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5569D11-8779-AD61-25E3-23AA3633546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4451E99-1538-2132-E5D8-9BFD5E2099D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F9D7FE3-00F0-0457-F1D1-2199CFF4EAE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BD2495C-D743-EE84-E466-ADC881D4319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61C577-5B93-BCE3-7965-6D93C1796B62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0049166-7026-D110-A68E-94459C6F209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6EFA7BF-AA45-6A7D-783B-5D5D089F65B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01DDE4B-068A-40F7-370A-4801053A12F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6007FCD-EA49-7806-FFF6-138440F6D1C6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D5AC65C-C53E-416A-816A-D33E02761A71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989A21-0982-B88B-9C24-D6B0B9F98B4E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3DC4FDD-7E2C-13ED-9A68-EE86CFF72912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EEEF523-F59A-B5F3-6B6D-81785F8B1DC3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EA2FD7E-61FD-E3A6-EE3F-ED002452837D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AE00EFE-8475-B467-BFE3-F8A59592C598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D11E11-604C-907D-9911-EADD91AE7C49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FA2A727-2094-CAD2-5794-957CA350B680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A7E0A5-1827-4F3E-789F-68E028ABFE9A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3FAA3B-BDBD-6D9B-5A20-3106992E6C42}"/>
              </a:ext>
            </a:extLst>
          </p:cNvPr>
          <p:cNvSpPr/>
          <p:nvPr/>
        </p:nvSpPr>
        <p:spPr>
          <a:xfrm>
            <a:off x="6135814" y="3980568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85F215-7998-881D-10E9-9C7256BC783F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8674F1-FB27-C6FB-E653-B65A685AF552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884179-1A5A-0826-99FE-6D5EDC0EAD6A}"/>
              </a:ext>
            </a:extLst>
          </p:cNvPr>
          <p:cNvSpPr txBox="1"/>
          <p:nvPr/>
        </p:nvSpPr>
        <p:spPr>
          <a:xfrm>
            <a:off x="4084101" y="5645543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D14323-DBC5-9CC2-44F6-CD0C56F1F65E}"/>
              </a:ext>
            </a:extLst>
          </p:cNvPr>
          <p:cNvSpPr txBox="1"/>
          <p:nvPr/>
        </p:nvSpPr>
        <p:spPr>
          <a:xfrm>
            <a:off x="6219052" y="5645543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142118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890C4-E42C-0A47-9978-5D16CDEE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83DE3F-7B7E-7BA4-4D78-EA61FD8766C4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5FDDF9-442D-58FF-3965-02C193F2599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D30151-EE5A-D266-5D5E-55DB9EB6D25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79B269-6875-F023-F3DB-286A51BEDCE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B8FA3D-2F67-2EBF-9D38-7C4E42AE3F3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E66124-B64E-6287-D437-D18F594964D9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27A884-279E-A09E-AAB8-5D2B219CF307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BC2D0C-7603-DBC5-0FDE-1DFD340486D0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D6E2FA-1A6F-F974-BE9D-7CF5CD52039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38C973-F8A9-0EB9-18B9-DB36684EE6E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573B3C-165F-81C4-E720-339AF0B98F89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0BC55A7-0376-EDD1-03EB-1A7468A6557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C16663-AFA2-8227-332D-0A2927068A8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F7B938-09DE-BB26-E4FD-7E150BC0105D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5C59E5-51BD-3C3C-32C3-4543965BD120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0ACBBA-ADB4-11F5-ED1A-CB8C2311D75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86B1DF-65F2-58FC-659F-D273DD6D391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E35964-B8DA-2D10-E238-20A0455A0BD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0517BF5-C5E3-53F2-C56F-3FB71DE6B8C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7C43ED-6520-23D2-1E92-EA906272B500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BEF62C-0E6A-9574-825C-D3B4A40569DD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33AB58-0D1F-6764-A27D-51DA63710D4A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39EEA3-D95B-15D2-2143-27B8D56F2414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FBA687F-5429-7B0B-1688-C99938C0167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CCCC78-B863-A63A-2650-EC344F68674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617335C-1971-EAB3-A8E4-6A89BEA6361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B8E4EB-613C-7035-D583-6B89D78A9C3D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7A81092-54BB-050D-8A22-CEF9B448A50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3FD58F1-F6DA-BA05-FE7D-C267C2E1FC3F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79C8692-D624-644D-6AAE-2620491EDB3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612CCB-F991-804F-BD40-9A5796E441D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B0A879-99FE-1DC2-7296-3556F0742B14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4E82004-3912-E51D-6033-7EEAC2ABCA9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79C807-DFE1-E8F9-A0B1-70272980063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DDC385F-6B0A-381E-31C0-DD85702DD3E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6CAA4F5-4296-4032-D8AD-9E65A3C368A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57C04DB-FFA6-E090-A65E-9D1466139047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5C7C0B2-AE39-591A-B86C-B79D3D3BD04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1E28C51-A285-80E8-72FC-B73D268A851B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D9C4D68-8A5A-06EF-9610-73812FFCB07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EE7AB4-A4C3-91F9-FB45-E80903974C8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174E32-F07C-0891-BC9C-A4F0A70403C3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2F37484-0FC4-83D1-DCCD-547BBB06B8D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FB77C1E-B4D4-0DA8-A92C-B41D11D815EB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7B54DD-F411-930A-12A2-845EDC1899E9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18F4AA7-59FE-EDA2-6A53-D01A51A5EA6B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B101BA-0520-84B1-6952-E94FDCE9F5FC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05B0A3C-E36B-599F-55EE-90B101995728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31F4EB0-FBBF-BD09-6A1F-1C1320A29AC9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BF6982-CCBA-C6A7-BD47-2B79B27A2265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E03656-74F3-28FD-BEE2-0D8F274F7643}"/>
              </a:ext>
            </a:extLst>
          </p:cNvPr>
          <p:cNvSpPr/>
          <p:nvPr/>
        </p:nvSpPr>
        <p:spPr>
          <a:xfrm>
            <a:off x="8750094" y="3980567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7051FF-AB6E-9458-8735-D9F2A7722F26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ECBB8-ADDE-43F2-8920-7EEA1B036D8B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85EB20-E9D5-0126-FF74-89216B80C609}"/>
              </a:ext>
            </a:extLst>
          </p:cNvPr>
          <p:cNvSpPr txBox="1"/>
          <p:nvPr/>
        </p:nvSpPr>
        <p:spPr>
          <a:xfrm>
            <a:off x="4084101" y="5645543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553716-9447-EA0A-86D1-3CE85443B28B}"/>
              </a:ext>
            </a:extLst>
          </p:cNvPr>
          <p:cNvSpPr txBox="1"/>
          <p:nvPr/>
        </p:nvSpPr>
        <p:spPr>
          <a:xfrm>
            <a:off x="6219052" y="5645543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5CB42B-521A-D499-94D0-6999F90F9EB2}"/>
              </a:ext>
            </a:extLst>
          </p:cNvPr>
          <p:cNvSpPr txBox="1"/>
          <p:nvPr/>
        </p:nvSpPr>
        <p:spPr>
          <a:xfrm>
            <a:off x="7101763" y="564554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362369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90FF-CF14-5C86-301A-AC638BAD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260AF1-D30C-4A6A-4106-C083F6BCB377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8371D2-CA59-5FD1-F218-5898FE4A9F9C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C039F3-98BB-1C01-5DF5-14301E92484E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C64BA-0A73-98B7-4E06-3790F232EE2C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F225C-79ED-A520-97F7-3F26A1EA87A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231724-F264-FB1A-5558-7DED21AD7474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BC9A8A-2B2C-79F6-B8F0-FE69848F44DB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97B248-36AE-1ACA-FFDF-E8E906F28022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E6BBB2-8125-E388-43F2-A4BEEC7DF9A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CA5771-8475-3110-3DDB-64F9DF48DC2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243BFF-F42E-1458-E8CE-5F3672FCC80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1E9A3D-3269-C517-41C5-BAC99E263E93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B615A4-8DED-A822-3BE6-D97BE83A1E05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538368-1235-BF6E-11A3-61276E10D953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235C4F-4BDE-1EE2-B326-B4F46149F8A4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E2C9B8-9D1C-E25B-7F34-668A10FB8E2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1C9F82-49DD-A9B4-AB0B-6AD79BB8BC7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A5CA204-476A-9CFA-459B-4A035C3FE08A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DDB9CE-AD9D-B89B-32CA-21BC1EAE7E0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E9D118-33B6-E99C-A020-01CC4C2C0CB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7A96EF-B7CB-6478-F36E-80CDBDFEEA5B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854986-964F-C8E0-C5C0-FD7151463832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A48A754-FAB4-6620-C282-DC2B6D5D195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60ED79-5B05-2E9B-7914-B2D92EAB21CA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697707-D39B-82D7-3484-621CAAC77C5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7CDE54-CA25-91EF-431A-79F74BADA4F5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7880AF-E64E-366F-175D-3D7AFE1DC250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B7FC38B-7479-0D8F-E095-267340D9B5AA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4F0149-CC0A-B1EF-B719-3E7EEC05425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53613ED-8F14-F586-7023-2639245A723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1F35791-2E51-AF3F-43F2-8851BF55ED5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64632E2-ADB6-8510-01D7-F13549DF089B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7E2C6C-80EA-892A-E947-C0EB941A2CF8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1EED2FB-002A-F87C-C097-DC319685D5E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8843962-C245-FB29-BD32-61F8BDE5E0B5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04A9802-B1C6-067B-9900-381711EEFAE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B7C04D-F981-FD24-31A0-94FF156CE3B0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1CECAA3-D49D-A585-4947-DD56048E5876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DC3142-5315-2C91-8B3F-62F7FE3D91F3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BD01FAA-E3CD-1D95-F297-25844905F9D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AAFBFF-7170-F299-D756-5905F203953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BEE209F-590E-FD7A-B988-9FEF8B223F9E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10F7A32-FABB-AAE5-F817-37E155E64ABC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1ACD916-0347-774C-7021-891EAD0A6B9D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BD827E-78CE-B86E-8E88-5E1C948860EA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2F59038-DE73-207C-978A-0C0379AFE79B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2F5162-30B9-ADEB-3CBB-0D60410B155F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C852B8-4554-2FB8-F325-0F754B4E20EF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48CD727-8ADC-76E4-6680-0CB89F1B58A3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6037D-E7E8-F148-D452-46CFD3C5F7BB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8E8110-18E6-1C5F-44BA-A150507F1675}"/>
              </a:ext>
            </a:extLst>
          </p:cNvPr>
          <p:cNvSpPr/>
          <p:nvPr/>
        </p:nvSpPr>
        <p:spPr>
          <a:xfrm>
            <a:off x="7493166" y="1950094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451620-3D25-F66F-C4F7-BD2FB1FC3C14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F03F9F-DCBF-D8F8-8989-0693A1557D9B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5B0BA1-0AEE-3A3B-5E5D-A7C5F794DD27}"/>
              </a:ext>
            </a:extLst>
          </p:cNvPr>
          <p:cNvSpPr txBox="1"/>
          <p:nvPr/>
        </p:nvSpPr>
        <p:spPr>
          <a:xfrm>
            <a:off x="4084101" y="5645543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1B1BB7-2EEC-72EB-5179-90D590D2A2EC}"/>
              </a:ext>
            </a:extLst>
          </p:cNvPr>
          <p:cNvSpPr txBox="1"/>
          <p:nvPr/>
        </p:nvSpPr>
        <p:spPr>
          <a:xfrm>
            <a:off x="6219052" y="5645543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8A61C2-2E08-8B59-28DA-B4DF4A4A9D75}"/>
              </a:ext>
            </a:extLst>
          </p:cNvPr>
          <p:cNvSpPr txBox="1"/>
          <p:nvPr/>
        </p:nvSpPr>
        <p:spPr>
          <a:xfrm>
            <a:off x="7101763" y="564554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2BDD25-CCA9-1E4D-7EF4-14EB1B7CDCEC}"/>
              </a:ext>
            </a:extLst>
          </p:cNvPr>
          <p:cNvSpPr txBox="1"/>
          <p:nvPr/>
        </p:nvSpPr>
        <p:spPr>
          <a:xfrm>
            <a:off x="8520604" y="5645543"/>
            <a:ext cx="6767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4000897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98D9-F0D4-19CD-C420-6475C3EC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CFEB191-3296-C0F0-028B-0AA3810B1B0F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DA3E02B-2F59-4CCE-E5CA-F139FAA8A7F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56AAA5E-4E17-3738-730F-3E8EB996C7A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869888-EB32-E5BD-EBE6-705C7BB85FA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AC1C91-CDE5-7123-44D2-DFDCE0B17D0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7D4720-D7E3-AD7C-913B-A2A523A524F7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669AAE-8625-C731-141C-862ACC86A0BD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43F191-661C-EF32-1823-3968C659CBBC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F0E851-86C9-46CD-D32E-7CD52886E61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18C2A2-3A48-7215-45FF-678A58BD0E7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0377EF-1569-EF3F-1EA3-91ECA91D7E2F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B85E46-7C3A-FD8C-5CCE-463BED5595D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8054E0-67D6-C38E-2D3D-E5F0CA6FA301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DC8400-B58D-F6C9-7C13-D066D935F171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DDDE93-E603-88FC-0A6B-4027B3030214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ABD724-BE42-60E2-84FE-2A897105046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CCCCB3-7797-6C03-6204-47B8D742A6A8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2F98C7-E0F4-CA0E-D019-A4769F9DFEA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A2BDA7-F8C2-79A5-ED3B-76B25F627140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4396B0-924C-C67F-0FE9-9725DE28217C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DB88BD-1807-DD81-7FAF-2E2C867634DD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744E9B-DE2F-6B02-0731-0C11B86DFD21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C8482D5-3801-0A82-29F5-FBB8601D4097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BE7805E-145F-A4BE-B073-FAF892E7EDF1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67D504-A6AC-E1A4-85DB-244B8011B076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CD4D6A7-20E6-6C0F-FD3A-5F909ECB272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E2514E-6FDD-0FF9-2D44-A85290FC589A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35329F8-5F42-5A81-1B8A-5C095F6AD829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03C15CA-983C-864F-CA67-4EC132DE129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E4721E5-9FE7-AC01-CA26-335F1063F19B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256209-C0CC-AFF1-F4ED-CBF37C8D4F4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7F9A7C5-E5D7-A0BA-1FB3-F595D44ED57A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5F94FD9-3E35-AD77-6DAB-077C333940AE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AA3DA69-B7C0-4C55-CCBC-B0DF63FD0A7C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1B2E4F7-264A-2FAD-E3F6-DD760768B9E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803BAE4-10EA-888C-BDA8-79FB64404664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373FEB7-8FBF-4874-3F0B-82153B2E57B3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E3EA8F9-6359-72E7-4BD8-9B55B9EAE85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7F2D3FA-853B-D0D6-2076-7B25885156F0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F9D699F-19EC-DF48-816F-C4586C5FDE2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4894726-632E-2CCB-0FB7-C311B5B60D3F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9D8642F-1DB7-52A5-D445-35386DEC2F17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CFBC62-0DAC-3D0E-B6CF-4AB5A08099D0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93CA01C-DC48-7D19-8E54-ADCB0593271C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2A90732-EAD2-DC87-95D0-98F3E88A838E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0B63154-BDA3-3FF4-EFA9-6035A23B352D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01AF8A0-FD75-BC60-A600-9D370BA806B0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F94777-FFD0-39A0-3C35-964ACC2D4F75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C5682CE-865D-02C0-1150-0A6DAA78777F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C6FFD9-EC07-B3CD-C968-99B273717039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133527-01AC-CCCD-45D4-F8E7DCF2863B}"/>
              </a:ext>
            </a:extLst>
          </p:cNvPr>
          <p:cNvSpPr/>
          <p:nvPr/>
        </p:nvSpPr>
        <p:spPr>
          <a:xfrm>
            <a:off x="5178658" y="48143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58D3E1-1923-0DFF-BA12-064FE917F1ED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9AA7E7-A968-FD09-CBB6-864542079FA5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624CD1-E008-9191-C44C-A621A193B0B2}"/>
              </a:ext>
            </a:extLst>
          </p:cNvPr>
          <p:cNvSpPr txBox="1"/>
          <p:nvPr/>
        </p:nvSpPr>
        <p:spPr>
          <a:xfrm>
            <a:off x="4084101" y="5645543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63C770-2267-A15B-D3E7-80C115F09712}"/>
              </a:ext>
            </a:extLst>
          </p:cNvPr>
          <p:cNvSpPr txBox="1"/>
          <p:nvPr/>
        </p:nvSpPr>
        <p:spPr>
          <a:xfrm>
            <a:off x="6219052" y="5645543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A1864-9E6C-E693-AD32-AB9BDAD58217}"/>
              </a:ext>
            </a:extLst>
          </p:cNvPr>
          <p:cNvSpPr txBox="1"/>
          <p:nvPr/>
        </p:nvSpPr>
        <p:spPr>
          <a:xfrm>
            <a:off x="7101763" y="564554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95506E-9E8D-0842-46FD-FAD03EDF68C4}"/>
              </a:ext>
            </a:extLst>
          </p:cNvPr>
          <p:cNvSpPr txBox="1"/>
          <p:nvPr/>
        </p:nvSpPr>
        <p:spPr>
          <a:xfrm>
            <a:off x="8520604" y="5645543"/>
            <a:ext cx="6767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2436FA-0969-AC6A-89C1-888EB1173B7B}"/>
              </a:ext>
            </a:extLst>
          </p:cNvPr>
          <p:cNvSpPr txBox="1"/>
          <p:nvPr/>
        </p:nvSpPr>
        <p:spPr>
          <a:xfrm>
            <a:off x="10417713" y="5645543"/>
            <a:ext cx="776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8724865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F7CC-1914-635A-5E0A-FDB6E5B3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7E9B6AC-4174-032F-9026-14AF92E0D04A}"/>
              </a:ext>
            </a:extLst>
          </p:cNvPr>
          <p:cNvGrpSpPr/>
          <p:nvPr/>
        </p:nvGrpSpPr>
        <p:grpSpPr>
          <a:xfrm>
            <a:off x="5497536" y="141384"/>
            <a:ext cx="1530626" cy="1312879"/>
            <a:chOff x="8968626" y="941563"/>
            <a:chExt cx="1530626" cy="13128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7F0F95-A558-26FB-3288-15CC8A7ED59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68CB5C-903B-88BC-BD68-BEE2FC1ED0A5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BC929B-D747-DBAC-8105-CD1C78751280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38098A-5A0E-95FE-B583-D3660229EEA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8E72C5-7B7B-568D-DBC9-6687772F7F16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EE9EF9-343E-6E38-B9A4-74239D9B5A6E}"/>
                </a:ext>
              </a:extLst>
            </p:cNvPr>
            <p:cNvSpPr txBox="1"/>
            <p:nvPr/>
          </p:nvSpPr>
          <p:spPr>
            <a:xfrm>
              <a:off x="9833376" y="105411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9A241-67C5-A6AC-3143-8E020FA348C1}"/>
              </a:ext>
            </a:extLst>
          </p:cNvPr>
          <p:cNvGrpSpPr/>
          <p:nvPr/>
        </p:nvGrpSpPr>
        <p:grpSpPr>
          <a:xfrm>
            <a:off x="3248990" y="2024514"/>
            <a:ext cx="1530626" cy="1297198"/>
            <a:chOff x="8968626" y="941563"/>
            <a:chExt cx="1530626" cy="1297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F503A52-A882-AC87-A9B6-A3E72D516D92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0B6584-9223-0DEE-98EE-73BFA8272E6D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DC1696-BFE6-0B5B-9377-6C3F2E5BA2B8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E95D66-6758-1BD0-1DB0-C7F30B152787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FEEF25-53D4-E61C-3072-4245D9F3B112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B398CC-C254-D6C2-F0B5-66496107900E}"/>
                </a:ext>
              </a:extLst>
            </p:cNvPr>
            <p:cNvSpPr txBox="1"/>
            <p:nvPr/>
          </p:nvSpPr>
          <p:spPr>
            <a:xfrm>
              <a:off x="9835502" y="102570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E6994D-9E60-3BC7-BF6D-7AD5B484CA27}"/>
              </a:ext>
            </a:extLst>
          </p:cNvPr>
          <p:cNvGrpSpPr/>
          <p:nvPr/>
        </p:nvGrpSpPr>
        <p:grpSpPr>
          <a:xfrm>
            <a:off x="7757592" y="2054719"/>
            <a:ext cx="1530626" cy="1297198"/>
            <a:chOff x="8968626" y="941563"/>
            <a:chExt cx="1530626" cy="12971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B7E234-8995-7ECD-394B-97E0233D7D01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9BA6AB-AAED-AEE8-3B62-A5391CD2BDB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F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7CFF6C-69ED-C183-AA71-790DA91A8A22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CB5246-67E8-93F6-65ED-AF4839EA9498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50224D-9FD0-492C-8203-69689854B21C}"/>
                </a:ext>
              </a:extLst>
            </p:cNvPr>
            <p:cNvSpPr txBox="1"/>
            <p:nvPr/>
          </p:nvSpPr>
          <p:spPr>
            <a:xfrm>
              <a:off x="9228156" y="1038432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5B2EB5-BDBA-DE03-6407-43B1709E45B5}"/>
                </a:ext>
              </a:extLst>
            </p:cNvPr>
            <p:cNvSpPr txBox="1"/>
            <p:nvPr/>
          </p:nvSpPr>
          <p:spPr>
            <a:xfrm>
              <a:off x="9801337" y="1014853"/>
              <a:ext cx="46198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200" b="1"/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4EFEE5-F59E-65B7-00CB-87E58716A82C}"/>
              </a:ext>
            </a:extLst>
          </p:cNvPr>
          <p:cNvGrpSpPr/>
          <p:nvPr/>
        </p:nvGrpSpPr>
        <p:grpSpPr>
          <a:xfrm>
            <a:off x="1764128" y="4088945"/>
            <a:ext cx="1530626" cy="1245641"/>
            <a:chOff x="8968626" y="941563"/>
            <a:chExt cx="1530626" cy="12456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674F9E-CC6D-7F39-8EED-D29F0C96335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4AD8FA-5A27-712D-A9AE-FB984AF15C22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16E76A6-6E3A-DC26-9BDE-D190D3C8BF47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3CB2FCA-195A-10F0-7D78-80AF71363F3A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F15A9C-6159-18E9-E7A3-FEEF4787CE98}"/>
              </a:ext>
            </a:extLst>
          </p:cNvPr>
          <p:cNvGrpSpPr/>
          <p:nvPr/>
        </p:nvGrpSpPr>
        <p:grpSpPr>
          <a:xfrm>
            <a:off x="4255177" y="4088946"/>
            <a:ext cx="1530626" cy="1245641"/>
            <a:chOff x="8968626" y="941563"/>
            <a:chExt cx="1530626" cy="1245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CBAC7A-4508-B325-A853-13338F680B83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9F4DA7D-1B33-1CC2-A8A7-E70D002DEB37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D0A185A-107F-AF7D-361D-6AD50219AF91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5276DC-9F6A-5496-54BF-AA974FA116A1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0BD396-9BDD-B20B-40C4-DD2137F7A3F5}"/>
              </a:ext>
            </a:extLst>
          </p:cNvPr>
          <p:cNvGrpSpPr/>
          <p:nvPr/>
        </p:nvGrpSpPr>
        <p:grpSpPr>
          <a:xfrm>
            <a:off x="6542282" y="4088943"/>
            <a:ext cx="1530626" cy="1245641"/>
            <a:chOff x="8968626" y="941563"/>
            <a:chExt cx="1530626" cy="124564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D20C8F0-1716-E937-A706-85DD296F8755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4A281E-1A14-0A37-20BE-F27F37D39D6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F9DDDA-8DA4-4301-963E-FF38673F969E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498AAFB-9EDB-5531-18D0-06DCDFD05219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085CDE-C5A5-5B67-FA33-39A71C992A58}"/>
              </a:ext>
            </a:extLst>
          </p:cNvPr>
          <p:cNvGrpSpPr/>
          <p:nvPr/>
        </p:nvGrpSpPr>
        <p:grpSpPr>
          <a:xfrm>
            <a:off x="9033331" y="4088944"/>
            <a:ext cx="1530626" cy="1245641"/>
            <a:chOff x="8968626" y="941563"/>
            <a:chExt cx="1530626" cy="12456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A0A668F-9F8A-17F8-B5CF-840096FFD28B}"/>
                </a:ext>
              </a:extLst>
            </p:cNvPr>
            <p:cNvSpPr/>
            <p:nvPr/>
          </p:nvSpPr>
          <p:spPr>
            <a:xfrm>
              <a:off x="8968626" y="941563"/>
              <a:ext cx="1530626" cy="12456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75B489A-413C-CBEF-BC47-C810C2635979}"/>
                </a:ext>
              </a:extLst>
            </p:cNvPr>
            <p:cNvSpPr/>
            <p:nvPr/>
          </p:nvSpPr>
          <p:spPr>
            <a:xfrm>
              <a:off x="9223513" y="993120"/>
              <a:ext cx="1016251" cy="517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>
                  <a:solidFill>
                    <a:srgbClr val="FF0000"/>
                  </a:solidFill>
                  <a:latin typeface="LM Roman 12" panose="00000500000000000000" pitchFamily="50" charset="0"/>
                </a:rPr>
                <a:t>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64A2953-D526-AC85-FCD5-B995A5794504}"/>
                </a:ext>
              </a:extLst>
            </p:cNvPr>
            <p:cNvSpPr/>
            <p:nvPr/>
          </p:nvSpPr>
          <p:spPr>
            <a:xfrm>
              <a:off x="9223513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b="1">
                <a:solidFill>
                  <a:srgbClr val="FF0000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426737F-A26D-16C8-5B95-131A33DE83B2}"/>
                </a:ext>
              </a:extLst>
            </p:cNvPr>
            <p:cNvSpPr/>
            <p:nvPr/>
          </p:nvSpPr>
          <p:spPr>
            <a:xfrm>
              <a:off x="9801337" y="1645223"/>
              <a:ext cx="438427" cy="4075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7585DD8-79C7-802F-70D2-D983A88D34DD}"/>
              </a:ext>
            </a:extLst>
          </p:cNvPr>
          <p:cNvCxnSpPr>
            <a:endCxn id="12" idx="0"/>
          </p:cNvCxnSpPr>
          <p:nvPr/>
        </p:nvCxnSpPr>
        <p:spPr>
          <a:xfrm flipH="1">
            <a:off x="4014303" y="1143000"/>
            <a:ext cx="1889540" cy="88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AA2D8F-4B7D-E426-2D78-B63D39D3345F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629400" y="1143000"/>
            <a:ext cx="1893505" cy="911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1380DCE-A3FD-91AB-7415-3073381763F5}"/>
              </a:ext>
            </a:extLst>
          </p:cNvPr>
          <p:cNvCxnSpPr>
            <a:endCxn id="26" idx="0"/>
          </p:cNvCxnSpPr>
          <p:nvPr/>
        </p:nvCxnSpPr>
        <p:spPr>
          <a:xfrm flipH="1">
            <a:off x="2529441" y="3061252"/>
            <a:ext cx="1157976" cy="102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7D2A6CF-59B9-D5A5-BAEB-A6F311EA10F6}"/>
              </a:ext>
            </a:extLst>
          </p:cNvPr>
          <p:cNvCxnSpPr>
            <a:endCxn id="33" idx="0"/>
          </p:cNvCxnSpPr>
          <p:nvPr/>
        </p:nvCxnSpPr>
        <p:spPr>
          <a:xfrm>
            <a:off x="4363278" y="3021496"/>
            <a:ext cx="657212" cy="106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DE298E1-FC78-EE55-E203-2987A5B54883}"/>
              </a:ext>
            </a:extLst>
          </p:cNvPr>
          <p:cNvCxnSpPr>
            <a:endCxn id="40" idx="0"/>
          </p:cNvCxnSpPr>
          <p:nvPr/>
        </p:nvCxnSpPr>
        <p:spPr>
          <a:xfrm flipH="1">
            <a:off x="7307595" y="3061252"/>
            <a:ext cx="892188" cy="102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E31A591-01B3-5440-4A3E-ECA2B979135F}"/>
              </a:ext>
            </a:extLst>
          </p:cNvPr>
          <p:cNvCxnSpPr>
            <a:endCxn id="47" idx="0"/>
          </p:cNvCxnSpPr>
          <p:nvPr/>
        </p:nvCxnSpPr>
        <p:spPr>
          <a:xfrm>
            <a:off x="8855765" y="3061252"/>
            <a:ext cx="942879" cy="102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E117D5-D0C1-E0A4-251B-63811EE85880}"/>
              </a:ext>
            </a:extLst>
          </p:cNvPr>
          <p:cNvSpPr txBox="1"/>
          <p:nvPr/>
        </p:nvSpPr>
        <p:spPr>
          <a:xfrm>
            <a:off x="10756107" y="3453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2C5CAA3-F6FB-48D2-8F84-BA753C9ABFB8}"/>
              </a:ext>
            </a:extLst>
          </p:cNvPr>
          <p:cNvSpPr/>
          <p:nvPr/>
        </p:nvSpPr>
        <p:spPr>
          <a:xfrm>
            <a:off x="11232735" y="105776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E59C8D-8CF2-4477-BA6A-AED2FB1CB36A}"/>
              </a:ext>
            </a:extLst>
          </p:cNvPr>
          <p:cNvSpPr txBox="1"/>
          <p:nvPr/>
        </p:nvSpPr>
        <p:spPr>
          <a:xfrm>
            <a:off x="11789326" y="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CB6D2B-844E-809B-0C45-CD4E8EFE3233}"/>
              </a:ext>
            </a:extLst>
          </p:cNvPr>
          <p:cNvSpPr/>
          <p:nvPr/>
        </p:nvSpPr>
        <p:spPr>
          <a:xfrm>
            <a:off x="5178658" y="48143"/>
            <a:ext cx="2303177" cy="146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EFF13F-C73B-0EFC-8285-B03116D431AF}"/>
              </a:ext>
            </a:extLst>
          </p:cNvPr>
          <p:cNvSpPr txBox="1"/>
          <p:nvPr/>
        </p:nvSpPr>
        <p:spPr>
          <a:xfrm>
            <a:off x="2067129" y="5645544"/>
            <a:ext cx="748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131550-5D7D-38BF-D11C-9A448A6D83A6}"/>
              </a:ext>
            </a:extLst>
          </p:cNvPr>
          <p:cNvSpPr txBox="1"/>
          <p:nvPr/>
        </p:nvSpPr>
        <p:spPr>
          <a:xfrm>
            <a:off x="2849701" y="564554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666F6F-BFC7-ED73-ECB9-58A921270BDE}"/>
              </a:ext>
            </a:extLst>
          </p:cNvPr>
          <p:cNvSpPr txBox="1"/>
          <p:nvPr/>
        </p:nvSpPr>
        <p:spPr>
          <a:xfrm>
            <a:off x="4084101" y="5645543"/>
            <a:ext cx="728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9AAE9F-0A9F-16C3-956F-0EB14E40969E}"/>
              </a:ext>
            </a:extLst>
          </p:cNvPr>
          <p:cNvSpPr txBox="1"/>
          <p:nvPr/>
        </p:nvSpPr>
        <p:spPr>
          <a:xfrm>
            <a:off x="6219052" y="5645543"/>
            <a:ext cx="760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BBE4FB-22E7-B305-18AD-2DE9E9CB8D42}"/>
              </a:ext>
            </a:extLst>
          </p:cNvPr>
          <p:cNvSpPr txBox="1"/>
          <p:nvPr/>
        </p:nvSpPr>
        <p:spPr>
          <a:xfrm>
            <a:off x="7101763" y="5645543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CC09AA-AB31-C1B1-BFF8-4DAB02317208}"/>
              </a:ext>
            </a:extLst>
          </p:cNvPr>
          <p:cNvSpPr txBox="1"/>
          <p:nvPr/>
        </p:nvSpPr>
        <p:spPr>
          <a:xfrm>
            <a:off x="8520604" y="5645543"/>
            <a:ext cx="6767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095F97-43C4-2AA0-2584-8A7632ECC478}"/>
              </a:ext>
            </a:extLst>
          </p:cNvPr>
          <p:cNvSpPr txBox="1"/>
          <p:nvPr/>
        </p:nvSpPr>
        <p:spPr>
          <a:xfrm>
            <a:off x="10417713" y="5645543"/>
            <a:ext cx="776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>
                <a:latin typeface="LM Roman 12" panose="00000500000000000000" pitchFamily="50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550645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1EA2-479E-7B5F-8717-E4415C40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BFDC5F0-7A13-EDDC-6A1A-E5C559D737F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21389C2-67B9-61B6-F916-7E99195A3E6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E11101-237B-3815-ADF5-BD6316C46D8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A365CAB-4249-8153-4B14-F029FF94918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89567DE-11A5-5E75-04E7-002A0CC12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1556D2-B041-26CA-4D1B-8931EBE9664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6DAE7F-B031-14CE-F601-9B6E6F45BC95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Traversal of sorted binary trees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E710D9-609B-2CBA-29F2-48F8B7F8179B}"/>
              </a:ext>
            </a:extLst>
          </p:cNvPr>
          <p:cNvGrpSpPr/>
          <p:nvPr/>
        </p:nvGrpSpPr>
        <p:grpSpPr>
          <a:xfrm>
            <a:off x="119305" y="1814801"/>
            <a:ext cx="3797582" cy="3048289"/>
            <a:chOff x="119305" y="1814801"/>
            <a:chExt cx="3797582" cy="3048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AD0AF24-F065-B32B-5DC5-6B15626E387F}"/>
                </a:ext>
              </a:extLst>
            </p:cNvPr>
            <p:cNvSpPr/>
            <p:nvPr/>
          </p:nvSpPr>
          <p:spPr>
            <a:xfrm>
              <a:off x="119305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FE76C9-36BF-C81A-9940-570315EA0C19}"/>
                </a:ext>
              </a:extLst>
            </p:cNvPr>
            <p:cNvSpPr/>
            <p:nvPr/>
          </p:nvSpPr>
          <p:spPr>
            <a:xfrm>
              <a:off x="119305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IN-ORDER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EE897F-3F44-3F01-753B-7321AE236727}"/>
              </a:ext>
            </a:extLst>
          </p:cNvPr>
          <p:cNvGrpSpPr/>
          <p:nvPr/>
        </p:nvGrpSpPr>
        <p:grpSpPr>
          <a:xfrm>
            <a:off x="4232593" y="1814801"/>
            <a:ext cx="3797582" cy="3048289"/>
            <a:chOff x="4380459" y="1814801"/>
            <a:chExt cx="3797582" cy="30482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B8ED26-6699-7352-147B-5D042E691646}"/>
                </a:ext>
              </a:extLst>
            </p:cNvPr>
            <p:cNvSpPr/>
            <p:nvPr/>
          </p:nvSpPr>
          <p:spPr>
            <a:xfrm>
              <a:off x="4380459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EA7CC1-A749-6C23-873E-B29BC3CCC159}"/>
                </a:ext>
              </a:extLst>
            </p:cNvPr>
            <p:cNvSpPr/>
            <p:nvPr/>
          </p:nvSpPr>
          <p:spPr>
            <a:xfrm>
              <a:off x="4380459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PRE-ORDER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12FFCF-2128-19FA-C02E-5098E24C2D80}"/>
              </a:ext>
            </a:extLst>
          </p:cNvPr>
          <p:cNvGrpSpPr/>
          <p:nvPr/>
        </p:nvGrpSpPr>
        <p:grpSpPr>
          <a:xfrm>
            <a:off x="8340973" y="1814801"/>
            <a:ext cx="3802490" cy="3048289"/>
            <a:chOff x="8340973" y="1814801"/>
            <a:chExt cx="3802490" cy="30482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955B43-58BE-732D-6C90-35B6C0DA35CD}"/>
                </a:ext>
              </a:extLst>
            </p:cNvPr>
            <p:cNvSpPr/>
            <p:nvPr/>
          </p:nvSpPr>
          <p:spPr>
            <a:xfrm>
              <a:off x="8345881" y="1814801"/>
              <a:ext cx="3797582" cy="30482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5C64425-1C25-6E34-F165-5DD11C6760BC}"/>
                </a:ext>
              </a:extLst>
            </p:cNvPr>
            <p:cNvSpPr/>
            <p:nvPr/>
          </p:nvSpPr>
          <p:spPr>
            <a:xfrm>
              <a:off x="8340973" y="1983876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POST-ORDER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4934FDC-8B97-FBF8-D5E3-387695DAE067}"/>
              </a:ext>
            </a:extLst>
          </p:cNvPr>
          <p:cNvSpPr txBox="1"/>
          <p:nvPr/>
        </p:nvSpPr>
        <p:spPr>
          <a:xfrm>
            <a:off x="250963" y="2753469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000">
                <a:latin typeface="LM Roman 12" panose="00000500000000000000" pitchFamily="50" charset="0"/>
              </a:rPr>
              <a:t>1. Traverse the node’s left (L) subtree</a:t>
            </a:r>
          </a:p>
          <a:p>
            <a:r>
              <a:rPr lang="en-ZA" sz="2000">
                <a:latin typeface="LM Roman 12" panose="00000500000000000000" pitchFamily="50" charset="0"/>
              </a:rPr>
              <a:t>2. Process the node value (N)</a:t>
            </a:r>
          </a:p>
          <a:p>
            <a:r>
              <a:rPr lang="en-ZA" sz="2000">
                <a:latin typeface="LM Roman 12" panose="00000500000000000000" pitchFamily="50" charset="0"/>
              </a:rPr>
              <a:t>3. Traverse the node’s right subtree (R)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4F329-6A23-9D3D-7CEE-10F37AA287F8}"/>
              </a:ext>
            </a:extLst>
          </p:cNvPr>
          <p:cNvSpPr txBox="1"/>
          <p:nvPr/>
        </p:nvSpPr>
        <p:spPr>
          <a:xfrm>
            <a:off x="1047917" y="43398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6548415-D4EA-F834-6247-87C6F485F633}"/>
              </a:ext>
            </a:extLst>
          </p:cNvPr>
          <p:cNvSpPr/>
          <p:nvPr/>
        </p:nvSpPr>
        <p:spPr>
          <a:xfrm>
            <a:off x="1412119" y="4414840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22A2F-D07D-2258-DE18-8513BDA7393A}"/>
              </a:ext>
            </a:extLst>
          </p:cNvPr>
          <p:cNvSpPr txBox="1"/>
          <p:nvPr/>
        </p:nvSpPr>
        <p:spPr>
          <a:xfrm>
            <a:off x="1968710" y="430906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DBF9F-0910-36EF-F801-962447A3BBDF}"/>
              </a:ext>
            </a:extLst>
          </p:cNvPr>
          <p:cNvSpPr txBox="1"/>
          <p:nvPr/>
        </p:nvSpPr>
        <p:spPr>
          <a:xfrm>
            <a:off x="4433217" y="2708654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LM Roman 12" panose="00000500000000000000" pitchFamily="50" charset="0"/>
              </a:rPr>
              <a:t>1. Process the node value</a:t>
            </a:r>
          </a:p>
          <a:p>
            <a:r>
              <a:rPr lang="en-US" sz="2000">
                <a:latin typeface="LM Roman 12" panose="00000500000000000000" pitchFamily="50" charset="0"/>
              </a:rPr>
              <a:t>2. Traverse the node’s left subtree</a:t>
            </a:r>
          </a:p>
          <a:p>
            <a:r>
              <a:rPr lang="en-US" sz="2000">
                <a:latin typeface="LM Roman 12" panose="00000500000000000000" pitchFamily="50" charset="0"/>
              </a:rPr>
              <a:t>3. Traverse the node’s right subtree</a:t>
            </a:r>
            <a:endParaRPr lang="en-ZA" sz="2000">
              <a:latin typeface="LM Roman 12" panose="000005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D1801-8D52-1491-575E-27B80C922C6E}"/>
              </a:ext>
            </a:extLst>
          </p:cNvPr>
          <p:cNvSpPr txBox="1"/>
          <p:nvPr/>
        </p:nvSpPr>
        <p:spPr>
          <a:xfrm>
            <a:off x="4861444" y="4396153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22A9140-BBD7-DEC3-0DA2-F5A0FCC608EB}"/>
              </a:ext>
            </a:extLst>
          </p:cNvPr>
          <p:cNvSpPr/>
          <p:nvPr/>
        </p:nvSpPr>
        <p:spPr>
          <a:xfrm>
            <a:off x="5338072" y="4467391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33A40-361D-2FAE-68EC-1A27E264D0C7}"/>
              </a:ext>
            </a:extLst>
          </p:cNvPr>
          <p:cNvSpPr txBox="1"/>
          <p:nvPr/>
        </p:nvSpPr>
        <p:spPr>
          <a:xfrm>
            <a:off x="5894663" y="4361615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E04E5-DFB4-D833-098F-EB515DF42046}"/>
              </a:ext>
            </a:extLst>
          </p:cNvPr>
          <p:cNvSpPr txBox="1"/>
          <p:nvPr/>
        </p:nvSpPr>
        <p:spPr>
          <a:xfrm>
            <a:off x="8572892" y="2677848"/>
            <a:ext cx="3565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LM Roman 12" panose="00000500000000000000" pitchFamily="50" charset="0"/>
              </a:rPr>
              <a:t>1. Traverse the node’s left subtree</a:t>
            </a:r>
          </a:p>
          <a:p>
            <a:r>
              <a:rPr lang="en-US" sz="2000">
                <a:latin typeface="LM Roman 12" panose="00000500000000000000" pitchFamily="50" charset="0"/>
              </a:rPr>
              <a:t>2. Traverse the node’s right subtree </a:t>
            </a:r>
          </a:p>
          <a:p>
            <a:r>
              <a:rPr lang="en-US" sz="2000">
                <a:latin typeface="LM Roman 12" panose="00000500000000000000" pitchFamily="50" charset="0"/>
              </a:rPr>
              <a:t>3. Process the node value</a:t>
            </a:r>
            <a:endParaRPr lang="en-ZA" sz="2000">
              <a:latin typeface="LM Roman 12" panose="00000500000000000000" pitchFamily="50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B93495-202B-1590-9939-18F04F5B70DE}"/>
              </a:ext>
            </a:extLst>
          </p:cNvPr>
          <p:cNvSpPr txBox="1"/>
          <p:nvPr/>
        </p:nvSpPr>
        <p:spPr>
          <a:xfrm>
            <a:off x="9343988" y="435419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L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AD914EF-816E-C26B-F762-303C966D8E1A}"/>
              </a:ext>
            </a:extLst>
          </p:cNvPr>
          <p:cNvSpPr/>
          <p:nvPr/>
        </p:nvSpPr>
        <p:spPr>
          <a:xfrm>
            <a:off x="9820616" y="4425431"/>
            <a:ext cx="556591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B2251E-8ECC-AE51-C2E2-5EF2CCD6877A}"/>
              </a:ext>
            </a:extLst>
          </p:cNvPr>
          <p:cNvSpPr txBox="1"/>
          <p:nvPr/>
        </p:nvSpPr>
        <p:spPr>
          <a:xfrm>
            <a:off x="10377207" y="4319655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80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40632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2DF3-9E06-171C-0D5A-541E57CB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5A69164-2C48-BC45-D441-69B0CECDE3B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1E907AF-0F1C-B91B-87DD-BB1492C84A7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D84003-047C-5B28-60FF-03C7FD19B8D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253A6B-EC15-7A65-CCB5-D47D8DF0B64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DB987FC-E44C-421D-3B61-7AB3D894A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9CA48C-7337-9E43-DABA-E966D618DFE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FFCBE81-980F-A802-4F83-8A98E8A97D49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</a:t>
              </a:r>
              <a:r>
                <a:rPr kumimoji="0" lang="en-US" sz="1800" i="0" u="none" strike="noStrike" kern="1200" cap="none" spc="0" normalizeH="0" baseline="0" noProof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Traversa;s</a:t>
              </a:r>
              <a:endParaRPr kumimoji="0" lang="en-ZA" sz="180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618E3A4-DBEE-EDB2-121C-90611F571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559" y="4191426"/>
            <a:ext cx="3854882" cy="266657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FC5957C-F4FE-0BAA-9EED-04150FF54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555" y="971795"/>
            <a:ext cx="4397922" cy="303630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2D3BC62-CEDF-BB1C-77CB-C41E9FEBAB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592" y="1045904"/>
            <a:ext cx="4335093" cy="303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38682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6BAD-3309-26E9-CDCC-DA7DB32E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539794A-A23A-ED1B-6D40-177A20029AD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93C3E38-B0FB-2394-8924-851F4369A8A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CAED8D-76FE-3AAF-6D7D-59029126155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E9D911-0063-D545-3E62-48718DAEA50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D714EE1-8EDE-92EE-1C74-B96C1810C7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A12BF96-9D78-4BF2-B322-BCBB9E9F68E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FB3EE13-1118-DFFA-DBB9-19A37D0DFD2A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Exercises</a:t>
              </a:r>
              <a:endParaRPr kumimoji="0" lang="en-ZA" sz="180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4D88E1C3-6EEB-1BEF-48A2-6ACFDE986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747" y="1614973"/>
            <a:ext cx="5649558" cy="23472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9DB4A2B-29D6-7B4B-2033-A32CB20C28C7}"/>
              </a:ext>
            </a:extLst>
          </p:cNvPr>
          <p:cNvSpPr txBox="1"/>
          <p:nvPr/>
        </p:nvSpPr>
        <p:spPr>
          <a:xfrm>
            <a:off x="5419243" y="1245641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A2 2023</a:t>
            </a:r>
            <a:endParaRPr lang="en-ZA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F6B9DA-2EE1-C71E-8C35-79B2EA3A3EF5}"/>
              </a:ext>
            </a:extLst>
          </p:cNvPr>
          <p:cNvSpPr txBox="1"/>
          <p:nvPr/>
        </p:nvSpPr>
        <p:spPr>
          <a:xfrm>
            <a:off x="3067050" y="4177119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IN-ORDER (LNR):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11E751-683B-D779-0801-4E785F5C3786}"/>
              </a:ext>
            </a:extLst>
          </p:cNvPr>
          <p:cNvSpPr txBox="1"/>
          <p:nvPr/>
        </p:nvSpPr>
        <p:spPr>
          <a:xfrm>
            <a:off x="3067050" y="4813211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PRE-ORDER (NLR):</a:t>
            </a:r>
            <a:endParaRPr lang="en-ZA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168253-73EE-D606-4952-945635A6FD4C}"/>
              </a:ext>
            </a:extLst>
          </p:cNvPr>
          <p:cNvSpPr txBox="1"/>
          <p:nvPr/>
        </p:nvSpPr>
        <p:spPr>
          <a:xfrm>
            <a:off x="3086747" y="5434470"/>
            <a:ext cx="2187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POST-ORDER (LRN):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3370959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F91E-3713-BE27-9810-4549EC2E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F6BC757-5469-92EC-47C1-8E0FA02643B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BF0853B-969C-1882-1CCD-95F9D54E056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59759F-7863-B19B-B99D-7FB4A5A4C09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78448C7-911F-044D-6F92-6D695D9B55C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45D6558-8E3C-089E-FED2-766513F7F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6DEFD9-BA66-1AA1-D54B-A521F87EE92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7BC733E-1AC9-02F4-ED3C-ADD203D7B43E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Exercises</a:t>
              </a:r>
              <a:endParaRPr kumimoji="0" lang="en-ZA" sz="180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A060876-5EF5-2A28-A4FA-0FCD75D98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54" y="1451004"/>
            <a:ext cx="4353389" cy="420993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2C12658-1791-A964-E5B0-FE4419690F8C}"/>
              </a:ext>
            </a:extLst>
          </p:cNvPr>
          <p:cNvSpPr txBox="1"/>
          <p:nvPr/>
        </p:nvSpPr>
        <p:spPr>
          <a:xfrm>
            <a:off x="5162922" y="1060975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A2 2024</a:t>
            </a:r>
            <a:endParaRPr lang="en-ZA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7F558B-2EE6-92B3-383B-EC68A40A7F8A}"/>
              </a:ext>
            </a:extLst>
          </p:cNvPr>
          <p:cNvGrpSpPr/>
          <p:nvPr/>
        </p:nvGrpSpPr>
        <p:grpSpPr>
          <a:xfrm>
            <a:off x="9152327" y="914400"/>
            <a:ext cx="2539568" cy="2071469"/>
            <a:chOff x="9152327" y="914400"/>
            <a:chExt cx="2539568" cy="207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86C77F-503B-A267-7CA0-F2295FB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52327" y="914400"/>
              <a:ext cx="2539568" cy="169304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2492CD-2627-AAC8-4B69-B012A8B7BBC5}"/>
                </a:ext>
              </a:extLst>
            </p:cNvPr>
            <p:cNvSpPr txBox="1"/>
            <p:nvPr/>
          </p:nvSpPr>
          <p:spPr>
            <a:xfrm>
              <a:off x="9601200" y="2616537"/>
              <a:ext cx="1885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IN-ORDER (LNR):</a:t>
              </a:r>
              <a:endParaRPr lang="en-ZA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5425B5-91B5-6B22-5CEF-243D8E7A972B}"/>
              </a:ext>
            </a:extLst>
          </p:cNvPr>
          <p:cNvGrpSpPr/>
          <p:nvPr/>
        </p:nvGrpSpPr>
        <p:grpSpPr>
          <a:xfrm>
            <a:off x="9244618" y="2905042"/>
            <a:ext cx="2515582" cy="2106993"/>
            <a:chOff x="9244618" y="2905042"/>
            <a:chExt cx="2515582" cy="21069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357CCD-79F8-6D66-05B6-778BEF77F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44618" y="2905042"/>
              <a:ext cx="2515582" cy="167705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B8C6FC-8101-26B3-7B1F-0BB88BE63B8C}"/>
                </a:ext>
              </a:extLst>
            </p:cNvPr>
            <p:cNvSpPr txBox="1"/>
            <p:nvPr/>
          </p:nvSpPr>
          <p:spPr>
            <a:xfrm>
              <a:off x="9512233" y="4642703"/>
              <a:ext cx="2063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PRE-ORDER (NLR):</a:t>
              </a:r>
              <a:endParaRPr lang="en-ZA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4436E0-E366-19EE-2C90-6085249F8719}"/>
              </a:ext>
            </a:extLst>
          </p:cNvPr>
          <p:cNvGrpSpPr/>
          <p:nvPr/>
        </p:nvGrpSpPr>
        <p:grpSpPr>
          <a:xfrm>
            <a:off x="9385300" y="4921787"/>
            <a:ext cx="2515582" cy="2016745"/>
            <a:chOff x="9385300" y="4921787"/>
            <a:chExt cx="2515582" cy="20167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B814A52-CC0C-612B-9062-876E8B984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85300" y="4921787"/>
              <a:ext cx="2515582" cy="167705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D0C4FE-1820-517C-8A49-4882A640EF85}"/>
                </a:ext>
              </a:extLst>
            </p:cNvPr>
            <p:cNvSpPr txBox="1"/>
            <p:nvPr/>
          </p:nvSpPr>
          <p:spPr>
            <a:xfrm>
              <a:off x="9611398" y="6569200"/>
              <a:ext cx="21872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POST-ORDER (LRN):</a:t>
              </a:r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2713399397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E6DC-100F-89B6-92B1-3F86F9B6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79B6DC4-52D8-B71D-FA0A-D6BE478E113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89899F6-D2D6-5A7B-D0D4-E250A5567FA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B66227-374C-4BF2-6C4D-6C2A2A2F2BB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8FEAF4-C24D-A95E-9EB6-F46E2A8F11E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3E78F2D-AB63-0C01-EC88-CE390F9C8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3566C1-F85A-901E-3501-FDFCF8384CC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CC3072A-9A3D-16CE-931D-CC502C76F78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Exercises</a:t>
              </a:r>
              <a:endParaRPr kumimoji="0" lang="en-ZA" sz="180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1473C06-0EDD-08F4-333D-FE76D3E552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160"/>
          <a:stretch>
            <a:fillRect/>
          </a:stretch>
        </p:blipFill>
        <p:spPr>
          <a:xfrm>
            <a:off x="4108343" y="1651413"/>
            <a:ext cx="3429108" cy="4736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1A3D7F-6557-5E68-30E6-10E9B8E5E493}"/>
              </a:ext>
            </a:extLst>
          </p:cNvPr>
          <p:cNvSpPr txBox="1"/>
          <p:nvPr/>
        </p:nvSpPr>
        <p:spPr>
          <a:xfrm>
            <a:off x="5225072" y="1198678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A2 2025</a:t>
            </a:r>
            <a:endParaRPr lang="en-ZA" b="1"/>
          </a:p>
        </p:txBody>
      </p:sp>
    </p:spTree>
    <p:extLst>
      <p:ext uri="{BB962C8B-B14F-4D97-AF65-F5344CB8AC3E}">
        <p14:creationId xmlns:p14="http://schemas.microsoft.com/office/powerpoint/2010/main" val="569678636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DDB4-5DF8-E00B-8F73-03FB23A1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A3B50E4-8E5D-7896-585E-543FCE63B49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AA7B6FC-44CD-09AC-C7EC-1F7BAD1E988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187B37E-CBB7-6F7E-492B-D493802C1AA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DD8C46-56E5-081A-1641-402CB5F4B17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714389D-3D4F-0756-8366-EAC4DD5DA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C14E79-9AF3-2EC5-B8A4-AB5F0FB150D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7371F90-6EB4-2A54-70B4-E724E2A6190C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Trees: Exercises</a:t>
              </a:r>
              <a:endParaRPr kumimoji="0" lang="en-ZA" sz="180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B539A33-C7ED-51B4-89F3-6F6F589BC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061" y="1632363"/>
            <a:ext cx="3743515" cy="4150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06EDD2-C249-E506-F35E-28AB13805988}"/>
              </a:ext>
            </a:extLst>
          </p:cNvPr>
          <p:cNvSpPr txBox="1"/>
          <p:nvPr/>
        </p:nvSpPr>
        <p:spPr>
          <a:xfrm>
            <a:off x="5142534" y="1179628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A3 2024</a:t>
            </a:r>
            <a:endParaRPr lang="en-ZA" b="1"/>
          </a:p>
        </p:txBody>
      </p:sp>
    </p:spTree>
    <p:extLst>
      <p:ext uri="{BB962C8B-B14F-4D97-AF65-F5344CB8AC3E}">
        <p14:creationId xmlns:p14="http://schemas.microsoft.com/office/powerpoint/2010/main" val="1422828446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CC69-7BAF-913C-4A40-B4D5A53B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CCCA4-5FDE-620D-A4D2-F69B84A211D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9C0E59D-6264-9798-9C8F-66FA3AE825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CF8522-8FD2-5B63-6716-5FFB1124A4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97FFD9-E6A7-30BF-466D-F576CED72AE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8241F24-F918-BB20-F81D-A44619692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FF1010-ADFA-6395-0608-846BDF0AEA5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0EA51A6-04FE-68FC-81F7-DB54709FA7A2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Perspective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A65392F-1688-2663-D0DB-8C615F28C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029" y="1685835"/>
            <a:ext cx="9569942" cy="34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9451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1A2C-E172-96F3-7FF2-A248CFF8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EC73604-5FD7-BFC5-D35B-DD75FBDED9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2F0199-B4EA-2CFC-0C4C-DD09C9119D0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1794E6-39B0-77BC-44D9-E8CE60CBBD3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B0B3F-2013-3D29-8717-26133D80F40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F60769-267A-7EB3-45A5-D69B7FF2D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E50580-54BF-5667-527F-E6168B0C7A2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</a:t>
                </a:r>
                <a:r>
                  <a:rPr lang="en-ZA" sz="240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F15938-D2FF-3104-FE0A-AD538A4A67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HOMEWORK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C666ECF-002B-51C5-D4DD-1D7BD0002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518" y="2625683"/>
            <a:ext cx="7086964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208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1853</Words>
  <Application>Microsoft Office PowerPoint</Application>
  <PresentationFormat>Widescreen</PresentationFormat>
  <Paragraphs>835</Paragraphs>
  <Slides>62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2026-10-14T10:57:44Z</dcterms:modified>
</cp:coreProperties>
</file>