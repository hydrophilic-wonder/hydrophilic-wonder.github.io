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597" r:id="rId2"/>
    <p:sldId id="599" r:id="rId3"/>
    <p:sldId id="628" r:id="rId4"/>
    <p:sldId id="629" r:id="rId5"/>
    <p:sldId id="631" r:id="rId6"/>
    <p:sldId id="632" r:id="rId7"/>
    <p:sldId id="633" r:id="rId8"/>
    <p:sldId id="634" r:id="rId9"/>
    <p:sldId id="635" r:id="rId10"/>
    <p:sldId id="636" r:id="rId11"/>
    <p:sldId id="637" r:id="rId12"/>
    <p:sldId id="638" r:id="rId13"/>
    <p:sldId id="640" r:id="rId14"/>
    <p:sldId id="639" r:id="rId15"/>
    <p:sldId id="641" r:id="rId16"/>
    <p:sldId id="642" r:id="rId17"/>
    <p:sldId id="643" r:id="rId18"/>
    <p:sldId id="644" r:id="rId19"/>
    <p:sldId id="624" r:id="rId20"/>
    <p:sldId id="627" r:id="rId21"/>
    <p:sldId id="626" r:id="rId22"/>
    <p:sldId id="60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17DA01-81ED-48FA-BD78-A58B19B3B5DE}" v="5" dt="2026-10-07T08:04:59.672"/>
    <p1510:client id="{DAE2E8B3-7C55-46CD-81ED-D7E7B326640E}" v="8" dt="2026-10-06T21:39:17.7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51" autoAdjust="0"/>
    <p:restoredTop sz="94124" autoAdjust="0"/>
  </p:normalViewPr>
  <p:slideViewPr>
    <p:cSldViewPr snapToGrid="0">
      <p:cViewPr varScale="1">
        <p:scale>
          <a:sx n="94" d="100"/>
          <a:sy n="94" d="100"/>
        </p:scale>
        <p:origin x="7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custSel addSld delSld modSld sldOrd">
      <pc:chgData name="Khobo, IL, Dr [ilkhobo@sun.ac.za]" userId="b519a442-dcea-4a28-9c45-7e29f1df5837" providerId="ADAL" clId="{8BC8A5CF-2DB3-45E9-BF57-F2ED810C291E}" dt="2026-10-06T21:41:42.300" v="7100" actId="1076"/>
      <pc:docMkLst>
        <pc:docMk/>
      </pc:docMkLst>
      <pc:sldChg chg="modSp mod modNotesTx">
        <pc:chgData name="Khobo, IL, Dr [ilkhobo@sun.ac.za]" userId="b519a442-dcea-4a28-9c45-7e29f1df5837" providerId="ADAL" clId="{8BC8A5CF-2DB3-45E9-BF57-F2ED810C291E}" dt="2026-10-06T17:53:05.536" v="6263" actId="20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8BC8A5CF-2DB3-45E9-BF57-F2ED810C291E}" dt="2026-09-15T10:02:44.178" v="55" actId="1076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8BC8A5CF-2DB3-45E9-BF57-F2ED810C291E}" dt="2026-10-06T17:53:05.536" v="6263" actId="20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8BC8A5CF-2DB3-45E9-BF57-F2ED810C291E}" dt="2026-10-06T17:40:04.564" v="5855" actId="20577"/>
          <ac:spMkLst>
            <pc:docMk/>
            <pc:sldMk cId="2601401026" sldId="597"/>
            <ac:spMk id="34" creationId="{593DD671-6E7B-06CE-9A2D-78AB0133EE61}"/>
          </ac:spMkLst>
        </pc:spChg>
        <pc:picChg chg="mod">
          <ac:chgData name="Khobo, IL, Dr [ilkhobo@sun.ac.za]" userId="b519a442-dcea-4a28-9c45-7e29f1df5837" providerId="ADAL" clId="{8BC8A5CF-2DB3-45E9-BF57-F2ED810C291E}" dt="2026-10-06T17:41:13.884" v="5978" actId="1076"/>
          <ac:picMkLst>
            <pc:docMk/>
            <pc:sldMk cId="2601401026" sldId="597"/>
            <ac:picMk id="3" creationId="{8B5EA4C8-8C81-324A-DCF4-224D0634971D}"/>
          </ac:picMkLst>
        </pc:picChg>
      </pc:sldChg>
      <pc:sldChg chg="addSp delSp modSp mod addAnim delAnim modAnim">
        <pc:chgData name="Khobo, IL, Dr [ilkhobo@sun.ac.za]" userId="b519a442-dcea-4a28-9c45-7e29f1df5837" providerId="ADAL" clId="{8BC8A5CF-2DB3-45E9-BF57-F2ED810C291E}" dt="2026-10-06T21:41:42.300" v="7100" actId="1076"/>
        <pc:sldMkLst>
          <pc:docMk/>
          <pc:sldMk cId="4217422227" sldId="599"/>
        </pc:sldMkLst>
        <pc:spChg chg="add mod">
          <ac:chgData name="Khobo, IL, Dr [ilkhobo@sun.ac.za]" userId="b519a442-dcea-4a28-9c45-7e29f1df5837" providerId="ADAL" clId="{8BC8A5CF-2DB3-45E9-BF57-F2ED810C291E}" dt="2026-10-04T15:13:14.997" v="5182" actId="20577"/>
          <ac:spMkLst>
            <pc:docMk/>
            <pc:sldMk cId="4217422227" sldId="599"/>
            <ac:spMk id="11" creationId="{4EE47463-724A-9191-841D-6F59B5883160}"/>
          </ac:spMkLst>
        </pc:spChg>
        <pc:spChg chg="add del mod">
          <ac:chgData name="Khobo, IL, Dr [ilkhobo@sun.ac.za]" userId="b519a442-dcea-4a28-9c45-7e29f1df5837" providerId="ADAL" clId="{8BC8A5CF-2DB3-45E9-BF57-F2ED810C291E}" dt="2026-10-06T17:41:34.686" v="5982" actId="478"/>
          <ac:spMkLst>
            <pc:docMk/>
            <pc:sldMk cId="4217422227" sldId="599"/>
            <ac:spMk id="25" creationId="{3FD56275-EA4F-07B0-45B1-29DD86F53B99}"/>
          </ac:spMkLst>
        </pc:spChg>
        <pc:spChg chg="mod">
          <ac:chgData name="Khobo, IL, Dr [ilkhobo@sun.ac.za]" userId="b519a442-dcea-4a28-9c45-7e29f1df5837" providerId="ADAL" clId="{8BC8A5CF-2DB3-45E9-BF57-F2ED810C291E}" dt="2026-10-01T20:16:26.975" v="4410"/>
          <ac:spMkLst>
            <pc:docMk/>
            <pc:sldMk cId="4217422227" sldId="599"/>
            <ac:spMk id="28" creationId="{50EA2319-0841-C4C0-1968-66099B0DD561}"/>
          </ac:spMkLst>
        </pc:spChg>
        <pc:spChg chg="mod">
          <ac:chgData name="Khobo, IL, Dr [ilkhobo@sun.ac.za]" userId="b519a442-dcea-4a28-9c45-7e29f1df5837" providerId="ADAL" clId="{8BC8A5CF-2DB3-45E9-BF57-F2ED810C291E}" dt="2026-10-01T20:16:26.975" v="4410"/>
          <ac:spMkLst>
            <pc:docMk/>
            <pc:sldMk cId="4217422227" sldId="599"/>
            <ac:spMk id="30" creationId="{BBD92169-A53D-E18F-925C-E4299266DDEC}"/>
          </ac:spMkLst>
        </pc:spChg>
        <pc:spChg chg="mod">
          <ac:chgData name="Khobo, IL, Dr [ilkhobo@sun.ac.za]" userId="b519a442-dcea-4a28-9c45-7e29f1df5837" providerId="ADAL" clId="{8BC8A5CF-2DB3-45E9-BF57-F2ED810C291E}" dt="2026-10-06T17:41:20.759" v="5980" actId="20577"/>
          <ac:spMkLst>
            <pc:docMk/>
            <pc:sldMk cId="4217422227" sldId="599"/>
            <ac:spMk id="34" creationId="{03FEF9E1-FBFC-4B6A-7F48-8A9667834489}"/>
          </ac:spMkLst>
        </pc:spChg>
        <pc:spChg chg="mod">
          <ac:chgData name="Khobo, IL, Dr [ilkhobo@sun.ac.za]" userId="b519a442-dcea-4a28-9c45-7e29f1df5837" providerId="ADAL" clId="{8BC8A5CF-2DB3-45E9-BF57-F2ED810C291E}" dt="2026-10-06T18:52:13.324" v="6291" actId="20577"/>
          <ac:spMkLst>
            <pc:docMk/>
            <pc:sldMk cId="4217422227" sldId="599"/>
            <ac:spMk id="36" creationId="{429E743A-632E-9EB3-5D21-ECF5187657DD}"/>
          </ac:spMkLst>
        </pc:spChg>
        <pc:grpChg chg="mod">
          <ac:chgData name="Khobo, IL, Dr [ilkhobo@sun.ac.za]" userId="b519a442-dcea-4a28-9c45-7e29f1df5837" providerId="ADAL" clId="{8BC8A5CF-2DB3-45E9-BF57-F2ED810C291E}" dt="2026-10-01T20:16:26.975" v="4410"/>
          <ac:grpSpMkLst>
            <pc:docMk/>
            <pc:sldMk cId="4217422227" sldId="599"/>
            <ac:grpSpMk id="35" creationId="{5C42DAD1-556A-FA8E-9CC4-0B6997C379C3}"/>
          </ac:grpSpMkLst>
        </pc:grpChg>
        <pc:grpChg chg="mod">
          <ac:chgData name="Khobo, IL, Dr [ilkhobo@sun.ac.za]" userId="b519a442-dcea-4a28-9c45-7e29f1df5837" providerId="ADAL" clId="{8BC8A5CF-2DB3-45E9-BF57-F2ED810C291E}" dt="2026-10-01T20:16:26.975" v="4410"/>
          <ac:grpSpMkLst>
            <pc:docMk/>
            <pc:sldMk cId="4217422227" sldId="599"/>
            <ac:grpSpMk id="37" creationId="{1AAF1644-2C68-6654-8F0A-184FF1A11925}"/>
          </ac:grpSpMkLst>
        </pc:grpChg>
        <pc:picChg chg="add mod">
          <ac:chgData name="Khobo, IL, Dr [ilkhobo@sun.ac.za]" userId="b519a442-dcea-4a28-9c45-7e29f1df5837" providerId="ADAL" clId="{8BC8A5CF-2DB3-45E9-BF57-F2ED810C291E}" dt="2026-10-06T18:53:16.312" v="6293" actId="1076"/>
          <ac:picMkLst>
            <pc:docMk/>
            <pc:sldMk cId="4217422227" sldId="599"/>
            <ac:picMk id="3" creationId="{B9E08F6A-E8A4-0E2B-57E1-921D98F5B02D}"/>
          </ac:picMkLst>
        </pc:picChg>
        <pc:picChg chg="add mod">
          <ac:chgData name="Khobo, IL, Dr [ilkhobo@sun.ac.za]" userId="b519a442-dcea-4a28-9c45-7e29f1df5837" providerId="ADAL" clId="{8BC8A5CF-2DB3-45E9-BF57-F2ED810C291E}" dt="2026-10-06T21:41:42.300" v="7100" actId="1076"/>
          <ac:picMkLst>
            <pc:docMk/>
            <pc:sldMk cId="4217422227" sldId="599"/>
            <ac:picMk id="5" creationId="{0E045629-30B7-82EE-3835-230F6F0C86A9}"/>
          </ac:picMkLst>
        </pc:picChg>
        <pc:picChg chg="add del mod modCrop">
          <ac:chgData name="Khobo, IL, Dr [ilkhobo@sun.ac.za]" userId="b519a442-dcea-4a28-9c45-7e29f1df5837" providerId="ADAL" clId="{8BC8A5CF-2DB3-45E9-BF57-F2ED810C291E}" dt="2026-10-06T17:41:34.686" v="5982" actId="478"/>
          <ac:picMkLst>
            <pc:docMk/>
            <pc:sldMk cId="4217422227" sldId="599"/>
            <ac:picMk id="15" creationId="{1A024E72-CB43-71D4-DA9B-DB3986816F9D}"/>
          </ac:picMkLst>
        </pc:picChg>
        <pc:picChg chg="add del mod">
          <ac:chgData name="Khobo, IL, Dr [ilkhobo@sun.ac.za]" userId="b519a442-dcea-4a28-9c45-7e29f1df5837" providerId="ADAL" clId="{8BC8A5CF-2DB3-45E9-BF57-F2ED810C291E}" dt="2026-10-06T17:41:34.686" v="5982" actId="478"/>
          <ac:picMkLst>
            <pc:docMk/>
            <pc:sldMk cId="4217422227" sldId="599"/>
            <ac:picMk id="19" creationId="{52969C68-D4F7-F696-7C20-489597932A73}"/>
          </ac:picMkLst>
        </pc:picChg>
        <pc:picChg chg="add del mod">
          <ac:chgData name="Khobo, IL, Dr [ilkhobo@sun.ac.za]" userId="b519a442-dcea-4a28-9c45-7e29f1df5837" providerId="ADAL" clId="{8BC8A5CF-2DB3-45E9-BF57-F2ED810C291E}" dt="2026-10-06T17:41:34.686" v="5982" actId="478"/>
          <ac:picMkLst>
            <pc:docMk/>
            <pc:sldMk cId="4217422227" sldId="599"/>
            <ac:picMk id="21" creationId="{F09F280A-C781-F5BE-BCE8-6B72C42F742A}"/>
          </ac:picMkLst>
        </pc:picChg>
        <pc:picChg chg="mod">
          <ac:chgData name="Khobo, IL, Dr [ilkhobo@sun.ac.za]" userId="b519a442-dcea-4a28-9c45-7e29f1df5837" providerId="ADAL" clId="{8BC8A5CF-2DB3-45E9-BF57-F2ED810C291E}" dt="2026-10-01T20:16:26.975" v="4410"/>
          <ac:picMkLst>
            <pc:docMk/>
            <pc:sldMk cId="4217422227" sldId="599"/>
            <ac:picMk id="24" creationId="{80DA4B42-331A-AD23-98AF-6EC59A81FE6A}"/>
          </ac:picMkLst>
        </pc:picChg>
        <pc:picChg chg="add del mod modCrop">
          <ac:chgData name="Khobo, IL, Dr [ilkhobo@sun.ac.za]" userId="b519a442-dcea-4a28-9c45-7e29f1df5837" providerId="ADAL" clId="{8BC8A5CF-2DB3-45E9-BF57-F2ED810C291E}" dt="2026-10-06T17:41:34.686" v="5982" actId="478"/>
          <ac:picMkLst>
            <pc:docMk/>
            <pc:sldMk cId="4217422227" sldId="599"/>
            <ac:picMk id="27" creationId="{24297238-24C7-67AA-9B5E-53D29CF6BC38}"/>
          </ac:picMkLst>
        </pc:picChg>
      </pc:sldChg>
      <pc:sldChg chg="addSp delSp modSp del mod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1898944454" sldId="608"/>
        </pc:sldMkLst>
      </pc:sldChg>
      <pc:sldChg chg="addSp delSp modSp mod">
        <pc:chgData name="Khobo, IL, Dr [ilkhobo@sun.ac.za]" userId="b519a442-dcea-4a28-9c45-7e29f1df5837" providerId="ADAL" clId="{8BC8A5CF-2DB3-45E9-BF57-F2ED810C291E}" dt="2026-10-06T17:42:24.241" v="5991" actId="22"/>
        <pc:sldMkLst>
          <pc:docMk/>
          <pc:sldMk cId="338082082" sldId="609"/>
        </pc:sldMkLst>
        <pc:spChg chg="mod">
          <ac:chgData name="Khobo, IL, Dr [ilkhobo@sun.ac.za]" userId="b519a442-dcea-4a28-9c45-7e29f1df5837" providerId="ADAL" clId="{8BC8A5CF-2DB3-45E9-BF57-F2ED810C291E}" dt="2026-10-01T20:17:50.837" v="4424"/>
          <ac:spMkLst>
            <pc:docMk/>
            <pc:sldMk cId="338082082" sldId="609"/>
            <ac:spMk id="28" creationId="{431794E6-39B0-77BC-44D9-E8CE60CBBD30}"/>
          </ac:spMkLst>
        </pc:spChg>
        <pc:spChg chg="mod">
          <ac:chgData name="Khobo, IL, Dr [ilkhobo@sun.ac.za]" userId="b519a442-dcea-4a28-9c45-7e29f1df5837" providerId="ADAL" clId="{8BC8A5CF-2DB3-45E9-BF57-F2ED810C291E}" dt="2026-10-01T20:17:50.837" v="4424"/>
          <ac:spMkLst>
            <pc:docMk/>
            <pc:sldMk cId="338082082" sldId="609"/>
            <ac:spMk id="30" creationId="{BA0B0B3F-2013-3D29-8717-26133D80F40E}"/>
          </ac:spMkLst>
        </pc:spChg>
        <pc:spChg chg="mod">
          <ac:chgData name="Khobo, IL, Dr [ilkhobo@sun.ac.za]" userId="b519a442-dcea-4a28-9c45-7e29f1df5837" providerId="ADAL" clId="{8BC8A5CF-2DB3-45E9-BF57-F2ED810C291E}" dt="2026-10-06T17:42:07.438" v="5989" actId="20577"/>
          <ac:spMkLst>
            <pc:docMk/>
            <pc:sldMk cId="338082082" sldId="609"/>
            <ac:spMk id="34" creationId="{F1E50580-54BF-5667-527F-E6168B0C7A2F}"/>
          </ac:spMkLst>
        </pc:spChg>
        <pc:spChg chg="mod">
          <ac:chgData name="Khobo, IL, Dr [ilkhobo@sun.ac.za]" userId="b519a442-dcea-4a28-9c45-7e29f1df5837" providerId="ADAL" clId="{8BC8A5CF-2DB3-45E9-BF57-F2ED810C291E}" dt="2026-10-04T13:42:39.793" v="5128" actId="20577"/>
          <ac:spMkLst>
            <pc:docMk/>
            <pc:sldMk cId="338082082" sldId="609"/>
            <ac:spMk id="36" creationId="{9BF15938-D2FF-3104-FE0A-AD538A4A67F6}"/>
          </ac:spMkLst>
        </pc:spChg>
        <pc:grpChg chg="mod">
          <ac:chgData name="Khobo, IL, Dr [ilkhobo@sun.ac.za]" userId="b519a442-dcea-4a28-9c45-7e29f1df5837" providerId="ADAL" clId="{8BC8A5CF-2DB3-45E9-BF57-F2ED810C291E}" dt="2026-10-01T20:17:50.837" v="4424"/>
          <ac:grpSpMkLst>
            <pc:docMk/>
            <pc:sldMk cId="338082082" sldId="609"/>
            <ac:grpSpMk id="35" creationId="{152F0199-B4EA-2CFC-0C4C-DD09C9119D02}"/>
          </ac:grpSpMkLst>
        </pc:grpChg>
        <pc:grpChg chg="mod">
          <ac:chgData name="Khobo, IL, Dr [ilkhobo@sun.ac.za]" userId="b519a442-dcea-4a28-9c45-7e29f1df5837" providerId="ADAL" clId="{8BC8A5CF-2DB3-45E9-BF57-F2ED810C291E}" dt="2026-10-01T20:17:50.837" v="4424"/>
          <ac:grpSpMkLst>
            <pc:docMk/>
            <pc:sldMk cId="338082082" sldId="609"/>
            <ac:grpSpMk id="37" creationId="{BEC73604-5FD7-BFC5-D35B-DD75FBDED9FA}"/>
          </ac:grpSpMkLst>
        </pc:grpChg>
        <pc:picChg chg="add">
          <ac:chgData name="Khobo, IL, Dr [ilkhobo@sun.ac.za]" userId="b519a442-dcea-4a28-9c45-7e29f1df5837" providerId="ADAL" clId="{8BC8A5CF-2DB3-45E9-BF57-F2ED810C291E}" dt="2026-10-06T17:42:24.241" v="5991" actId="22"/>
          <ac:picMkLst>
            <pc:docMk/>
            <pc:sldMk cId="338082082" sldId="609"/>
            <ac:picMk id="3" creationId="{BCFD878F-CA05-EC2A-39D7-6BC3B4043848}"/>
          </ac:picMkLst>
        </pc:picChg>
        <pc:picChg chg="add del">
          <ac:chgData name="Khobo, IL, Dr [ilkhobo@sun.ac.za]" userId="b519a442-dcea-4a28-9c45-7e29f1df5837" providerId="ADAL" clId="{8BC8A5CF-2DB3-45E9-BF57-F2ED810C291E}" dt="2026-10-06T17:42:23.614" v="5990" actId="478"/>
          <ac:picMkLst>
            <pc:docMk/>
            <pc:sldMk cId="338082082" sldId="609"/>
            <ac:picMk id="5" creationId="{9446B6BC-8784-6505-4519-350E632DED65}"/>
          </ac:picMkLst>
        </pc:picChg>
        <pc:picChg chg="mod">
          <ac:chgData name="Khobo, IL, Dr [ilkhobo@sun.ac.za]" userId="b519a442-dcea-4a28-9c45-7e29f1df5837" providerId="ADAL" clId="{8BC8A5CF-2DB3-45E9-BF57-F2ED810C291E}" dt="2026-10-01T20:17:50.837" v="4424"/>
          <ac:picMkLst>
            <pc:docMk/>
            <pc:sldMk cId="338082082" sldId="609"/>
            <ac:picMk id="24" creationId="{4EF60769-267A-7EB3-45A5-D69B7FF2D4C8}"/>
          </ac:picMkLst>
        </pc:picChg>
      </pc:sldChg>
      <pc:sldChg chg="addSp delSp modSp add del mod modTransition delAnim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2245842902" sldId="610"/>
        </pc:sldMkLst>
      </pc:sldChg>
      <pc:sldChg chg="addSp delSp modSp new del mod setBg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447774616" sldId="611"/>
        </pc:sldMkLst>
      </pc:sldChg>
      <pc:sldChg chg="addSp delSp modSp add del mod ord modTransition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2289479344" sldId="612"/>
        </pc:sldMkLst>
      </pc:sldChg>
      <pc:sldChg chg="addSp delSp modSp add del mod modTransition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2150785716" sldId="613"/>
        </pc:sldMkLst>
      </pc:sldChg>
      <pc:sldChg chg="addSp delSp modSp add del mod ord modTransition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1989399538" sldId="614"/>
        </pc:sldMkLst>
      </pc:sldChg>
      <pc:sldChg chg="add del ord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2758961591" sldId="615"/>
        </pc:sldMkLst>
      </pc:sldChg>
      <pc:sldChg chg="modSp add del mod modTransition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2449862999" sldId="616"/>
        </pc:sldMkLst>
      </pc:sldChg>
      <pc:sldChg chg="addSp delSp modSp add del mod modTransition modNotesTx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1951255265" sldId="617"/>
        </pc:sldMkLst>
      </pc:sldChg>
      <pc:sldChg chg="addSp delSp modSp add del mod modTransition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4191490959" sldId="620"/>
        </pc:sldMkLst>
      </pc:sldChg>
      <pc:sldChg chg="addSp delSp modSp new del mod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170724883" sldId="621"/>
        </pc:sldMkLst>
      </pc:sldChg>
      <pc:sldChg chg="addSp modSp add del mod modTransition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2709540291" sldId="622"/>
        </pc:sldMkLst>
      </pc:sldChg>
      <pc:sldChg chg="modSp add del mod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193319090" sldId="623"/>
        </pc:sldMkLst>
      </pc:sldChg>
      <pc:sldChg chg="addSp delSp modSp add mod modNotesTx">
        <pc:chgData name="Khobo, IL, Dr [ilkhobo@sun.ac.za]" userId="b519a442-dcea-4a28-9c45-7e29f1df5837" providerId="ADAL" clId="{8BC8A5CF-2DB3-45E9-BF57-F2ED810C291E}" dt="2026-10-06T17:41:52.397" v="5985" actId="20577"/>
        <pc:sldMkLst>
          <pc:docMk/>
          <pc:sldMk cId="1764112044" sldId="624"/>
        </pc:sldMkLst>
        <pc:spChg chg="mod">
          <ac:chgData name="Khobo, IL, Dr [ilkhobo@sun.ac.za]" userId="b519a442-dcea-4a28-9c45-7e29f1df5837" providerId="ADAL" clId="{8BC8A5CF-2DB3-45E9-BF57-F2ED810C291E}" dt="2026-10-06T17:41:52.397" v="5985" actId="20577"/>
          <ac:spMkLst>
            <pc:docMk/>
            <pc:sldMk cId="1764112044" sldId="624"/>
            <ac:spMk id="34" creationId="{246FF158-21D9-9E41-881F-B5860FECB105}"/>
          </ac:spMkLst>
        </pc:spChg>
        <pc:spChg chg="mod">
          <ac:chgData name="Khobo, IL, Dr [ilkhobo@sun.ac.za]" userId="b519a442-dcea-4a28-9c45-7e29f1df5837" providerId="ADAL" clId="{8BC8A5CF-2DB3-45E9-BF57-F2ED810C291E}" dt="2026-10-05T05:30:53.898" v="5677" actId="20577"/>
          <ac:spMkLst>
            <pc:docMk/>
            <pc:sldMk cId="1764112044" sldId="624"/>
            <ac:spMk id="36" creationId="{6FDBFBF2-838A-7D63-82DA-A6CBAC9DA78A}"/>
          </ac:spMkLst>
        </pc:spChg>
        <pc:graphicFrameChg chg="add mod modGraphic">
          <ac:chgData name="Khobo, IL, Dr [ilkhobo@sun.ac.za]" userId="b519a442-dcea-4a28-9c45-7e29f1df5837" providerId="ADAL" clId="{8BC8A5CF-2DB3-45E9-BF57-F2ED810C291E}" dt="2026-10-05T05:31:47.441" v="5699" actId="27116"/>
          <ac:graphicFrameMkLst>
            <pc:docMk/>
            <pc:sldMk cId="1764112044" sldId="624"/>
            <ac:graphicFrameMk id="6" creationId="{3D742103-9693-3497-11EE-5E432D5EECF1}"/>
          </ac:graphicFrameMkLst>
        </pc:graphicFrameChg>
      </pc:sldChg>
      <pc:sldChg chg="addSp delSp modSp add mod">
        <pc:chgData name="Khobo, IL, Dr [ilkhobo@sun.ac.za]" userId="b519a442-dcea-4a28-9c45-7e29f1df5837" providerId="ADAL" clId="{8BC8A5CF-2DB3-45E9-BF57-F2ED810C291E}" dt="2026-10-06T17:42:54.110" v="5996" actId="14100"/>
        <pc:sldMkLst>
          <pc:docMk/>
          <pc:sldMk cId="4109929451" sldId="626"/>
        </pc:sldMkLst>
        <pc:spChg chg="mod">
          <ac:chgData name="Khobo, IL, Dr [ilkhobo@sun.ac.za]" userId="b519a442-dcea-4a28-9c45-7e29f1df5837" providerId="ADAL" clId="{8BC8A5CF-2DB3-45E9-BF57-F2ED810C291E}" dt="2026-10-06T17:42:02.110" v="5987" actId="20577"/>
          <ac:spMkLst>
            <pc:docMk/>
            <pc:sldMk cId="4109929451" sldId="626"/>
            <ac:spMk id="34" creationId="{DBFF1010-ADFA-6395-0608-846BDF0AEA54}"/>
          </ac:spMkLst>
        </pc:spChg>
        <pc:picChg chg="del">
          <ac:chgData name="Khobo, IL, Dr [ilkhobo@sun.ac.za]" userId="b519a442-dcea-4a28-9c45-7e29f1df5837" providerId="ADAL" clId="{8BC8A5CF-2DB3-45E9-BF57-F2ED810C291E}" dt="2026-10-06T17:42:43.948" v="5992" actId="478"/>
          <ac:picMkLst>
            <pc:docMk/>
            <pc:sldMk cId="4109929451" sldId="626"/>
            <ac:picMk id="3" creationId="{0AABB1FC-3515-50D4-D8B3-2168D13533EB}"/>
          </ac:picMkLst>
        </pc:picChg>
        <pc:picChg chg="add mod">
          <ac:chgData name="Khobo, IL, Dr [ilkhobo@sun.ac.za]" userId="b519a442-dcea-4a28-9c45-7e29f1df5837" providerId="ADAL" clId="{8BC8A5CF-2DB3-45E9-BF57-F2ED810C291E}" dt="2026-10-06T17:42:54.110" v="5996" actId="14100"/>
          <ac:picMkLst>
            <pc:docMk/>
            <pc:sldMk cId="4109929451" sldId="626"/>
            <ac:picMk id="4" creationId="{A20C27EA-8B48-86B3-EAE5-0E94C192F168}"/>
          </ac:picMkLst>
        </pc:picChg>
      </pc:sldChg>
      <pc:sldChg chg="addSp delSp new mod">
        <pc:chgData name="Khobo, IL, Dr [ilkhobo@sun.ac.za]" userId="b519a442-dcea-4a28-9c45-7e29f1df5837" providerId="ADAL" clId="{8BC8A5CF-2DB3-45E9-BF57-F2ED810C291E}" dt="2026-10-05T05:31:16.507" v="5688" actId="22"/>
        <pc:sldMkLst>
          <pc:docMk/>
          <pc:sldMk cId="342749209" sldId="627"/>
        </pc:sldMkLst>
        <pc:picChg chg="add">
          <ac:chgData name="Khobo, IL, Dr [ilkhobo@sun.ac.za]" userId="b519a442-dcea-4a28-9c45-7e29f1df5837" providerId="ADAL" clId="{8BC8A5CF-2DB3-45E9-BF57-F2ED810C291E}" dt="2026-10-05T05:31:16.507" v="5688" actId="22"/>
          <ac:picMkLst>
            <pc:docMk/>
            <pc:sldMk cId="342749209" sldId="627"/>
            <ac:picMk id="5" creationId="{D1A2B06B-3608-53A6-298E-A41FACD8222B}"/>
          </ac:picMkLst>
        </pc:picChg>
      </pc:sldChg>
      <pc:sldChg chg="addSp delSp modSp add del mod ord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3482509116" sldId="628"/>
        </pc:sldMkLst>
      </pc:sldChg>
      <pc:sldChg chg="addSp delSp modSp add mod">
        <pc:chgData name="Khobo, IL, Dr [ilkhobo@sun.ac.za]" userId="b519a442-dcea-4a28-9c45-7e29f1df5837" providerId="ADAL" clId="{8BC8A5CF-2DB3-45E9-BF57-F2ED810C291E}" dt="2026-10-06T19:10:26.204" v="6331" actId="1076"/>
        <pc:sldMkLst>
          <pc:docMk/>
          <pc:sldMk cId="4021282457" sldId="628"/>
        </pc:sldMkLst>
        <pc:spChg chg="del">
          <ac:chgData name="Khobo, IL, Dr [ilkhobo@sun.ac.za]" userId="b519a442-dcea-4a28-9c45-7e29f1df5837" providerId="ADAL" clId="{8BC8A5CF-2DB3-45E9-BF57-F2ED810C291E}" dt="2026-10-06T18:59:16.471" v="6294" actId="478"/>
          <ac:spMkLst>
            <pc:docMk/>
            <pc:sldMk cId="4021282457" sldId="628"/>
            <ac:spMk id="11" creationId="{DC7C30E0-6363-2A48-9155-8109D3EAD23B}"/>
          </ac:spMkLst>
        </pc:spChg>
        <pc:spChg chg="mod">
          <ac:chgData name="Khobo, IL, Dr [ilkhobo@sun.ac.za]" userId="b519a442-dcea-4a28-9c45-7e29f1df5837" providerId="ADAL" clId="{8BC8A5CF-2DB3-45E9-BF57-F2ED810C291E}" dt="2026-10-06T18:59:24.435" v="6313" actId="20577"/>
          <ac:spMkLst>
            <pc:docMk/>
            <pc:sldMk cId="4021282457" sldId="628"/>
            <ac:spMk id="36" creationId="{14C99028-6E73-D2C0-9D5D-45134E967081}"/>
          </ac:spMkLst>
        </pc:spChg>
        <pc:picChg chg="add mod">
          <ac:chgData name="Khobo, IL, Dr [ilkhobo@sun.ac.za]" userId="b519a442-dcea-4a28-9c45-7e29f1df5837" providerId="ADAL" clId="{8BC8A5CF-2DB3-45E9-BF57-F2ED810C291E}" dt="2026-10-06T18:59:40.405" v="6320" actId="1076"/>
          <ac:picMkLst>
            <pc:docMk/>
            <pc:sldMk cId="4021282457" sldId="628"/>
            <ac:picMk id="3" creationId="{24C48A67-6575-FFBC-2167-8D7C1587723C}"/>
          </ac:picMkLst>
        </pc:picChg>
        <pc:picChg chg="add mod">
          <ac:chgData name="Khobo, IL, Dr [ilkhobo@sun.ac.za]" userId="b519a442-dcea-4a28-9c45-7e29f1df5837" providerId="ADAL" clId="{8BC8A5CF-2DB3-45E9-BF57-F2ED810C291E}" dt="2026-10-06T19:10:26.204" v="6331" actId="1076"/>
          <ac:picMkLst>
            <pc:docMk/>
            <pc:sldMk cId="4021282457" sldId="628"/>
            <ac:picMk id="5" creationId="{8F2CEEBC-B299-866B-4CCA-4F1A19C47878}"/>
          </ac:picMkLst>
        </pc:picChg>
      </pc:sldChg>
      <pc:sldChg chg="add del">
        <pc:chgData name="Khobo, IL, Dr [ilkhobo@sun.ac.za]" userId="b519a442-dcea-4a28-9c45-7e29f1df5837" providerId="ADAL" clId="{8BC8A5CF-2DB3-45E9-BF57-F2ED810C291E}" dt="2026-10-06T19:09:55.916" v="6324" actId="2696"/>
        <pc:sldMkLst>
          <pc:docMk/>
          <pc:sldMk cId="1151958954" sldId="629"/>
        </pc:sldMkLst>
      </pc:sldChg>
      <pc:sldChg chg="addSp delSp modSp add del mod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2035054940" sldId="629"/>
        </pc:sldMkLst>
      </pc:sldChg>
      <pc:sldChg chg="modSp add mod modTransition">
        <pc:chgData name="Khobo, IL, Dr [ilkhobo@sun.ac.za]" userId="b519a442-dcea-4a28-9c45-7e29f1df5837" providerId="ADAL" clId="{8BC8A5CF-2DB3-45E9-BF57-F2ED810C291E}" dt="2026-10-06T19:10:54.853" v="6334"/>
        <pc:sldMkLst>
          <pc:docMk/>
          <pc:sldMk cId="2488924896" sldId="629"/>
        </pc:sldMkLst>
        <pc:picChg chg="mod">
          <ac:chgData name="Khobo, IL, Dr [ilkhobo@sun.ac.za]" userId="b519a442-dcea-4a28-9c45-7e29f1df5837" providerId="ADAL" clId="{8BC8A5CF-2DB3-45E9-BF57-F2ED810C291E}" dt="2026-10-06T19:10:47.344" v="6333" actId="1076"/>
          <ac:picMkLst>
            <pc:docMk/>
            <pc:sldMk cId="2488924896" sldId="629"/>
            <ac:picMk id="3" creationId="{D789ED6F-6D9C-8404-E41D-318393371397}"/>
          </ac:picMkLst>
        </pc:picChg>
        <pc:picChg chg="mod">
          <ac:chgData name="Khobo, IL, Dr [ilkhobo@sun.ac.za]" userId="b519a442-dcea-4a28-9c45-7e29f1df5837" providerId="ADAL" clId="{8BC8A5CF-2DB3-45E9-BF57-F2ED810C291E}" dt="2026-10-06T19:10:47.344" v="6333" actId="1076"/>
          <ac:picMkLst>
            <pc:docMk/>
            <pc:sldMk cId="2488924896" sldId="629"/>
            <ac:picMk id="5" creationId="{3425FC20-195A-9D1F-6118-B945FC1951C0}"/>
          </ac:picMkLst>
        </pc:picChg>
      </pc:sldChg>
      <pc:sldChg chg="addSp delSp modSp add del mod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958015215" sldId="630"/>
        </pc:sldMkLst>
      </pc:sldChg>
      <pc:sldChg chg="addSp delSp modSp add del mod">
        <pc:chgData name="Khobo, IL, Dr [ilkhobo@sun.ac.za]" userId="b519a442-dcea-4a28-9c45-7e29f1df5837" providerId="ADAL" clId="{8BC8A5CF-2DB3-45E9-BF57-F2ED810C291E}" dt="2026-10-06T20:41:28.563" v="6506" actId="47"/>
        <pc:sldMkLst>
          <pc:docMk/>
          <pc:sldMk cId="991831797" sldId="630"/>
        </pc:sldMkLst>
        <pc:spChg chg="add mod">
          <ac:chgData name="Khobo, IL, Dr [ilkhobo@sun.ac.za]" userId="b519a442-dcea-4a28-9c45-7e29f1df5837" providerId="ADAL" clId="{8BC8A5CF-2DB3-45E9-BF57-F2ED810C291E}" dt="2026-10-06T20:39:02.706" v="6490" actId="207"/>
          <ac:spMkLst>
            <pc:docMk/>
            <pc:sldMk cId="991831797" sldId="630"/>
            <ac:spMk id="6" creationId="{962F4213-5CDC-82D7-76A7-10C083E2CAF2}"/>
          </ac:spMkLst>
        </pc:spChg>
        <pc:spChg chg="mod">
          <ac:chgData name="Khobo, IL, Dr [ilkhobo@sun.ac.za]" userId="b519a442-dcea-4a28-9c45-7e29f1df5837" providerId="ADAL" clId="{8BC8A5CF-2DB3-45E9-BF57-F2ED810C291E}" dt="2026-10-06T20:38:51.770" v="6489" actId="20577"/>
          <ac:spMkLst>
            <pc:docMk/>
            <pc:sldMk cId="991831797" sldId="630"/>
            <ac:spMk id="8" creationId="{970507A5-4509-0289-42D9-7011AA8B1D4A}"/>
          </ac:spMkLst>
        </pc:spChg>
        <pc:spChg chg="mod">
          <ac:chgData name="Khobo, IL, Dr [ilkhobo@sun.ac.za]" userId="b519a442-dcea-4a28-9c45-7e29f1df5837" providerId="ADAL" clId="{8BC8A5CF-2DB3-45E9-BF57-F2ED810C291E}" dt="2026-10-06T20:38:42.796" v="6469" actId="20577"/>
          <ac:spMkLst>
            <pc:docMk/>
            <pc:sldMk cId="991831797" sldId="630"/>
            <ac:spMk id="9" creationId="{1A85DF7D-286E-5123-69AC-59CD00838CE6}"/>
          </ac:spMkLst>
        </pc:spChg>
        <pc:spChg chg="mod">
          <ac:chgData name="Khobo, IL, Dr [ilkhobo@sun.ac.za]" userId="b519a442-dcea-4a28-9c45-7e29f1df5837" providerId="ADAL" clId="{8BC8A5CF-2DB3-45E9-BF57-F2ED810C291E}" dt="2026-10-06T20:34:31.331" v="6395" actId="207"/>
          <ac:spMkLst>
            <pc:docMk/>
            <pc:sldMk cId="991831797" sldId="630"/>
            <ac:spMk id="36" creationId="{50E41C77-8180-5D6E-143B-BCBD154CFFFE}"/>
          </ac:spMkLst>
        </pc:spChg>
        <pc:grpChg chg="add mod">
          <ac:chgData name="Khobo, IL, Dr [ilkhobo@sun.ac.za]" userId="b519a442-dcea-4a28-9c45-7e29f1df5837" providerId="ADAL" clId="{8BC8A5CF-2DB3-45E9-BF57-F2ED810C291E}" dt="2026-10-06T20:36:45.304" v="6396"/>
          <ac:grpSpMkLst>
            <pc:docMk/>
            <pc:sldMk cId="991831797" sldId="630"/>
            <ac:grpSpMk id="7" creationId="{411B7FC2-2FB8-1D82-1433-982C0794B5B9}"/>
          </ac:grpSpMkLst>
        </pc:grpChg>
        <pc:picChg chg="del">
          <ac:chgData name="Khobo, IL, Dr [ilkhobo@sun.ac.za]" userId="b519a442-dcea-4a28-9c45-7e29f1df5837" providerId="ADAL" clId="{8BC8A5CF-2DB3-45E9-BF57-F2ED810C291E}" dt="2026-10-06T20:32:37.018" v="6336" actId="478"/>
          <ac:picMkLst>
            <pc:docMk/>
            <pc:sldMk cId="991831797" sldId="630"/>
            <ac:picMk id="3" creationId="{3E9CB6AF-6CE3-CA05-A7DC-BA70D8B9A974}"/>
          </ac:picMkLst>
        </pc:picChg>
        <pc:picChg chg="add del mod modCrop">
          <ac:chgData name="Khobo, IL, Dr [ilkhobo@sun.ac.za]" userId="b519a442-dcea-4a28-9c45-7e29f1df5837" providerId="ADAL" clId="{8BC8A5CF-2DB3-45E9-BF57-F2ED810C291E}" dt="2026-10-06T20:34:11.412" v="6383" actId="478"/>
          <ac:picMkLst>
            <pc:docMk/>
            <pc:sldMk cId="991831797" sldId="630"/>
            <ac:picMk id="4" creationId="{8C232E73-9635-BE7E-8A45-8AC2F6CE6208}"/>
          </ac:picMkLst>
        </pc:picChg>
        <pc:picChg chg="del">
          <ac:chgData name="Khobo, IL, Dr [ilkhobo@sun.ac.za]" userId="b519a442-dcea-4a28-9c45-7e29f1df5837" providerId="ADAL" clId="{8BC8A5CF-2DB3-45E9-BF57-F2ED810C291E}" dt="2026-10-06T20:32:37.018" v="6336" actId="478"/>
          <ac:picMkLst>
            <pc:docMk/>
            <pc:sldMk cId="991831797" sldId="630"/>
            <ac:picMk id="5" creationId="{F13E05C9-1841-ED43-E57B-1C2D46B4CCB9}"/>
          </ac:picMkLst>
        </pc:picChg>
        <pc:cxnChg chg="add mod">
          <ac:chgData name="Khobo, IL, Dr [ilkhobo@sun.ac.za]" userId="b519a442-dcea-4a28-9c45-7e29f1df5837" providerId="ADAL" clId="{8BC8A5CF-2DB3-45E9-BF57-F2ED810C291E}" dt="2026-10-06T20:38:34.079" v="6453" actId="14100"/>
          <ac:cxnSpMkLst>
            <pc:docMk/>
            <pc:sldMk cId="991831797" sldId="630"/>
            <ac:cxnSpMk id="10" creationId="{67BBF44A-DCD0-D8FD-B422-811BDBBC96E9}"/>
          </ac:cxnSpMkLst>
        </pc:cxnChg>
      </pc:sldChg>
      <pc:sldChg chg="modSp add mod ord">
        <pc:chgData name="Khobo, IL, Dr [ilkhobo@sun.ac.za]" userId="b519a442-dcea-4a28-9c45-7e29f1df5837" providerId="ADAL" clId="{8BC8A5CF-2DB3-45E9-BF57-F2ED810C291E}" dt="2026-10-06T20:34:08.252" v="6382"/>
        <pc:sldMkLst>
          <pc:docMk/>
          <pc:sldMk cId="656387736" sldId="631"/>
        </pc:sldMkLst>
        <pc:spChg chg="mod">
          <ac:chgData name="Khobo, IL, Dr [ilkhobo@sun.ac.za]" userId="b519a442-dcea-4a28-9c45-7e29f1df5837" providerId="ADAL" clId="{8BC8A5CF-2DB3-45E9-BF57-F2ED810C291E}" dt="2026-10-06T20:33:56.666" v="6380" actId="14100"/>
          <ac:spMkLst>
            <pc:docMk/>
            <pc:sldMk cId="656387736" sldId="631"/>
            <ac:spMk id="36" creationId="{4370F546-E643-E9AF-EAAC-A020B713B617}"/>
          </ac:spMkLst>
        </pc:spChg>
      </pc:sldChg>
      <pc:sldChg chg="addSp delSp modSp add del mod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2078454691" sldId="631"/>
        </pc:sldMkLst>
      </pc:sldChg>
      <pc:sldChg chg="delSp modSp add del mod">
        <pc:chgData name="Khobo, IL, Dr [ilkhobo@sun.ac.za]" userId="b519a442-dcea-4a28-9c45-7e29f1df5837" providerId="ADAL" clId="{8BC8A5CF-2DB3-45E9-BF57-F2ED810C291E}" dt="2026-10-06T20:40:21.583" v="6498" actId="2696"/>
        <pc:sldMkLst>
          <pc:docMk/>
          <pc:sldMk cId="132345885" sldId="632"/>
        </pc:sldMkLst>
        <pc:cxnChg chg="del mod">
          <ac:chgData name="Khobo, IL, Dr [ilkhobo@sun.ac.za]" userId="b519a442-dcea-4a28-9c45-7e29f1df5837" providerId="ADAL" clId="{8BC8A5CF-2DB3-45E9-BF57-F2ED810C291E}" dt="2026-10-06T20:40:04.958" v="6497" actId="478"/>
          <ac:cxnSpMkLst>
            <pc:docMk/>
            <pc:sldMk cId="132345885" sldId="632"/>
            <ac:cxnSpMk id="10" creationId="{E7998F05-0898-6F6F-FA32-599718D06041}"/>
          </ac:cxnSpMkLst>
        </pc:cxnChg>
      </pc:sldChg>
      <pc:sldChg chg="addSp delSp modSp add del mod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3090528883" sldId="632"/>
        </pc:sldMkLst>
      </pc:sldChg>
      <pc:sldChg chg="addSp delSp modSp add mod ord">
        <pc:chgData name="Khobo, IL, Dr [ilkhobo@sun.ac.za]" userId="b519a442-dcea-4a28-9c45-7e29f1df5837" providerId="ADAL" clId="{8BC8A5CF-2DB3-45E9-BF57-F2ED810C291E}" dt="2026-10-06T20:44:08.820" v="6630" actId="207"/>
        <pc:sldMkLst>
          <pc:docMk/>
          <pc:sldMk cId="3256774318" sldId="632"/>
        </pc:sldMkLst>
        <pc:spChg chg="add mod">
          <ac:chgData name="Khobo, IL, Dr [ilkhobo@sun.ac.za]" userId="b519a442-dcea-4a28-9c45-7e29f1df5837" providerId="ADAL" clId="{8BC8A5CF-2DB3-45E9-BF57-F2ED810C291E}" dt="2026-10-06T20:42:11.763" v="6510" actId="207"/>
          <ac:spMkLst>
            <pc:docMk/>
            <pc:sldMk cId="3256774318" sldId="632"/>
            <ac:spMk id="2" creationId="{20EDEB5D-D045-C856-3D1E-64519F65CAB8}"/>
          </ac:spMkLst>
        </pc:spChg>
        <pc:spChg chg="mod">
          <ac:chgData name="Khobo, IL, Dr [ilkhobo@sun.ac.za]" userId="b519a442-dcea-4a28-9c45-7e29f1df5837" providerId="ADAL" clId="{8BC8A5CF-2DB3-45E9-BF57-F2ED810C291E}" dt="2026-10-06T20:44:08.820" v="6630" actId="207"/>
          <ac:spMkLst>
            <pc:docMk/>
            <pc:sldMk cId="3256774318" sldId="632"/>
            <ac:spMk id="6" creationId="{639B8A69-FB9F-6825-6B0E-058C975DBF44}"/>
          </ac:spMkLst>
        </pc:spChg>
        <pc:cxnChg chg="del mod">
          <ac:chgData name="Khobo, IL, Dr [ilkhobo@sun.ac.za]" userId="b519a442-dcea-4a28-9c45-7e29f1df5837" providerId="ADAL" clId="{8BC8A5CF-2DB3-45E9-BF57-F2ED810C291E}" dt="2026-10-06T20:41:36.948" v="6507" actId="478"/>
          <ac:cxnSpMkLst>
            <pc:docMk/>
            <pc:sldMk cId="3256774318" sldId="632"/>
            <ac:cxnSpMk id="10" creationId="{C0A809C8-6512-0430-835B-E06D45EBBAF9}"/>
          </ac:cxnSpMkLst>
        </pc:cxnChg>
      </pc:sldChg>
      <pc:sldChg chg="modSp add mod">
        <pc:chgData name="Khobo, IL, Dr [ilkhobo@sun.ac.za]" userId="b519a442-dcea-4a28-9c45-7e29f1df5837" providerId="ADAL" clId="{8BC8A5CF-2DB3-45E9-BF57-F2ED810C291E}" dt="2026-10-06T20:51:22.293" v="6861" actId="113"/>
        <pc:sldMkLst>
          <pc:docMk/>
          <pc:sldMk cId="111676955" sldId="633"/>
        </pc:sldMkLst>
        <pc:spChg chg="mod">
          <ac:chgData name="Khobo, IL, Dr [ilkhobo@sun.ac.za]" userId="b519a442-dcea-4a28-9c45-7e29f1df5837" providerId="ADAL" clId="{8BC8A5CF-2DB3-45E9-BF57-F2ED810C291E}" dt="2026-10-06T20:42:25.778" v="6512" actId="1076"/>
          <ac:spMkLst>
            <pc:docMk/>
            <pc:sldMk cId="111676955" sldId="633"/>
            <ac:spMk id="2" creationId="{698A03F7-265A-1EEC-73D8-038686275293}"/>
          </ac:spMkLst>
        </pc:spChg>
        <pc:spChg chg="mod">
          <ac:chgData name="Khobo, IL, Dr [ilkhobo@sun.ac.za]" userId="b519a442-dcea-4a28-9c45-7e29f1df5837" providerId="ADAL" clId="{8BC8A5CF-2DB3-45E9-BF57-F2ED810C291E}" dt="2026-10-06T20:44:04.174" v="6629" actId="207"/>
          <ac:spMkLst>
            <pc:docMk/>
            <pc:sldMk cId="111676955" sldId="633"/>
            <ac:spMk id="6" creationId="{BB442DDB-5FC2-793A-84C0-43344CA0CA68}"/>
          </ac:spMkLst>
        </pc:spChg>
        <pc:spChg chg="mod">
          <ac:chgData name="Khobo, IL, Dr [ilkhobo@sun.ac.za]" userId="b519a442-dcea-4a28-9c45-7e29f1df5837" providerId="ADAL" clId="{8BC8A5CF-2DB3-45E9-BF57-F2ED810C291E}" dt="2026-10-06T20:51:22.293" v="6861" actId="113"/>
          <ac:spMkLst>
            <pc:docMk/>
            <pc:sldMk cId="111676955" sldId="633"/>
            <ac:spMk id="8" creationId="{94541B95-32FB-C25A-FD7C-61AE88C24AC2}"/>
          </ac:spMkLst>
        </pc:spChg>
        <pc:spChg chg="mod">
          <ac:chgData name="Khobo, IL, Dr [ilkhobo@sun.ac.za]" userId="b519a442-dcea-4a28-9c45-7e29f1df5837" providerId="ADAL" clId="{8BC8A5CF-2DB3-45E9-BF57-F2ED810C291E}" dt="2026-10-06T20:42:36.254" v="6518" actId="20577"/>
          <ac:spMkLst>
            <pc:docMk/>
            <pc:sldMk cId="111676955" sldId="633"/>
            <ac:spMk id="9" creationId="{E2F27EBA-E1B7-D916-9B78-B64757A77FF1}"/>
          </ac:spMkLst>
        </pc:spChg>
        <pc:grpChg chg="mod">
          <ac:chgData name="Khobo, IL, Dr [ilkhobo@sun.ac.za]" userId="b519a442-dcea-4a28-9c45-7e29f1df5837" providerId="ADAL" clId="{8BC8A5CF-2DB3-45E9-BF57-F2ED810C291E}" dt="2026-10-06T20:49:47.601" v="6811" actId="1076"/>
          <ac:grpSpMkLst>
            <pc:docMk/>
            <pc:sldMk cId="111676955" sldId="633"/>
            <ac:grpSpMk id="7" creationId="{EE8ABFC5-06C0-3856-6363-A30068D23D6D}"/>
          </ac:grpSpMkLst>
        </pc:grpChg>
      </pc:sldChg>
      <pc:sldChg chg="addSp delSp modSp add del mod">
        <pc:chgData name="Khobo, IL, Dr [ilkhobo@sun.ac.za]" userId="b519a442-dcea-4a28-9c45-7e29f1df5837" providerId="ADAL" clId="{8BC8A5CF-2DB3-45E9-BF57-F2ED810C291E}" dt="2026-10-06T17:41:47.136" v="5983" actId="47"/>
        <pc:sldMkLst>
          <pc:docMk/>
          <pc:sldMk cId="326907872" sldId="633"/>
        </pc:sldMkLst>
      </pc:sldChg>
      <pc:sldChg chg="modSp add mod">
        <pc:chgData name="Khobo, IL, Dr [ilkhobo@sun.ac.za]" userId="b519a442-dcea-4a28-9c45-7e29f1df5837" providerId="ADAL" clId="{8BC8A5CF-2DB3-45E9-BF57-F2ED810C291E}" dt="2026-10-06T20:47:27.393" v="6809" actId="207"/>
        <pc:sldMkLst>
          <pc:docMk/>
          <pc:sldMk cId="4119499783" sldId="634"/>
        </pc:sldMkLst>
        <pc:spChg chg="mod">
          <ac:chgData name="Khobo, IL, Dr [ilkhobo@sun.ac.za]" userId="b519a442-dcea-4a28-9c45-7e29f1df5837" providerId="ADAL" clId="{8BC8A5CF-2DB3-45E9-BF57-F2ED810C291E}" dt="2026-10-06T20:43:47.644" v="6627" actId="1076"/>
          <ac:spMkLst>
            <pc:docMk/>
            <pc:sldMk cId="4119499783" sldId="634"/>
            <ac:spMk id="2" creationId="{E621AC40-1A17-9431-6B86-B7C5BB861046}"/>
          </ac:spMkLst>
        </pc:spChg>
        <pc:spChg chg="mod">
          <ac:chgData name="Khobo, IL, Dr [ilkhobo@sun.ac.za]" userId="b519a442-dcea-4a28-9c45-7e29f1df5837" providerId="ADAL" clId="{8BC8A5CF-2DB3-45E9-BF57-F2ED810C291E}" dt="2026-10-06T20:43:59.314" v="6628" actId="207"/>
          <ac:spMkLst>
            <pc:docMk/>
            <pc:sldMk cId="4119499783" sldId="634"/>
            <ac:spMk id="6" creationId="{436B9C18-C9F5-00AF-5ED3-6A1E46B76672}"/>
          </ac:spMkLst>
        </pc:spChg>
        <pc:spChg chg="mod">
          <ac:chgData name="Khobo, IL, Dr [ilkhobo@sun.ac.za]" userId="b519a442-dcea-4a28-9c45-7e29f1df5837" providerId="ADAL" clId="{8BC8A5CF-2DB3-45E9-BF57-F2ED810C291E}" dt="2026-10-06T20:47:27.393" v="6809" actId="207"/>
          <ac:spMkLst>
            <pc:docMk/>
            <pc:sldMk cId="4119499783" sldId="634"/>
            <ac:spMk id="8" creationId="{7CE7A311-4E36-6187-6146-03C75635F68A}"/>
          </ac:spMkLst>
        </pc:spChg>
        <pc:spChg chg="mod">
          <ac:chgData name="Khobo, IL, Dr [ilkhobo@sun.ac.za]" userId="b519a442-dcea-4a28-9c45-7e29f1df5837" providerId="ADAL" clId="{8BC8A5CF-2DB3-45E9-BF57-F2ED810C291E}" dt="2026-10-06T20:44:14.646" v="6636" actId="20577"/>
          <ac:spMkLst>
            <pc:docMk/>
            <pc:sldMk cId="4119499783" sldId="634"/>
            <ac:spMk id="9" creationId="{0F36EC9B-8147-9961-2AC5-F0F8174C3B73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06T20:54:50.881" v="6883" actId="1076"/>
        <pc:sldMkLst>
          <pc:docMk/>
          <pc:sldMk cId="2476425295" sldId="635"/>
        </pc:sldMkLst>
        <pc:spChg chg="del">
          <ac:chgData name="Khobo, IL, Dr [ilkhobo@sun.ac.za]" userId="b519a442-dcea-4a28-9c45-7e29f1df5837" providerId="ADAL" clId="{8BC8A5CF-2DB3-45E9-BF57-F2ED810C291E}" dt="2026-10-06T20:52:06.073" v="6863" actId="478"/>
          <ac:spMkLst>
            <pc:docMk/>
            <pc:sldMk cId="2476425295" sldId="635"/>
            <ac:spMk id="2" creationId="{3389D217-13BE-7908-93A7-352960B1820B}"/>
          </ac:spMkLst>
        </pc:spChg>
        <pc:spChg chg="del">
          <ac:chgData name="Khobo, IL, Dr [ilkhobo@sun.ac.za]" userId="b519a442-dcea-4a28-9c45-7e29f1df5837" providerId="ADAL" clId="{8BC8A5CF-2DB3-45E9-BF57-F2ED810C291E}" dt="2026-10-06T20:52:06.073" v="6863" actId="478"/>
          <ac:spMkLst>
            <pc:docMk/>
            <pc:sldMk cId="2476425295" sldId="635"/>
            <ac:spMk id="6" creationId="{6CA22043-6478-F0C5-112D-E2BE373E2AB9}"/>
          </ac:spMkLst>
        </pc:spChg>
        <pc:spChg chg="mod">
          <ac:chgData name="Khobo, IL, Dr [ilkhobo@sun.ac.za]" userId="b519a442-dcea-4a28-9c45-7e29f1df5837" providerId="ADAL" clId="{8BC8A5CF-2DB3-45E9-BF57-F2ED810C291E}" dt="2026-10-06T20:52:48.790" v="6876" actId="207"/>
          <ac:spMkLst>
            <pc:docMk/>
            <pc:sldMk cId="2476425295" sldId="635"/>
            <ac:spMk id="36" creationId="{D464FA4A-D99D-6AED-0FC8-9B8BEC412E38}"/>
          </ac:spMkLst>
        </pc:spChg>
        <pc:grpChg chg="del">
          <ac:chgData name="Khobo, IL, Dr [ilkhobo@sun.ac.za]" userId="b519a442-dcea-4a28-9c45-7e29f1df5837" providerId="ADAL" clId="{8BC8A5CF-2DB3-45E9-BF57-F2ED810C291E}" dt="2026-10-06T20:52:06.073" v="6863" actId="478"/>
          <ac:grpSpMkLst>
            <pc:docMk/>
            <pc:sldMk cId="2476425295" sldId="635"/>
            <ac:grpSpMk id="7" creationId="{EED938A3-282F-B963-68D8-7259E621A9CE}"/>
          </ac:grpSpMkLst>
        </pc:grpChg>
        <pc:picChg chg="add mod">
          <ac:chgData name="Khobo, IL, Dr [ilkhobo@sun.ac.za]" userId="b519a442-dcea-4a28-9c45-7e29f1df5837" providerId="ADAL" clId="{8BC8A5CF-2DB3-45E9-BF57-F2ED810C291E}" dt="2026-10-06T20:54:21.995" v="6877" actId="14100"/>
          <ac:picMkLst>
            <pc:docMk/>
            <pc:sldMk cId="2476425295" sldId="635"/>
            <ac:picMk id="4" creationId="{4CF2E78F-C29C-5F7A-826E-4F8E01D43088}"/>
          </ac:picMkLst>
        </pc:picChg>
        <pc:picChg chg="add mod">
          <ac:chgData name="Khobo, IL, Dr [ilkhobo@sun.ac.za]" userId="b519a442-dcea-4a28-9c45-7e29f1df5837" providerId="ADAL" clId="{8BC8A5CF-2DB3-45E9-BF57-F2ED810C291E}" dt="2026-10-06T20:54:50.881" v="6883" actId="1076"/>
          <ac:picMkLst>
            <pc:docMk/>
            <pc:sldMk cId="2476425295" sldId="635"/>
            <ac:picMk id="10" creationId="{1244444E-E2EB-0975-FF9F-705C188AD34C}"/>
          </ac:picMkLst>
        </pc:picChg>
      </pc:sldChg>
      <pc:sldChg chg="modSp add mod">
        <pc:chgData name="Khobo, IL, Dr [ilkhobo@sun.ac.za]" userId="b519a442-dcea-4a28-9c45-7e29f1df5837" providerId="ADAL" clId="{8BC8A5CF-2DB3-45E9-BF57-F2ED810C291E}" dt="2026-10-06T20:55:05.552" v="6885" actId="1076"/>
        <pc:sldMkLst>
          <pc:docMk/>
          <pc:sldMk cId="2948234261" sldId="636"/>
        </pc:sldMkLst>
        <pc:picChg chg="mod">
          <ac:chgData name="Khobo, IL, Dr [ilkhobo@sun.ac.za]" userId="b519a442-dcea-4a28-9c45-7e29f1df5837" providerId="ADAL" clId="{8BC8A5CF-2DB3-45E9-BF57-F2ED810C291E}" dt="2026-10-06T20:55:05.552" v="6885" actId="1076"/>
          <ac:picMkLst>
            <pc:docMk/>
            <pc:sldMk cId="2948234261" sldId="636"/>
            <ac:picMk id="4" creationId="{87ED7E02-6126-5207-FCD9-2F9A7C2A01B6}"/>
          </ac:picMkLst>
        </pc:picChg>
        <pc:picChg chg="mod">
          <ac:chgData name="Khobo, IL, Dr [ilkhobo@sun.ac.za]" userId="b519a442-dcea-4a28-9c45-7e29f1df5837" providerId="ADAL" clId="{8BC8A5CF-2DB3-45E9-BF57-F2ED810C291E}" dt="2026-10-06T20:55:05.552" v="6885" actId="1076"/>
          <ac:picMkLst>
            <pc:docMk/>
            <pc:sldMk cId="2948234261" sldId="636"/>
            <ac:picMk id="10" creationId="{D00265C7-42FB-C667-BFB0-CCDD82C8972A}"/>
          </ac:picMkLst>
        </pc:picChg>
      </pc:sldChg>
      <pc:sldChg chg="addSp delSp modSp add mod modTransition">
        <pc:chgData name="Khobo, IL, Dr [ilkhobo@sun.ac.za]" userId="b519a442-dcea-4a28-9c45-7e29f1df5837" providerId="ADAL" clId="{8BC8A5CF-2DB3-45E9-BF57-F2ED810C291E}" dt="2026-10-06T21:30:42.424" v="7040"/>
        <pc:sldMkLst>
          <pc:docMk/>
          <pc:sldMk cId="1796019240" sldId="637"/>
        </pc:sldMkLst>
        <pc:spChg chg="mod">
          <ac:chgData name="Khobo, IL, Dr [ilkhobo@sun.ac.za]" userId="b519a442-dcea-4a28-9c45-7e29f1df5837" providerId="ADAL" clId="{8BC8A5CF-2DB3-45E9-BF57-F2ED810C291E}" dt="2026-10-06T21:28:23.283" v="7027" actId="207"/>
          <ac:spMkLst>
            <pc:docMk/>
            <pc:sldMk cId="1796019240" sldId="637"/>
            <ac:spMk id="36" creationId="{1B92C547-6023-59E2-D83C-F7F0DAC3B927}"/>
          </ac:spMkLst>
        </pc:spChg>
        <pc:graphicFrameChg chg="add mod modGraphic">
          <ac:chgData name="Khobo, IL, Dr [ilkhobo@sun.ac.za]" userId="b519a442-dcea-4a28-9c45-7e29f1df5837" providerId="ADAL" clId="{8BC8A5CF-2DB3-45E9-BF57-F2ED810C291E}" dt="2026-10-06T21:03:09.822" v="6938" actId="1076"/>
          <ac:graphicFrameMkLst>
            <pc:docMk/>
            <pc:sldMk cId="1796019240" sldId="637"/>
            <ac:graphicFrameMk id="6" creationId="{1C108994-ED59-6B65-F917-991FF1504ACF}"/>
          </ac:graphicFrameMkLst>
        </pc:graphicFrameChg>
        <pc:picChg chg="add del">
          <ac:chgData name="Khobo, IL, Dr [ilkhobo@sun.ac.za]" userId="b519a442-dcea-4a28-9c45-7e29f1df5837" providerId="ADAL" clId="{8BC8A5CF-2DB3-45E9-BF57-F2ED810C291E}" dt="2026-10-06T21:02:27.791" v="6924" actId="22"/>
          <ac:picMkLst>
            <pc:docMk/>
            <pc:sldMk cId="1796019240" sldId="637"/>
            <ac:picMk id="3" creationId="{398984D1-7BE2-4A3F-B732-3E24C9AAF40A}"/>
          </ac:picMkLst>
        </pc:picChg>
        <pc:picChg chg="del">
          <ac:chgData name="Khobo, IL, Dr [ilkhobo@sun.ac.za]" userId="b519a442-dcea-4a28-9c45-7e29f1df5837" providerId="ADAL" clId="{8BC8A5CF-2DB3-45E9-BF57-F2ED810C291E}" dt="2026-10-06T20:55:33.701" v="6887" actId="478"/>
          <ac:picMkLst>
            <pc:docMk/>
            <pc:sldMk cId="1796019240" sldId="637"/>
            <ac:picMk id="4" creationId="{FB27E046-50F9-B5B9-EED2-53405C678F06}"/>
          </ac:picMkLst>
        </pc:picChg>
        <pc:picChg chg="add del">
          <ac:chgData name="Khobo, IL, Dr [ilkhobo@sun.ac.za]" userId="b519a442-dcea-4a28-9c45-7e29f1df5837" providerId="ADAL" clId="{8BC8A5CF-2DB3-45E9-BF57-F2ED810C291E}" dt="2026-10-06T21:28:32.604" v="7029" actId="21"/>
          <ac:picMkLst>
            <pc:docMk/>
            <pc:sldMk cId="1796019240" sldId="637"/>
            <ac:picMk id="8" creationId="{5A62726E-F595-CA77-3ED0-40097AD0825F}"/>
          </ac:picMkLst>
        </pc:picChg>
        <pc:picChg chg="del">
          <ac:chgData name="Khobo, IL, Dr [ilkhobo@sun.ac.za]" userId="b519a442-dcea-4a28-9c45-7e29f1df5837" providerId="ADAL" clId="{8BC8A5CF-2DB3-45E9-BF57-F2ED810C291E}" dt="2026-10-06T20:55:33.701" v="6887" actId="478"/>
          <ac:picMkLst>
            <pc:docMk/>
            <pc:sldMk cId="1796019240" sldId="637"/>
            <ac:picMk id="10" creationId="{32769D3A-E41C-40A1-6709-126E74A7CF00}"/>
          </ac:picMkLst>
        </pc:picChg>
      </pc:sldChg>
      <pc:sldChg chg="addSp delSp modSp new mod">
        <pc:chgData name="Khobo, IL, Dr [ilkhobo@sun.ac.za]" userId="b519a442-dcea-4a28-9c45-7e29f1df5837" providerId="ADAL" clId="{8BC8A5CF-2DB3-45E9-BF57-F2ED810C291E}" dt="2026-10-06T21:03:51.499" v="6939" actId="732"/>
        <pc:sldMkLst>
          <pc:docMk/>
          <pc:sldMk cId="145756466" sldId="638"/>
        </pc:sldMkLst>
        <pc:spChg chg="del">
          <ac:chgData name="Khobo, IL, Dr [ilkhobo@sun.ac.za]" userId="b519a442-dcea-4a28-9c45-7e29f1df5837" providerId="ADAL" clId="{8BC8A5CF-2DB3-45E9-BF57-F2ED810C291E}" dt="2026-10-06T21:02:34.069" v="6926" actId="478"/>
          <ac:spMkLst>
            <pc:docMk/>
            <pc:sldMk cId="145756466" sldId="638"/>
            <ac:spMk id="2" creationId="{5F8330BA-F8A0-3811-A371-0B9E2B53493F}"/>
          </ac:spMkLst>
        </pc:spChg>
        <pc:spChg chg="del">
          <ac:chgData name="Khobo, IL, Dr [ilkhobo@sun.ac.za]" userId="b519a442-dcea-4a28-9c45-7e29f1df5837" providerId="ADAL" clId="{8BC8A5CF-2DB3-45E9-BF57-F2ED810C291E}" dt="2026-10-06T21:02:34.069" v="6926" actId="478"/>
          <ac:spMkLst>
            <pc:docMk/>
            <pc:sldMk cId="145756466" sldId="638"/>
            <ac:spMk id="3" creationId="{69AB730D-E2CD-2E83-8CAB-B8434DB58272}"/>
          </ac:spMkLst>
        </pc:spChg>
        <pc:picChg chg="add mod modCrop">
          <ac:chgData name="Khobo, IL, Dr [ilkhobo@sun.ac.za]" userId="b519a442-dcea-4a28-9c45-7e29f1df5837" providerId="ADAL" clId="{8BC8A5CF-2DB3-45E9-BF57-F2ED810C291E}" dt="2026-10-06T21:03:51.499" v="6939" actId="732"/>
          <ac:picMkLst>
            <pc:docMk/>
            <pc:sldMk cId="145756466" sldId="638"/>
            <ac:picMk id="5" creationId="{98625813-1D74-A63B-539A-182599136459}"/>
          </ac:picMkLst>
        </pc:picChg>
      </pc:sldChg>
      <pc:sldChg chg="addSp delSp modSp add mod ord">
        <pc:chgData name="Khobo, IL, Dr [ilkhobo@sun.ac.za]" userId="b519a442-dcea-4a28-9c45-7e29f1df5837" providerId="ADAL" clId="{8BC8A5CF-2DB3-45E9-BF57-F2ED810C291E}" dt="2026-10-06T21:29:44.443" v="7038" actId="22"/>
        <pc:sldMkLst>
          <pc:docMk/>
          <pc:sldMk cId="3450207019" sldId="639"/>
        </pc:sldMkLst>
        <pc:picChg chg="add mod">
          <ac:chgData name="Khobo, IL, Dr [ilkhobo@sun.ac.za]" userId="b519a442-dcea-4a28-9c45-7e29f1df5837" providerId="ADAL" clId="{8BC8A5CF-2DB3-45E9-BF57-F2ED810C291E}" dt="2026-10-06T21:20:20.025" v="6951" actId="1076"/>
          <ac:picMkLst>
            <pc:docMk/>
            <pc:sldMk cId="3450207019" sldId="639"/>
            <ac:picMk id="3" creationId="{8336025B-D9E2-5A55-660B-4C4FFC4F6F09}"/>
          </ac:picMkLst>
        </pc:picChg>
        <pc:picChg chg="del">
          <ac:chgData name="Khobo, IL, Dr [ilkhobo@sun.ac.za]" userId="b519a442-dcea-4a28-9c45-7e29f1df5837" providerId="ADAL" clId="{8BC8A5CF-2DB3-45E9-BF57-F2ED810C291E}" dt="2026-10-06T21:19:44.253" v="6941" actId="478"/>
          <ac:picMkLst>
            <pc:docMk/>
            <pc:sldMk cId="3450207019" sldId="639"/>
            <ac:picMk id="5" creationId="{DB943EB9-0127-8003-4ADA-25743BFA404D}"/>
          </ac:picMkLst>
        </pc:picChg>
        <pc:picChg chg="add del mod">
          <ac:chgData name="Khobo, IL, Dr [ilkhobo@sun.ac.za]" userId="b519a442-dcea-4a28-9c45-7e29f1df5837" providerId="ADAL" clId="{8BC8A5CF-2DB3-45E9-BF57-F2ED810C291E}" dt="2026-10-06T21:22:52.942" v="6961" actId="478"/>
          <ac:picMkLst>
            <pc:docMk/>
            <pc:sldMk cId="3450207019" sldId="639"/>
            <ac:picMk id="6" creationId="{EBA62DDE-ED48-2181-E50C-69070A50A376}"/>
          </ac:picMkLst>
        </pc:picChg>
        <pc:picChg chg="add mod">
          <ac:chgData name="Khobo, IL, Dr [ilkhobo@sun.ac.za]" userId="b519a442-dcea-4a28-9c45-7e29f1df5837" providerId="ADAL" clId="{8BC8A5CF-2DB3-45E9-BF57-F2ED810C291E}" dt="2026-10-06T21:23:00.090" v="6963" actId="1076"/>
          <ac:picMkLst>
            <pc:docMk/>
            <pc:sldMk cId="3450207019" sldId="639"/>
            <ac:picMk id="8" creationId="{75C57357-EF6C-0B21-85BC-FA8C69A99898}"/>
          </ac:picMkLst>
        </pc:picChg>
        <pc:picChg chg="add del">
          <ac:chgData name="Khobo, IL, Dr [ilkhobo@sun.ac.za]" userId="b519a442-dcea-4a28-9c45-7e29f1df5837" providerId="ADAL" clId="{8BC8A5CF-2DB3-45E9-BF57-F2ED810C291E}" dt="2026-10-06T21:29:43.482" v="7037" actId="478"/>
          <ac:picMkLst>
            <pc:docMk/>
            <pc:sldMk cId="3450207019" sldId="639"/>
            <ac:picMk id="10" creationId="{823CA920-FE54-FAFB-C7F9-1921AF244372}"/>
          </ac:picMkLst>
        </pc:picChg>
        <pc:picChg chg="add">
          <ac:chgData name="Khobo, IL, Dr [ilkhobo@sun.ac.za]" userId="b519a442-dcea-4a28-9c45-7e29f1df5837" providerId="ADAL" clId="{8BC8A5CF-2DB3-45E9-BF57-F2ED810C291E}" dt="2026-10-06T21:29:44.443" v="7038" actId="22"/>
          <ac:picMkLst>
            <pc:docMk/>
            <pc:sldMk cId="3450207019" sldId="639"/>
            <ac:picMk id="12" creationId="{8CBAA6A4-F7BD-C9C4-AF70-D5381BA2D50B}"/>
          </ac:picMkLst>
        </pc:picChg>
      </pc:sldChg>
      <pc:sldChg chg="addSp delSp modSp add mod ord">
        <pc:chgData name="Khobo, IL, Dr [ilkhobo@sun.ac.za]" userId="b519a442-dcea-4a28-9c45-7e29f1df5837" providerId="ADAL" clId="{8BC8A5CF-2DB3-45E9-BF57-F2ED810C291E}" dt="2026-10-06T21:29:50.202" v="7039" actId="478"/>
        <pc:sldMkLst>
          <pc:docMk/>
          <pc:sldMk cId="439186479" sldId="640"/>
        </pc:sldMkLst>
        <pc:graphicFrameChg chg="add mod modGraphic">
          <ac:chgData name="Khobo, IL, Dr [ilkhobo@sun.ac.za]" userId="b519a442-dcea-4a28-9c45-7e29f1df5837" providerId="ADAL" clId="{8BC8A5CF-2DB3-45E9-BF57-F2ED810C291E}" dt="2026-10-06T21:24:27.021" v="6980" actId="1076"/>
          <ac:graphicFrameMkLst>
            <pc:docMk/>
            <pc:sldMk cId="439186479" sldId="640"/>
            <ac:graphicFrameMk id="3" creationId="{CE946ED1-1675-5F16-9945-DBF2CE7619A5}"/>
          </ac:graphicFrameMkLst>
        </pc:graphicFrameChg>
        <pc:graphicFrameChg chg="del">
          <ac:chgData name="Khobo, IL, Dr [ilkhobo@sun.ac.za]" userId="b519a442-dcea-4a28-9c45-7e29f1df5837" providerId="ADAL" clId="{8BC8A5CF-2DB3-45E9-BF57-F2ED810C291E}" dt="2026-10-06T21:20:11.580" v="6949" actId="478"/>
          <ac:graphicFrameMkLst>
            <pc:docMk/>
            <pc:sldMk cId="439186479" sldId="640"/>
            <ac:graphicFrameMk id="6" creationId="{11A2CBA8-03FC-74F4-759B-6BFAB2099BE0}"/>
          </ac:graphicFrameMkLst>
        </pc:graphicFrameChg>
        <pc:picChg chg="add del mod">
          <ac:chgData name="Khobo, IL, Dr [ilkhobo@sun.ac.za]" userId="b519a442-dcea-4a28-9c45-7e29f1df5837" providerId="ADAL" clId="{8BC8A5CF-2DB3-45E9-BF57-F2ED810C291E}" dt="2026-10-06T21:29:50.202" v="7039" actId="478"/>
          <ac:picMkLst>
            <pc:docMk/>
            <pc:sldMk cId="439186479" sldId="640"/>
            <ac:picMk id="5" creationId="{6A3A231F-671D-F316-08A5-3B253BA52339}"/>
          </ac:picMkLst>
        </pc:picChg>
      </pc:sldChg>
      <pc:sldChg chg="addSp modSp add mod modTransition">
        <pc:chgData name="Khobo, IL, Dr [ilkhobo@sun.ac.za]" userId="b519a442-dcea-4a28-9c45-7e29f1df5837" providerId="ADAL" clId="{8BC8A5CF-2DB3-45E9-BF57-F2ED810C291E}" dt="2026-10-06T21:29:37.437" v="7036" actId="1076"/>
        <pc:sldMkLst>
          <pc:docMk/>
          <pc:sldMk cId="1669641732" sldId="641"/>
        </pc:sldMkLst>
        <pc:picChg chg="mod">
          <ac:chgData name="Khobo, IL, Dr [ilkhobo@sun.ac.za]" userId="b519a442-dcea-4a28-9c45-7e29f1df5837" providerId="ADAL" clId="{8BC8A5CF-2DB3-45E9-BF57-F2ED810C291E}" dt="2026-10-06T21:23:26.200" v="6966" actId="1076"/>
          <ac:picMkLst>
            <pc:docMk/>
            <pc:sldMk cId="1669641732" sldId="641"/>
            <ac:picMk id="3" creationId="{F14C679D-79AE-43A8-F523-B78437EC8A44}"/>
          </ac:picMkLst>
        </pc:picChg>
        <pc:picChg chg="add mod">
          <ac:chgData name="Khobo, IL, Dr [ilkhobo@sun.ac.za]" userId="b519a442-dcea-4a28-9c45-7e29f1df5837" providerId="ADAL" clId="{8BC8A5CF-2DB3-45E9-BF57-F2ED810C291E}" dt="2026-10-06T21:29:37.437" v="7036" actId="1076"/>
          <ac:picMkLst>
            <pc:docMk/>
            <pc:sldMk cId="1669641732" sldId="641"/>
            <ac:picMk id="4" creationId="{018365B2-1D34-C60C-00D0-E927C6F4618E}"/>
          </ac:picMkLst>
        </pc:picChg>
        <pc:picChg chg="mod">
          <ac:chgData name="Khobo, IL, Dr [ilkhobo@sun.ac.za]" userId="b519a442-dcea-4a28-9c45-7e29f1df5837" providerId="ADAL" clId="{8BC8A5CF-2DB3-45E9-BF57-F2ED810C291E}" dt="2026-10-06T21:23:26.200" v="6966" actId="1076"/>
          <ac:picMkLst>
            <pc:docMk/>
            <pc:sldMk cId="1669641732" sldId="641"/>
            <ac:picMk id="8" creationId="{75A26BF0-A91B-380A-95F3-05CF3F1F1272}"/>
          </ac:picMkLst>
        </pc:picChg>
      </pc:sldChg>
      <pc:sldChg chg="addSp delSp modSp add del mod modTransition">
        <pc:chgData name="Khobo, IL, Dr [ilkhobo@sun.ac.za]" userId="b519a442-dcea-4a28-9c45-7e29f1df5837" providerId="ADAL" clId="{8BC8A5CF-2DB3-45E9-BF57-F2ED810C291E}" dt="2026-10-06T21:23:09.391" v="6964" actId="2696"/>
        <pc:sldMkLst>
          <pc:docMk/>
          <pc:sldMk cId="1717632320" sldId="641"/>
        </pc:sldMkLst>
        <pc:picChg chg="del">
          <ac:chgData name="Khobo, IL, Dr [ilkhobo@sun.ac.za]" userId="b519a442-dcea-4a28-9c45-7e29f1df5837" providerId="ADAL" clId="{8BC8A5CF-2DB3-45E9-BF57-F2ED810C291E}" dt="2026-10-06T21:21:00.204" v="6953" actId="478"/>
          <ac:picMkLst>
            <pc:docMk/>
            <pc:sldMk cId="1717632320" sldId="641"/>
            <ac:picMk id="3" creationId="{6F1703E8-BF74-01CB-92FA-A80880965AA8}"/>
          </ac:picMkLst>
        </pc:picChg>
        <pc:picChg chg="add del mod">
          <ac:chgData name="Khobo, IL, Dr [ilkhobo@sun.ac.za]" userId="b519a442-dcea-4a28-9c45-7e29f1df5837" providerId="ADAL" clId="{8BC8A5CF-2DB3-45E9-BF57-F2ED810C291E}" dt="2026-10-06T21:21:18.472" v="6957" actId="21"/>
          <ac:picMkLst>
            <pc:docMk/>
            <pc:sldMk cId="1717632320" sldId="641"/>
            <ac:picMk id="4" creationId="{6D8AAE27-C3F3-9724-4B15-BACD5083DEAF}"/>
          </ac:picMkLst>
        </pc:picChg>
      </pc:sldChg>
      <pc:sldChg chg="addSp delSp modSp add mod ord">
        <pc:chgData name="Khobo, IL, Dr [ilkhobo@sun.ac.za]" userId="b519a442-dcea-4a28-9c45-7e29f1df5837" providerId="ADAL" clId="{8BC8A5CF-2DB3-45E9-BF57-F2ED810C291E}" dt="2026-10-06T21:40:15.568" v="7096" actId="27297"/>
        <pc:sldMkLst>
          <pc:docMk/>
          <pc:sldMk cId="617715728" sldId="642"/>
        </pc:sldMkLst>
        <pc:spChg chg="mod">
          <ac:chgData name="Khobo, IL, Dr [ilkhobo@sun.ac.za]" userId="b519a442-dcea-4a28-9c45-7e29f1df5837" providerId="ADAL" clId="{8BC8A5CF-2DB3-45E9-BF57-F2ED810C291E}" dt="2026-10-06T21:33:05.375" v="7072" actId="14100"/>
          <ac:spMkLst>
            <pc:docMk/>
            <pc:sldMk cId="617715728" sldId="642"/>
            <ac:spMk id="36" creationId="{0BD703E0-ACB9-DFE7-5BA8-0C556143CF26}"/>
          </ac:spMkLst>
        </pc:spChg>
        <pc:graphicFrameChg chg="del">
          <ac:chgData name="Khobo, IL, Dr [ilkhobo@sun.ac.za]" userId="b519a442-dcea-4a28-9c45-7e29f1df5837" providerId="ADAL" clId="{8BC8A5CF-2DB3-45E9-BF57-F2ED810C291E}" dt="2026-10-06T21:37:09.452" v="7075" actId="478"/>
          <ac:graphicFrameMkLst>
            <pc:docMk/>
            <pc:sldMk cId="617715728" sldId="642"/>
            <ac:graphicFrameMk id="3" creationId="{653CDE12-1E90-E622-CB1D-33AA1B7EF257}"/>
          </ac:graphicFrameMkLst>
        </pc:graphicFrameChg>
        <pc:graphicFrameChg chg="add mod modGraphic">
          <ac:chgData name="Khobo, IL, Dr [ilkhobo@sun.ac.za]" userId="b519a442-dcea-4a28-9c45-7e29f1df5837" providerId="ADAL" clId="{8BC8A5CF-2DB3-45E9-BF57-F2ED810C291E}" dt="2026-10-06T21:40:15.568" v="7096" actId="27297"/>
          <ac:graphicFrameMkLst>
            <pc:docMk/>
            <pc:sldMk cId="617715728" sldId="642"/>
            <ac:graphicFrameMk id="4" creationId="{533EF650-FF3E-6E7B-91A3-D0F9084B5DB3}"/>
          </ac:graphicFrameMkLst>
        </pc:graphicFrameChg>
      </pc:sldChg>
      <pc:sldChg chg="addSp delSp modSp new mod">
        <pc:chgData name="Khobo, IL, Dr [ilkhobo@sun.ac.za]" userId="b519a442-dcea-4a28-9c45-7e29f1df5837" providerId="ADAL" clId="{8BC8A5CF-2DB3-45E9-BF57-F2ED810C291E}" dt="2026-10-06T21:39:47.322" v="7088" actId="1076"/>
        <pc:sldMkLst>
          <pc:docMk/>
          <pc:sldMk cId="2290215943" sldId="643"/>
        </pc:sldMkLst>
        <pc:spChg chg="del">
          <ac:chgData name="Khobo, IL, Dr [ilkhobo@sun.ac.za]" userId="b519a442-dcea-4a28-9c45-7e29f1df5837" providerId="ADAL" clId="{8BC8A5CF-2DB3-45E9-BF57-F2ED810C291E}" dt="2026-10-06T21:33:17.652" v="7074" actId="478"/>
          <ac:spMkLst>
            <pc:docMk/>
            <pc:sldMk cId="2290215943" sldId="643"/>
            <ac:spMk id="2" creationId="{C23DBF38-396A-C60F-F10F-2EF8885376E1}"/>
          </ac:spMkLst>
        </pc:spChg>
        <pc:spChg chg="del">
          <ac:chgData name="Khobo, IL, Dr [ilkhobo@sun.ac.za]" userId="b519a442-dcea-4a28-9c45-7e29f1df5837" providerId="ADAL" clId="{8BC8A5CF-2DB3-45E9-BF57-F2ED810C291E}" dt="2026-10-06T21:33:17.652" v="7074" actId="478"/>
          <ac:spMkLst>
            <pc:docMk/>
            <pc:sldMk cId="2290215943" sldId="643"/>
            <ac:spMk id="3" creationId="{DDF8BA9C-9A78-5FE6-3563-2BE4B14BEB4C}"/>
          </ac:spMkLst>
        </pc:spChg>
        <pc:picChg chg="add mod">
          <ac:chgData name="Khobo, IL, Dr [ilkhobo@sun.ac.za]" userId="b519a442-dcea-4a28-9c45-7e29f1df5837" providerId="ADAL" clId="{8BC8A5CF-2DB3-45E9-BF57-F2ED810C291E}" dt="2026-10-06T21:37:48.320" v="7078" actId="1076"/>
          <ac:picMkLst>
            <pc:docMk/>
            <pc:sldMk cId="2290215943" sldId="643"/>
            <ac:picMk id="5" creationId="{23F6BB66-D267-B0AE-8BF5-454C6B41622A}"/>
          </ac:picMkLst>
        </pc:picChg>
        <pc:picChg chg="add mod">
          <ac:chgData name="Khobo, IL, Dr [ilkhobo@sun.ac.za]" userId="b519a442-dcea-4a28-9c45-7e29f1df5837" providerId="ADAL" clId="{8BC8A5CF-2DB3-45E9-BF57-F2ED810C291E}" dt="2026-10-06T21:38:47.116" v="7081" actId="1076"/>
          <ac:picMkLst>
            <pc:docMk/>
            <pc:sldMk cId="2290215943" sldId="643"/>
            <ac:picMk id="7" creationId="{05A3729C-3AB2-C5C2-3571-7E59ED47D54C}"/>
          </ac:picMkLst>
        </pc:picChg>
        <pc:picChg chg="add mod">
          <ac:chgData name="Khobo, IL, Dr [ilkhobo@sun.ac.za]" userId="b519a442-dcea-4a28-9c45-7e29f1df5837" providerId="ADAL" clId="{8BC8A5CF-2DB3-45E9-BF57-F2ED810C291E}" dt="2026-10-06T21:39:47.322" v="7088" actId="1076"/>
          <ac:picMkLst>
            <pc:docMk/>
            <pc:sldMk cId="2290215943" sldId="643"/>
            <ac:picMk id="9" creationId="{3821468D-A016-FAFE-EE3E-12E64FD62346}"/>
          </ac:picMkLst>
        </pc:picChg>
      </pc:sldChg>
      <pc:sldChg chg="add del">
        <pc:chgData name="Khobo, IL, Dr [ilkhobo@sun.ac.za]" userId="b519a442-dcea-4a28-9c45-7e29f1df5837" providerId="ADAL" clId="{8BC8A5CF-2DB3-45E9-BF57-F2ED810C291E}" dt="2026-10-06T21:38:55.559" v="7082" actId="2696"/>
        <pc:sldMkLst>
          <pc:docMk/>
          <pc:sldMk cId="319894187" sldId="644"/>
        </pc:sldMkLst>
      </pc:sldChg>
      <pc:sldChg chg="addSp modSp add mod modTransition">
        <pc:chgData name="Khobo, IL, Dr [ilkhobo@sun.ac.za]" userId="b519a442-dcea-4a28-9c45-7e29f1df5837" providerId="ADAL" clId="{8BC8A5CF-2DB3-45E9-BF57-F2ED810C291E}" dt="2026-10-06T21:39:52.982" v="7089" actId="22"/>
        <pc:sldMkLst>
          <pc:docMk/>
          <pc:sldMk cId="1934061110" sldId="644"/>
        </pc:sldMkLst>
        <pc:picChg chg="add">
          <ac:chgData name="Khobo, IL, Dr [ilkhobo@sun.ac.za]" userId="b519a442-dcea-4a28-9c45-7e29f1df5837" providerId="ADAL" clId="{8BC8A5CF-2DB3-45E9-BF57-F2ED810C291E}" dt="2026-10-06T21:39:52.982" v="7089" actId="22"/>
          <ac:picMkLst>
            <pc:docMk/>
            <pc:sldMk cId="1934061110" sldId="644"/>
            <ac:picMk id="3" creationId="{1389F969-8350-C535-C425-5856E75DF78D}"/>
          </ac:picMkLst>
        </pc:picChg>
        <pc:picChg chg="mod">
          <ac:chgData name="Khobo, IL, Dr [ilkhobo@sun.ac.za]" userId="b519a442-dcea-4a28-9c45-7e29f1df5837" providerId="ADAL" clId="{8BC8A5CF-2DB3-45E9-BF57-F2ED810C291E}" dt="2026-10-06T21:39:11.914" v="7084" actId="1076"/>
          <ac:picMkLst>
            <pc:docMk/>
            <pc:sldMk cId="1934061110" sldId="644"/>
            <ac:picMk id="5" creationId="{6DD58692-3C3B-9345-CA9D-8ECD4B4A5820}"/>
          </ac:picMkLst>
        </pc:picChg>
        <pc:picChg chg="mod">
          <ac:chgData name="Khobo, IL, Dr [ilkhobo@sun.ac.za]" userId="b519a442-dcea-4a28-9c45-7e29f1df5837" providerId="ADAL" clId="{8BC8A5CF-2DB3-45E9-BF57-F2ED810C291E}" dt="2026-10-06T21:39:11.914" v="7084" actId="1076"/>
          <ac:picMkLst>
            <pc:docMk/>
            <pc:sldMk cId="1934061110" sldId="644"/>
            <ac:picMk id="7" creationId="{3B59D5B6-7FE3-147E-C727-8180357DA7C5}"/>
          </ac:picMkLst>
        </pc:picChg>
      </pc:sldChg>
    </pc:docChg>
  </pc:docChgLst>
  <pc:docChgLst>
    <pc:chgData name="Khobo, IL, Dr [ilkhobo@sun.ac.za]" userId="b519a442-dcea-4a28-9c45-7e29f1df5837" providerId="ADAL" clId="{D25D1C45-A404-4E0F-8657-49BD4E4887CA}"/>
    <pc:docChg chg="undo redo custSel addSld delSld modSld">
      <pc:chgData name="Khobo, IL, Dr [ilkhobo@sun.ac.za]" userId="b519a442-dcea-4a28-9c45-7e29f1df5837" providerId="ADAL" clId="{D25D1C45-A404-4E0F-8657-49BD4E4887CA}" dt="2026-10-07T08:04:59.672" v="3375"/>
      <pc:docMkLst>
        <pc:docMk/>
      </pc:docMkLst>
      <pc:sldChg chg="addSp delSp modSp add del mod modNotesTx">
        <pc:chgData name="Khobo, IL, Dr [ilkhobo@sun.ac.za]" userId="b519a442-dcea-4a28-9c45-7e29f1df5837" providerId="ADAL" clId="{D25D1C45-A404-4E0F-8657-49BD4E4887CA}" dt="2026-09-30T09:36:05.195" v="3179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D25D1C45-A404-4E0F-8657-49BD4E4887CA}" dt="2026-09-30T09:34:48.874" v="2967" actId="20577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D25D1C45-A404-4E0F-8657-49BD4E4887CA}" dt="2026-09-30T09:36:05.195" v="3179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D25D1C45-A404-4E0F-8657-49BD4E4887CA}" dt="2026-09-21T10:33:03.487" v="2547" actId="20577"/>
          <ac:spMkLst>
            <pc:docMk/>
            <pc:sldMk cId="2601401026" sldId="597"/>
            <ac:spMk id="34" creationId="{593DD671-6E7B-06CE-9A2D-78AB0133EE61}"/>
          </ac:spMkLst>
        </pc:spChg>
        <pc:picChg chg="add mod">
          <ac:chgData name="Khobo, IL, Dr [ilkhobo@sun.ac.za]" userId="b519a442-dcea-4a28-9c45-7e29f1df5837" providerId="ADAL" clId="{D25D1C45-A404-4E0F-8657-49BD4E4887CA}" dt="2026-09-30T09:35:09.909" v="2995" actId="1076"/>
          <ac:picMkLst>
            <pc:docMk/>
            <pc:sldMk cId="2601401026" sldId="597"/>
            <ac:picMk id="3" creationId="{8B5EA4C8-8C81-324A-DCF4-224D0634971D}"/>
          </ac:picMkLst>
        </pc:picChg>
      </pc:sldChg>
      <pc:sldChg chg="addSp delSp modSp add mod modNotesTx">
        <pc:chgData name="Khobo, IL, Dr [ilkhobo@sun.ac.za]" userId="b519a442-dcea-4a28-9c45-7e29f1df5837" providerId="ADAL" clId="{D25D1C45-A404-4E0F-8657-49BD4E4887CA}" dt="2026-10-07T07:49:09.755" v="3370" actId="20577"/>
        <pc:sldMkLst>
          <pc:docMk/>
          <pc:sldMk cId="4217422227" sldId="599"/>
        </pc:sldMkLst>
        <pc:spChg chg="mod">
          <ac:chgData name="Khobo, IL, Dr [ilkhobo@sun.ac.za]" userId="b519a442-dcea-4a28-9c45-7e29f1df5837" providerId="ADAL" clId="{D25D1C45-A404-4E0F-8657-49BD4E4887CA}" dt="2026-09-30T09:36:36.025" v="3213" actId="20577"/>
          <ac:spMkLst>
            <pc:docMk/>
            <pc:sldMk cId="4217422227" sldId="599"/>
            <ac:spMk id="36" creationId="{429E743A-632E-9EB3-5D21-ECF5187657DD}"/>
          </ac:spMkLst>
        </pc:spChg>
      </pc:sldChg>
      <pc:sldChg chg="addSp delSp add mod">
        <pc:chgData name="Khobo, IL, Dr [ilkhobo@sun.ac.za]" userId="b519a442-dcea-4a28-9c45-7e29f1df5837" providerId="ADAL" clId="{D25D1C45-A404-4E0F-8657-49BD4E4887CA}" dt="2026-09-30T09:45:25.400" v="3367" actId="22"/>
        <pc:sldMkLst>
          <pc:docMk/>
          <pc:sldMk cId="338082082" sldId="609"/>
        </pc:sldMkLst>
      </pc:sldChg>
      <pc:sldChg chg="modTransition">
        <pc:chgData name="Khobo, IL, Dr [ilkhobo@sun.ac.za]" userId="b519a442-dcea-4a28-9c45-7e29f1df5837" providerId="ADAL" clId="{D25D1C45-A404-4E0F-8657-49BD4E4887CA}" dt="2026-10-07T07:53:23.229" v="3371"/>
        <pc:sldMkLst>
          <pc:docMk/>
          <pc:sldMk cId="656387736" sldId="631"/>
        </pc:sldMkLst>
      </pc:sldChg>
      <pc:sldChg chg="modTransition">
        <pc:chgData name="Khobo, IL, Dr [ilkhobo@sun.ac.za]" userId="b519a442-dcea-4a28-9c45-7e29f1df5837" providerId="ADAL" clId="{D25D1C45-A404-4E0F-8657-49BD4E4887CA}" dt="2026-10-07T07:53:38.497" v="3372"/>
        <pc:sldMkLst>
          <pc:docMk/>
          <pc:sldMk cId="3256774318" sldId="632"/>
        </pc:sldMkLst>
      </pc:sldChg>
      <pc:sldChg chg="modTransition">
        <pc:chgData name="Khobo, IL, Dr [ilkhobo@sun.ac.za]" userId="b519a442-dcea-4a28-9c45-7e29f1df5837" providerId="ADAL" clId="{D25D1C45-A404-4E0F-8657-49BD4E4887CA}" dt="2026-10-07T07:55:24.292" v="3373"/>
        <pc:sldMkLst>
          <pc:docMk/>
          <pc:sldMk cId="2476425295" sldId="635"/>
        </pc:sldMkLst>
      </pc:sldChg>
      <pc:sldChg chg="modTransition">
        <pc:chgData name="Khobo, IL, Dr [ilkhobo@sun.ac.za]" userId="b519a442-dcea-4a28-9c45-7e29f1df5837" providerId="ADAL" clId="{D25D1C45-A404-4E0F-8657-49BD4E4887CA}" dt="2026-10-07T08:04:51.082" v="3374"/>
        <pc:sldMkLst>
          <pc:docMk/>
          <pc:sldMk cId="439186479" sldId="640"/>
        </pc:sldMkLst>
      </pc:sldChg>
      <pc:sldChg chg="modTransition">
        <pc:chgData name="Khobo, IL, Dr [ilkhobo@sun.ac.za]" userId="b519a442-dcea-4a28-9c45-7e29f1df5837" providerId="ADAL" clId="{D25D1C45-A404-4E0F-8657-49BD4E4887CA}" dt="2026-10-07T08:04:59.672" v="3375"/>
        <pc:sldMkLst>
          <pc:docMk/>
          <pc:sldMk cId="617715728" sldId="6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F8E5-B141-4125-AE90-AB7E5CBBF318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BACC-9E44-4D5F-A407-4AC8A14A1A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2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738C3-0141-1D8E-D8BA-BC5B77AA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8DC4B-10C4-935E-50FD-18AA7E188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04EBD-F14B-E8A2-E096-298B711DE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83126-7D9B-6373-A34E-C13D98CFB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1975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147D8-A36D-1607-F95C-FC086D168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925BC-1D80-8AE4-AC2C-AC1685128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7F67C-DE9B-6D1F-FD18-B4585B10A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3A534-D826-90BA-1E54-97649726A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7574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5992-3316-B622-54EA-F14350E0E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AB088-AE57-4668-9F33-3AE907E4B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9EC4E-44E9-CB94-7838-35332811F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2AEE1-BB50-EF66-13A3-3B22B4C87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223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DC65E-50A6-A2D9-C027-EF331FBF5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8720B-3946-6DE8-9FD2-BDE13CF2A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BDDB7-5F5C-F9F3-E439-CB9F923FE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BFD66-0F83-AA97-2573-F0AE75183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150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56DFA-F608-B97F-9715-A1E84B2E0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5F115-3968-B4DC-F78A-67BE91091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07A4C-E58F-ED93-BFA5-84C3DB532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1E8BC-9F91-B5AA-8CAC-0C4427539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683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EFDAE-1E2E-AE8E-4D00-6E256A92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05FC0-8539-12B8-DA39-BAE5AB586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8D99DA-76F9-C8F8-3EA6-E0D023498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0454C-42D2-3715-5DD8-2786F5908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6277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9D51A-B140-16CB-482A-8BBA0630B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F3394-6B8F-6A91-4E8B-D159C7B34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5F82D-B648-B2CF-054A-DCA1CDAD4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53A87-15DF-B105-38CA-3B345AFD1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4835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32E5B-5B63-EC68-FC9C-F690A593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A7E99-C4AD-D308-9B79-BBED582C5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05996-395F-CC2C-69BE-61511813D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6A2EE-760B-53AE-70BF-B76140CA0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242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0C86-6D7E-2472-721B-7E4FDD35A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FC355-3B53-3840-E1E8-ACDE0A540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8B983-E3E4-460D-99C9-F8D0CCFAA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0E423-FE50-B061-3ECB-7823338FE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353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85B3A-66D2-085E-FF15-73B6050F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291D8-FC76-CE14-669F-2B3CC2FEF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C7A58-FA86-72C6-876B-56B8EAD58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C4354-0319-BBAC-A388-4B0FC6A996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2179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BBE1F-0FDB-56B6-2B3E-6BDE25674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471D9-46E2-CD23-01A6-4483B7D72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ECE91-2F6D-C53A-D451-8E36604B8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9A283-E19D-8B05-844F-18AD5FD55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21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51395-B3BA-033C-E2EE-98F043AEF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A3252-CD85-BF1C-BFA5-3B624609B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24688-4BD0-D1EC-79AC-3DD693E38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12BCA-F49D-1954-195E-89A8D5EE6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583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0DA1B-5403-A136-BADB-914D488F3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F770F-D16D-AF86-FA14-8AD9FC85A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5AF44-0682-FC9E-13F0-66CE28902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ED5DF-8401-FA3A-FC48-9F938D9EF1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1118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F53F-B84D-3B88-1A71-A9AE17D1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334AE-5310-358E-0080-01E65B68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6DB5C-A591-8829-464E-779650A37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 err="1"/>
              <a:t>F,lashback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CBC37-EF04-229C-7908-7EDC2B00C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355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D91B-6F18-FE20-87F8-CFE123A6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BD43B-3FE6-7431-2E35-E6C0F987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D0955-1371-2DE0-FB7B-C3F17A2DE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87F9A-3C43-D5E7-CAFB-7ECD77743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15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2026/10/07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0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0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11. </a:t>
            </a:r>
            <a:r>
              <a:rPr lang="en-ZA" sz="8800" dirty="0">
                <a:solidFill>
                  <a:prstClr val="black"/>
                </a:solidFill>
                <a:latin typeface="LM Roman 12" panose="00000500000000000000" pitchFamily="50" charset="0"/>
              </a:rPr>
              <a:t>File processing III</a:t>
            </a:r>
            <a:endParaRPr kumimoji="0" lang="en-ZA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26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| Sequential vs random-access file processing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	   Understanding fixed-length records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   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Use </a:t>
            </a:r>
            <a:r>
              <a:rPr lang="en-US" dirty="0" err="1">
                <a:solidFill>
                  <a:srgbClr val="0070C0"/>
                </a:solidFill>
                <a:latin typeface="LM Roman 12" panose="00000500000000000000" pitchFamily="50" charset="0"/>
              </a:rPr>
              <a:t>fseek</a:t>
            </a:r>
            <a:r>
              <a:rPr lang="en-US" dirty="0">
                <a:solidFill>
                  <a:srgbClr val="0070C0"/>
                </a:solidFill>
                <a:latin typeface="LM Roman 12" panose="00000500000000000000" pitchFamily="50" charset="0"/>
              </a:rPr>
              <a:t>() 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to move within a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 	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   Write records to specific locations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	   Read records from specific locations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322513" y="562218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07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Lecture Overview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8564849" y="6488628"/>
            <a:ext cx="3151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10: File processing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5EA4C8-8C81-324A-DCF4-224D06349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792" y="3222044"/>
            <a:ext cx="5331734" cy="332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D25D0-5AC8-B825-0E17-2ED1D3BE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AAF1644-2C68-6654-8F0A-184FF1A1192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C42DAD1-556A-FA8E-9CC4-0B6997C379C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EA2319-0841-C4C0-1968-66099B0DD56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D92169-A53D-E18F-925C-E4299266DDE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0DA4B42-331A-AD23-98AF-6EC59A81F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3FEF9E1-FBFC-4B6A-7F48-8A966783448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29E743A-632E-9EB3-5D21-ECF5187657D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Reading files sequentially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47463-724A-9191-841D-6F59B5883160}"/>
              </a:ext>
            </a:extLst>
          </p:cNvPr>
          <p:cNvSpPr/>
          <p:nvPr/>
        </p:nvSpPr>
        <p:spPr>
          <a:xfrm>
            <a:off x="6973455" y="914400"/>
            <a:ext cx="5218544" cy="5943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E08F6A-E8A4-0E2B-57E1-921D98F5B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012" y="1136535"/>
            <a:ext cx="4953429" cy="4877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045629-30B7-82EE-3835-230F6F0C8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59" y="1108611"/>
            <a:ext cx="5560816" cy="575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42222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1C815-42A0-6F1F-18B0-177B52FA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9C6F0693-ADDF-1CA8-EC8D-C62BC87CF2A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DB75392-E1CE-E4F3-51E2-483CE33D3CB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FBC92FD-9841-E687-7445-65A67E7FA59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3B5EAA9-8A5B-EFEB-F155-3A126AA51B5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92D7F5B-C28D-E759-B6AC-6BD65FCE94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C948495-DE70-43D6-F5F2-7952201A795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4C99028-6E73-D2C0-9D5D-45134E96708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Random access files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4C48A67-6575-FFBC-2167-8D7C15877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227" y="1840013"/>
            <a:ext cx="11538954" cy="31779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CEEBC-B299-866B-4CCA-4F1A19C47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7773" y="1840013"/>
            <a:ext cx="10975219" cy="456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8245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C7F97-A64E-5C60-0E3C-C3489BBF6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558B289-0DFF-3EBD-4219-2D10A9E5264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6F9982F-01A1-12F3-1F7C-EF669E6644A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BF768B0-772E-1541-4512-D88DB2FD8C2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97BA75-FBAC-C78B-D39A-599BFD615AF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29D1105-3109-631A-9161-6E365EC42D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7CF909-BF64-54EB-E785-78762C8DCA8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B91019B-343E-B801-1584-513764B331C6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Random access files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789ED6F-6D9C-8404-E41D-318393371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04773" y="1645215"/>
            <a:ext cx="11538954" cy="31779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25FC20-195A-9D1F-6118-B945FC1951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773" y="1645215"/>
            <a:ext cx="10975219" cy="456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24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DBB72-659E-4877-B9C8-16E2C7BD8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6F6C2A8-5D7B-C400-6EB2-0BBF10CCC7E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BC692F8-55D5-4E6F-4C8A-FB0E9263989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1C2DD4-F6C3-48AD-D8AF-BBE29AB7ACB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DD74C7B-CF46-F197-EE3D-86C2B0F2619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3B905CC-2A44-AA9A-D4BD-C1378C151C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72BDDB-754C-4A8C-3BF5-9AA65FB2EC7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370F546-E643-E9AF-EAAC-A020B713B617}"/>
                </a:ext>
              </a:extLst>
            </p:cNvPr>
            <p:cNvSpPr/>
            <p:nvPr/>
          </p:nvSpPr>
          <p:spPr>
            <a:xfrm>
              <a:off x="3708455" y="584240"/>
              <a:ext cx="3857116" cy="24675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Writing data to a random access file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B8917E9-12CA-D7A1-E50A-2AA59C7048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910"/>
          <a:stretch>
            <a:fillRect/>
          </a:stretch>
        </p:blipFill>
        <p:spPr>
          <a:xfrm>
            <a:off x="1915886" y="1099066"/>
            <a:ext cx="8360228" cy="565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8773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AF94A-086F-4FA6-3B1E-1FD7A1D3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83E4DD6-7E7C-A58B-F68D-3B8111CDEC9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18CD3F7-7193-69A5-8BC6-A387492E1A0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3AA3BC-995A-9F0D-3C8A-98D853E23D2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1199BEF-C9E0-8D18-C2F7-2B1C4CA816E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63B8A1A-C72F-04DC-2FDD-EE9EB60EEE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4EEB387-7904-CD51-F955-CA24ACEAF34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160A048-BD09-3400-BCA3-F879485520A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f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seek()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39B8A69-FB9F-6825-6B0E-058C975DBF44}"/>
              </a:ext>
            </a:extLst>
          </p:cNvPr>
          <p:cNvSpPr/>
          <p:nvPr/>
        </p:nvSpPr>
        <p:spPr>
          <a:xfrm>
            <a:off x="273779" y="1719103"/>
            <a:ext cx="11586458" cy="20652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f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seek(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file pointer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,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offset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,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whence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</a:t>
            </a:r>
            <a:endParaRPr kumimoji="0" lang="en-Z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5EA3381-53CD-C4A5-2C1D-196472DA10E2}"/>
              </a:ext>
            </a:extLst>
          </p:cNvPr>
          <p:cNvGrpSpPr/>
          <p:nvPr/>
        </p:nvGrpSpPr>
        <p:grpSpPr>
          <a:xfrm>
            <a:off x="3295675" y="4408714"/>
            <a:ext cx="5667304" cy="2264620"/>
            <a:chOff x="3412067" y="1967776"/>
            <a:chExt cx="4318001" cy="361523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D77531-E8D5-70F7-D5FD-FF4E9EDDDD5B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v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Pointer to the file</a:t>
              </a:r>
              <a:endPara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FA62A6-97D0-FAC1-2B5F-F6388A00D6E1}"/>
                </a:ext>
              </a:extLst>
            </p:cNvPr>
            <p:cNvSpPr/>
            <p:nvPr/>
          </p:nvSpPr>
          <p:spPr>
            <a:xfrm>
              <a:off x="3412067" y="1967776"/>
              <a:ext cx="4318000" cy="843157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FILE *stream</a:t>
              </a:r>
            </a:p>
          </p:txBody>
        </p:sp>
      </p:grpSp>
      <p:sp>
        <p:nvSpPr>
          <p:cNvPr id="2" name="Arrow: Up 1">
            <a:extLst>
              <a:ext uri="{FF2B5EF4-FFF2-40B4-BE49-F238E27FC236}">
                <a16:creationId xmlns:a16="http://schemas.microsoft.com/office/drawing/2014/main" id="{20EDEB5D-D045-C856-3D1E-64519F65CAB8}"/>
              </a:ext>
            </a:extLst>
          </p:cNvPr>
          <p:cNvSpPr/>
          <p:nvPr/>
        </p:nvSpPr>
        <p:spPr>
          <a:xfrm>
            <a:off x="3864429" y="3048000"/>
            <a:ext cx="609600" cy="1360714"/>
          </a:xfrm>
          <a:prstGeom prst="up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677431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3A6D8-A7B4-B979-7291-BCBC5B78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AE1C686-F03B-3CED-C89A-11971D9BD63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D7FF854-EC1D-F9DC-7887-AA2B3347740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638E49-76F4-A20A-BCEE-4E1FD0B3C5A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1FC3B4-CD44-AEBE-03EB-56B1E98E681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6CE0B58-7B7D-94CB-5323-CB0277A76C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CDE6BA-0777-E464-C6F4-F32812ACAA5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A202B67-0A8F-03A5-DD7C-90EEB9F7BB7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f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seek()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B442DDB-5FC2-793A-84C0-43344CA0CA68}"/>
              </a:ext>
            </a:extLst>
          </p:cNvPr>
          <p:cNvSpPr/>
          <p:nvPr/>
        </p:nvSpPr>
        <p:spPr>
          <a:xfrm>
            <a:off x="273779" y="1719103"/>
            <a:ext cx="11586458" cy="20652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f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seek(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file pointer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,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offset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,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whence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</a:t>
            </a:r>
            <a:endParaRPr kumimoji="0" lang="en-Z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8ABFC5-06C0-3856-6363-A30068D23D6D}"/>
              </a:ext>
            </a:extLst>
          </p:cNvPr>
          <p:cNvGrpSpPr/>
          <p:nvPr/>
        </p:nvGrpSpPr>
        <p:grpSpPr>
          <a:xfrm>
            <a:off x="3295675" y="4408714"/>
            <a:ext cx="5667304" cy="2264620"/>
            <a:chOff x="3412067" y="1967776"/>
            <a:chExt cx="4318001" cy="361523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541B95-32FB-C25A-FD7C-61AE88C24AC2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v"/>
                <a:tabLst/>
                <a:defRPr/>
              </a:pPr>
              <a:r>
                <a:rPr lang="en-US" sz="2000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File position to seek (relative to the position specified in </a:t>
              </a:r>
              <a:r>
                <a:rPr lang="en-US" sz="2000" b="1" i="1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whence</a:t>
              </a:r>
              <a:r>
                <a:rPr lang="en-US" sz="2000" b="1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)</a:t>
              </a:r>
            </a:p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v"/>
                <a:tabLst/>
                <a:defRPr/>
              </a:pPr>
              <a:r>
                <a:rPr lang="en-US" sz="2000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x</a:t>
              </a:r>
              <a:r>
                <a:rPr kumimoji="0" lang="en-US" sz="20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*</a:t>
              </a:r>
              <a:r>
                <a:rPr lang="en-US" sz="2000" b="1" dirty="0">
                  <a:solidFill>
                    <a:srgbClr val="0070C0"/>
                  </a:solidFill>
                  <a:latin typeface="LM Roman 12" panose="00000500000000000000" pitchFamily="50" charset="0"/>
                </a:rPr>
                <a:t>s</a:t>
              </a:r>
              <a:r>
                <a:rPr kumimoji="0" lang="en-US" sz="2000" b="1" u="none" strike="noStrike" kern="1200" cap="none" spc="0" normalizeH="0" baseline="0" noProof="0" dirty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izeof</a:t>
              </a:r>
              <a:r>
                <a:rPr kumimoji="0" lang="en-US" sz="200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(datatype) fixed-length record</a:t>
              </a:r>
              <a:endParaRPr kumimoji="0" lang="en-ZA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F27EBA-E1B7-D916-9B78-B64757A77FF1}"/>
                </a:ext>
              </a:extLst>
            </p:cNvPr>
            <p:cNvSpPr/>
            <p:nvPr/>
          </p:nvSpPr>
          <p:spPr>
            <a:xfrm>
              <a:off x="3412067" y="1967776"/>
              <a:ext cx="4318000" cy="843157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offset</a:t>
              </a:r>
            </a:p>
          </p:txBody>
        </p:sp>
      </p:grpSp>
      <p:sp>
        <p:nvSpPr>
          <p:cNvPr id="2" name="Arrow: Up 1">
            <a:extLst>
              <a:ext uri="{FF2B5EF4-FFF2-40B4-BE49-F238E27FC236}">
                <a16:creationId xmlns:a16="http://schemas.microsoft.com/office/drawing/2014/main" id="{698A03F7-265A-1EEC-73D8-038686275293}"/>
              </a:ext>
            </a:extLst>
          </p:cNvPr>
          <p:cNvSpPr/>
          <p:nvPr/>
        </p:nvSpPr>
        <p:spPr>
          <a:xfrm>
            <a:off x="6942383" y="3048000"/>
            <a:ext cx="609600" cy="1360714"/>
          </a:xfrm>
          <a:prstGeom prst="up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1676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2110E-1933-F9E4-4EB0-391022B07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BA3298D-027A-89CB-5612-7E3416C88C2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74267B3-834D-F2C1-C2B1-2AD52294B8B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F2E27ED-8419-60AA-F097-F58AAADD006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A575865-F274-0BD4-8C7A-1E045702268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AF027740-1FD3-AA4D-75EF-FB8DDA6855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17947E5-C897-B83F-A143-5F22D876D9B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D6126E3-E9FB-DA9B-348E-1BEB09CBEA7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f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seek()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36B9C18-C9F5-00AF-5ED3-6A1E46B76672}"/>
              </a:ext>
            </a:extLst>
          </p:cNvPr>
          <p:cNvSpPr/>
          <p:nvPr/>
        </p:nvSpPr>
        <p:spPr>
          <a:xfrm>
            <a:off x="273779" y="1719103"/>
            <a:ext cx="11586458" cy="20652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f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seek(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file pointer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,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offset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,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whence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</a:t>
            </a:r>
            <a:endParaRPr kumimoji="0" lang="en-Z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3791B4F-8AB5-F232-5E98-B063E8C43FDA}"/>
              </a:ext>
            </a:extLst>
          </p:cNvPr>
          <p:cNvGrpSpPr/>
          <p:nvPr/>
        </p:nvGrpSpPr>
        <p:grpSpPr>
          <a:xfrm>
            <a:off x="3295675" y="4408714"/>
            <a:ext cx="5667304" cy="2264620"/>
            <a:chOff x="3412067" y="1967776"/>
            <a:chExt cx="4318001" cy="361523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E7A311-4E36-6187-6146-03C75635F68A}"/>
                </a:ext>
              </a:extLst>
            </p:cNvPr>
            <p:cNvSpPr/>
            <p:nvPr/>
          </p:nvSpPr>
          <p:spPr>
            <a:xfrm>
              <a:off x="3412067" y="2286000"/>
              <a:ext cx="4318001" cy="329700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v"/>
                <a:tabLst/>
                <a:defRPr/>
              </a:pPr>
              <a:r>
                <a:rPr lang="en-US" sz="2000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Specifies reference point in file for </a:t>
              </a:r>
              <a:r>
                <a:rPr lang="en-US" sz="2000" i="1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offset</a:t>
              </a:r>
            </a:p>
            <a:p>
              <a:pPr marL="342900" marR="0" lvl="0" indent="-34290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SEEK-SET: </a:t>
              </a:r>
              <a:r>
                <a:rPr lang="en-US" sz="2000" i="1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starts at </a:t>
              </a:r>
              <a:r>
                <a:rPr lang="en-US" sz="2000" b="1" i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beginning</a:t>
              </a:r>
              <a:r>
                <a:rPr lang="en-US" sz="2000" i="1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 of file</a:t>
              </a:r>
            </a:p>
            <a:p>
              <a:pPr marL="342900" indent="-342900" algn="ctr">
                <a:buFontTx/>
                <a:buChar char="-"/>
                <a:defRPr/>
              </a:pPr>
              <a:r>
                <a:rPr lang="en-US" sz="2000" b="1" i="1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SEEK-CUR: </a:t>
              </a:r>
              <a:r>
                <a:rPr lang="en-US" sz="2000" i="1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starts at </a:t>
              </a:r>
              <a:r>
                <a:rPr lang="en-US" sz="2000" b="1" i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current</a:t>
              </a:r>
              <a:r>
                <a:rPr lang="en-US" sz="2000" i="1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 location in file</a:t>
              </a:r>
            </a:p>
            <a:p>
              <a:pPr marL="342900" indent="-342900" algn="ctr">
                <a:buFontTx/>
                <a:buChar char="-"/>
                <a:defRPr/>
              </a:pPr>
              <a:r>
                <a:rPr lang="en-US" sz="2000" b="1" i="1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SEEK-END: </a:t>
              </a:r>
              <a:r>
                <a:rPr lang="en-US" sz="2000" i="1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starts at </a:t>
              </a:r>
              <a:r>
                <a:rPr lang="en-US" sz="2000" b="1" i="1" dirty="0">
                  <a:solidFill>
                    <a:srgbClr val="FF0000"/>
                  </a:solidFill>
                  <a:latin typeface="LM Roman 12" panose="00000500000000000000" pitchFamily="50" charset="0"/>
                </a:rPr>
                <a:t>end</a:t>
              </a:r>
              <a:r>
                <a:rPr lang="en-US" sz="2000" i="1" dirty="0">
                  <a:solidFill>
                    <a:prstClr val="black"/>
                  </a:solidFill>
                  <a:latin typeface="LM Roman 12" panose="00000500000000000000" pitchFamily="50" charset="0"/>
                </a:rPr>
                <a:t> of file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36EC9B-8147-9961-2AC5-F0F8174C3B73}"/>
                </a:ext>
              </a:extLst>
            </p:cNvPr>
            <p:cNvSpPr/>
            <p:nvPr/>
          </p:nvSpPr>
          <p:spPr>
            <a:xfrm>
              <a:off x="3412067" y="1967776"/>
              <a:ext cx="4318000" cy="843157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whence</a:t>
              </a:r>
            </a:p>
          </p:txBody>
        </p:sp>
      </p:grpSp>
      <p:sp>
        <p:nvSpPr>
          <p:cNvPr id="2" name="Arrow: Up 1">
            <a:extLst>
              <a:ext uri="{FF2B5EF4-FFF2-40B4-BE49-F238E27FC236}">
                <a16:creationId xmlns:a16="http://schemas.microsoft.com/office/drawing/2014/main" id="{E621AC40-1A17-9431-6B86-B7C5BB861046}"/>
              </a:ext>
            </a:extLst>
          </p:cNvPr>
          <p:cNvSpPr/>
          <p:nvPr/>
        </p:nvSpPr>
        <p:spPr>
          <a:xfrm>
            <a:off x="8433726" y="3048000"/>
            <a:ext cx="609600" cy="1360714"/>
          </a:xfrm>
          <a:prstGeom prst="up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9499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D70A9-461A-E426-6447-2D8408A22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9F8A82B-DF83-887E-E8C5-E9E7978BCBF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520981F-771C-34A3-4970-B6827D9CD97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9DFBDDC-A70D-39A1-E989-38A6F3F376C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6010C5C-F2AC-80F6-A021-794E1005B51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8FEB333-44F5-1BEF-8BD3-C12C3ACFE0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063AA8F-6DAD-654D-208D-6625AB6F789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464FA4A-D99D-6AED-0FC8-9B8BEC412E3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f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seek()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: example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CF2E78F-C29C-5F7A-826E-4F8E01D43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607" y="1940599"/>
            <a:ext cx="11600505" cy="31212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44444E-E2EB-0975-FF9F-705C188AD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1978699"/>
            <a:ext cx="10247338" cy="392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2529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66027-C28E-15C1-03FC-15E09387E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DB58AC07-BCF9-A069-4802-88421B8A2F4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A213BF7-BB98-7BEC-00B8-E09C9722612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A46A675-DB41-4D17-2F97-ADA36390E55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70EEB7F-1476-5ECC-78AB-A964D53B975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CF7B99A-300A-A862-5DCC-E00496BB6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ADBAC4B-AABD-A696-36A9-55ED8BD2CED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B5E7E6B-AF61-D1C0-21F5-107DACD7683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ZA" dirty="0">
                  <a:solidFill>
                    <a:srgbClr val="00B0F0"/>
                  </a:solidFill>
                  <a:latin typeface="LM Roman 12" panose="00000500000000000000" pitchFamily="50" charset="0"/>
                </a:rPr>
                <a:t>f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seek()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: example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7ED7E02-6126-5207-FCD9-2F9A7C2A0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538909" y="1607115"/>
            <a:ext cx="11600505" cy="31212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0265C7-42FB-C667-BFB0-CCDD82C89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484" y="1645215"/>
            <a:ext cx="10247338" cy="392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34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6A26F-0ECC-9948-60E0-BCD387A6A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565B41D-9586-7141-3B0E-A4D1EDFBA73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3748BA4-BA80-ADCB-9C3B-ECF1B82EA32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A5CECE1-3746-CDA4-F6DF-700B281388B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B5FF401-8DCA-D05D-9CF2-98BF1AA1E6E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C7985F8-5622-7AE9-B518-EF2D462893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E2D773-D048-4F26-81A5-ABBE95133DC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B92C547-6023-59E2-D83C-F7F0DAC3B927}"/>
                </a:ext>
              </a:extLst>
            </p:cNvPr>
            <p:cNvSpPr/>
            <p:nvPr/>
          </p:nvSpPr>
          <p:spPr>
            <a:xfrm>
              <a:off x="3708454" y="584240"/>
              <a:ext cx="45465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Creating binary file for random file access</a:t>
              </a: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1C108994-ED59-6B65-F917-991FF1504AC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81632133"/>
                  </p:ext>
                </p:extLst>
              </p:nvPr>
            </p:nvGraphicFramePr>
            <p:xfrm>
              <a:off x="855206" y="893703"/>
              <a:ext cx="10542905" cy="5930384"/>
            </p:xfrm>
            <a:graphic>
              <a:graphicData uri="http://schemas.microsoft.com/office/powerpoint/2016/slidezoom">
                <pslz:sldZm>
                  <pslz:sldZmObj sldId="638" cId="145756466">
                    <pslz:zmPr id="{16E7A20E-C95D-4167-A03B-02C76856684B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542905" cy="5930384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extLst>
                  <a:ext uri="{FF2B5EF4-FFF2-40B4-BE49-F238E27FC236}">
                    <a16:creationId xmlns:a16="http://schemas.microsoft.com/office/drawing/2014/main" id="{1C108994-ED59-6B65-F917-991FF1504A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5206" y="893703"/>
                <a:ext cx="10542905" cy="593038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601924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625813-1D74-A63B-539A-1825991364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6"/>
          <a:stretch>
            <a:fillRect/>
          </a:stretch>
        </p:blipFill>
        <p:spPr>
          <a:xfrm>
            <a:off x="2905124" y="35022"/>
            <a:ext cx="5926693" cy="682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6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EEF5D-274D-06E8-17E7-7E66CEF4B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580FCE8-8D9F-FE69-400D-7CED717F4A5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1B979D3-2A91-43F9-0D87-FA36BF92096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DBD3A77-B328-9389-84FE-C2685FB65B5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8FACEAE-A8D8-95B6-BA38-1ED852249FA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0E54F1C-38B7-30C8-B886-D7D80AA038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16FFAE8-084E-0F0C-2B97-EFAA299CE10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AE1E037-8E21-DD94-D7FC-E9296300BAD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Random access file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: example</a:t>
              </a: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CE946ED1-1675-5F16-9945-DBF2CE7619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32425630"/>
                  </p:ext>
                </p:extLst>
              </p:nvPr>
            </p:nvGraphicFramePr>
            <p:xfrm>
              <a:off x="1466836" y="988092"/>
              <a:ext cx="10107097" cy="5685242"/>
            </p:xfrm>
            <a:graphic>
              <a:graphicData uri="http://schemas.microsoft.com/office/powerpoint/2016/slidezoom">
                <pslz:sldZm>
                  <pslz:sldZmObj sldId="639" cId="3450207019">
                    <pslz:zmPr id="{04C88F4D-F130-4FEE-8D4D-93FCC67E79D3}" returnToParent="0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107097" cy="568524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CE946ED1-1675-5F16-9945-DBF2CE7619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66836" y="988092"/>
                <a:ext cx="10107097" cy="568524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918647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8C2DC-D4B6-B304-E2FC-BEDE0A7B4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36025B-D9E2-5A55-660B-4C4FFC4F6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908" y="68310"/>
            <a:ext cx="6264183" cy="6226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C57357-EF6C-0B21-85BC-FA8C69A99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908" y="6572016"/>
            <a:ext cx="7247248" cy="53878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BAA6A4-F7BD-C9C4-AF70-D5381BA2D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-620799" y="2896169"/>
            <a:ext cx="5982218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07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B4B82-3EDE-D6DC-4EA1-2160A5191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4C679D-79AE-43A8-F523-B78437EC8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908" y="-5570490"/>
            <a:ext cx="6264183" cy="6226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A26BF0-A91B-380A-95F3-05CF3F1F1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908" y="933216"/>
            <a:ext cx="7247248" cy="53878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8365B2-1D34-C60C-00D0-E927C6F46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-620799" y="2896169"/>
            <a:ext cx="5982218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41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7D5F8-6BB0-44FB-A451-8C4CBE693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717FC58-BB00-92E7-72A8-DE0A06F7241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05C0C65-D306-BF8B-1705-30C0AEB13ED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8AC380-5B8A-BD12-DA0B-7C635C4A075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BE24A05-E261-FE70-A53D-CEEB0239D0C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0F19FF7-2613-6B87-A7B6-4AF0E550A1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0C9928A-7EE9-A4EE-DDDA-0CD245EF961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BD703E0-ACB9-DFE7-5BA8-0C556143CF26}"/>
                </a:ext>
              </a:extLst>
            </p:cNvPr>
            <p:cNvSpPr/>
            <p:nvPr/>
          </p:nvSpPr>
          <p:spPr>
            <a:xfrm>
              <a:off x="3708455" y="584240"/>
              <a:ext cx="4123212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Reading data from random access file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533EF650-FF3E-6E7B-91A3-D0F9084B5DB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73324915"/>
                  </p:ext>
                </p:extLst>
              </p:nvPr>
            </p:nvGraphicFramePr>
            <p:xfrm>
              <a:off x="647728" y="1045905"/>
              <a:ext cx="10244666" cy="5762625"/>
            </p:xfrm>
            <a:graphic>
              <a:graphicData uri="http://schemas.microsoft.com/office/powerpoint/2016/slidezoom">
                <pslz:sldZm>
                  <pslz:sldZmObj sldId="643" cId="2290215943">
                    <pslz:zmPr id="{454AA42D-87CA-4BE1-A847-A0340621C699}" returnToParent="0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244666" cy="576262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533EF650-FF3E-6E7B-91A3-D0F9084B5DB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7728" y="1045905"/>
                <a:ext cx="10244666" cy="57626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771572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F6BB66-D267-B0AE-8BF5-454C6B416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066" y="116191"/>
            <a:ext cx="5951736" cy="5220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A3729C-3AB2-C5C2-3571-7E59ED47D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066" y="5738542"/>
            <a:ext cx="7437765" cy="37798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21468D-A016-FAFE-EE3E-12E64FD62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-1326201" y="2944791"/>
            <a:ext cx="7407282" cy="4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15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E4043-A238-6E89-45CB-460CA49E0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D58692-3C3B-9345-CA9D-8ECD4B4A5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626" y="-4083275"/>
            <a:ext cx="5951736" cy="5220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59D5B6-7FE3-147E-C727-8180357DA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626" y="1539076"/>
            <a:ext cx="7437765" cy="37798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89F969-8350-C535-C425-5856E75DF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-1326201" y="2944791"/>
            <a:ext cx="7407282" cy="4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61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895E0-79B8-E3F7-B39F-3EE21A12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3108A85B-13A5-1B4C-20E1-63BD91D9415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2C8AF6B-DEFD-4965-F586-C6B5E3156A8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3958C2B-BB42-FA13-1217-5AC3EACFF7E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1ED01A-AF32-9D23-D136-4F303434DFB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2E2D177F-B3EA-926F-96A5-C335C31B45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6FF158-21D9-9E41-881F-B5860FECB10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FDBFBF2-838A-7D63-82DA-A6CBAC9DA78A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End of semester feedback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3D742103-9693-3497-11EE-5E432D5EECF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02976628"/>
                  </p:ext>
                </p:extLst>
              </p:nvPr>
            </p:nvGraphicFramePr>
            <p:xfrm>
              <a:off x="1099560" y="944642"/>
              <a:ext cx="10184341" cy="5728692"/>
            </p:xfrm>
            <a:graphic>
              <a:graphicData uri="http://schemas.microsoft.com/office/powerpoint/2016/slidezoom">
                <pslz:sldZm>
                  <pslz:sldZmObj sldId="627" cId="342749209">
                    <pslz:zmPr id="{36549AF2-16DE-4A5B-A5F8-E3D9085093F4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184341" cy="572869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extLst>
                  <a:ext uri="{FF2B5EF4-FFF2-40B4-BE49-F238E27FC236}">
                    <a16:creationId xmlns:a16="http://schemas.microsoft.com/office/drawing/2014/main" id="{3D742103-9693-3497-11EE-5E432D5EECF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9560" y="944642"/>
                <a:ext cx="10184341" cy="572869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411204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A2B06B-3608-53A6-298E-A41FACD82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052" y="0"/>
            <a:ext cx="50458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49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3CC69-7BAF-913C-4A40-B4D5A53B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D4CCCA4-5FDE-620D-A4D2-F69B84A211D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9C0E59D-6264-9798-9C8F-66FA3AE825C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CCF8522-8FD2-5B63-6716-5FFB1124A42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97FFD9-E6A7-30BF-466D-F576CED72AE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8241F24-F918-BB20-F81D-A446196921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BFF1010-ADFA-6395-0608-846BDF0AEA5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0EA51A6-04FE-68FC-81F7-DB54709FA7A2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Perspective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20C27EA-8B48-86B3-EAE5-0E94C192F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997" y="1245641"/>
            <a:ext cx="9757885" cy="479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29451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1A2C-E172-96F3-7FF2-A248CFF8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EC73604-5FD7-BFC5-D35B-DD75FBDED9F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52F0199-B4EA-2CFC-0C4C-DD09C9119D0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1794E6-39B0-77BC-44D9-E8CE60CBBD3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A0B0B3F-2013-3D29-8717-26133D80F40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EF60769-267A-7EB3-45A5-D69B7FF2D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1E50580-54BF-5667-527F-E6168B0C7A2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</a:rPr>
                  <a:t>07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BF15938-D2FF-3104-FE0A-AD538A4A67F6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HOMEWORK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CFD878F-CA05-EC2A-39D7-6BC3B4043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702" y="2545003"/>
            <a:ext cx="6416596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208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5396</TotalTime>
  <Words>449</Words>
  <Application>Microsoft Office PowerPoint</Application>
  <PresentationFormat>Widescreen</PresentationFormat>
  <Paragraphs>98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Bradley Hand ITC</vt:lpstr>
      <vt:lpstr>LM Roman 12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2026-09-13T12:30:06Z</dcterms:created>
  <dcterms:modified xsi:type="dcterms:W3CDTF">2026-10-07T08:05:00Z</dcterms:modified>
</cp:coreProperties>
</file>